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Lst>
  <p:sldSz cy="6858000" cx="9144000"/>
  <p:notesSz cx="6858000" cy="9144000"/>
  <p:embeddedFontLst>
    <p:embeddedFont>
      <p:font typeface="Gill Sans"/>
      <p:regular r:id="rId42"/>
      <p:bold r:id="rId4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E638865-AEAA-4C41-8C01-0FDAE4FD435B}">
  <a:tblStyle styleId="{7E638865-AEAA-4C41-8C01-0FDAE4FD435B}" styleName="Table_0">
    <a:wholeTbl>
      <a:tcTxStyle b="off" i="off">
        <a:font>
          <a:latin typeface="Gill Sans MT"/>
          <a:ea typeface="Gill Sans MT"/>
          <a:cs typeface="Gill Sans MT"/>
        </a:font>
        <a:schemeClr val="dk1"/>
      </a:tcTxStyle>
      <a:tcStyle>
        <a:tcBdr>
          <a:left>
            <a:ln cap="flat" cmpd="sng" w="9525">
              <a:solidFill>
                <a:schemeClr val="accent2"/>
              </a:solidFill>
              <a:prstDash val="solid"/>
              <a:round/>
              <a:headEnd len="sm" w="sm" type="none"/>
              <a:tailEnd len="sm" w="sm" type="none"/>
            </a:ln>
          </a:left>
          <a:right>
            <a:ln cap="flat" cmpd="sng" w="9525">
              <a:solidFill>
                <a:schemeClr val="accent2"/>
              </a:solidFill>
              <a:prstDash val="solid"/>
              <a:round/>
              <a:headEnd len="sm" w="sm" type="none"/>
              <a:tailEnd len="sm" w="sm" type="none"/>
            </a:ln>
          </a:right>
          <a:top>
            <a:ln cap="flat" cmpd="sng" w="9525">
              <a:solidFill>
                <a:schemeClr val="accent2"/>
              </a:solidFill>
              <a:prstDash val="solid"/>
              <a:round/>
              <a:headEnd len="sm" w="sm" type="none"/>
              <a:tailEnd len="sm" w="sm" type="none"/>
            </a:ln>
          </a:top>
          <a:bottom>
            <a:ln cap="flat" cmpd="sng" w="9525">
              <a:solidFill>
                <a:schemeClr val="accent2"/>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a:tcStyle>
        <a:tcBdr>
          <a:top>
            <a:ln cap="flat" cmpd="sng" w="9525">
              <a:solidFill>
                <a:schemeClr val="accent2"/>
              </a:solidFill>
              <a:prstDash val="solid"/>
              <a:round/>
              <a:headEnd len="sm" w="sm" type="none"/>
              <a:tailEnd len="sm" w="sm" type="none"/>
            </a:ln>
          </a:top>
          <a:bottom>
            <a:ln cap="flat" cmpd="sng" w="9525">
              <a:solidFill>
                <a:schemeClr val="accent2"/>
              </a:solidFill>
              <a:prstDash val="solid"/>
              <a:round/>
              <a:headEnd len="sm" w="sm" type="none"/>
              <a:tailEnd len="sm" w="sm" type="none"/>
            </a:ln>
          </a:bottom>
        </a:tcBdr>
      </a:tcStyle>
    </a:band1H>
    <a:band2H>
      <a:tcTxStyle/>
    </a:band2H>
    <a:band1V>
      <a:tcTxStyle/>
      <a:tcStyle>
        <a:tcBdr>
          <a:left>
            <a:ln cap="flat" cmpd="sng" w="9525">
              <a:solidFill>
                <a:schemeClr val="accent2"/>
              </a:solidFill>
              <a:prstDash val="solid"/>
              <a:round/>
              <a:headEnd len="sm" w="sm" type="none"/>
              <a:tailEnd len="sm" w="sm" type="none"/>
            </a:ln>
          </a:left>
          <a:right>
            <a:ln cap="flat" cmpd="sng" w="9525">
              <a:solidFill>
                <a:schemeClr val="accent2"/>
              </a:solidFill>
              <a:prstDash val="solid"/>
              <a:round/>
              <a:headEnd len="sm" w="sm" type="none"/>
              <a:tailEnd len="sm" w="sm" type="none"/>
            </a:ln>
          </a:right>
        </a:tcBdr>
      </a:tcStyle>
    </a:band1V>
    <a:band2V>
      <a:tcTxStyle/>
      <a:tcStyle>
        <a:tcBdr>
          <a:left>
            <a:ln cap="flat" cmpd="sng" w="9525">
              <a:solidFill>
                <a:schemeClr val="accent2"/>
              </a:solidFill>
              <a:prstDash val="solid"/>
              <a:round/>
              <a:headEnd len="sm" w="sm" type="none"/>
              <a:tailEnd len="sm" w="sm" type="none"/>
            </a:ln>
          </a:left>
          <a:right>
            <a:ln cap="flat" cmpd="sng" w="9525">
              <a:solidFill>
                <a:schemeClr val="accent2"/>
              </a:solidFill>
              <a:prstDash val="solid"/>
              <a:round/>
              <a:headEnd len="sm" w="sm" type="none"/>
              <a:tailEnd len="sm" w="sm" type="none"/>
            </a:ln>
          </a:right>
        </a:tcBdr>
      </a:tcStyle>
    </a:band2V>
    <a:lastCol>
      <a:tcTxStyle b="on" i="off"/>
    </a:lastCol>
    <a:firstCol>
      <a:tcTxStyle b="on" i="off"/>
    </a:firstCol>
    <a:lastRow>
      <a:tcTxStyle b="on" i="off"/>
      <a:tcStyle>
        <a:tcBdr>
          <a:top>
            <a:ln cap="flat" cmpd="sng" w="50800">
              <a:solidFill>
                <a:schemeClr val="accent2"/>
              </a:solidFill>
              <a:prstDash val="solid"/>
              <a:round/>
              <a:headEnd len="sm" w="sm" type="none"/>
              <a:tailEnd len="sm" w="sm" type="none"/>
            </a:ln>
          </a:top>
        </a:tcBdr>
      </a:tcStyle>
    </a:lastRow>
    <a:seCell>
      <a:tcTxStyle/>
    </a:seCell>
    <a:swCell>
      <a:tcTxStyle/>
    </a:swCell>
    <a:firstRow>
      <a:tcTxStyle b="on" i="off">
        <a:font>
          <a:latin typeface="Gill Sans MT"/>
          <a:ea typeface="Gill Sans MT"/>
          <a:cs typeface="Gill Sans MT"/>
        </a:font>
        <a:schemeClr val="lt1"/>
      </a:tcTxStyle>
      <a:tcStyle>
        <a:fill>
          <a:solidFill>
            <a:schemeClr val="accent2"/>
          </a:solidFill>
        </a:fill>
      </a:tcStyle>
    </a:firstRow>
    <a:neCell>
      <a:tcTxStyle/>
    </a:neCell>
    <a:nwCell>
      <a:tcTxStyle/>
    </a:nwCell>
  </a:tblStyle>
  <a:tblStyle styleId="{85A0B8D9-517C-4A9B-A977-6340FA60155C}" styleName="Table_1">
    <a:wholeTbl>
      <a:tcTxStyle b="off" i="off">
        <a:font>
          <a:latin typeface="Gill Sans MT"/>
          <a:ea typeface="Gill Sans MT"/>
          <a:cs typeface="Gill Sans MT"/>
        </a:font>
        <a:schemeClr val="dk1"/>
      </a:tcTxStyle>
      <a:tcStyle>
        <a:tcBdr>
          <a:left>
            <a:ln cap="flat" cmpd="sng" w="12700">
              <a:solidFill>
                <a:schemeClr val="accent2"/>
              </a:solidFill>
              <a:prstDash val="solid"/>
              <a:round/>
              <a:headEnd len="sm" w="sm" type="none"/>
              <a:tailEnd len="sm" w="sm" type="none"/>
            </a:ln>
          </a:left>
          <a:right>
            <a:ln cap="flat" cmpd="sng" w="12700">
              <a:solidFill>
                <a:schemeClr val="accent2"/>
              </a:solidFill>
              <a:prstDash val="solid"/>
              <a:round/>
              <a:headEnd len="sm" w="sm" type="none"/>
              <a:tailEnd len="sm" w="sm" type="none"/>
            </a:ln>
          </a:right>
          <a:top>
            <a:ln cap="flat" cmpd="sng" w="12700">
              <a:solidFill>
                <a:schemeClr val="accent2"/>
              </a:solidFill>
              <a:prstDash val="solid"/>
              <a:round/>
              <a:headEnd len="sm" w="sm" type="none"/>
              <a:tailEnd len="sm" w="sm" type="none"/>
            </a:ln>
          </a:top>
          <a:bottom>
            <a:ln cap="flat" cmpd="sng" w="12700">
              <a:solidFill>
                <a:schemeClr val="accent2"/>
              </a:solidFill>
              <a:prstDash val="solid"/>
              <a:round/>
              <a:headEnd len="sm" w="sm" type="none"/>
              <a:tailEnd len="sm" w="sm" type="none"/>
            </a:ln>
          </a:bottom>
          <a:insideH>
            <a:ln cap="flat" cmpd="sng" w="12700">
              <a:solidFill>
                <a:schemeClr val="accent2"/>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chemeClr val="lt1"/>
          </a:solidFill>
        </a:fill>
      </a:tcStyle>
    </a:wholeTbl>
    <a:band1H>
      <a:tcTxStyle/>
      <a:tcStyle>
        <a:fill>
          <a:solidFill>
            <a:srgbClr val="FFF3E6"/>
          </a:solidFill>
        </a:fill>
      </a:tcStyle>
    </a:band1H>
    <a:band2H>
      <a:tcTxStyle/>
    </a:band2H>
    <a:band1V>
      <a:tcTxStyle/>
      <a:tcStyle>
        <a:fill>
          <a:solidFill>
            <a:srgbClr val="FFF3E6"/>
          </a:solidFill>
        </a:fill>
      </a:tcStyle>
    </a:band1V>
    <a:band2V>
      <a:tcTxStyle/>
    </a:band2V>
    <a:lastCol>
      <a:tcTxStyle b="on" i="off"/>
    </a:lastCol>
    <a:firstCol>
      <a:tcTxStyle b="on" i="off"/>
    </a:firstCol>
    <a:lastRow>
      <a:tcTxStyle b="on" i="off"/>
      <a:tcStyle>
        <a:tcBdr>
          <a:top>
            <a:ln cap="flat" cmpd="sng" w="50800">
              <a:solidFill>
                <a:schemeClr val="accent2"/>
              </a:solidFill>
              <a:prstDash val="solid"/>
              <a:round/>
              <a:headEnd len="sm" w="sm" type="none"/>
              <a:tailEnd len="sm" w="sm" type="none"/>
            </a:ln>
          </a:top>
        </a:tcBdr>
        <a:fill>
          <a:solidFill>
            <a:schemeClr val="lt1"/>
          </a:solidFill>
        </a:fill>
      </a:tcStyle>
    </a:lastRow>
    <a:seCell>
      <a:tcTxStyle/>
    </a:seCell>
    <a:swCell>
      <a:tcTxStyle/>
    </a:swCell>
    <a:firstRow>
      <a:tcTxStyle b="on" i="off">
        <a:font>
          <a:latin typeface="Gill Sans MT"/>
          <a:ea typeface="Gill Sans MT"/>
          <a:cs typeface="Gill Sans MT"/>
        </a:font>
        <a:schemeClr val="lt1"/>
      </a:tcTxStyle>
      <a:tcStyle>
        <a:fill>
          <a:solidFill>
            <a:schemeClr val="accent2"/>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20" Type="http://schemas.openxmlformats.org/officeDocument/2006/relationships/slide" Target="slides/slide14.xml"/><Relationship Id="rId42" Type="http://schemas.openxmlformats.org/officeDocument/2006/relationships/font" Target="fonts/GillSans-regular.fntdata"/><Relationship Id="rId41" Type="http://schemas.openxmlformats.org/officeDocument/2006/relationships/slide" Target="slides/slide35.xml"/><Relationship Id="rId22" Type="http://schemas.openxmlformats.org/officeDocument/2006/relationships/slide" Target="slides/slide16.xml"/><Relationship Id="rId21" Type="http://schemas.openxmlformats.org/officeDocument/2006/relationships/slide" Target="slides/slide15.xml"/><Relationship Id="rId43" Type="http://schemas.openxmlformats.org/officeDocument/2006/relationships/font" Target="fonts/GillSans-bold.fntdata"/><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slide" Target="slides/slide31.xml"/><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39" Type="http://schemas.openxmlformats.org/officeDocument/2006/relationships/slide" Target="slides/slide33.xml"/><Relationship Id="rId16" Type="http://schemas.openxmlformats.org/officeDocument/2006/relationships/slide" Target="slides/slide10.xml"/><Relationship Id="rId38" Type="http://schemas.openxmlformats.org/officeDocument/2006/relationships/slide" Target="slides/slide32.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IN"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2" name="Google Shape;102;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8" name="Google Shape;108;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4" name="Google Shape;114;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0" name="Google Shape;120;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6" name="Google Shape;126;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2" name="Google Shape;132;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8" name="Google Shape;138;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4" name="Google Shape;144;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0" name="Google Shape;150;p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1" name="Google Shape;151;p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7" name="Google Shape;157;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3" name="Google Shape;163;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9" name="Google Shape;169;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4" name="Google Shape;174;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0" name="Google Shape;180;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6" name="Google Shape;186;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2" name="Google Shape;192;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8" name="Google Shape;198;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1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3" name="Google Shape;203;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1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8" name="Google Shape;208;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2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3" name="Google Shape;213;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2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0" name="Google Shape;220;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2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6" name="Google Shape;226;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2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2" name="Google Shape;232;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2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9" name="Google Shape;239;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2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5" name="Google Shape;245;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2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1" name="Google Shape;251;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2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7" name="Google Shape;257;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2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3" name="Google Shape;263;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2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9" name="Google Shape;269;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3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5" name="Google Shape;275;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3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1" name="Google Shape;281;p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3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7" name="Google Shape;287;p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3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3" name="Google Shape;293;p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3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9" name="Google Shape;299;p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p3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5" name="Google Shape;305;p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0" name="Shape 20"/>
        <p:cNvGrpSpPr/>
        <p:nvPr/>
      </p:nvGrpSpPr>
      <p:grpSpPr>
        <a:xfrm>
          <a:off x="0" y="0"/>
          <a:ext cx="0" cy="0"/>
          <a:chOff x="0" y="0"/>
          <a:chExt cx="0" cy="0"/>
        </a:xfrm>
      </p:grpSpPr>
      <p:sp>
        <p:nvSpPr>
          <p:cNvPr id="21" name="Google Shape;21;p2"/>
          <p:cNvSpPr txBox="1"/>
          <p:nvPr>
            <p:ph type="ctrTitle"/>
          </p:nvPr>
        </p:nvSpPr>
        <p:spPr>
          <a:xfrm>
            <a:off x="1432560" y="359898"/>
            <a:ext cx="7406640" cy="1472184"/>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rgbClr val="562214"/>
              </a:buClr>
              <a:buSzPts val="4300"/>
              <a:buFont typeface="Gill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 name="Google Shape;22;p2"/>
          <p:cNvSpPr txBox="1"/>
          <p:nvPr>
            <p:ph idx="1" type="subTitle"/>
          </p:nvPr>
        </p:nvSpPr>
        <p:spPr>
          <a:xfrm>
            <a:off x="1432560" y="1850064"/>
            <a:ext cx="7406640" cy="1752600"/>
          </a:xfrm>
          <a:prstGeom prst="rect">
            <a:avLst/>
          </a:prstGeom>
          <a:noFill/>
          <a:ln>
            <a:noFill/>
          </a:ln>
        </p:spPr>
        <p:txBody>
          <a:bodyPr anchorCtr="0" anchor="t" bIns="45700" lIns="91425" spcFirstLastPara="1" rIns="91425" wrap="square" tIns="0">
            <a:normAutofit/>
          </a:bodyPr>
          <a:lstStyle>
            <a:lvl1pPr lvl="0" algn="l">
              <a:lnSpc>
                <a:spcPct val="100000"/>
              </a:lnSpc>
              <a:spcBef>
                <a:spcPts val="600"/>
              </a:spcBef>
              <a:spcAft>
                <a:spcPts val="0"/>
              </a:spcAft>
              <a:buSzPts val="2080"/>
              <a:buNone/>
              <a:defRPr sz="2600">
                <a:solidFill>
                  <a:srgbClr val="341108"/>
                </a:solidFill>
              </a:defRPr>
            </a:lvl1pPr>
            <a:lvl2pPr lvl="1" algn="ctr">
              <a:lnSpc>
                <a:spcPct val="100000"/>
              </a:lnSpc>
              <a:spcBef>
                <a:spcPts val="550"/>
              </a:spcBef>
              <a:spcAft>
                <a:spcPts val="0"/>
              </a:spcAft>
              <a:buSzPts val="1800"/>
              <a:buNone/>
              <a:defRPr/>
            </a:lvl2pPr>
            <a:lvl3pPr lvl="2" algn="ctr">
              <a:lnSpc>
                <a:spcPct val="100000"/>
              </a:lnSpc>
              <a:spcBef>
                <a:spcPts val="360"/>
              </a:spcBef>
              <a:spcAft>
                <a:spcPts val="0"/>
              </a:spcAft>
              <a:buSzPts val="1800"/>
              <a:buNone/>
              <a:defRPr/>
            </a:lvl3pPr>
            <a:lvl4pPr lvl="3" algn="ctr">
              <a:lnSpc>
                <a:spcPct val="100000"/>
              </a:lnSpc>
              <a:spcBef>
                <a:spcPts val="360"/>
              </a:spcBef>
              <a:spcAft>
                <a:spcPts val="0"/>
              </a:spcAft>
              <a:buSzPts val="1800"/>
              <a:buNone/>
              <a:defRPr/>
            </a:lvl4pPr>
            <a:lvl5pPr lvl="4" algn="ctr">
              <a:lnSpc>
                <a:spcPct val="100000"/>
              </a:lnSpc>
              <a:spcBef>
                <a:spcPts val="360"/>
              </a:spcBef>
              <a:spcAft>
                <a:spcPts val="0"/>
              </a:spcAft>
              <a:buSzPts val="1800"/>
              <a:buNone/>
              <a:defRPr/>
            </a:lvl5pPr>
            <a:lvl6pPr lvl="5" algn="ctr">
              <a:lnSpc>
                <a:spcPct val="100000"/>
              </a:lnSpc>
              <a:spcBef>
                <a:spcPts val="360"/>
              </a:spcBef>
              <a:spcAft>
                <a:spcPts val="0"/>
              </a:spcAft>
              <a:buSzPts val="1800"/>
              <a:buNone/>
              <a:defRPr/>
            </a:lvl6pPr>
            <a:lvl7pPr lvl="6" algn="ctr">
              <a:lnSpc>
                <a:spcPct val="100000"/>
              </a:lnSpc>
              <a:spcBef>
                <a:spcPts val="360"/>
              </a:spcBef>
              <a:spcAft>
                <a:spcPts val="0"/>
              </a:spcAft>
              <a:buSzPts val="1800"/>
              <a:buNone/>
              <a:defRPr/>
            </a:lvl7pPr>
            <a:lvl8pPr lvl="7" algn="ctr">
              <a:lnSpc>
                <a:spcPct val="100000"/>
              </a:lnSpc>
              <a:spcBef>
                <a:spcPts val="360"/>
              </a:spcBef>
              <a:spcAft>
                <a:spcPts val="0"/>
              </a:spcAft>
              <a:buSzPts val="1800"/>
              <a:buNone/>
              <a:defRPr/>
            </a:lvl8pPr>
            <a:lvl9pPr lvl="8" algn="ctr">
              <a:lnSpc>
                <a:spcPct val="100000"/>
              </a:lnSpc>
              <a:spcBef>
                <a:spcPts val="360"/>
              </a:spcBef>
              <a:spcAft>
                <a:spcPts val="0"/>
              </a:spcAft>
              <a:buSzPts val="1800"/>
              <a:buNone/>
              <a:defRPr/>
            </a:lvl9pPr>
          </a:lstStyle>
          <a:p/>
        </p:txBody>
      </p:sp>
      <p:sp>
        <p:nvSpPr>
          <p:cNvPr id="23" name="Google Shape;23;p2"/>
          <p:cNvSpPr txBox="1"/>
          <p:nvPr>
            <p:ph idx="10" type="dt"/>
          </p:nvPr>
        </p:nvSpPr>
        <p:spPr>
          <a:xfrm>
            <a:off x="3581400" y="6305550"/>
            <a:ext cx="2133600" cy="476250"/>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2"/>
          <p:cNvSpPr txBox="1"/>
          <p:nvPr>
            <p:ph idx="11" type="ftr"/>
          </p:nvPr>
        </p:nvSpPr>
        <p:spPr>
          <a:xfrm>
            <a:off x="5715000" y="6305550"/>
            <a:ext cx="2895600" cy="4762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2"/>
          <p:cNvSpPr txBox="1"/>
          <p:nvPr>
            <p:ph idx="12" type="sldNum"/>
          </p:nvPr>
        </p:nvSpPr>
        <p:spPr>
          <a:xfrm>
            <a:off x="8613648" y="6305550"/>
            <a:ext cx="457200" cy="476250"/>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IN"/>
              <a:t>‹#›</a:t>
            </a:fld>
            <a:endParaRPr/>
          </a:p>
        </p:txBody>
      </p:sp>
      <p:sp>
        <p:nvSpPr>
          <p:cNvPr id="26" name="Google Shape;26;p2"/>
          <p:cNvSpPr/>
          <p:nvPr/>
        </p:nvSpPr>
        <p:spPr>
          <a:xfrm>
            <a:off x="921433" y="1413802"/>
            <a:ext cx="210312" cy="210312"/>
          </a:xfrm>
          <a:prstGeom prst="ellipse">
            <a:avLst/>
          </a:prstGeom>
          <a:gradFill>
            <a:gsLst>
              <a:gs pos="0">
                <a:srgbClr val="D7F6FF">
                  <a:alpha val="94901"/>
                </a:srgbClr>
              </a:gs>
              <a:gs pos="50000">
                <a:srgbClr val="C0E3F0">
                  <a:alpha val="89803"/>
                </a:srgbClr>
              </a:gs>
              <a:gs pos="95000">
                <a:srgbClr val="65C6EA">
                  <a:alpha val="87843"/>
                </a:srgbClr>
              </a:gs>
              <a:gs pos="100000">
                <a:srgbClr val="00BBF1">
                  <a:alpha val="84705"/>
                </a:srgbClr>
              </a:gs>
            </a:gsLst>
            <a:path path="circle">
              <a:fillToRect b="100%" r="100%"/>
            </a:path>
            <a:tileRect l="-100%" t="-100%"/>
          </a:gradFill>
          <a:ln cap="rnd" cmpd="sng" w="9525">
            <a:solidFill>
              <a:srgbClr val="2F8DA4">
                <a:alpha val="6000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Gill Sans"/>
              <a:ea typeface="Gill Sans"/>
              <a:cs typeface="Gill Sans"/>
              <a:sym typeface="Gill Sans"/>
            </a:endParaRPr>
          </a:p>
        </p:txBody>
      </p:sp>
      <p:sp>
        <p:nvSpPr>
          <p:cNvPr id="27" name="Google Shape;27;p2"/>
          <p:cNvSpPr/>
          <p:nvPr/>
        </p:nvSpPr>
        <p:spPr>
          <a:xfrm>
            <a:off x="1157176" y="1345016"/>
            <a:ext cx="64008" cy="64008"/>
          </a:xfrm>
          <a:prstGeom prst="ellipse">
            <a:avLst/>
          </a:prstGeom>
          <a:noFill/>
          <a:ln cap="rnd" cmpd="sng" w="12700">
            <a:solidFill>
              <a:srgbClr val="317F92">
                <a:alpha val="6000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Gill Sans"/>
              <a:ea typeface="Gill Sans"/>
              <a:cs typeface="Gill Sans"/>
              <a:sym typeface="Gill San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8" name="Shape 28"/>
        <p:cNvGrpSpPr/>
        <p:nvPr/>
      </p:nvGrpSpPr>
      <p:grpSpPr>
        <a:xfrm>
          <a:off x="0" y="0"/>
          <a:ext cx="0" cy="0"/>
          <a:chOff x="0" y="0"/>
          <a:chExt cx="0" cy="0"/>
        </a:xfrm>
      </p:grpSpPr>
      <p:sp>
        <p:nvSpPr>
          <p:cNvPr id="29" name="Google Shape;29;p3"/>
          <p:cNvSpPr txBox="1"/>
          <p:nvPr>
            <p:ph type="title"/>
          </p:nvPr>
        </p:nvSpPr>
        <p:spPr>
          <a:xfrm>
            <a:off x="1435608" y="274638"/>
            <a:ext cx="7498080" cy="11430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562214"/>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 name="Google Shape;30;p3"/>
          <p:cNvSpPr txBox="1"/>
          <p:nvPr>
            <p:ph idx="1" type="body"/>
          </p:nvPr>
        </p:nvSpPr>
        <p:spPr>
          <a:xfrm>
            <a:off x="1435608" y="1447800"/>
            <a:ext cx="7498080" cy="4800600"/>
          </a:xfrm>
          <a:prstGeom prst="rect">
            <a:avLst/>
          </a:prstGeom>
          <a:noFill/>
          <a:ln>
            <a:noFill/>
          </a:ln>
        </p:spPr>
        <p:txBody>
          <a:bodyPr anchorCtr="0" anchor="t" bIns="45700" lIns="91425" spcFirstLastPara="1" rIns="91425" wrap="square" tIns="45700">
            <a:normAutofit/>
          </a:bodyPr>
          <a:lstStyle>
            <a:lvl1pPr indent="-320040" lvl="0" marL="457200" algn="l">
              <a:lnSpc>
                <a:spcPct val="100000"/>
              </a:lnSpc>
              <a:spcBef>
                <a:spcPts val="600"/>
              </a:spcBef>
              <a:spcAft>
                <a:spcPts val="0"/>
              </a:spcAft>
              <a:buSzPts val="1440"/>
              <a:buChar char="⚫"/>
              <a:defRPr/>
            </a:lvl1pPr>
            <a:lvl2pPr indent="-342900" lvl="1" marL="914400" algn="l">
              <a:lnSpc>
                <a:spcPct val="100000"/>
              </a:lnSpc>
              <a:spcBef>
                <a:spcPts val="550"/>
              </a:spcBef>
              <a:spcAft>
                <a:spcPts val="0"/>
              </a:spcAft>
              <a:buSzPts val="1800"/>
              <a:buChar char="◦"/>
              <a:defRPr/>
            </a:lvl2pPr>
            <a:lvl3pPr indent="-342900" lvl="2" marL="1371600" algn="l">
              <a:lnSpc>
                <a:spcPct val="100000"/>
              </a:lnSpc>
              <a:spcBef>
                <a:spcPts val="360"/>
              </a:spcBef>
              <a:spcAft>
                <a:spcPts val="0"/>
              </a:spcAft>
              <a:buSzPts val="1800"/>
              <a:buChar char="●"/>
              <a:defRPr/>
            </a:lvl3pPr>
            <a:lvl4pPr indent="-342900" lvl="3" marL="1828800" algn="l">
              <a:lnSpc>
                <a:spcPct val="100000"/>
              </a:lnSpc>
              <a:spcBef>
                <a:spcPts val="360"/>
              </a:spcBef>
              <a:spcAft>
                <a:spcPts val="0"/>
              </a:spcAft>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31" name="Google Shape;31;p3"/>
          <p:cNvSpPr txBox="1"/>
          <p:nvPr>
            <p:ph idx="10" type="dt"/>
          </p:nvPr>
        </p:nvSpPr>
        <p:spPr>
          <a:xfrm>
            <a:off x="3581400" y="6305550"/>
            <a:ext cx="2133600" cy="476250"/>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3"/>
          <p:cNvSpPr txBox="1"/>
          <p:nvPr>
            <p:ph idx="11" type="ftr"/>
          </p:nvPr>
        </p:nvSpPr>
        <p:spPr>
          <a:xfrm>
            <a:off x="5715000" y="6305550"/>
            <a:ext cx="2895600" cy="4762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3"/>
          <p:cNvSpPr txBox="1"/>
          <p:nvPr>
            <p:ph idx="12" type="sldNum"/>
          </p:nvPr>
        </p:nvSpPr>
        <p:spPr>
          <a:xfrm>
            <a:off x="8613648" y="6305550"/>
            <a:ext cx="457200" cy="476250"/>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34" name="Shape 34"/>
        <p:cNvGrpSpPr/>
        <p:nvPr/>
      </p:nvGrpSpPr>
      <p:grpSpPr>
        <a:xfrm>
          <a:off x="0" y="0"/>
          <a:ext cx="0" cy="0"/>
          <a:chOff x="0" y="0"/>
          <a:chExt cx="0" cy="0"/>
        </a:xfrm>
      </p:grpSpPr>
      <p:sp>
        <p:nvSpPr>
          <p:cNvPr id="35" name="Google Shape;35;p4"/>
          <p:cNvSpPr/>
          <p:nvPr/>
        </p:nvSpPr>
        <p:spPr>
          <a:xfrm>
            <a:off x="1014984" y="0"/>
            <a:ext cx="8129016"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36" name="Google Shape;36;p4"/>
          <p:cNvSpPr txBox="1"/>
          <p:nvPr>
            <p:ph idx="10" type="dt"/>
          </p:nvPr>
        </p:nvSpPr>
        <p:spPr>
          <a:xfrm>
            <a:off x="3581400" y="6305550"/>
            <a:ext cx="2133600" cy="476250"/>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4"/>
          <p:cNvSpPr txBox="1"/>
          <p:nvPr>
            <p:ph idx="11" type="ftr"/>
          </p:nvPr>
        </p:nvSpPr>
        <p:spPr>
          <a:xfrm>
            <a:off x="5715000" y="6305550"/>
            <a:ext cx="2895600" cy="4762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4"/>
          <p:cNvSpPr txBox="1"/>
          <p:nvPr>
            <p:ph idx="12" type="sldNum"/>
          </p:nvPr>
        </p:nvSpPr>
        <p:spPr>
          <a:xfrm>
            <a:off x="8613648" y="6305550"/>
            <a:ext cx="457200" cy="476250"/>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IN"/>
              <a:t>‹#›</a:t>
            </a:fld>
            <a:endParaRPr/>
          </a:p>
        </p:txBody>
      </p:sp>
      <p:sp>
        <p:nvSpPr>
          <p:cNvPr id="39" name="Google Shape;39;p4"/>
          <p:cNvSpPr/>
          <p:nvPr/>
        </p:nvSpPr>
        <p:spPr>
          <a:xfrm>
            <a:off x="1014984" y="-54"/>
            <a:ext cx="73152" cy="6858054"/>
          </a:xfrm>
          <a:prstGeom prst="rect">
            <a:avLst/>
          </a:prstGeom>
          <a:solidFill>
            <a:schemeClr val="lt1"/>
          </a:solidFill>
          <a:ln>
            <a:noFill/>
          </a:ln>
          <a:effectLst>
            <a:outerShdw blurRad="38550" rotWithShape="0" algn="tl" dir="10800000" dist="38000">
              <a:srgbClr val="6F6A5F">
                <a:alpha val="2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spTree>
      <p:nvGrpSpPr>
        <p:cNvPr id="40" name="Shape 40"/>
        <p:cNvGrpSpPr/>
        <p:nvPr/>
      </p:nvGrpSpPr>
      <p:grpSpPr>
        <a:xfrm>
          <a:off x="0" y="0"/>
          <a:ext cx="0" cy="0"/>
          <a:chOff x="0" y="0"/>
          <a:chExt cx="0" cy="0"/>
        </a:xfrm>
      </p:grpSpPr>
      <p:sp>
        <p:nvSpPr>
          <p:cNvPr id="41" name="Google Shape;41;p5"/>
          <p:cNvSpPr/>
          <p:nvPr/>
        </p:nvSpPr>
        <p:spPr>
          <a:xfrm>
            <a:off x="2282890" y="-54"/>
            <a:ext cx="6858000" cy="6858054"/>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42" name="Google Shape;42;p5"/>
          <p:cNvSpPr txBox="1"/>
          <p:nvPr>
            <p:ph type="title"/>
          </p:nvPr>
        </p:nvSpPr>
        <p:spPr>
          <a:xfrm>
            <a:off x="2578392" y="2600325"/>
            <a:ext cx="6400800" cy="2286000"/>
          </a:xfrm>
          <a:prstGeom prst="rect">
            <a:avLst/>
          </a:prstGeom>
          <a:noFill/>
          <a:ln>
            <a:noFill/>
          </a:ln>
        </p:spPr>
        <p:txBody>
          <a:bodyPr anchorCtr="0" anchor="t" bIns="45700" lIns="91425" spcFirstLastPara="1" rIns="91425" wrap="square" tIns="45700">
            <a:normAutofit/>
          </a:bodyPr>
          <a:lstStyle>
            <a:lvl1pPr lvl="0" algn="l">
              <a:lnSpc>
                <a:spcPct val="112500"/>
              </a:lnSpc>
              <a:spcBef>
                <a:spcPts val="0"/>
              </a:spcBef>
              <a:spcAft>
                <a:spcPts val="0"/>
              </a:spcAft>
              <a:buClr>
                <a:srgbClr val="562214"/>
              </a:buClr>
              <a:buSzPts val="4000"/>
              <a:buFont typeface="Gill Sans"/>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 name="Google Shape;43;p5"/>
          <p:cNvSpPr txBox="1"/>
          <p:nvPr>
            <p:ph idx="1" type="body"/>
          </p:nvPr>
        </p:nvSpPr>
        <p:spPr>
          <a:xfrm>
            <a:off x="2578392" y="1066800"/>
            <a:ext cx="6400800" cy="1509712"/>
          </a:xfrm>
          <a:prstGeom prst="rect">
            <a:avLst/>
          </a:prstGeom>
          <a:noFill/>
          <a:ln>
            <a:noFill/>
          </a:ln>
        </p:spPr>
        <p:txBody>
          <a:bodyPr anchorCtr="0" anchor="b" bIns="45700" lIns="91425" spcFirstLastPara="1" rIns="91425" wrap="square" tIns="45700">
            <a:normAutofit/>
          </a:bodyPr>
          <a:lstStyle>
            <a:lvl1pPr indent="-228600" lvl="0" marL="457200" algn="l">
              <a:lnSpc>
                <a:spcPct val="115000"/>
              </a:lnSpc>
              <a:spcBef>
                <a:spcPts val="0"/>
              </a:spcBef>
              <a:spcAft>
                <a:spcPts val="0"/>
              </a:spcAft>
              <a:buSzPts val="1600"/>
              <a:buNone/>
              <a:defRPr sz="2000">
                <a:solidFill>
                  <a:srgbClr val="341108"/>
                </a:solidFill>
              </a:defRPr>
            </a:lvl1pPr>
            <a:lvl2pPr indent="-228600" lvl="1" marL="914400" algn="l">
              <a:lnSpc>
                <a:spcPct val="100000"/>
              </a:lnSpc>
              <a:spcBef>
                <a:spcPts val="550"/>
              </a:spcBef>
              <a:spcAft>
                <a:spcPts val="0"/>
              </a:spcAft>
              <a:buSzPts val="1800"/>
              <a:buNone/>
              <a:defRPr sz="1800">
                <a:solidFill>
                  <a:srgbClr val="888888"/>
                </a:solidFill>
              </a:defRPr>
            </a:lvl2pPr>
            <a:lvl3pPr indent="-228600" lvl="2" marL="1371600" algn="l">
              <a:lnSpc>
                <a:spcPct val="100000"/>
              </a:lnSpc>
              <a:spcBef>
                <a:spcPts val="320"/>
              </a:spcBef>
              <a:spcAft>
                <a:spcPts val="0"/>
              </a:spcAft>
              <a:buSzPts val="1600"/>
              <a:buNone/>
              <a:defRPr sz="1600">
                <a:solidFill>
                  <a:srgbClr val="888888"/>
                </a:solidFill>
              </a:defRPr>
            </a:lvl3pPr>
            <a:lvl4pPr indent="-228600" lvl="3" marL="1828800" algn="l">
              <a:lnSpc>
                <a:spcPct val="100000"/>
              </a:lnSpc>
              <a:spcBef>
                <a:spcPts val="280"/>
              </a:spcBef>
              <a:spcAft>
                <a:spcPts val="0"/>
              </a:spcAft>
              <a:buSzPts val="1400"/>
              <a:buNone/>
              <a:defRPr sz="1400">
                <a:solidFill>
                  <a:srgbClr val="888888"/>
                </a:solidFill>
              </a:defRPr>
            </a:lvl4pPr>
            <a:lvl5pPr indent="-228600" lvl="4" marL="2286000" algn="l">
              <a:lnSpc>
                <a:spcPct val="100000"/>
              </a:lnSpc>
              <a:spcBef>
                <a:spcPts val="280"/>
              </a:spcBef>
              <a:spcAft>
                <a:spcPts val="0"/>
              </a:spcAft>
              <a:buSzPts val="1400"/>
              <a:buNone/>
              <a:defRPr sz="1400">
                <a:solidFill>
                  <a:srgbClr val="888888"/>
                </a:solidFill>
              </a:defRPr>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44" name="Google Shape;44;p5"/>
          <p:cNvSpPr txBox="1"/>
          <p:nvPr>
            <p:ph idx="10" type="dt"/>
          </p:nvPr>
        </p:nvSpPr>
        <p:spPr>
          <a:xfrm>
            <a:off x="3581400" y="6305550"/>
            <a:ext cx="2133600" cy="476250"/>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5"/>
          <p:cNvSpPr txBox="1"/>
          <p:nvPr>
            <p:ph idx="11" type="ftr"/>
          </p:nvPr>
        </p:nvSpPr>
        <p:spPr>
          <a:xfrm>
            <a:off x="5715000" y="6305550"/>
            <a:ext cx="2895600" cy="4762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5"/>
          <p:cNvSpPr txBox="1"/>
          <p:nvPr>
            <p:ph idx="12" type="sldNum"/>
          </p:nvPr>
        </p:nvSpPr>
        <p:spPr>
          <a:xfrm>
            <a:off x="8613648" y="6305550"/>
            <a:ext cx="457200" cy="476250"/>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IN"/>
              <a:t>‹#›</a:t>
            </a:fld>
            <a:endParaRPr/>
          </a:p>
        </p:txBody>
      </p:sp>
      <p:sp>
        <p:nvSpPr>
          <p:cNvPr id="47" name="Google Shape;47;p5"/>
          <p:cNvSpPr/>
          <p:nvPr/>
        </p:nvSpPr>
        <p:spPr>
          <a:xfrm>
            <a:off x="2286000" y="0"/>
            <a:ext cx="76200" cy="6858054"/>
          </a:xfrm>
          <a:prstGeom prst="rect">
            <a:avLst/>
          </a:prstGeom>
          <a:solidFill>
            <a:schemeClr val="lt1"/>
          </a:solidFill>
          <a:ln>
            <a:noFill/>
          </a:ln>
          <a:effectLst>
            <a:outerShdw blurRad="38550" rotWithShape="0" algn="tl" dir="10800000" dist="38000">
              <a:srgbClr val="6F6A5F">
                <a:alpha val="2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48" name="Google Shape;48;p5"/>
          <p:cNvSpPr/>
          <p:nvPr/>
        </p:nvSpPr>
        <p:spPr>
          <a:xfrm>
            <a:off x="2172321" y="2814656"/>
            <a:ext cx="210312" cy="210312"/>
          </a:xfrm>
          <a:prstGeom prst="ellipse">
            <a:avLst/>
          </a:prstGeom>
          <a:gradFill>
            <a:gsLst>
              <a:gs pos="0">
                <a:srgbClr val="D7F6FF">
                  <a:alpha val="94901"/>
                </a:srgbClr>
              </a:gs>
              <a:gs pos="50000">
                <a:srgbClr val="C0E3F0">
                  <a:alpha val="89803"/>
                </a:srgbClr>
              </a:gs>
              <a:gs pos="95000">
                <a:srgbClr val="65C6EA">
                  <a:alpha val="87843"/>
                </a:srgbClr>
              </a:gs>
              <a:gs pos="100000">
                <a:srgbClr val="00BBF1">
                  <a:alpha val="84705"/>
                </a:srgbClr>
              </a:gs>
            </a:gsLst>
            <a:path path="circle">
              <a:fillToRect b="100%" r="100%"/>
            </a:path>
            <a:tileRect l="-100%" t="-100%"/>
          </a:gradFill>
          <a:ln cap="rnd" cmpd="sng" w="9525">
            <a:solidFill>
              <a:srgbClr val="2F8DA4">
                <a:alpha val="6000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49" name="Google Shape;49;p5"/>
          <p:cNvSpPr/>
          <p:nvPr/>
        </p:nvSpPr>
        <p:spPr>
          <a:xfrm>
            <a:off x="2408064" y="2745870"/>
            <a:ext cx="64008" cy="64008"/>
          </a:xfrm>
          <a:prstGeom prst="ellipse">
            <a:avLst/>
          </a:prstGeom>
          <a:noFill/>
          <a:ln cap="rnd" cmpd="sng" w="12700">
            <a:solidFill>
              <a:srgbClr val="317F92">
                <a:alpha val="6000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ill Sans"/>
              <a:ea typeface="Gill Sans"/>
              <a:cs typeface="Gill Sans"/>
              <a:sym typeface="Gill San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50" name="Shape 50"/>
        <p:cNvGrpSpPr/>
        <p:nvPr/>
      </p:nvGrpSpPr>
      <p:grpSpPr>
        <a:xfrm>
          <a:off x="0" y="0"/>
          <a:ext cx="0" cy="0"/>
          <a:chOff x="0" y="0"/>
          <a:chExt cx="0" cy="0"/>
        </a:xfrm>
      </p:grpSpPr>
      <p:sp>
        <p:nvSpPr>
          <p:cNvPr id="51" name="Google Shape;51;p6"/>
          <p:cNvSpPr txBox="1"/>
          <p:nvPr>
            <p:ph type="title"/>
          </p:nvPr>
        </p:nvSpPr>
        <p:spPr>
          <a:xfrm>
            <a:off x="1435608" y="274320"/>
            <a:ext cx="7498080" cy="11430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562214"/>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2" name="Google Shape;52;p6"/>
          <p:cNvSpPr txBox="1"/>
          <p:nvPr>
            <p:ph idx="1" type="body"/>
          </p:nvPr>
        </p:nvSpPr>
        <p:spPr>
          <a:xfrm>
            <a:off x="1435608" y="1524000"/>
            <a:ext cx="3657600" cy="4663440"/>
          </a:xfrm>
          <a:prstGeom prst="rect">
            <a:avLst/>
          </a:prstGeom>
          <a:noFill/>
          <a:ln>
            <a:noFill/>
          </a:ln>
        </p:spPr>
        <p:txBody>
          <a:bodyPr anchorCtr="0" anchor="t" bIns="45700" lIns="91425" spcFirstLastPara="1" rIns="91425" wrap="square" tIns="45700">
            <a:normAutofit/>
          </a:bodyPr>
          <a:lstStyle>
            <a:lvl1pPr indent="-370840" lvl="0" marL="457200" algn="l">
              <a:lnSpc>
                <a:spcPct val="100000"/>
              </a:lnSpc>
              <a:spcBef>
                <a:spcPts val="600"/>
              </a:spcBef>
              <a:spcAft>
                <a:spcPts val="0"/>
              </a:spcAft>
              <a:buSzPts val="2240"/>
              <a:buChar char="⚫"/>
              <a:defRPr sz="2800"/>
            </a:lvl1pPr>
            <a:lvl2pPr indent="-381000" lvl="1" marL="914400" algn="l">
              <a:lnSpc>
                <a:spcPct val="100000"/>
              </a:lnSpc>
              <a:spcBef>
                <a:spcPts val="550"/>
              </a:spcBef>
              <a:spcAft>
                <a:spcPts val="0"/>
              </a:spcAft>
              <a:buSzPts val="2400"/>
              <a:buChar char="◦"/>
              <a:defRPr sz="2400"/>
            </a:lvl2pPr>
            <a:lvl3pPr indent="-355600" lvl="2" marL="1371600" algn="l">
              <a:lnSpc>
                <a:spcPct val="100000"/>
              </a:lnSpc>
              <a:spcBef>
                <a:spcPts val="400"/>
              </a:spcBef>
              <a:spcAft>
                <a:spcPts val="0"/>
              </a:spcAft>
              <a:buSzPts val="2000"/>
              <a:buChar char="●"/>
              <a:defRPr sz="2000"/>
            </a:lvl3pPr>
            <a:lvl4pPr indent="-342900" lvl="3" marL="1828800" algn="l">
              <a:lnSpc>
                <a:spcPct val="100000"/>
              </a:lnSpc>
              <a:spcBef>
                <a:spcPts val="360"/>
              </a:spcBef>
              <a:spcAft>
                <a:spcPts val="0"/>
              </a:spcAft>
              <a:buSzPts val="1800"/>
              <a:buChar char="●"/>
              <a:defRPr sz="1800"/>
            </a:lvl4pPr>
            <a:lvl5pPr indent="-342900" lvl="4" marL="2286000" algn="l">
              <a:lnSpc>
                <a:spcPct val="100000"/>
              </a:lnSpc>
              <a:spcBef>
                <a:spcPts val="360"/>
              </a:spcBef>
              <a:spcAft>
                <a:spcPts val="0"/>
              </a:spcAft>
              <a:buSzPts val="1800"/>
              <a:buChar char="●"/>
              <a:defRPr sz="1800"/>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53" name="Google Shape;53;p6"/>
          <p:cNvSpPr txBox="1"/>
          <p:nvPr>
            <p:ph idx="2" type="body"/>
          </p:nvPr>
        </p:nvSpPr>
        <p:spPr>
          <a:xfrm>
            <a:off x="5276088" y="1524000"/>
            <a:ext cx="3657600" cy="4663440"/>
          </a:xfrm>
          <a:prstGeom prst="rect">
            <a:avLst/>
          </a:prstGeom>
          <a:noFill/>
          <a:ln>
            <a:noFill/>
          </a:ln>
        </p:spPr>
        <p:txBody>
          <a:bodyPr anchorCtr="0" anchor="t" bIns="45700" lIns="91425" spcFirstLastPara="1" rIns="91425" wrap="square" tIns="45700">
            <a:normAutofit/>
          </a:bodyPr>
          <a:lstStyle>
            <a:lvl1pPr indent="-370840" lvl="0" marL="457200" algn="l">
              <a:lnSpc>
                <a:spcPct val="100000"/>
              </a:lnSpc>
              <a:spcBef>
                <a:spcPts val="600"/>
              </a:spcBef>
              <a:spcAft>
                <a:spcPts val="0"/>
              </a:spcAft>
              <a:buSzPts val="2240"/>
              <a:buChar char="⚫"/>
              <a:defRPr sz="2800"/>
            </a:lvl1pPr>
            <a:lvl2pPr indent="-381000" lvl="1" marL="914400" algn="l">
              <a:lnSpc>
                <a:spcPct val="100000"/>
              </a:lnSpc>
              <a:spcBef>
                <a:spcPts val="550"/>
              </a:spcBef>
              <a:spcAft>
                <a:spcPts val="0"/>
              </a:spcAft>
              <a:buSzPts val="2400"/>
              <a:buChar char="◦"/>
              <a:defRPr sz="2400"/>
            </a:lvl2pPr>
            <a:lvl3pPr indent="-355600" lvl="2" marL="1371600" algn="l">
              <a:lnSpc>
                <a:spcPct val="100000"/>
              </a:lnSpc>
              <a:spcBef>
                <a:spcPts val="400"/>
              </a:spcBef>
              <a:spcAft>
                <a:spcPts val="0"/>
              </a:spcAft>
              <a:buSzPts val="2000"/>
              <a:buChar char="●"/>
              <a:defRPr sz="2000"/>
            </a:lvl3pPr>
            <a:lvl4pPr indent="-342900" lvl="3" marL="1828800" algn="l">
              <a:lnSpc>
                <a:spcPct val="100000"/>
              </a:lnSpc>
              <a:spcBef>
                <a:spcPts val="360"/>
              </a:spcBef>
              <a:spcAft>
                <a:spcPts val="0"/>
              </a:spcAft>
              <a:buSzPts val="1800"/>
              <a:buChar char="●"/>
              <a:defRPr sz="1800"/>
            </a:lvl4pPr>
            <a:lvl5pPr indent="-342900" lvl="4" marL="2286000" algn="l">
              <a:lnSpc>
                <a:spcPct val="100000"/>
              </a:lnSpc>
              <a:spcBef>
                <a:spcPts val="360"/>
              </a:spcBef>
              <a:spcAft>
                <a:spcPts val="0"/>
              </a:spcAft>
              <a:buSzPts val="1800"/>
              <a:buChar char="●"/>
              <a:defRPr sz="1800"/>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54" name="Google Shape;54;p6"/>
          <p:cNvSpPr txBox="1"/>
          <p:nvPr>
            <p:ph idx="10" type="dt"/>
          </p:nvPr>
        </p:nvSpPr>
        <p:spPr>
          <a:xfrm>
            <a:off x="3581400" y="6305550"/>
            <a:ext cx="2133600" cy="476250"/>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6"/>
          <p:cNvSpPr txBox="1"/>
          <p:nvPr>
            <p:ph idx="11" type="ftr"/>
          </p:nvPr>
        </p:nvSpPr>
        <p:spPr>
          <a:xfrm>
            <a:off x="5715000" y="6305550"/>
            <a:ext cx="2895600" cy="4762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6"/>
          <p:cNvSpPr txBox="1"/>
          <p:nvPr>
            <p:ph idx="12" type="sldNum"/>
          </p:nvPr>
        </p:nvSpPr>
        <p:spPr>
          <a:xfrm>
            <a:off x="8613648" y="6305550"/>
            <a:ext cx="457200" cy="476250"/>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showMasterSp="0" type="twoTxTwoObj">
  <p:cSld name="TWO_OBJECTS_WITH_TEXT">
    <p:spTree>
      <p:nvGrpSpPr>
        <p:cNvPr id="57" name="Shape 57"/>
        <p:cNvGrpSpPr/>
        <p:nvPr/>
      </p:nvGrpSpPr>
      <p:grpSpPr>
        <a:xfrm>
          <a:off x="0" y="0"/>
          <a:ext cx="0" cy="0"/>
          <a:chOff x="0" y="0"/>
          <a:chExt cx="0" cy="0"/>
        </a:xfrm>
      </p:grpSpPr>
      <p:sp>
        <p:nvSpPr>
          <p:cNvPr id="58" name="Google Shape;58;p7"/>
          <p:cNvSpPr txBox="1"/>
          <p:nvPr>
            <p:ph type="title"/>
          </p:nvPr>
        </p:nvSpPr>
        <p:spPr>
          <a:xfrm>
            <a:off x="457200" y="5160336"/>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rgbClr val="562214"/>
              </a:buClr>
              <a:buSzPts val="4500"/>
              <a:buFont typeface="Gill Sans"/>
              <a:buNone/>
              <a:defRPr b="1" sz="45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9" name="Google Shape;59;p7"/>
          <p:cNvSpPr txBox="1"/>
          <p:nvPr>
            <p:ph idx="1" type="body"/>
          </p:nvPr>
        </p:nvSpPr>
        <p:spPr>
          <a:xfrm>
            <a:off x="457200" y="328278"/>
            <a:ext cx="4023360" cy="640080"/>
          </a:xfrm>
          <a:prstGeom prst="rect">
            <a:avLst/>
          </a:prstGeom>
          <a:solidFill>
            <a:schemeClr val="lt1"/>
          </a:solidFill>
          <a:ln cap="flat" cmpd="sng" w="10775">
            <a:solidFill>
              <a:schemeClr val="lt1"/>
            </a:solidFill>
            <a:prstDash val="solid"/>
            <a:miter lim="800000"/>
            <a:headEnd len="sm" w="sm" type="none"/>
            <a:tailEnd len="sm" w="sm" type="none"/>
          </a:ln>
        </p:spPr>
        <p:txBody>
          <a:bodyPr anchorCtr="0" anchor="ctr" bIns="45700" lIns="91425" spcFirstLastPara="1" rIns="91425" wrap="square" tIns="45700">
            <a:normAutofit/>
          </a:bodyPr>
          <a:lstStyle>
            <a:lvl1pPr indent="-228600" lvl="0" marL="457200" algn="l">
              <a:lnSpc>
                <a:spcPct val="100000"/>
              </a:lnSpc>
              <a:spcBef>
                <a:spcPts val="100"/>
              </a:spcBef>
              <a:spcAft>
                <a:spcPts val="0"/>
              </a:spcAft>
              <a:buSzPts val="1520"/>
              <a:buNone/>
              <a:defRPr b="0" sz="1900">
                <a:solidFill>
                  <a:schemeClr val="dk1"/>
                </a:solidFill>
              </a:defRPr>
            </a:lvl1pPr>
            <a:lvl2pPr indent="-228600" lvl="1" marL="914400" algn="l">
              <a:lnSpc>
                <a:spcPct val="100000"/>
              </a:lnSpc>
              <a:spcBef>
                <a:spcPts val="550"/>
              </a:spcBef>
              <a:spcAft>
                <a:spcPts val="0"/>
              </a:spcAft>
              <a:buSzPts val="2000"/>
              <a:buNone/>
              <a:defRPr b="1" sz="2000"/>
            </a:lvl2pPr>
            <a:lvl3pPr indent="-228600" lvl="2" marL="1371600" algn="l">
              <a:lnSpc>
                <a:spcPct val="100000"/>
              </a:lnSpc>
              <a:spcBef>
                <a:spcPts val="360"/>
              </a:spcBef>
              <a:spcAft>
                <a:spcPts val="0"/>
              </a:spcAft>
              <a:buSzPts val="1800"/>
              <a:buNone/>
              <a:defRPr b="1" sz="1800"/>
            </a:lvl3pPr>
            <a:lvl4pPr indent="-228600" lvl="3" marL="1828800" algn="l">
              <a:lnSpc>
                <a:spcPct val="100000"/>
              </a:lnSpc>
              <a:spcBef>
                <a:spcPts val="320"/>
              </a:spcBef>
              <a:spcAft>
                <a:spcPts val="0"/>
              </a:spcAft>
              <a:buSzPts val="1600"/>
              <a:buNone/>
              <a:defRPr b="1" sz="1600"/>
            </a:lvl4pPr>
            <a:lvl5pPr indent="-228600" lvl="4" marL="2286000" algn="l">
              <a:lnSpc>
                <a:spcPct val="100000"/>
              </a:lnSpc>
              <a:spcBef>
                <a:spcPts val="320"/>
              </a:spcBef>
              <a:spcAft>
                <a:spcPts val="0"/>
              </a:spcAft>
              <a:buSzPts val="1600"/>
              <a:buNone/>
              <a:defRPr b="1" sz="1600"/>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60" name="Google Shape;60;p7"/>
          <p:cNvSpPr txBox="1"/>
          <p:nvPr>
            <p:ph idx="2" type="body"/>
          </p:nvPr>
        </p:nvSpPr>
        <p:spPr>
          <a:xfrm>
            <a:off x="4663440" y="328278"/>
            <a:ext cx="4023360" cy="640080"/>
          </a:xfrm>
          <a:prstGeom prst="rect">
            <a:avLst/>
          </a:prstGeom>
          <a:solidFill>
            <a:schemeClr val="lt1"/>
          </a:solidFill>
          <a:ln cap="flat" cmpd="sng" w="10775">
            <a:solidFill>
              <a:schemeClr val="lt1"/>
            </a:solidFill>
            <a:prstDash val="solid"/>
            <a:miter lim="800000"/>
            <a:headEnd len="sm" w="sm" type="none"/>
            <a:tailEnd len="sm" w="sm" type="none"/>
          </a:ln>
        </p:spPr>
        <p:txBody>
          <a:bodyPr anchorCtr="0" anchor="ctr" bIns="45700" lIns="91425" spcFirstLastPara="1" rIns="91425" wrap="square" tIns="45700">
            <a:normAutofit/>
          </a:bodyPr>
          <a:lstStyle>
            <a:lvl1pPr indent="-228600" lvl="0" marL="457200" algn="l">
              <a:lnSpc>
                <a:spcPct val="100000"/>
              </a:lnSpc>
              <a:spcBef>
                <a:spcPts val="100"/>
              </a:spcBef>
              <a:spcAft>
                <a:spcPts val="0"/>
              </a:spcAft>
              <a:buSzPts val="1520"/>
              <a:buNone/>
              <a:defRPr b="0" sz="1900">
                <a:solidFill>
                  <a:schemeClr val="dk1"/>
                </a:solidFill>
              </a:defRPr>
            </a:lvl1pPr>
            <a:lvl2pPr indent="-228600" lvl="1" marL="914400" algn="l">
              <a:lnSpc>
                <a:spcPct val="100000"/>
              </a:lnSpc>
              <a:spcBef>
                <a:spcPts val="550"/>
              </a:spcBef>
              <a:spcAft>
                <a:spcPts val="0"/>
              </a:spcAft>
              <a:buSzPts val="2000"/>
              <a:buNone/>
              <a:defRPr b="1" sz="2000"/>
            </a:lvl2pPr>
            <a:lvl3pPr indent="-228600" lvl="2" marL="1371600" algn="l">
              <a:lnSpc>
                <a:spcPct val="100000"/>
              </a:lnSpc>
              <a:spcBef>
                <a:spcPts val="360"/>
              </a:spcBef>
              <a:spcAft>
                <a:spcPts val="0"/>
              </a:spcAft>
              <a:buSzPts val="1800"/>
              <a:buNone/>
              <a:defRPr b="1" sz="1800"/>
            </a:lvl3pPr>
            <a:lvl4pPr indent="-228600" lvl="3" marL="1828800" algn="l">
              <a:lnSpc>
                <a:spcPct val="100000"/>
              </a:lnSpc>
              <a:spcBef>
                <a:spcPts val="320"/>
              </a:spcBef>
              <a:spcAft>
                <a:spcPts val="0"/>
              </a:spcAft>
              <a:buSzPts val="1600"/>
              <a:buNone/>
              <a:defRPr b="1" sz="1600"/>
            </a:lvl4pPr>
            <a:lvl5pPr indent="-228600" lvl="4" marL="2286000" algn="l">
              <a:lnSpc>
                <a:spcPct val="100000"/>
              </a:lnSpc>
              <a:spcBef>
                <a:spcPts val="320"/>
              </a:spcBef>
              <a:spcAft>
                <a:spcPts val="0"/>
              </a:spcAft>
              <a:buSzPts val="1600"/>
              <a:buNone/>
              <a:defRPr b="1" sz="1600"/>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61" name="Google Shape;61;p7"/>
          <p:cNvSpPr txBox="1"/>
          <p:nvPr>
            <p:ph idx="3" type="body"/>
          </p:nvPr>
        </p:nvSpPr>
        <p:spPr>
          <a:xfrm>
            <a:off x="457200" y="969336"/>
            <a:ext cx="4023360" cy="4114800"/>
          </a:xfrm>
          <a:prstGeom prst="rect">
            <a:avLst/>
          </a:prstGeom>
          <a:noFill/>
          <a:ln cap="flat" cmpd="sng" w="10775">
            <a:solidFill>
              <a:schemeClr val="lt1"/>
            </a:solidFill>
            <a:prstDash val="dash"/>
            <a:miter lim="800000"/>
            <a:headEnd len="sm" w="sm" type="none"/>
            <a:tailEnd len="sm" w="sm" type="none"/>
          </a:ln>
        </p:spPr>
        <p:txBody>
          <a:bodyPr anchorCtr="0" anchor="t" bIns="45700" lIns="91425" spcFirstLastPara="1" rIns="91425" wrap="square" tIns="45700">
            <a:normAutofit/>
          </a:bodyPr>
          <a:lstStyle>
            <a:lvl1pPr indent="-350520" lvl="0" marL="457200" algn="l">
              <a:lnSpc>
                <a:spcPct val="100000"/>
              </a:lnSpc>
              <a:spcBef>
                <a:spcPts val="700"/>
              </a:spcBef>
              <a:spcAft>
                <a:spcPts val="0"/>
              </a:spcAft>
              <a:buSzPts val="1920"/>
              <a:buChar char="⚫"/>
              <a:defRPr sz="2400"/>
            </a:lvl1pPr>
            <a:lvl2pPr indent="-355600" lvl="1" marL="914400" algn="l">
              <a:lnSpc>
                <a:spcPct val="100000"/>
              </a:lnSpc>
              <a:spcBef>
                <a:spcPts val="700"/>
              </a:spcBef>
              <a:spcAft>
                <a:spcPts val="0"/>
              </a:spcAft>
              <a:buSzPts val="2000"/>
              <a:buChar char="◦"/>
              <a:defRPr sz="2000"/>
            </a:lvl2pPr>
            <a:lvl3pPr indent="-342900" lvl="2" marL="1371600" algn="l">
              <a:lnSpc>
                <a:spcPct val="100000"/>
              </a:lnSpc>
              <a:spcBef>
                <a:spcPts val="700"/>
              </a:spcBef>
              <a:spcAft>
                <a:spcPts val="0"/>
              </a:spcAft>
              <a:buSzPts val="1800"/>
              <a:buChar char="●"/>
              <a:defRPr sz="1800"/>
            </a:lvl3pPr>
            <a:lvl4pPr indent="-330200" lvl="3" marL="1828800" algn="l">
              <a:lnSpc>
                <a:spcPct val="100000"/>
              </a:lnSpc>
              <a:spcBef>
                <a:spcPts val="700"/>
              </a:spcBef>
              <a:spcAft>
                <a:spcPts val="0"/>
              </a:spcAft>
              <a:buSzPts val="1600"/>
              <a:buChar char="●"/>
              <a:defRPr sz="1600"/>
            </a:lvl4pPr>
            <a:lvl5pPr indent="-330200" lvl="4" marL="2286000" algn="l">
              <a:lnSpc>
                <a:spcPct val="100000"/>
              </a:lnSpc>
              <a:spcBef>
                <a:spcPts val="700"/>
              </a:spcBef>
              <a:spcAft>
                <a:spcPts val="0"/>
              </a:spcAft>
              <a:buSzPts val="1600"/>
              <a:buChar char="●"/>
              <a:defRPr sz="1600"/>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62" name="Google Shape;62;p7"/>
          <p:cNvSpPr txBox="1"/>
          <p:nvPr>
            <p:ph idx="4" type="body"/>
          </p:nvPr>
        </p:nvSpPr>
        <p:spPr>
          <a:xfrm>
            <a:off x="4663440" y="969336"/>
            <a:ext cx="4023360" cy="4114800"/>
          </a:xfrm>
          <a:prstGeom prst="rect">
            <a:avLst/>
          </a:prstGeom>
          <a:noFill/>
          <a:ln cap="flat" cmpd="sng" w="10775">
            <a:solidFill>
              <a:schemeClr val="lt1"/>
            </a:solidFill>
            <a:prstDash val="dash"/>
            <a:miter lim="800000"/>
            <a:headEnd len="sm" w="sm" type="none"/>
            <a:tailEnd len="sm" w="sm" type="none"/>
          </a:ln>
        </p:spPr>
        <p:txBody>
          <a:bodyPr anchorCtr="0" anchor="t" bIns="45700" lIns="91425" spcFirstLastPara="1" rIns="91425" wrap="square" tIns="45700">
            <a:normAutofit/>
          </a:bodyPr>
          <a:lstStyle>
            <a:lvl1pPr indent="-350520" lvl="0" marL="457200" algn="l">
              <a:lnSpc>
                <a:spcPct val="100000"/>
              </a:lnSpc>
              <a:spcBef>
                <a:spcPts val="700"/>
              </a:spcBef>
              <a:spcAft>
                <a:spcPts val="0"/>
              </a:spcAft>
              <a:buSzPts val="1920"/>
              <a:buChar char="⚫"/>
              <a:defRPr sz="2400"/>
            </a:lvl1pPr>
            <a:lvl2pPr indent="-355600" lvl="1" marL="914400" algn="l">
              <a:lnSpc>
                <a:spcPct val="100000"/>
              </a:lnSpc>
              <a:spcBef>
                <a:spcPts val="700"/>
              </a:spcBef>
              <a:spcAft>
                <a:spcPts val="0"/>
              </a:spcAft>
              <a:buSzPts val="2000"/>
              <a:buChar char="◦"/>
              <a:defRPr sz="2000"/>
            </a:lvl2pPr>
            <a:lvl3pPr indent="-342900" lvl="2" marL="1371600" algn="l">
              <a:lnSpc>
                <a:spcPct val="100000"/>
              </a:lnSpc>
              <a:spcBef>
                <a:spcPts val="700"/>
              </a:spcBef>
              <a:spcAft>
                <a:spcPts val="0"/>
              </a:spcAft>
              <a:buSzPts val="1800"/>
              <a:buChar char="●"/>
              <a:defRPr sz="1800"/>
            </a:lvl3pPr>
            <a:lvl4pPr indent="-330200" lvl="3" marL="1828800" algn="l">
              <a:lnSpc>
                <a:spcPct val="100000"/>
              </a:lnSpc>
              <a:spcBef>
                <a:spcPts val="700"/>
              </a:spcBef>
              <a:spcAft>
                <a:spcPts val="0"/>
              </a:spcAft>
              <a:buSzPts val="1600"/>
              <a:buChar char="●"/>
              <a:defRPr sz="1600"/>
            </a:lvl4pPr>
            <a:lvl5pPr indent="-330200" lvl="4" marL="2286000" algn="l">
              <a:lnSpc>
                <a:spcPct val="100000"/>
              </a:lnSpc>
              <a:spcBef>
                <a:spcPts val="700"/>
              </a:spcBef>
              <a:spcAft>
                <a:spcPts val="0"/>
              </a:spcAft>
              <a:buSzPts val="1600"/>
              <a:buChar char="●"/>
              <a:defRPr sz="1600"/>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63" name="Google Shape;63;p7"/>
          <p:cNvSpPr txBox="1"/>
          <p:nvPr>
            <p:ph idx="10" type="dt"/>
          </p:nvPr>
        </p:nvSpPr>
        <p:spPr>
          <a:xfrm>
            <a:off x="3581400" y="6305550"/>
            <a:ext cx="2133600" cy="476250"/>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7"/>
          <p:cNvSpPr txBox="1"/>
          <p:nvPr>
            <p:ph idx="11" type="ftr"/>
          </p:nvPr>
        </p:nvSpPr>
        <p:spPr>
          <a:xfrm>
            <a:off x="5715000" y="6305550"/>
            <a:ext cx="2895600" cy="4762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7"/>
          <p:cNvSpPr txBox="1"/>
          <p:nvPr>
            <p:ph idx="12" type="sldNum"/>
          </p:nvPr>
        </p:nvSpPr>
        <p:spPr>
          <a:xfrm>
            <a:off x="8613648" y="6305550"/>
            <a:ext cx="457200" cy="476250"/>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6" name="Shape 66"/>
        <p:cNvGrpSpPr/>
        <p:nvPr/>
      </p:nvGrpSpPr>
      <p:grpSpPr>
        <a:xfrm>
          <a:off x="0" y="0"/>
          <a:ext cx="0" cy="0"/>
          <a:chOff x="0" y="0"/>
          <a:chExt cx="0" cy="0"/>
        </a:xfrm>
      </p:grpSpPr>
      <p:sp>
        <p:nvSpPr>
          <p:cNvPr id="67" name="Google Shape;67;p8"/>
          <p:cNvSpPr txBox="1"/>
          <p:nvPr>
            <p:ph type="title"/>
          </p:nvPr>
        </p:nvSpPr>
        <p:spPr>
          <a:xfrm>
            <a:off x="1435608" y="274320"/>
            <a:ext cx="7498080" cy="11430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562214"/>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8" name="Google Shape;68;p8"/>
          <p:cNvSpPr txBox="1"/>
          <p:nvPr>
            <p:ph idx="10" type="dt"/>
          </p:nvPr>
        </p:nvSpPr>
        <p:spPr>
          <a:xfrm>
            <a:off x="3581400" y="6305550"/>
            <a:ext cx="2133600" cy="476250"/>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8"/>
          <p:cNvSpPr txBox="1"/>
          <p:nvPr>
            <p:ph idx="11" type="ftr"/>
          </p:nvPr>
        </p:nvSpPr>
        <p:spPr>
          <a:xfrm>
            <a:off x="5715000" y="6305550"/>
            <a:ext cx="2895600" cy="4762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8"/>
          <p:cNvSpPr txBox="1"/>
          <p:nvPr>
            <p:ph idx="12" type="sldNum"/>
          </p:nvPr>
        </p:nvSpPr>
        <p:spPr>
          <a:xfrm>
            <a:off x="8613648" y="6305550"/>
            <a:ext cx="457200" cy="476250"/>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showMasterSp="0" type="objTx">
  <p:cSld name="OBJECT_WITH_CAPTION_TEXT">
    <p:spTree>
      <p:nvGrpSpPr>
        <p:cNvPr id="71" name="Shape 71"/>
        <p:cNvGrpSpPr/>
        <p:nvPr/>
      </p:nvGrpSpPr>
      <p:grpSpPr>
        <a:xfrm>
          <a:off x="0" y="0"/>
          <a:ext cx="0" cy="0"/>
          <a:chOff x="0" y="0"/>
          <a:chExt cx="0" cy="0"/>
        </a:xfrm>
      </p:grpSpPr>
      <p:sp>
        <p:nvSpPr>
          <p:cNvPr id="72" name="Google Shape;72;p9"/>
          <p:cNvSpPr txBox="1"/>
          <p:nvPr>
            <p:ph type="title"/>
          </p:nvPr>
        </p:nvSpPr>
        <p:spPr>
          <a:xfrm>
            <a:off x="457200" y="216778"/>
            <a:ext cx="3810000" cy="1162050"/>
          </a:xfrm>
          <a:prstGeom prst="rect">
            <a:avLst/>
          </a:prstGeom>
          <a:noFill/>
          <a:ln>
            <a:noFill/>
          </a:ln>
        </p:spPr>
        <p:txBody>
          <a:bodyPr anchorCtr="0" anchor="b" bIns="45700" lIns="91425" spcFirstLastPara="1" rIns="91425" wrap="square" tIns="45700">
            <a:normAutofit/>
          </a:bodyPr>
          <a:lstStyle>
            <a:lvl1pPr lvl="0" algn="l">
              <a:lnSpc>
                <a:spcPct val="90909"/>
              </a:lnSpc>
              <a:spcBef>
                <a:spcPts val="0"/>
              </a:spcBef>
              <a:spcAft>
                <a:spcPts val="0"/>
              </a:spcAft>
              <a:buClr>
                <a:srgbClr val="562214"/>
              </a:buClr>
              <a:buSzPts val="2200"/>
              <a:buFont typeface="Gill Sans"/>
              <a:buNone/>
              <a:defRPr b="1" sz="22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3" name="Google Shape;73;p9"/>
          <p:cNvSpPr txBox="1"/>
          <p:nvPr>
            <p:ph idx="1" type="body"/>
          </p:nvPr>
        </p:nvSpPr>
        <p:spPr>
          <a:xfrm>
            <a:off x="457200" y="1406964"/>
            <a:ext cx="3810000" cy="6985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0"/>
              </a:spcBef>
              <a:spcAft>
                <a:spcPts val="0"/>
              </a:spcAft>
              <a:buSzPts val="1120"/>
              <a:buNone/>
              <a:defRPr sz="1400"/>
            </a:lvl1pPr>
            <a:lvl2pPr indent="-228600" lvl="1" marL="914400" algn="l">
              <a:lnSpc>
                <a:spcPct val="100000"/>
              </a:lnSpc>
              <a:spcBef>
                <a:spcPts val="550"/>
              </a:spcBef>
              <a:spcAft>
                <a:spcPts val="0"/>
              </a:spcAft>
              <a:buSzPts val="1200"/>
              <a:buNone/>
              <a:defRPr sz="1200"/>
            </a:lvl2pPr>
            <a:lvl3pPr indent="-228600" lvl="2" marL="1371600" algn="l">
              <a:lnSpc>
                <a:spcPct val="100000"/>
              </a:lnSpc>
              <a:spcBef>
                <a:spcPts val="200"/>
              </a:spcBef>
              <a:spcAft>
                <a:spcPts val="0"/>
              </a:spcAft>
              <a:buSzPts val="1000"/>
              <a:buNone/>
              <a:defRPr sz="1000"/>
            </a:lvl3pPr>
            <a:lvl4pPr indent="-228600" lvl="3" marL="1828800" algn="l">
              <a:lnSpc>
                <a:spcPct val="100000"/>
              </a:lnSpc>
              <a:spcBef>
                <a:spcPts val="180"/>
              </a:spcBef>
              <a:spcAft>
                <a:spcPts val="0"/>
              </a:spcAft>
              <a:buSzPts val="900"/>
              <a:buNone/>
              <a:defRPr sz="900"/>
            </a:lvl4pPr>
            <a:lvl5pPr indent="-228600" lvl="4" marL="2286000" algn="l">
              <a:lnSpc>
                <a:spcPct val="100000"/>
              </a:lnSpc>
              <a:spcBef>
                <a:spcPts val="180"/>
              </a:spcBef>
              <a:spcAft>
                <a:spcPts val="0"/>
              </a:spcAft>
              <a:buSzPts val="900"/>
              <a:buNone/>
              <a:defRPr sz="900"/>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74" name="Google Shape;74;p9"/>
          <p:cNvSpPr txBox="1"/>
          <p:nvPr>
            <p:ph idx="2" type="body"/>
          </p:nvPr>
        </p:nvSpPr>
        <p:spPr>
          <a:xfrm>
            <a:off x="457200" y="2133600"/>
            <a:ext cx="8153400" cy="3992563"/>
          </a:xfrm>
          <a:prstGeom prst="rect">
            <a:avLst/>
          </a:prstGeom>
          <a:noFill/>
          <a:ln>
            <a:noFill/>
          </a:ln>
        </p:spPr>
        <p:txBody>
          <a:bodyPr anchorCtr="0" anchor="t" bIns="45700" lIns="91425" spcFirstLastPara="1" rIns="91425" wrap="square" tIns="45700">
            <a:normAutofit/>
          </a:bodyPr>
          <a:lstStyle>
            <a:lvl1pPr indent="-391160" lvl="0" marL="457200" algn="l">
              <a:lnSpc>
                <a:spcPct val="100000"/>
              </a:lnSpc>
              <a:spcBef>
                <a:spcPts val="600"/>
              </a:spcBef>
              <a:spcAft>
                <a:spcPts val="0"/>
              </a:spcAft>
              <a:buSzPts val="2560"/>
              <a:buChar char="⚫"/>
              <a:defRPr sz="3200"/>
            </a:lvl1pPr>
            <a:lvl2pPr indent="-406400" lvl="1" marL="914400" algn="l">
              <a:lnSpc>
                <a:spcPct val="100000"/>
              </a:lnSpc>
              <a:spcBef>
                <a:spcPts val="550"/>
              </a:spcBef>
              <a:spcAft>
                <a:spcPts val="0"/>
              </a:spcAft>
              <a:buSzPts val="2800"/>
              <a:buChar char="◦"/>
              <a:defRPr sz="2800"/>
            </a:lvl2pPr>
            <a:lvl3pPr indent="-381000" lvl="2" marL="1371600" algn="l">
              <a:lnSpc>
                <a:spcPct val="100000"/>
              </a:lnSpc>
              <a:spcBef>
                <a:spcPts val="480"/>
              </a:spcBef>
              <a:spcAft>
                <a:spcPts val="0"/>
              </a:spcAft>
              <a:buSzPts val="2400"/>
              <a:buChar char="●"/>
              <a:defRPr sz="2400"/>
            </a:lvl3pPr>
            <a:lvl4pPr indent="-355600" lvl="3" marL="1828800" algn="l">
              <a:lnSpc>
                <a:spcPct val="100000"/>
              </a:lnSpc>
              <a:spcBef>
                <a:spcPts val="400"/>
              </a:spcBef>
              <a:spcAft>
                <a:spcPts val="0"/>
              </a:spcAft>
              <a:buSzPts val="2000"/>
              <a:buChar char="●"/>
              <a:defRPr sz="2000"/>
            </a:lvl4pPr>
            <a:lvl5pPr indent="-355600" lvl="4" marL="2286000" algn="l">
              <a:lnSpc>
                <a:spcPct val="100000"/>
              </a:lnSpc>
              <a:spcBef>
                <a:spcPts val="400"/>
              </a:spcBef>
              <a:spcAft>
                <a:spcPts val="0"/>
              </a:spcAft>
              <a:buSzPts val="2000"/>
              <a:buChar char="●"/>
              <a:defRPr sz="2000"/>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75" name="Google Shape;75;p9"/>
          <p:cNvSpPr txBox="1"/>
          <p:nvPr>
            <p:ph idx="10" type="dt"/>
          </p:nvPr>
        </p:nvSpPr>
        <p:spPr>
          <a:xfrm>
            <a:off x="3581400" y="6305550"/>
            <a:ext cx="2133600" cy="476250"/>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9"/>
          <p:cNvSpPr txBox="1"/>
          <p:nvPr>
            <p:ph idx="11" type="ftr"/>
          </p:nvPr>
        </p:nvSpPr>
        <p:spPr>
          <a:xfrm>
            <a:off x="5715000" y="6305550"/>
            <a:ext cx="2895600" cy="4762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9"/>
          <p:cNvSpPr txBox="1"/>
          <p:nvPr>
            <p:ph idx="12" type="sldNum"/>
          </p:nvPr>
        </p:nvSpPr>
        <p:spPr>
          <a:xfrm>
            <a:off x="8613648" y="6305550"/>
            <a:ext cx="457200" cy="476250"/>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78" name="Shape 78"/>
        <p:cNvGrpSpPr/>
        <p:nvPr/>
      </p:nvGrpSpPr>
      <p:grpSpPr>
        <a:xfrm>
          <a:off x="0" y="0"/>
          <a:ext cx="0" cy="0"/>
          <a:chOff x="0" y="0"/>
          <a:chExt cx="0" cy="0"/>
        </a:xfrm>
      </p:grpSpPr>
      <p:sp>
        <p:nvSpPr>
          <p:cNvPr id="79" name="Google Shape;79;p10"/>
          <p:cNvSpPr txBox="1"/>
          <p:nvPr>
            <p:ph type="title"/>
          </p:nvPr>
        </p:nvSpPr>
        <p:spPr>
          <a:xfrm>
            <a:off x="5886896" y="1066800"/>
            <a:ext cx="2743200" cy="19812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rgbClr val="562214"/>
              </a:buClr>
              <a:buSzPts val="2100"/>
              <a:buFont typeface="Gill Sans"/>
              <a:buNone/>
              <a:defRPr b="1" sz="21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10"/>
          <p:cNvSpPr txBox="1"/>
          <p:nvPr>
            <p:ph idx="10" type="dt"/>
          </p:nvPr>
        </p:nvSpPr>
        <p:spPr>
          <a:xfrm>
            <a:off x="3581400" y="6305550"/>
            <a:ext cx="2133600" cy="476250"/>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10"/>
          <p:cNvSpPr txBox="1"/>
          <p:nvPr>
            <p:ph idx="11" type="ftr"/>
          </p:nvPr>
        </p:nvSpPr>
        <p:spPr>
          <a:xfrm>
            <a:off x="5715000" y="6305550"/>
            <a:ext cx="2895600" cy="4762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0"/>
          <p:cNvSpPr txBox="1"/>
          <p:nvPr>
            <p:ph idx="12" type="sldNum"/>
          </p:nvPr>
        </p:nvSpPr>
        <p:spPr>
          <a:xfrm>
            <a:off x="8613648" y="6305550"/>
            <a:ext cx="457200" cy="476250"/>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IN"/>
              <a:t>‹#›</a:t>
            </a:fld>
            <a:endParaRPr/>
          </a:p>
        </p:txBody>
      </p:sp>
      <p:sp>
        <p:nvSpPr>
          <p:cNvPr id="83" name="Google Shape;83;p10"/>
          <p:cNvSpPr/>
          <p:nvPr/>
        </p:nvSpPr>
        <p:spPr>
          <a:xfrm>
            <a:off x="762000" y="1066800"/>
            <a:ext cx="4572000" cy="4572000"/>
          </a:xfrm>
          <a:prstGeom prst="rect">
            <a:avLst/>
          </a:prstGeom>
          <a:solidFill>
            <a:srgbClr val="FFFFFF"/>
          </a:solidFill>
          <a:ln cap="sq" cmpd="sng" w="88900">
            <a:solidFill>
              <a:srgbClr val="FFFFFF"/>
            </a:solidFill>
            <a:prstDash val="solid"/>
            <a:miter lim="800000"/>
            <a:headEnd len="sm" w="sm" type="none"/>
            <a:tailEnd len="sm" w="sm" type="none"/>
          </a:ln>
          <a:effectLst>
            <a:outerShdw blurRad="55500" rotWithShape="0" algn="tl" dir="5400000" dist="18500">
              <a:srgbClr val="000000">
                <a:alpha val="34901"/>
              </a:srgbClr>
            </a:outerShdw>
          </a:effectLst>
        </p:spPr>
        <p:txBody>
          <a:bodyPr anchorCtr="0" anchor="t" bIns="45700" lIns="91425" spcFirstLastPara="1" rIns="91425" wrap="square" tIns="274300">
            <a:noAutofit/>
          </a:bodyPr>
          <a:lstStyle/>
          <a:p>
            <a:pPr indent="0" lvl="0" marL="0" marR="0" rtl="0" algn="l">
              <a:lnSpc>
                <a:spcPct val="93750"/>
              </a:lnSpc>
              <a:spcBef>
                <a:spcPts val="0"/>
              </a:spcBef>
              <a:spcAft>
                <a:spcPts val="0"/>
              </a:spcAft>
              <a:buClr>
                <a:schemeClr val="accent1"/>
              </a:buClr>
              <a:buSzPts val="2560"/>
              <a:buFont typeface="Noto Sans Symbols"/>
              <a:buNone/>
            </a:pPr>
            <a:r>
              <a:t/>
            </a:r>
            <a:endParaRPr sz="3200">
              <a:solidFill>
                <a:schemeClr val="dk1"/>
              </a:solidFill>
              <a:latin typeface="Gill Sans"/>
              <a:ea typeface="Gill Sans"/>
              <a:cs typeface="Gill Sans"/>
              <a:sym typeface="Gill Sans"/>
            </a:endParaRPr>
          </a:p>
        </p:txBody>
      </p:sp>
      <p:sp>
        <p:nvSpPr>
          <p:cNvPr id="84" name="Google Shape;84;p10"/>
          <p:cNvSpPr/>
          <p:nvPr>
            <p:ph idx="2" type="pic"/>
          </p:nvPr>
        </p:nvSpPr>
        <p:spPr>
          <a:xfrm>
            <a:off x="838200" y="1143003"/>
            <a:ext cx="4419600" cy="3514531"/>
          </a:xfrm>
          <a:prstGeom prst="roundRect">
            <a:avLst>
              <a:gd fmla="val 783" name="adj"/>
            </a:avLst>
          </a:prstGeom>
          <a:solidFill>
            <a:schemeClr val="lt2"/>
          </a:solidFill>
          <a:ln>
            <a:noFill/>
          </a:ln>
        </p:spPr>
        <p:txBody>
          <a:bodyPr anchorCtr="0" anchor="t" bIns="45700" lIns="91425" spcFirstLastPara="1" rIns="91425" wrap="square" tIns="274300">
            <a:noAutofit/>
          </a:bodyPr>
          <a:lstStyle>
            <a:lvl1pPr lvl="0" marR="0" rtl="0" algn="l">
              <a:lnSpc>
                <a:spcPct val="100000"/>
              </a:lnSpc>
              <a:spcBef>
                <a:spcPts val="600"/>
              </a:spcBef>
              <a:spcAft>
                <a:spcPts val="0"/>
              </a:spcAft>
              <a:buClr>
                <a:schemeClr val="accent1"/>
              </a:buClr>
              <a:buSzPts val="2560"/>
              <a:buFont typeface="Noto Sans Symbols"/>
              <a:buNone/>
              <a:defRPr b="0" i="0" sz="3200" u="none" cap="none" strike="noStrike">
                <a:solidFill>
                  <a:schemeClr val="dk1"/>
                </a:solidFill>
                <a:latin typeface="Gill Sans"/>
                <a:ea typeface="Gill Sans"/>
                <a:cs typeface="Gill Sans"/>
                <a:sym typeface="Gill Sans"/>
              </a:defRPr>
            </a:lvl1pPr>
            <a:lvl2pPr lvl="1" marR="0" rtl="0" algn="l">
              <a:lnSpc>
                <a:spcPct val="100000"/>
              </a:lnSpc>
              <a:spcBef>
                <a:spcPts val="550"/>
              </a:spcBef>
              <a:spcAft>
                <a:spcPts val="0"/>
              </a:spcAft>
              <a:buClr>
                <a:schemeClr val="accent1"/>
              </a:buClr>
              <a:buSzPts val="2800"/>
              <a:buFont typeface="Verdana"/>
              <a:buChar char="◦"/>
              <a:defRPr b="0" i="0" sz="2800" u="none" cap="none" strike="noStrike">
                <a:solidFill>
                  <a:schemeClr val="dk1"/>
                </a:solidFill>
                <a:latin typeface="Gill Sans"/>
                <a:ea typeface="Gill Sans"/>
                <a:cs typeface="Gill Sans"/>
                <a:sym typeface="Gill Sans"/>
              </a:defRPr>
            </a:lvl2pPr>
            <a:lvl3pPr lvl="2" marR="0" rtl="0" algn="l">
              <a:lnSpc>
                <a:spcPct val="100000"/>
              </a:lnSpc>
              <a:spcBef>
                <a:spcPts val="480"/>
              </a:spcBef>
              <a:spcAft>
                <a:spcPts val="0"/>
              </a:spcAft>
              <a:buClr>
                <a:schemeClr val="accent2"/>
              </a:buClr>
              <a:buSzPts val="2400"/>
              <a:buFont typeface="Noto Sans Symbols"/>
              <a:buChar char="●"/>
              <a:defRPr b="0" i="0" sz="2400" u="none" cap="none" strike="noStrike">
                <a:solidFill>
                  <a:schemeClr val="dk1"/>
                </a:solidFill>
                <a:latin typeface="Gill Sans"/>
                <a:ea typeface="Gill Sans"/>
                <a:cs typeface="Gill Sans"/>
                <a:sym typeface="Gill Sans"/>
              </a:defRPr>
            </a:lvl3pPr>
            <a:lvl4pPr lvl="3" marR="0" rtl="0" algn="l">
              <a:lnSpc>
                <a:spcPct val="100000"/>
              </a:lnSpc>
              <a:spcBef>
                <a:spcPts val="400"/>
              </a:spcBef>
              <a:spcAft>
                <a:spcPts val="0"/>
              </a:spcAft>
              <a:buClr>
                <a:schemeClr val="accent3"/>
              </a:buClr>
              <a:buSzPts val="2000"/>
              <a:buFont typeface="Noto Sans Symbols"/>
              <a:buChar char="●"/>
              <a:defRPr b="0" i="0" sz="2000" u="none" cap="none" strike="noStrike">
                <a:solidFill>
                  <a:schemeClr val="dk1"/>
                </a:solidFill>
                <a:latin typeface="Gill Sans"/>
                <a:ea typeface="Gill Sans"/>
                <a:cs typeface="Gill Sans"/>
                <a:sym typeface="Gill Sans"/>
              </a:defRPr>
            </a:lvl4pPr>
            <a:lvl5pPr lvl="4" marR="0" rtl="0" algn="l">
              <a:lnSpc>
                <a:spcPct val="100000"/>
              </a:lnSpc>
              <a:spcBef>
                <a:spcPts val="400"/>
              </a:spcBef>
              <a:spcAft>
                <a:spcPts val="0"/>
              </a:spcAft>
              <a:buClr>
                <a:schemeClr val="accent4"/>
              </a:buClr>
              <a:buSzPts val="2000"/>
              <a:buFont typeface="Noto Sans Symbols"/>
              <a:buChar char="●"/>
              <a:defRPr b="0" i="0" sz="2000" u="none" cap="none" strike="noStrike">
                <a:solidFill>
                  <a:schemeClr val="dk1"/>
                </a:solidFill>
                <a:latin typeface="Gill Sans"/>
                <a:ea typeface="Gill Sans"/>
                <a:cs typeface="Gill Sans"/>
                <a:sym typeface="Gill Sans"/>
              </a:defRPr>
            </a:lvl5pPr>
            <a:lvl6pPr lvl="5" marR="0" rtl="0" algn="l">
              <a:lnSpc>
                <a:spcPct val="100000"/>
              </a:lnSpc>
              <a:spcBef>
                <a:spcPts val="400"/>
              </a:spcBef>
              <a:spcAft>
                <a:spcPts val="0"/>
              </a:spcAft>
              <a:buClr>
                <a:schemeClr val="accent5"/>
              </a:buClr>
              <a:buSzPts val="2000"/>
              <a:buFont typeface="Noto Sans Symbols"/>
              <a:buChar char="●"/>
              <a:defRPr b="0" i="0" sz="2000" u="none" cap="none" strike="noStrike">
                <a:solidFill>
                  <a:schemeClr val="dk1"/>
                </a:solidFill>
                <a:latin typeface="Gill Sans"/>
                <a:ea typeface="Gill Sans"/>
                <a:cs typeface="Gill Sans"/>
                <a:sym typeface="Gill Sans"/>
              </a:defRPr>
            </a:lvl6pPr>
            <a:lvl7pPr lvl="6" marR="0" rtl="0" algn="l">
              <a:lnSpc>
                <a:spcPct val="100000"/>
              </a:lnSpc>
              <a:spcBef>
                <a:spcPts val="400"/>
              </a:spcBef>
              <a:spcAft>
                <a:spcPts val="0"/>
              </a:spcAft>
              <a:buClr>
                <a:schemeClr val="accent6"/>
              </a:buClr>
              <a:buSzPts val="2000"/>
              <a:buFont typeface="Noto Sans Symbols"/>
              <a:buChar char="●"/>
              <a:defRPr b="0" i="0" sz="2000" u="none" cap="none" strike="noStrike">
                <a:solidFill>
                  <a:schemeClr val="dk1"/>
                </a:solidFill>
                <a:latin typeface="Gill Sans"/>
                <a:ea typeface="Gill Sans"/>
                <a:cs typeface="Gill Sans"/>
                <a:sym typeface="Gill Sans"/>
              </a:defRPr>
            </a:lvl7pPr>
            <a:lvl8pPr lvl="7" marR="0" rtl="0" algn="l">
              <a:lnSpc>
                <a:spcPct val="100000"/>
              </a:lnSpc>
              <a:spcBef>
                <a:spcPts val="400"/>
              </a:spcBef>
              <a:spcAft>
                <a:spcPts val="0"/>
              </a:spcAft>
              <a:buClr>
                <a:schemeClr val="accent6"/>
              </a:buClr>
              <a:buSzPts val="2000"/>
              <a:buFont typeface="Noto Sans Symbols"/>
              <a:buChar char="●"/>
              <a:defRPr b="0" i="0" sz="2000" u="none" cap="none" strike="noStrike">
                <a:solidFill>
                  <a:schemeClr val="dk1"/>
                </a:solidFill>
                <a:latin typeface="Gill Sans"/>
                <a:ea typeface="Gill Sans"/>
                <a:cs typeface="Gill Sans"/>
                <a:sym typeface="Gill Sans"/>
              </a:defRPr>
            </a:lvl8pPr>
            <a:lvl9pPr lvl="8" marR="0" rtl="0" algn="l">
              <a:lnSpc>
                <a:spcPct val="100000"/>
              </a:lnSpc>
              <a:spcBef>
                <a:spcPts val="400"/>
              </a:spcBef>
              <a:spcAft>
                <a:spcPts val="0"/>
              </a:spcAft>
              <a:buClr>
                <a:schemeClr val="accent6"/>
              </a:buClr>
              <a:buSzPts val="2000"/>
              <a:buFont typeface="Noto Sans Symbols"/>
              <a:buChar char="●"/>
              <a:defRPr b="0" i="0" sz="2000" u="none" cap="none" strike="noStrike">
                <a:solidFill>
                  <a:schemeClr val="dk1"/>
                </a:solidFill>
                <a:latin typeface="Gill Sans"/>
                <a:ea typeface="Gill Sans"/>
                <a:cs typeface="Gill Sans"/>
                <a:sym typeface="Gill Sans"/>
              </a:defRPr>
            </a:lvl9pPr>
          </a:lstStyle>
          <a:p/>
        </p:txBody>
      </p:sp>
      <p:sp>
        <p:nvSpPr>
          <p:cNvPr id="85" name="Google Shape;85;p10"/>
          <p:cNvSpPr/>
          <p:nvPr/>
        </p:nvSpPr>
        <p:spPr>
          <a:xfrm rot="-2131329">
            <a:off x="396725" y="954341"/>
            <a:ext cx="685800" cy="204310"/>
          </a:xfrm>
          <a:prstGeom prst="flowChartProcess">
            <a:avLst/>
          </a:prstGeom>
          <a:solidFill>
            <a:srgbClr val="FBFBFB">
              <a:alpha val="44705"/>
            </a:srgbClr>
          </a:solidFill>
          <a:ln cap="rnd" cmpd="sng" w="9525">
            <a:solidFill>
              <a:srgbClr val="FFFFFF"/>
            </a:solidFill>
            <a:prstDash val="solid"/>
            <a:round/>
            <a:headEnd len="sm" w="sm" type="none"/>
            <a:tailEnd len="sm" w="sm" type="none"/>
          </a:ln>
          <a:effectLst>
            <a:outerShdw blurRad="25400" sx="96000" rotWithShape="0" algn="tl" dir="3300000" dist="25400" sy="96000">
              <a:srgbClr val="EAD8B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86" name="Google Shape;86;p10"/>
          <p:cNvSpPr/>
          <p:nvPr/>
        </p:nvSpPr>
        <p:spPr>
          <a:xfrm flipH="1" rot="2103354">
            <a:off x="5003667" y="936786"/>
            <a:ext cx="649224" cy="204310"/>
          </a:xfrm>
          <a:prstGeom prst="flowChartProcess">
            <a:avLst/>
          </a:prstGeom>
          <a:solidFill>
            <a:srgbClr val="FBFBFB">
              <a:alpha val="44705"/>
            </a:srgbClr>
          </a:solidFill>
          <a:ln cap="rnd" cmpd="sng" w="9525">
            <a:solidFill>
              <a:srgbClr val="FFFFFF"/>
            </a:solidFill>
            <a:prstDash val="solid"/>
            <a:round/>
            <a:headEnd len="sm" w="sm" type="none"/>
            <a:tailEnd len="sm" w="sm" type="none"/>
          </a:ln>
          <a:effectLst>
            <a:outerShdw blurRad="25400" sx="96000" rotWithShape="0" algn="tl" dir="3300000" dist="25400" sy="96000">
              <a:schemeClr val="lt2">
                <a:alpha val="20000"/>
              </a:scheme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87" name="Google Shape;87;p10"/>
          <p:cNvSpPr txBox="1"/>
          <p:nvPr>
            <p:ph idx="1" type="body"/>
          </p:nvPr>
        </p:nvSpPr>
        <p:spPr>
          <a:xfrm>
            <a:off x="838200" y="4800600"/>
            <a:ext cx="4419600" cy="762000"/>
          </a:xfrm>
          <a:prstGeom prst="rect">
            <a:avLst/>
          </a:prstGeom>
          <a:noFill/>
          <a:ln>
            <a:noFill/>
          </a:ln>
        </p:spPr>
        <p:txBody>
          <a:bodyPr anchorCtr="0" anchor="ctr" bIns="45700" lIns="91425" spcFirstLastPara="1" rIns="91425" wrap="square" tIns="45700">
            <a:normAutofit/>
          </a:bodyPr>
          <a:lstStyle>
            <a:lvl1pPr indent="-228600" lvl="0" marL="457200" algn="l">
              <a:lnSpc>
                <a:spcPct val="114285"/>
              </a:lnSpc>
              <a:spcBef>
                <a:spcPts val="0"/>
              </a:spcBef>
              <a:spcAft>
                <a:spcPts val="0"/>
              </a:spcAft>
              <a:buSzPts val="1120"/>
              <a:buNone/>
              <a:defRPr sz="1400">
                <a:solidFill>
                  <a:srgbClr val="777777"/>
                </a:solidFill>
              </a:defRPr>
            </a:lvl1pPr>
            <a:lvl2pPr indent="-304800" lvl="1" marL="914400" algn="l">
              <a:lnSpc>
                <a:spcPct val="100000"/>
              </a:lnSpc>
              <a:spcBef>
                <a:spcPts val="550"/>
              </a:spcBef>
              <a:spcAft>
                <a:spcPts val="0"/>
              </a:spcAft>
              <a:buSzPts val="1200"/>
              <a:buChar char="◦"/>
              <a:defRPr sz="1200"/>
            </a:lvl2pPr>
            <a:lvl3pPr indent="-292100" lvl="2" marL="1371600" algn="l">
              <a:lnSpc>
                <a:spcPct val="100000"/>
              </a:lnSpc>
              <a:spcBef>
                <a:spcPts val="200"/>
              </a:spcBef>
              <a:spcAft>
                <a:spcPts val="0"/>
              </a:spcAft>
              <a:buSzPts val="1000"/>
              <a:buChar char="●"/>
              <a:defRPr sz="1000"/>
            </a:lvl3pPr>
            <a:lvl4pPr indent="-285750" lvl="3" marL="1828800" algn="l">
              <a:lnSpc>
                <a:spcPct val="100000"/>
              </a:lnSpc>
              <a:spcBef>
                <a:spcPts val="180"/>
              </a:spcBef>
              <a:spcAft>
                <a:spcPts val="0"/>
              </a:spcAft>
              <a:buSzPts val="900"/>
              <a:buChar char="●"/>
              <a:defRPr sz="900"/>
            </a:lvl4pPr>
            <a:lvl5pPr indent="-285750" lvl="4" marL="2286000" algn="l">
              <a:lnSpc>
                <a:spcPct val="100000"/>
              </a:lnSpc>
              <a:spcBef>
                <a:spcPts val="180"/>
              </a:spcBef>
              <a:spcAft>
                <a:spcPts val="0"/>
              </a:spcAft>
              <a:buSzPts val="900"/>
              <a:buChar char="●"/>
              <a:defRPr sz="900"/>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8" name="Shape 88"/>
        <p:cNvGrpSpPr/>
        <p:nvPr/>
      </p:nvGrpSpPr>
      <p:grpSpPr>
        <a:xfrm>
          <a:off x="0" y="0"/>
          <a:ext cx="0" cy="0"/>
          <a:chOff x="0" y="0"/>
          <a:chExt cx="0" cy="0"/>
        </a:xfrm>
      </p:grpSpPr>
      <p:sp>
        <p:nvSpPr>
          <p:cNvPr id="89" name="Google Shape;89;p11"/>
          <p:cNvSpPr txBox="1"/>
          <p:nvPr>
            <p:ph type="title"/>
          </p:nvPr>
        </p:nvSpPr>
        <p:spPr>
          <a:xfrm>
            <a:off x="1435608" y="274638"/>
            <a:ext cx="7498080" cy="11430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562214"/>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0" name="Google Shape;90;p11"/>
          <p:cNvSpPr txBox="1"/>
          <p:nvPr>
            <p:ph idx="1" type="body"/>
          </p:nvPr>
        </p:nvSpPr>
        <p:spPr>
          <a:xfrm rot="5400000">
            <a:off x="2784348" y="99060"/>
            <a:ext cx="4800600" cy="7498080"/>
          </a:xfrm>
          <a:prstGeom prst="rect">
            <a:avLst/>
          </a:prstGeom>
          <a:noFill/>
          <a:ln>
            <a:noFill/>
          </a:ln>
        </p:spPr>
        <p:txBody>
          <a:bodyPr anchorCtr="0" anchor="t" bIns="45700" lIns="91425" spcFirstLastPara="1" rIns="91425" wrap="square" tIns="45700">
            <a:normAutofit/>
          </a:bodyPr>
          <a:lstStyle>
            <a:lvl1pPr indent="-320040" lvl="0" marL="457200" algn="l">
              <a:lnSpc>
                <a:spcPct val="100000"/>
              </a:lnSpc>
              <a:spcBef>
                <a:spcPts val="600"/>
              </a:spcBef>
              <a:spcAft>
                <a:spcPts val="0"/>
              </a:spcAft>
              <a:buSzPts val="1440"/>
              <a:buChar char="⚫"/>
              <a:defRPr/>
            </a:lvl1pPr>
            <a:lvl2pPr indent="-342900" lvl="1" marL="914400" algn="l">
              <a:lnSpc>
                <a:spcPct val="100000"/>
              </a:lnSpc>
              <a:spcBef>
                <a:spcPts val="550"/>
              </a:spcBef>
              <a:spcAft>
                <a:spcPts val="0"/>
              </a:spcAft>
              <a:buSzPts val="1800"/>
              <a:buChar char="◦"/>
              <a:defRPr/>
            </a:lvl2pPr>
            <a:lvl3pPr indent="-342900" lvl="2" marL="1371600" algn="l">
              <a:lnSpc>
                <a:spcPct val="100000"/>
              </a:lnSpc>
              <a:spcBef>
                <a:spcPts val="360"/>
              </a:spcBef>
              <a:spcAft>
                <a:spcPts val="0"/>
              </a:spcAft>
              <a:buSzPts val="1800"/>
              <a:buChar char="●"/>
              <a:defRPr/>
            </a:lvl3pPr>
            <a:lvl4pPr indent="-342900" lvl="3" marL="1828800" algn="l">
              <a:lnSpc>
                <a:spcPct val="100000"/>
              </a:lnSpc>
              <a:spcBef>
                <a:spcPts val="360"/>
              </a:spcBef>
              <a:spcAft>
                <a:spcPts val="0"/>
              </a:spcAft>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91" name="Google Shape;91;p11"/>
          <p:cNvSpPr txBox="1"/>
          <p:nvPr>
            <p:ph idx="10" type="dt"/>
          </p:nvPr>
        </p:nvSpPr>
        <p:spPr>
          <a:xfrm>
            <a:off x="3581400" y="6305550"/>
            <a:ext cx="2133600" cy="476250"/>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 name="Google Shape;92;p11"/>
          <p:cNvSpPr txBox="1"/>
          <p:nvPr>
            <p:ph idx="11" type="ftr"/>
          </p:nvPr>
        </p:nvSpPr>
        <p:spPr>
          <a:xfrm>
            <a:off x="5715000" y="6305550"/>
            <a:ext cx="2895600" cy="4762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 name="Google Shape;93;p11"/>
          <p:cNvSpPr txBox="1"/>
          <p:nvPr>
            <p:ph idx="12" type="sldNum"/>
          </p:nvPr>
        </p:nvSpPr>
        <p:spPr>
          <a:xfrm>
            <a:off x="8613648" y="6305550"/>
            <a:ext cx="457200" cy="476250"/>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94" name="Shape 94"/>
        <p:cNvGrpSpPr/>
        <p:nvPr/>
      </p:nvGrpSpPr>
      <p:grpSpPr>
        <a:xfrm>
          <a:off x="0" y="0"/>
          <a:ext cx="0" cy="0"/>
          <a:chOff x="0" y="0"/>
          <a:chExt cx="0" cy="0"/>
        </a:xfrm>
      </p:grpSpPr>
      <p:sp>
        <p:nvSpPr>
          <p:cNvPr id="95" name="Google Shape;95;p12"/>
          <p:cNvSpPr txBox="1"/>
          <p:nvPr>
            <p:ph type="title"/>
          </p:nvPr>
        </p:nvSpPr>
        <p:spPr>
          <a:xfrm rot="5400000">
            <a:off x="4846637" y="2286002"/>
            <a:ext cx="5851525" cy="18288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562214"/>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6" name="Google Shape;96;p12"/>
          <p:cNvSpPr txBox="1"/>
          <p:nvPr>
            <p:ph idx="1" type="body"/>
          </p:nvPr>
        </p:nvSpPr>
        <p:spPr>
          <a:xfrm rot="5400000">
            <a:off x="998537" y="419103"/>
            <a:ext cx="5851525" cy="5562600"/>
          </a:xfrm>
          <a:prstGeom prst="rect">
            <a:avLst/>
          </a:prstGeom>
          <a:noFill/>
          <a:ln>
            <a:noFill/>
          </a:ln>
        </p:spPr>
        <p:txBody>
          <a:bodyPr anchorCtr="0" anchor="t" bIns="45700" lIns="91425" spcFirstLastPara="1" rIns="91425" wrap="square" tIns="45700">
            <a:normAutofit/>
          </a:bodyPr>
          <a:lstStyle>
            <a:lvl1pPr indent="-320040" lvl="0" marL="457200" algn="l">
              <a:lnSpc>
                <a:spcPct val="100000"/>
              </a:lnSpc>
              <a:spcBef>
                <a:spcPts val="600"/>
              </a:spcBef>
              <a:spcAft>
                <a:spcPts val="0"/>
              </a:spcAft>
              <a:buSzPts val="1440"/>
              <a:buChar char="⚫"/>
              <a:defRPr/>
            </a:lvl1pPr>
            <a:lvl2pPr indent="-342900" lvl="1" marL="914400" algn="l">
              <a:lnSpc>
                <a:spcPct val="100000"/>
              </a:lnSpc>
              <a:spcBef>
                <a:spcPts val="550"/>
              </a:spcBef>
              <a:spcAft>
                <a:spcPts val="0"/>
              </a:spcAft>
              <a:buSzPts val="1800"/>
              <a:buChar char="◦"/>
              <a:defRPr/>
            </a:lvl2pPr>
            <a:lvl3pPr indent="-342900" lvl="2" marL="1371600" algn="l">
              <a:lnSpc>
                <a:spcPct val="100000"/>
              </a:lnSpc>
              <a:spcBef>
                <a:spcPts val="360"/>
              </a:spcBef>
              <a:spcAft>
                <a:spcPts val="0"/>
              </a:spcAft>
              <a:buSzPts val="1800"/>
              <a:buChar char="●"/>
              <a:defRPr/>
            </a:lvl3pPr>
            <a:lvl4pPr indent="-342900" lvl="3" marL="1828800" algn="l">
              <a:lnSpc>
                <a:spcPct val="100000"/>
              </a:lnSpc>
              <a:spcBef>
                <a:spcPts val="360"/>
              </a:spcBef>
              <a:spcAft>
                <a:spcPts val="0"/>
              </a:spcAft>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97" name="Google Shape;97;p12"/>
          <p:cNvSpPr txBox="1"/>
          <p:nvPr>
            <p:ph idx="10" type="dt"/>
          </p:nvPr>
        </p:nvSpPr>
        <p:spPr>
          <a:xfrm>
            <a:off x="3581400" y="6305550"/>
            <a:ext cx="2133600" cy="476250"/>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8" name="Google Shape;98;p12"/>
          <p:cNvSpPr txBox="1"/>
          <p:nvPr>
            <p:ph idx="11" type="ftr"/>
          </p:nvPr>
        </p:nvSpPr>
        <p:spPr>
          <a:xfrm>
            <a:off x="5715000" y="6305550"/>
            <a:ext cx="2895600" cy="4762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9" name="Google Shape;99;p12"/>
          <p:cNvSpPr txBox="1"/>
          <p:nvPr>
            <p:ph idx="12" type="sldNum"/>
          </p:nvPr>
        </p:nvSpPr>
        <p:spPr>
          <a:xfrm>
            <a:off x="8613648" y="6305550"/>
            <a:ext cx="457200" cy="476250"/>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2.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rotWithShape="1">
          <a:blip r:embed="rId1">
            <a:alphaModFix/>
          </a:blip>
          <a:tile algn="tl" flip="xy" tx="0" sx="90000" ty="0" sy="90000"/>
        </a:blipFill>
      </p:bgPr>
    </p:bg>
    <p:spTree>
      <p:nvGrpSpPr>
        <p:cNvPr id="9" name="Shape 9"/>
        <p:cNvGrpSpPr/>
        <p:nvPr/>
      </p:nvGrpSpPr>
      <p:grpSpPr>
        <a:xfrm>
          <a:off x="0" y="0"/>
          <a:ext cx="0" cy="0"/>
          <a:chOff x="0" y="0"/>
          <a:chExt cx="0" cy="0"/>
        </a:xfrm>
      </p:grpSpPr>
      <p:sp>
        <p:nvSpPr>
          <p:cNvPr id="10" name="Google Shape;10;p1"/>
          <p:cNvSpPr/>
          <p:nvPr/>
        </p:nvSpPr>
        <p:spPr>
          <a:xfrm>
            <a:off x="-815927" y="-815922"/>
            <a:ext cx="1638887" cy="1638887"/>
          </a:xfrm>
          <a:prstGeom prst="pie">
            <a:avLst>
              <a:gd fmla="val 0" name="adj1"/>
              <a:gd fmla="val 5402120" name="adj2"/>
            </a:avLst>
          </a:prstGeom>
          <a:solidFill>
            <a:srgbClr val="FEF9F3">
              <a:alpha val="32941"/>
            </a:srgbClr>
          </a:solidFill>
          <a:ln cap="rnd" cmpd="sng" w="9525">
            <a:solidFill>
              <a:srgbClr val="D1C19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ill Sans"/>
              <a:ea typeface="Gill Sans"/>
              <a:cs typeface="Gill Sans"/>
              <a:sym typeface="Gill Sans"/>
            </a:endParaRPr>
          </a:p>
        </p:txBody>
      </p:sp>
      <p:sp>
        <p:nvSpPr>
          <p:cNvPr id="11" name="Google Shape;11;p1"/>
          <p:cNvSpPr/>
          <p:nvPr/>
        </p:nvSpPr>
        <p:spPr>
          <a:xfrm>
            <a:off x="168816" y="21102"/>
            <a:ext cx="1702191" cy="1702191"/>
          </a:xfrm>
          <a:prstGeom prst="ellipse">
            <a:avLst/>
          </a:prstGeom>
          <a:noFill/>
          <a:ln cap="rnd" cmpd="sng" w="27300">
            <a:solidFill>
              <a:srgbClr val="FFF5DB"/>
            </a:solidFill>
            <a:prstDash val="solid"/>
            <a:round/>
            <a:headEnd len="sm" w="sm" type="none"/>
            <a:tailEnd len="sm" w="sm" type="none"/>
          </a:ln>
          <a:effectLst>
            <a:outerShdw blurRad="25400" rotWithShape="0" algn="tl" dir="5400000" dist="25400">
              <a:srgbClr val="ADA48C">
                <a:alpha val="8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ill Sans"/>
              <a:ea typeface="Gill Sans"/>
              <a:cs typeface="Gill Sans"/>
              <a:sym typeface="Gill Sans"/>
            </a:endParaRPr>
          </a:p>
        </p:txBody>
      </p:sp>
      <p:sp>
        <p:nvSpPr>
          <p:cNvPr id="12" name="Google Shape;12;p1"/>
          <p:cNvSpPr/>
          <p:nvPr/>
        </p:nvSpPr>
        <p:spPr>
          <a:xfrm rot="2315675">
            <a:off x="182881" y="1055077"/>
            <a:ext cx="1125717" cy="1102624"/>
          </a:xfrm>
          <a:prstGeom prst="donut">
            <a:avLst>
              <a:gd fmla="val 11833" name="adj"/>
            </a:avLst>
          </a:prstGeom>
          <a:gradFill>
            <a:gsLst>
              <a:gs pos="0">
                <a:srgbClr val="FEFBF4">
                  <a:alpha val="69803"/>
                </a:srgbClr>
              </a:gs>
              <a:gs pos="70000">
                <a:srgbClr val="FFFDF8">
                  <a:alpha val="54901"/>
                </a:srgbClr>
              </a:gs>
              <a:gs pos="100000">
                <a:srgbClr val="EDCF8C">
                  <a:alpha val="60000"/>
                </a:srgbClr>
              </a:gs>
            </a:gsLst>
            <a:path path="circle">
              <a:fillToRect b="100%" r="100%"/>
            </a:path>
            <a:tileRect l="-100%" t="-100%"/>
          </a:gradFill>
          <a:ln cap="rnd" cmpd="sng" w="9525">
            <a:solidFill>
              <a:srgbClr val="C5B390"/>
            </a:solidFill>
            <a:prstDash val="solid"/>
            <a:round/>
            <a:headEnd len="sm" w="sm" type="none"/>
            <a:tailEnd len="sm" w="sm" type="none"/>
          </a:ln>
          <a:effectLst>
            <a:outerShdw blurRad="12700" rotWithShape="0" algn="tl" dir="4500000" dist="15000">
              <a:srgbClr val="564E4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ill Sans"/>
              <a:ea typeface="Gill Sans"/>
              <a:cs typeface="Gill Sans"/>
              <a:sym typeface="Gill Sans"/>
            </a:endParaRPr>
          </a:p>
        </p:txBody>
      </p:sp>
      <p:sp>
        <p:nvSpPr>
          <p:cNvPr id="13" name="Google Shape;13;p1"/>
          <p:cNvSpPr/>
          <p:nvPr/>
        </p:nvSpPr>
        <p:spPr>
          <a:xfrm>
            <a:off x="1012873" y="-54"/>
            <a:ext cx="8131127" cy="6858054"/>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ill Sans"/>
              <a:ea typeface="Gill Sans"/>
              <a:cs typeface="Gill Sans"/>
              <a:sym typeface="Gill Sans"/>
            </a:endParaRPr>
          </a:p>
        </p:txBody>
      </p:sp>
      <p:sp>
        <p:nvSpPr>
          <p:cNvPr id="14" name="Google Shape;14;p1"/>
          <p:cNvSpPr txBox="1"/>
          <p:nvPr>
            <p:ph type="title"/>
          </p:nvPr>
        </p:nvSpPr>
        <p:spPr>
          <a:xfrm>
            <a:off x="1435608" y="274638"/>
            <a:ext cx="7498080" cy="1143000"/>
          </a:xfrm>
          <a:prstGeom prst="rect">
            <a:avLst/>
          </a:prstGeom>
          <a:noFill/>
          <a:ln>
            <a:noFill/>
          </a:ln>
        </p:spPr>
        <p:txBody>
          <a:bodyPr anchorCtr="0" anchor="ctr" bIns="45700" lIns="91425" spcFirstLastPara="1" rIns="91425" wrap="square" tIns="45700">
            <a:normAutofit/>
          </a:bodyPr>
          <a:lstStyle>
            <a:lvl1pPr lvl="0" marR="0" rtl="0" algn="l">
              <a:spcBef>
                <a:spcPts val="0"/>
              </a:spcBef>
              <a:spcAft>
                <a:spcPts val="0"/>
              </a:spcAft>
              <a:buClr>
                <a:srgbClr val="562214"/>
              </a:buClr>
              <a:buSzPts val="4300"/>
              <a:buFont typeface="Gill Sans"/>
              <a:buNone/>
              <a:defRPr b="0" i="0" sz="4300" u="none" cap="none" strike="noStrike">
                <a:solidFill>
                  <a:srgbClr val="562214"/>
                </a:solidFill>
                <a:latin typeface="Gill Sans"/>
                <a:ea typeface="Gill Sans"/>
                <a:cs typeface="Gill Sans"/>
                <a:sym typeface="Gill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5" name="Google Shape;15;p1"/>
          <p:cNvSpPr txBox="1"/>
          <p:nvPr>
            <p:ph idx="1" type="body"/>
          </p:nvPr>
        </p:nvSpPr>
        <p:spPr>
          <a:xfrm>
            <a:off x="1435608" y="1447800"/>
            <a:ext cx="7498080" cy="4800600"/>
          </a:xfrm>
          <a:prstGeom prst="rect">
            <a:avLst/>
          </a:prstGeom>
          <a:noFill/>
          <a:ln>
            <a:noFill/>
          </a:ln>
        </p:spPr>
        <p:txBody>
          <a:bodyPr anchorCtr="0" anchor="t" bIns="45700" lIns="91425" spcFirstLastPara="1" rIns="91425" wrap="square" tIns="45700">
            <a:normAutofit/>
          </a:bodyPr>
          <a:lstStyle>
            <a:lvl1pPr indent="-391160" lvl="0" marL="457200" marR="0" rtl="0" algn="l">
              <a:lnSpc>
                <a:spcPct val="100000"/>
              </a:lnSpc>
              <a:spcBef>
                <a:spcPts val="600"/>
              </a:spcBef>
              <a:spcAft>
                <a:spcPts val="0"/>
              </a:spcAft>
              <a:buClr>
                <a:schemeClr val="accent1"/>
              </a:buClr>
              <a:buSzPts val="2560"/>
              <a:buFont typeface="Noto Sans Symbols"/>
              <a:buChar char="⚫"/>
              <a:defRPr b="0" i="0" sz="3200" u="none" cap="none" strike="noStrike">
                <a:solidFill>
                  <a:schemeClr val="dk1"/>
                </a:solidFill>
                <a:latin typeface="Gill Sans"/>
                <a:ea typeface="Gill Sans"/>
                <a:cs typeface="Gill Sans"/>
                <a:sym typeface="Gill Sans"/>
              </a:defRPr>
            </a:lvl1pPr>
            <a:lvl2pPr indent="-406400" lvl="1" marL="914400" marR="0" rtl="0" algn="l">
              <a:lnSpc>
                <a:spcPct val="100000"/>
              </a:lnSpc>
              <a:spcBef>
                <a:spcPts val="550"/>
              </a:spcBef>
              <a:spcAft>
                <a:spcPts val="0"/>
              </a:spcAft>
              <a:buClr>
                <a:schemeClr val="accent1"/>
              </a:buClr>
              <a:buSzPts val="2800"/>
              <a:buFont typeface="Verdana"/>
              <a:buChar char="◦"/>
              <a:defRPr b="0" i="0" sz="2800" u="none" cap="none" strike="noStrike">
                <a:solidFill>
                  <a:schemeClr val="dk1"/>
                </a:solidFill>
                <a:latin typeface="Gill Sans"/>
                <a:ea typeface="Gill Sans"/>
                <a:cs typeface="Gill Sans"/>
                <a:sym typeface="Gill Sans"/>
              </a:defRPr>
            </a:lvl2pPr>
            <a:lvl3pPr indent="-381000" lvl="2" marL="1371600" marR="0" rtl="0" algn="l">
              <a:lnSpc>
                <a:spcPct val="100000"/>
              </a:lnSpc>
              <a:spcBef>
                <a:spcPts val="480"/>
              </a:spcBef>
              <a:spcAft>
                <a:spcPts val="0"/>
              </a:spcAft>
              <a:buClr>
                <a:schemeClr val="accent2"/>
              </a:buClr>
              <a:buSzPts val="2400"/>
              <a:buFont typeface="Noto Sans Symbols"/>
              <a:buChar char="●"/>
              <a:defRPr b="0" i="0" sz="2400" u="none" cap="none" strike="noStrike">
                <a:solidFill>
                  <a:schemeClr val="dk1"/>
                </a:solidFill>
                <a:latin typeface="Gill Sans"/>
                <a:ea typeface="Gill Sans"/>
                <a:cs typeface="Gill Sans"/>
                <a:sym typeface="Gill Sans"/>
              </a:defRPr>
            </a:lvl3pPr>
            <a:lvl4pPr indent="-355600" lvl="3" marL="1828800" marR="0" rtl="0" algn="l">
              <a:lnSpc>
                <a:spcPct val="100000"/>
              </a:lnSpc>
              <a:spcBef>
                <a:spcPts val="400"/>
              </a:spcBef>
              <a:spcAft>
                <a:spcPts val="0"/>
              </a:spcAft>
              <a:buClr>
                <a:schemeClr val="accent3"/>
              </a:buClr>
              <a:buSzPts val="2000"/>
              <a:buFont typeface="Noto Sans Symbols"/>
              <a:buChar char="●"/>
              <a:defRPr b="0" i="0" sz="2000" u="none" cap="none" strike="noStrike">
                <a:solidFill>
                  <a:schemeClr val="dk1"/>
                </a:solidFill>
                <a:latin typeface="Gill Sans"/>
                <a:ea typeface="Gill Sans"/>
                <a:cs typeface="Gill Sans"/>
                <a:sym typeface="Gill Sans"/>
              </a:defRPr>
            </a:lvl4pPr>
            <a:lvl5pPr indent="-355600" lvl="4" marL="2286000" marR="0" rtl="0" algn="l">
              <a:lnSpc>
                <a:spcPct val="100000"/>
              </a:lnSpc>
              <a:spcBef>
                <a:spcPts val="400"/>
              </a:spcBef>
              <a:spcAft>
                <a:spcPts val="0"/>
              </a:spcAft>
              <a:buClr>
                <a:schemeClr val="accent4"/>
              </a:buClr>
              <a:buSzPts val="2000"/>
              <a:buFont typeface="Noto Sans Symbols"/>
              <a:buChar char="●"/>
              <a:defRPr b="0" i="0" sz="2000" u="none" cap="none" strike="noStrike">
                <a:solidFill>
                  <a:schemeClr val="dk1"/>
                </a:solidFill>
                <a:latin typeface="Gill Sans"/>
                <a:ea typeface="Gill Sans"/>
                <a:cs typeface="Gill Sans"/>
                <a:sym typeface="Gill Sans"/>
              </a:defRPr>
            </a:lvl5pPr>
            <a:lvl6pPr indent="-355600" lvl="5" marL="2743200" marR="0" rtl="0" algn="l">
              <a:lnSpc>
                <a:spcPct val="100000"/>
              </a:lnSpc>
              <a:spcBef>
                <a:spcPts val="400"/>
              </a:spcBef>
              <a:spcAft>
                <a:spcPts val="0"/>
              </a:spcAft>
              <a:buClr>
                <a:schemeClr val="accent5"/>
              </a:buClr>
              <a:buSzPts val="2000"/>
              <a:buFont typeface="Noto Sans Symbols"/>
              <a:buChar char="●"/>
              <a:defRPr b="0" i="0" sz="2000" u="none" cap="none" strike="noStrike">
                <a:solidFill>
                  <a:schemeClr val="dk1"/>
                </a:solidFill>
                <a:latin typeface="Gill Sans"/>
                <a:ea typeface="Gill Sans"/>
                <a:cs typeface="Gill Sans"/>
                <a:sym typeface="Gill Sans"/>
              </a:defRPr>
            </a:lvl6pPr>
            <a:lvl7pPr indent="-355600" lvl="6" marL="3200400" marR="0" rtl="0" algn="l">
              <a:lnSpc>
                <a:spcPct val="100000"/>
              </a:lnSpc>
              <a:spcBef>
                <a:spcPts val="400"/>
              </a:spcBef>
              <a:spcAft>
                <a:spcPts val="0"/>
              </a:spcAft>
              <a:buClr>
                <a:schemeClr val="accent6"/>
              </a:buClr>
              <a:buSzPts val="2000"/>
              <a:buFont typeface="Noto Sans Symbols"/>
              <a:buChar char="●"/>
              <a:defRPr b="0" i="0" sz="2000" u="none" cap="none" strike="noStrike">
                <a:solidFill>
                  <a:schemeClr val="dk1"/>
                </a:solidFill>
                <a:latin typeface="Gill Sans"/>
                <a:ea typeface="Gill Sans"/>
                <a:cs typeface="Gill Sans"/>
                <a:sym typeface="Gill Sans"/>
              </a:defRPr>
            </a:lvl7pPr>
            <a:lvl8pPr indent="-355600" lvl="7" marL="3657600" marR="0" rtl="0" algn="l">
              <a:lnSpc>
                <a:spcPct val="100000"/>
              </a:lnSpc>
              <a:spcBef>
                <a:spcPts val="400"/>
              </a:spcBef>
              <a:spcAft>
                <a:spcPts val="0"/>
              </a:spcAft>
              <a:buClr>
                <a:schemeClr val="accent6"/>
              </a:buClr>
              <a:buSzPts val="2000"/>
              <a:buFont typeface="Noto Sans Symbols"/>
              <a:buChar char="●"/>
              <a:defRPr b="0" i="0" sz="2000" u="none" cap="none" strike="noStrike">
                <a:solidFill>
                  <a:schemeClr val="dk1"/>
                </a:solidFill>
                <a:latin typeface="Gill Sans"/>
                <a:ea typeface="Gill Sans"/>
                <a:cs typeface="Gill Sans"/>
                <a:sym typeface="Gill Sans"/>
              </a:defRPr>
            </a:lvl8pPr>
            <a:lvl9pPr indent="-355600" lvl="8" marL="4114800" marR="0" rtl="0" algn="l">
              <a:lnSpc>
                <a:spcPct val="100000"/>
              </a:lnSpc>
              <a:spcBef>
                <a:spcPts val="400"/>
              </a:spcBef>
              <a:spcAft>
                <a:spcPts val="0"/>
              </a:spcAft>
              <a:buClr>
                <a:schemeClr val="accent6"/>
              </a:buClr>
              <a:buSzPts val="2000"/>
              <a:buFont typeface="Noto Sans Symbols"/>
              <a:buChar char="●"/>
              <a:defRPr b="0" i="0" sz="2000" u="none" cap="none" strike="noStrike">
                <a:solidFill>
                  <a:schemeClr val="dk1"/>
                </a:solidFill>
                <a:latin typeface="Gill Sans"/>
                <a:ea typeface="Gill Sans"/>
                <a:cs typeface="Gill Sans"/>
                <a:sym typeface="Gill Sans"/>
              </a:defRPr>
            </a:lvl9pPr>
          </a:lstStyle>
          <a:p/>
        </p:txBody>
      </p:sp>
      <p:sp>
        <p:nvSpPr>
          <p:cNvPr id="16" name="Google Shape;16;p1"/>
          <p:cNvSpPr txBox="1"/>
          <p:nvPr>
            <p:ph idx="10" type="dt"/>
          </p:nvPr>
        </p:nvSpPr>
        <p:spPr>
          <a:xfrm>
            <a:off x="3581400" y="6305550"/>
            <a:ext cx="2133600" cy="476250"/>
          </a:xfrm>
          <a:prstGeom prst="rect">
            <a:avLst/>
          </a:prstGeom>
          <a:noFill/>
          <a:ln>
            <a:noFill/>
          </a:ln>
        </p:spPr>
        <p:txBody>
          <a:bodyPr anchorCtr="0" anchor="b" bIns="45700" lIns="91425" spcFirstLastPara="1" rIns="91425" wrap="square" tIns="45700">
            <a:noAutofit/>
          </a:bodyPr>
          <a:lstStyle>
            <a:lvl1pPr lvl="0" marR="0" rtl="0" algn="r">
              <a:spcBef>
                <a:spcPts val="0"/>
              </a:spcBef>
              <a:spcAft>
                <a:spcPts val="0"/>
              </a:spcAft>
              <a:buSzPts val="1400"/>
              <a:buNone/>
              <a:defRPr b="0" i="0" sz="1200" u="none" cap="none" strike="noStrike">
                <a:solidFill>
                  <a:srgbClr val="B3A787"/>
                </a:solidFill>
                <a:latin typeface="Gill Sans"/>
                <a:ea typeface="Gill Sans"/>
                <a:cs typeface="Gill Sans"/>
                <a:sym typeface="Gill Sans"/>
              </a:defRPr>
            </a:lvl1pPr>
            <a:lvl2pPr lvl="1"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2pPr>
            <a:lvl3pPr lvl="2"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3pPr>
            <a:lvl4pPr lvl="3"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4pPr>
            <a:lvl5pPr lvl="4"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5pPr>
            <a:lvl6pPr lvl="5"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6pPr>
            <a:lvl7pPr lvl="6"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7pPr>
            <a:lvl8pPr lvl="7"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8pPr>
            <a:lvl9pPr lvl="8"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9pPr>
          </a:lstStyle>
          <a:p/>
        </p:txBody>
      </p:sp>
      <p:sp>
        <p:nvSpPr>
          <p:cNvPr id="17" name="Google Shape;17;p1"/>
          <p:cNvSpPr txBox="1"/>
          <p:nvPr>
            <p:ph idx="11" type="ftr"/>
          </p:nvPr>
        </p:nvSpPr>
        <p:spPr>
          <a:xfrm>
            <a:off x="5715000" y="6305550"/>
            <a:ext cx="2895600" cy="47625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B3A787"/>
                </a:solidFill>
                <a:latin typeface="Gill Sans"/>
                <a:ea typeface="Gill Sans"/>
                <a:cs typeface="Gill Sans"/>
                <a:sym typeface="Gill Sans"/>
              </a:defRPr>
            </a:lvl1pPr>
            <a:lvl2pPr lvl="1"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2pPr>
            <a:lvl3pPr lvl="2"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3pPr>
            <a:lvl4pPr lvl="3"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4pPr>
            <a:lvl5pPr lvl="4"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5pPr>
            <a:lvl6pPr lvl="5"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6pPr>
            <a:lvl7pPr lvl="6"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7pPr>
            <a:lvl8pPr lvl="7"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8pPr>
            <a:lvl9pPr lvl="8"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9pPr>
          </a:lstStyle>
          <a:p/>
        </p:txBody>
      </p:sp>
      <p:sp>
        <p:nvSpPr>
          <p:cNvPr id="18" name="Google Shape;18;p1"/>
          <p:cNvSpPr txBox="1"/>
          <p:nvPr>
            <p:ph idx="12" type="sldNum"/>
          </p:nvPr>
        </p:nvSpPr>
        <p:spPr>
          <a:xfrm>
            <a:off x="8613648" y="6305550"/>
            <a:ext cx="457200" cy="476250"/>
          </a:xfrm>
          <a:prstGeom prst="rect">
            <a:avLst/>
          </a:prstGeom>
          <a:noFill/>
          <a:ln>
            <a:noFill/>
          </a:ln>
        </p:spPr>
        <p:txBody>
          <a:bodyPr anchorCtr="0" anchor="b" bIns="45700" lIns="91425" spcFirstLastPara="1" rIns="91425" wrap="square" tIns="45700">
            <a:noAutofit/>
          </a:bodyPr>
          <a:lstStyle>
            <a:lvl1pPr indent="0" lvl="0" marL="0" marR="0" rtl="0" algn="ctr">
              <a:spcBef>
                <a:spcPts val="0"/>
              </a:spcBef>
              <a:buNone/>
              <a:defRPr b="0" i="0" sz="1200" u="none" cap="none" strike="noStrike">
                <a:solidFill>
                  <a:srgbClr val="B3A787"/>
                </a:solidFill>
                <a:latin typeface="Gill Sans"/>
                <a:ea typeface="Gill Sans"/>
                <a:cs typeface="Gill Sans"/>
                <a:sym typeface="Gill Sans"/>
              </a:defRPr>
            </a:lvl1pPr>
            <a:lvl2pPr indent="0" lvl="1" marL="0" marR="0" rtl="0" algn="ctr">
              <a:spcBef>
                <a:spcPts val="0"/>
              </a:spcBef>
              <a:buNone/>
              <a:defRPr b="0" i="0" sz="1200" u="none" cap="none" strike="noStrike">
                <a:solidFill>
                  <a:srgbClr val="B3A787"/>
                </a:solidFill>
                <a:latin typeface="Gill Sans"/>
                <a:ea typeface="Gill Sans"/>
                <a:cs typeface="Gill Sans"/>
                <a:sym typeface="Gill Sans"/>
              </a:defRPr>
            </a:lvl2pPr>
            <a:lvl3pPr indent="0" lvl="2" marL="0" marR="0" rtl="0" algn="ctr">
              <a:spcBef>
                <a:spcPts val="0"/>
              </a:spcBef>
              <a:buNone/>
              <a:defRPr b="0" i="0" sz="1200" u="none" cap="none" strike="noStrike">
                <a:solidFill>
                  <a:srgbClr val="B3A787"/>
                </a:solidFill>
                <a:latin typeface="Gill Sans"/>
                <a:ea typeface="Gill Sans"/>
                <a:cs typeface="Gill Sans"/>
                <a:sym typeface="Gill Sans"/>
              </a:defRPr>
            </a:lvl3pPr>
            <a:lvl4pPr indent="0" lvl="3" marL="0" marR="0" rtl="0" algn="ctr">
              <a:spcBef>
                <a:spcPts val="0"/>
              </a:spcBef>
              <a:buNone/>
              <a:defRPr b="0" i="0" sz="1200" u="none" cap="none" strike="noStrike">
                <a:solidFill>
                  <a:srgbClr val="B3A787"/>
                </a:solidFill>
                <a:latin typeface="Gill Sans"/>
                <a:ea typeface="Gill Sans"/>
                <a:cs typeface="Gill Sans"/>
                <a:sym typeface="Gill Sans"/>
              </a:defRPr>
            </a:lvl4pPr>
            <a:lvl5pPr indent="0" lvl="4" marL="0" marR="0" rtl="0" algn="ctr">
              <a:spcBef>
                <a:spcPts val="0"/>
              </a:spcBef>
              <a:buNone/>
              <a:defRPr b="0" i="0" sz="1200" u="none" cap="none" strike="noStrike">
                <a:solidFill>
                  <a:srgbClr val="B3A787"/>
                </a:solidFill>
                <a:latin typeface="Gill Sans"/>
                <a:ea typeface="Gill Sans"/>
                <a:cs typeface="Gill Sans"/>
                <a:sym typeface="Gill Sans"/>
              </a:defRPr>
            </a:lvl5pPr>
            <a:lvl6pPr indent="0" lvl="5" marL="0" marR="0" rtl="0" algn="ctr">
              <a:spcBef>
                <a:spcPts val="0"/>
              </a:spcBef>
              <a:buNone/>
              <a:defRPr b="0" i="0" sz="1200" u="none" cap="none" strike="noStrike">
                <a:solidFill>
                  <a:srgbClr val="B3A787"/>
                </a:solidFill>
                <a:latin typeface="Gill Sans"/>
                <a:ea typeface="Gill Sans"/>
                <a:cs typeface="Gill Sans"/>
                <a:sym typeface="Gill Sans"/>
              </a:defRPr>
            </a:lvl6pPr>
            <a:lvl7pPr indent="0" lvl="6" marL="0" marR="0" rtl="0" algn="ctr">
              <a:spcBef>
                <a:spcPts val="0"/>
              </a:spcBef>
              <a:buNone/>
              <a:defRPr b="0" i="0" sz="1200" u="none" cap="none" strike="noStrike">
                <a:solidFill>
                  <a:srgbClr val="B3A787"/>
                </a:solidFill>
                <a:latin typeface="Gill Sans"/>
                <a:ea typeface="Gill Sans"/>
                <a:cs typeface="Gill Sans"/>
                <a:sym typeface="Gill Sans"/>
              </a:defRPr>
            </a:lvl7pPr>
            <a:lvl8pPr indent="0" lvl="7" marL="0" marR="0" rtl="0" algn="ctr">
              <a:spcBef>
                <a:spcPts val="0"/>
              </a:spcBef>
              <a:buNone/>
              <a:defRPr b="0" i="0" sz="1200" u="none" cap="none" strike="noStrike">
                <a:solidFill>
                  <a:srgbClr val="B3A787"/>
                </a:solidFill>
                <a:latin typeface="Gill Sans"/>
                <a:ea typeface="Gill Sans"/>
                <a:cs typeface="Gill Sans"/>
                <a:sym typeface="Gill Sans"/>
              </a:defRPr>
            </a:lvl8pPr>
            <a:lvl9pPr indent="0" lvl="8" marL="0" marR="0" rtl="0" algn="ctr">
              <a:spcBef>
                <a:spcPts val="0"/>
              </a:spcBef>
              <a:buNone/>
              <a:defRPr b="0" i="0" sz="1200" u="none" cap="none" strike="noStrike">
                <a:solidFill>
                  <a:srgbClr val="B3A787"/>
                </a:solidFill>
                <a:latin typeface="Gill Sans"/>
                <a:ea typeface="Gill Sans"/>
                <a:cs typeface="Gill Sans"/>
                <a:sym typeface="Gill Sans"/>
              </a:defRPr>
            </a:lvl9pPr>
          </a:lstStyle>
          <a:p>
            <a:pPr indent="0" lvl="0" marL="0" rtl="0" algn="ctr">
              <a:spcBef>
                <a:spcPts val="0"/>
              </a:spcBef>
              <a:spcAft>
                <a:spcPts val="0"/>
              </a:spcAft>
              <a:buNone/>
            </a:pPr>
            <a:fld id="{00000000-1234-1234-1234-123412341234}" type="slidenum">
              <a:rPr lang="en-IN"/>
              <a:t>‹#›</a:t>
            </a:fld>
            <a:endParaRPr/>
          </a:p>
        </p:txBody>
      </p:sp>
      <p:sp>
        <p:nvSpPr>
          <p:cNvPr id="19" name="Google Shape;19;p1"/>
          <p:cNvSpPr/>
          <p:nvPr/>
        </p:nvSpPr>
        <p:spPr>
          <a:xfrm>
            <a:off x="1014984" y="-54"/>
            <a:ext cx="73152" cy="6858054"/>
          </a:xfrm>
          <a:prstGeom prst="rect">
            <a:avLst/>
          </a:prstGeom>
          <a:solidFill>
            <a:schemeClr val="lt1"/>
          </a:solidFill>
          <a:ln>
            <a:noFill/>
          </a:ln>
          <a:effectLst>
            <a:outerShdw blurRad="38550" rotWithShape="0" algn="tl" dir="10800000" dist="38000">
              <a:srgbClr val="6F6A5F">
                <a:alpha val="2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ill Sans"/>
              <a:ea typeface="Gill Sans"/>
              <a:cs typeface="Gill Sans"/>
              <a:sym typeface="Gill Sans"/>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3"/>
          <p:cNvSpPr txBox="1"/>
          <p:nvPr>
            <p:ph type="ctrTitle"/>
          </p:nvPr>
        </p:nvSpPr>
        <p:spPr>
          <a:xfrm>
            <a:off x="1143000" y="1676400"/>
            <a:ext cx="7406640" cy="1472184"/>
          </a:xfrm>
          <a:prstGeom prst="rect">
            <a:avLst/>
          </a:prstGeom>
          <a:noFill/>
          <a:ln>
            <a:noFill/>
          </a:ln>
        </p:spPr>
        <p:txBody>
          <a:bodyPr anchorCtr="0" anchor="b" bIns="45700" lIns="91425" spcFirstLastPara="1" rIns="91425" wrap="square" tIns="45700">
            <a:normAutofit/>
          </a:bodyPr>
          <a:lstStyle/>
          <a:p>
            <a:pPr indent="0" lvl="0" marL="0" rtl="0" algn="ctr">
              <a:spcBef>
                <a:spcPts val="0"/>
              </a:spcBef>
              <a:spcAft>
                <a:spcPts val="0"/>
              </a:spcAft>
              <a:buClr>
                <a:srgbClr val="562214"/>
              </a:buClr>
              <a:buSzPts val="4300"/>
              <a:buFont typeface="Gill Sans"/>
              <a:buNone/>
            </a:pPr>
            <a:r>
              <a:rPr lang="en-IN"/>
              <a:t>Data Flow Testing          </a:t>
            </a:r>
            <a:br>
              <a:rPr lang="en-IN"/>
            </a:br>
            <a:r>
              <a:rPr lang="en-IN"/>
              <a:t>						cont… </a:t>
            </a:r>
            <a:endParaRPr/>
          </a:p>
        </p:txBody>
      </p:sp>
      <p:sp>
        <p:nvSpPr>
          <p:cNvPr id="105" name="Google Shape;105;p13"/>
          <p:cNvSpPr txBox="1"/>
          <p:nvPr>
            <p:ph idx="1" type="subTitle"/>
          </p:nvPr>
        </p:nvSpPr>
        <p:spPr>
          <a:xfrm>
            <a:off x="838200" y="3581400"/>
            <a:ext cx="7406640" cy="1752600"/>
          </a:xfrm>
          <a:prstGeom prst="rect">
            <a:avLst/>
          </a:prstGeom>
          <a:noFill/>
          <a:ln>
            <a:noFill/>
          </a:ln>
        </p:spPr>
        <p:txBody>
          <a:bodyPr anchorCtr="0" anchor="t" bIns="45700" lIns="91425" spcFirstLastPara="1" rIns="91425" wrap="square" tIns="0">
            <a:normAutofit/>
          </a:bodyPr>
          <a:lstStyle/>
          <a:p>
            <a:pPr indent="0" lvl="0" marL="27432" rtl="0" algn="ctr">
              <a:lnSpc>
                <a:spcPct val="100000"/>
              </a:lnSpc>
              <a:spcBef>
                <a:spcPts val="0"/>
              </a:spcBef>
              <a:spcAft>
                <a:spcPts val="0"/>
              </a:spcAft>
              <a:buSzPts val="1440"/>
              <a:buNone/>
            </a:pPr>
            <a:r>
              <a:rPr lang="en-IN" sz="1800">
                <a:latin typeface="Arial"/>
                <a:ea typeface="Arial"/>
                <a:cs typeface="Arial"/>
                <a:sym typeface="Arial"/>
              </a:rPr>
              <a:t>Dr. Durga Prasad Mohapatra</a:t>
            </a:r>
            <a:endParaRPr sz="1800">
              <a:latin typeface="Arial"/>
              <a:ea typeface="Arial"/>
              <a:cs typeface="Arial"/>
              <a:sym typeface="Arial"/>
            </a:endParaRPr>
          </a:p>
          <a:p>
            <a:pPr indent="0" lvl="0" marL="27432" rtl="0" algn="ctr">
              <a:lnSpc>
                <a:spcPct val="100000"/>
              </a:lnSpc>
              <a:spcBef>
                <a:spcPts val="600"/>
              </a:spcBef>
              <a:spcAft>
                <a:spcPts val="0"/>
              </a:spcAft>
              <a:buSzPts val="1440"/>
              <a:buNone/>
            </a:pPr>
            <a:r>
              <a:rPr lang="en-IN" sz="1800">
                <a:latin typeface="Arial"/>
                <a:ea typeface="Arial"/>
                <a:cs typeface="Arial"/>
                <a:sym typeface="Arial"/>
              </a:rPr>
              <a:t>Professor</a:t>
            </a:r>
            <a:endParaRPr sz="1800">
              <a:latin typeface="Arial"/>
              <a:ea typeface="Arial"/>
              <a:cs typeface="Arial"/>
              <a:sym typeface="Arial"/>
            </a:endParaRPr>
          </a:p>
          <a:p>
            <a:pPr indent="0" lvl="0" marL="27432" rtl="0" algn="ctr">
              <a:lnSpc>
                <a:spcPct val="100000"/>
              </a:lnSpc>
              <a:spcBef>
                <a:spcPts val="600"/>
              </a:spcBef>
              <a:spcAft>
                <a:spcPts val="0"/>
              </a:spcAft>
              <a:buSzPts val="1440"/>
              <a:buNone/>
            </a:pPr>
            <a:r>
              <a:rPr lang="en-IN" sz="1800">
                <a:latin typeface="Arial"/>
                <a:ea typeface="Arial"/>
                <a:cs typeface="Arial"/>
                <a:sym typeface="Arial"/>
              </a:rPr>
              <a:t>CSE Department</a:t>
            </a:r>
            <a:endParaRPr/>
          </a:p>
          <a:p>
            <a:pPr indent="0" lvl="0" marL="27432" rtl="0" algn="ctr">
              <a:lnSpc>
                <a:spcPct val="100000"/>
              </a:lnSpc>
              <a:spcBef>
                <a:spcPts val="600"/>
              </a:spcBef>
              <a:spcAft>
                <a:spcPts val="0"/>
              </a:spcAft>
              <a:buSzPts val="1440"/>
              <a:buNone/>
            </a:pPr>
            <a:r>
              <a:rPr lang="en-IN" sz="1800">
                <a:latin typeface="Arial"/>
                <a:ea typeface="Arial"/>
                <a:cs typeface="Arial"/>
                <a:sym typeface="Arial"/>
              </a:rPr>
              <a:t>NIT Rourkela</a:t>
            </a:r>
            <a:endParaRPr/>
          </a:p>
          <a:p>
            <a:pPr indent="0" lvl="0" marL="27432" rtl="0" algn="ctr">
              <a:lnSpc>
                <a:spcPct val="100000"/>
              </a:lnSpc>
              <a:spcBef>
                <a:spcPts val="600"/>
              </a:spcBef>
              <a:spcAft>
                <a:spcPts val="0"/>
              </a:spcAft>
              <a:buSzPts val="1440"/>
              <a:buNone/>
            </a:pPr>
            <a:r>
              <a:t/>
            </a:r>
            <a:endParaRPr sz="1800">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4"/>
          <p:cNvSpPr txBox="1"/>
          <p:nvPr>
            <p:ph type="title"/>
          </p:nvPr>
        </p:nvSpPr>
        <p:spPr>
          <a:xfrm>
            <a:off x="1066800" y="0"/>
            <a:ext cx="7498080" cy="9144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562214"/>
              </a:buClr>
              <a:buSzPts val="3600"/>
              <a:buFont typeface="Gill Sans"/>
              <a:buNone/>
            </a:pPr>
            <a:r>
              <a:rPr lang="en-IN" sz="3600"/>
              <a:t>Static Analysis is not Enough</a:t>
            </a:r>
            <a:endParaRPr sz="3600"/>
          </a:p>
        </p:txBody>
      </p:sp>
      <p:sp>
        <p:nvSpPr>
          <p:cNvPr id="111" name="Google Shape;111;p14"/>
          <p:cNvSpPr txBox="1"/>
          <p:nvPr>
            <p:ph idx="1" type="body"/>
          </p:nvPr>
        </p:nvSpPr>
        <p:spPr>
          <a:xfrm>
            <a:off x="838200" y="990600"/>
            <a:ext cx="8305800" cy="5638800"/>
          </a:xfrm>
          <a:prstGeom prst="rect">
            <a:avLst/>
          </a:prstGeom>
          <a:noFill/>
          <a:ln>
            <a:noFill/>
          </a:ln>
        </p:spPr>
        <p:txBody>
          <a:bodyPr anchorCtr="0" anchor="t" bIns="45700" lIns="91425" spcFirstLastPara="1" rIns="91425" wrap="square" tIns="45700">
            <a:normAutofit/>
          </a:bodyPr>
          <a:lstStyle/>
          <a:p>
            <a:pPr indent="-283464" lvl="0" marL="365760" rtl="0" algn="just">
              <a:lnSpc>
                <a:spcPct val="100000"/>
              </a:lnSpc>
              <a:spcBef>
                <a:spcPts val="0"/>
              </a:spcBef>
              <a:spcAft>
                <a:spcPts val="0"/>
              </a:spcAft>
              <a:buSzPts val="2240"/>
              <a:buChar char="⚫"/>
            </a:pPr>
            <a:r>
              <a:rPr lang="en-IN" sz="2800"/>
              <a:t>All anomalies using static analysis cannot be determined and this is an unsolvable problem.</a:t>
            </a:r>
            <a:endParaRPr/>
          </a:p>
          <a:p>
            <a:pPr indent="-141223" lvl="0" marL="365760" rtl="0" algn="just">
              <a:lnSpc>
                <a:spcPct val="100000"/>
              </a:lnSpc>
              <a:spcBef>
                <a:spcPts val="600"/>
              </a:spcBef>
              <a:spcAft>
                <a:spcPts val="0"/>
              </a:spcAft>
              <a:buSzPts val="2240"/>
              <a:buNone/>
            </a:pPr>
            <a:r>
              <a:t/>
            </a:r>
            <a:endParaRPr sz="2800"/>
          </a:p>
          <a:p>
            <a:pPr indent="-283464" lvl="0" marL="365760" rtl="0" algn="just">
              <a:lnSpc>
                <a:spcPct val="100000"/>
              </a:lnSpc>
              <a:spcBef>
                <a:spcPts val="600"/>
              </a:spcBef>
              <a:spcAft>
                <a:spcPts val="0"/>
              </a:spcAft>
              <a:buSzPts val="2240"/>
              <a:buChar char="⚫"/>
            </a:pPr>
            <a:r>
              <a:rPr lang="en-IN" sz="2800"/>
              <a:t>For example, if the variable is used in an array as the index, we cannot determine its state by static analysis. </a:t>
            </a:r>
            <a:endParaRPr/>
          </a:p>
          <a:p>
            <a:pPr indent="-141223" lvl="0" marL="365760" rtl="0" algn="just">
              <a:lnSpc>
                <a:spcPct val="100000"/>
              </a:lnSpc>
              <a:spcBef>
                <a:spcPts val="600"/>
              </a:spcBef>
              <a:spcAft>
                <a:spcPts val="0"/>
              </a:spcAft>
              <a:buSzPts val="2240"/>
              <a:buNone/>
            </a:pPr>
            <a:r>
              <a:t/>
            </a:r>
            <a:endParaRPr sz="2800"/>
          </a:p>
          <a:p>
            <a:pPr indent="-283464" lvl="0" marL="365760" rtl="0" algn="just">
              <a:lnSpc>
                <a:spcPct val="100000"/>
              </a:lnSpc>
              <a:spcBef>
                <a:spcPts val="600"/>
              </a:spcBef>
              <a:spcAft>
                <a:spcPts val="0"/>
              </a:spcAft>
              <a:buSzPts val="2240"/>
              <a:buChar char="⚫"/>
            </a:pPr>
            <a:r>
              <a:rPr lang="en-IN" sz="2800"/>
              <a:t>Or it may be the case that the index is generated dynamically during execution, therefore we cannot guarantee what the state of the array element is referenced by that index.</a:t>
            </a:r>
            <a:endParaRPr sz="28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15"/>
          <p:cNvSpPr txBox="1"/>
          <p:nvPr>
            <p:ph type="title"/>
          </p:nvPr>
        </p:nvSpPr>
        <p:spPr>
          <a:xfrm>
            <a:off x="907473" y="228600"/>
            <a:ext cx="8229600" cy="716100"/>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562214"/>
              </a:buClr>
              <a:buSzPct val="100000"/>
              <a:buFont typeface="Gill Sans"/>
              <a:buNone/>
            </a:pPr>
            <a:r>
              <a:rPr lang="en-IN"/>
              <a:t>Dynamic Data Flow Testing</a:t>
            </a:r>
            <a:endParaRPr/>
          </a:p>
        </p:txBody>
      </p:sp>
      <p:sp>
        <p:nvSpPr>
          <p:cNvPr id="117" name="Google Shape;117;p15"/>
          <p:cNvSpPr txBox="1"/>
          <p:nvPr>
            <p:ph idx="1" type="body"/>
          </p:nvPr>
        </p:nvSpPr>
        <p:spPr>
          <a:xfrm>
            <a:off x="914400" y="1447800"/>
            <a:ext cx="8229600" cy="5562600"/>
          </a:xfrm>
          <a:prstGeom prst="rect">
            <a:avLst/>
          </a:prstGeom>
          <a:noFill/>
          <a:ln>
            <a:noFill/>
          </a:ln>
        </p:spPr>
        <p:txBody>
          <a:bodyPr anchorCtr="0" anchor="t" bIns="45700" lIns="91425" spcFirstLastPara="1" rIns="91425" wrap="square" tIns="45700">
            <a:normAutofit/>
          </a:bodyPr>
          <a:lstStyle/>
          <a:p>
            <a:pPr indent="-283464" lvl="0" marL="365760" rtl="0" algn="just">
              <a:lnSpc>
                <a:spcPct val="100000"/>
              </a:lnSpc>
              <a:spcBef>
                <a:spcPts val="0"/>
              </a:spcBef>
              <a:spcAft>
                <a:spcPts val="0"/>
              </a:spcAft>
              <a:buSzPts val="2240"/>
              <a:buChar char="⚫"/>
            </a:pPr>
            <a:r>
              <a:rPr lang="en-IN" sz="2800"/>
              <a:t>The test cases are designed in such a way that every definition of data variable to each of its use is traced to each of its definition. </a:t>
            </a:r>
            <a:endParaRPr/>
          </a:p>
          <a:p>
            <a:pPr indent="-283464" lvl="0" marL="365760" rtl="0" algn="just">
              <a:lnSpc>
                <a:spcPct val="100000"/>
              </a:lnSpc>
              <a:spcBef>
                <a:spcPts val="600"/>
              </a:spcBef>
              <a:spcAft>
                <a:spcPts val="0"/>
              </a:spcAft>
              <a:buSzPts val="2240"/>
              <a:buChar char="⚫"/>
            </a:pPr>
            <a:r>
              <a:rPr lang="en-IN" sz="2800"/>
              <a:t>Various strategies are employed for the creation of test cases. </a:t>
            </a:r>
            <a:endParaRPr/>
          </a:p>
          <a:p>
            <a:pPr indent="-283464" lvl="0" marL="365760" rtl="0" algn="just">
              <a:lnSpc>
                <a:spcPct val="100000"/>
              </a:lnSpc>
              <a:spcBef>
                <a:spcPts val="600"/>
              </a:spcBef>
              <a:spcAft>
                <a:spcPts val="0"/>
              </a:spcAft>
              <a:buSzPts val="2240"/>
              <a:buChar char="⚫"/>
            </a:pPr>
            <a:r>
              <a:rPr lang="en-IN" sz="2800"/>
              <a:t>All these strategies are defined below.</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16"/>
          <p:cNvSpPr txBox="1"/>
          <p:nvPr>
            <p:ph type="title"/>
          </p:nvPr>
        </p:nvSpPr>
        <p:spPr>
          <a:xfrm>
            <a:off x="1143000" y="274638"/>
            <a:ext cx="7790688"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562214"/>
              </a:buClr>
              <a:buSzPts val="3600"/>
              <a:buFont typeface="Gill Sans"/>
              <a:buNone/>
            </a:pPr>
            <a:r>
              <a:rPr lang="en-IN" sz="3600"/>
              <a:t>Dynamic Data Flow Testing         cont…</a:t>
            </a:r>
            <a:endParaRPr sz="3600"/>
          </a:p>
        </p:txBody>
      </p:sp>
      <p:sp>
        <p:nvSpPr>
          <p:cNvPr id="123" name="Google Shape;123;p16"/>
          <p:cNvSpPr txBox="1"/>
          <p:nvPr>
            <p:ph idx="1" type="body"/>
          </p:nvPr>
        </p:nvSpPr>
        <p:spPr>
          <a:xfrm>
            <a:off x="1143000" y="1752600"/>
            <a:ext cx="7498080" cy="4800600"/>
          </a:xfrm>
          <a:prstGeom prst="rect">
            <a:avLst/>
          </a:prstGeom>
          <a:noFill/>
          <a:ln>
            <a:noFill/>
          </a:ln>
        </p:spPr>
        <p:txBody>
          <a:bodyPr anchorCtr="0" anchor="t" bIns="45700" lIns="91425" spcFirstLastPara="1" rIns="91425" wrap="square" tIns="45700">
            <a:normAutofit/>
          </a:bodyPr>
          <a:lstStyle/>
          <a:p>
            <a:pPr indent="-283464" lvl="0" marL="365760" rtl="0" algn="just">
              <a:lnSpc>
                <a:spcPct val="100000"/>
              </a:lnSpc>
              <a:spcBef>
                <a:spcPts val="0"/>
              </a:spcBef>
              <a:spcAft>
                <a:spcPts val="0"/>
              </a:spcAft>
              <a:buSzPts val="2240"/>
              <a:buChar char="⚫"/>
            </a:pPr>
            <a:r>
              <a:rPr b="1" i="1" lang="en-IN" sz="2800"/>
              <a:t>All-du Paths (ADUP)</a:t>
            </a:r>
            <a:r>
              <a:rPr lang="en-IN" sz="2800"/>
              <a:t> It states that every definition of every variable to every use of that definition should be exercised under some test. It is the strongest data flow testing strategies.</a:t>
            </a:r>
            <a:endParaRPr sz="2800"/>
          </a:p>
          <a:p>
            <a:pPr indent="-141223" lvl="0" marL="365760" rtl="0" algn="just">
              <a:lnSpc>
                <a:spcPct val="100000"/>
              </a:lnSpc>
              <a:spcBef>
                <a:spcPts val="600"/>
              </a:spcBef>
              <a:spcAft>
                <a:spcPts val="0"/>
              </a:spcAft>
              <a:buSzPts val="2240"/>
              <a:buNone/>
            </a:pPr>
            <a:r>
              <a:t/>
            </a:r>
            <a:endParaRPr sz="28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17"/>
          <p:cNvSpPr txBox="1"/>
          <p:nvPr>
            <p:ph idx="1" type="body"/>
          </p:nvPr>
        </p:nvSpPr>
        <p:spPr>
          <a:xfrm>
            <a:off x="914400" y="1676400"/>
            <a:ext cx="8229600" cy="4648200"/>
          </a:xfrm>
          <a:prstGeom prst="rect">
            <a:avLst/>
          </a:prstGeom>
          <a:noFill/>
          <a:ln>
            <a:noFill/>
          </a:ln>
        </p:spPr>
        <p:txBody>
          <a:bodyPr anchorCtr="0" anchor="t" bIns="45700" lIns="91425" spcFirstLastPara="1" rIns="91425" wrap="square" tIns="45700">
            <a:normAutofit/>
          </a:bodyPr>
          <a:lstStyle/>
          <a:p>
            <a:pPr indent="-283464" lvl="0" marL="365760" rtl="0" algn="just">
              <a:lnSpc>
                <a:spcPct val="100000"/>
              </a:lnSpc>
              <a:spcBef>
                <a:spcPts val="0"/>
              </a:spcBef>
              <a:spcAft>
                <a:spcPts val="0"/>
              </a:spcAft>
              <a:buSzPts val="2240"/>
              <a:buChar char="⚫"/>
            </a:pPr>
            <a:r>
              <a:rPr b="1" i="1" lang="en-IN" sz="2800"/>
              <a:t>All-uses (AU) </a:t>
            </a:r>
            <a:r>
              <a:rPr lang="en-IN" sz="2800"/>
              <a:t>This states that for every use of the variable, there is a path from the definition of that variable (nearest to the use in backward direction) to the use.</a:t>
            </a:r>
            <a:endParaRPr/>
          </a:p>
        </p:txBody>
      </p:sp>
      <p:sp>
        <p:nvSpPr>
          <p:cNvPr id="129" name="Google Shape;129;p17"/>
          <p:cNvSpPr/>
          <p:nvPr/>
        </p:nvSpPr>
        <p:spPr>
          <a:xfrm>
            <a:off x="1219200" y="381000"/>
            <a:ext cx="7969719" cy="64633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IN" sz="3600" u="none" cap="none" strike="noStrike">
                <a:solidFill>
                  <a:srgbClr val="562214"/>
                </a:solidFill>
                <a:latin typeface="Gill Sans"/>
                <a:ea typeface="Gill Sans"/>
                <a:cs typeface="Gill Sans"/>
                <a:sym typeface="Gill Sans"/>
              </a:rPr>
              <a:t>Dynamic Data Flow Testing         cont…</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8"/>
          <p:cNvSpPr txBox="1"/>
          <p:nvPr>
            <p:ph idx="1" type="body"/>
          </p:nvPr>
        </p:nvSpPr>
        <p:spPr>
          <a:xfrm>
            <a:off x="990600" y="1447800"/>
            <a:ext cx="8001000" cy="4800600"/>
          </a:xfrm>
          <a:prstGeom prst="rect">
            <a:avLst/>
          </a:prstGeom>
          <a:noFill/>
          <a:ln>
            <a:noFill/>
          </a:ln>
        </p:spPr>
        <p:txBody>
          <a:bodyPr anchorCtr="0" anchor="t" bIns="45700" lIns="91425" spcFirstLastPara="1" rIns="91425" wrap="square" tIns="45700">
            <a:normAutofit lnSpcReduction="10000"/>
          </a:bodyPr>
          <a:lstStyle/>
          <a:p>
            <a:pPr indent="-283464" lvl="0" marL="365760" rtl="0" algn="just">
              <a:lnSpc>
                <a:spcPct val="100000"/>
              </a:lnSpc>
              <a:spcBef>
                <a:spcPts val="0"/>
              </a:spcBef>
              <a:spcAft>
                <a:spcPts val="0"/>
              </a:spcAft>
              <a:buSzPts val="2240"/>
              <a:buChar char="⚫"/>
            </a:pPr>
            <a:r>
              <a:rPr b="1" i="1" lang="en-IN" sz="2800"/>
              <a:t>All-p-uses/Some-c-uses (APU + C) </a:t>
            </a:r>
            <a:r>
              <a:rPr lang="en-IN" sz="2800"/>
              <a:t>This strategy states that for every variable and every definition of that variable, include at least one dc-path from the definition to every predicate use. If there are definitions of the variable with no p-use following it, then add computational use (c-use) test cases as required to cover every definition.</a:t>
            </a:r>
            <a:endParaRPr/>
          </a:p>
          <a:p>
            <a:pPr indent="-283464" lvl="0" marL="365760" rtl="0" algn="just">
              <a:lnSpc>
                <a:spcPct val="100000"/>
              </a:lnSpc>
              <a:spcBef>
                <a:spcPts val="600"/>
              </a:spcBef>
              <a:spcAft>
                <a:spcPts val="0"/>
              </a:spcAft>
              <a:buSzPts val="2240"/>
              <a:buChar char="⚫"/>
            </a:pPr>
            <a:r>
              <a:rPr lang="en-IN" sz="2800">
                <a:solidFill>
                  <a:srgbClr val="FF0000"/>
                </a:solidFill>
              </a:rPr>
              <a:t>Note:</a:t>
            </a:r>
            <a:r>
              <a:rPr b="1" i="1" lang="en-IN" sz="2800">
                <a:solidFill>
                  <a:srgbClr val="FF0000"/>
                </a:solidFill>
              </a:rPr>
              <a:t> </a:t>
            </a:r>
            <a:r>
              <a:rPr lang="en-IN" sz="2800">
                <a:solidFill>
                  <a:srgbClr val="FF0000"/>
                </a:solidFill>
              </a:rPr>
              <a:t>A dc-path (definition-clear path) with respect to a variable v is a path between the definition node &amp; the usage node s.t. that no other node in the path is a defining node of variable </a:t>
            </a:r>
            <a:r>
              <a:rPr i="1" lang="en-IN" sz="2800">
                <a:solidFill>
                  <a:srgbClr val="FF0000"/>
                </a:solidFill>
              </a:rPr>
              <a:t>v</a:t>
            </a:r>
            <a:r>
              <a:rPr lang="en-IN" sz="2800">
                <a:solidFill>
                  <a:srgbClr val="FF0000"/>
                </a:solidFill>
              </a:rPr>
              <a:t>.</a:t>
            </a:r>
            <a:endParaRPr/>
          </a:p>
          <a:p>
            <a:pPr indent="-141223" lvl="0" marL="365760" rtl="0" algn="just">
              <a:lnSpc>
                <a:spcPct val="100000"/>
              </a:lnSpc>
              <a:spcBef>
                <a:spcPts val="600"/>
              </a:spcBef>
              <a:spcAft>
                <a:spcPts val="0"/>
              </a:spcAft>
              <a:buSzPts val="2240"/>
              <a:buNone/>
            </a:pPr>
            <a:r>
              <a:t/>
            </a:r>
            <a:endParaRPr sz="2800"/>
          </a:p>
          <a:p>
            <a:pPr indent="-141223" lvl="0" marL="365760" rtl="0" algn="just">
              <a:lnSpc>
                <a:spcPct val="100000"/>
              </a:lnSpc>
              <a:spcBef>
                <a:spcPts val="600"/>
              </a:spcBef>
              <a:spcAft>
                <a:spcPts val="0"/>
              </a:spcAft>
              <a:buSzPts val="2240"/>
              <a:buNone/>
            </a:pPr>
            <a:r>
              <a:t/>
            </a:r>
            <a:endParaRPr sz="2800"/>
          </a:p>
        </p:txBody>
      </p:sp>
      <p:sp>
        <p:nvSpPr>
          <p:cNvPr id="135" name="Google Shape;135;p18"/>
          <p:cNvSpPr txBox="1"/>
          <p:nvPr>
            <p:ph type="title"/>
          </p:nvPr>
        </p:nvSpPr>
        <p:spPr>
          <a:xfrm>
            <a:off x="1066800" y="274638"/>
            <a:ext cx="7866888"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562214"/>
              </a:buClr>
              <a:buSzPts val="3600"/>
              <a:buFont typeface="Gill Sans"/>
              <a:buNone/>
            </a:pPr>
            <a:r>
              <a:rPr lang="en-IN" sz="3600"/>
              <a:t>Dynamic Data Flow Testing         cont…</a:t>
            </a:r>
            <a:endParaRPr sz="36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9"/>
          <p:cNvSpPr txBox="1"/>
          <p:nvPr>
            <p:ph idx="1" type="body"/>
          </p:nvPr>
        </p:nvSpPr>
        <p:spPr>
          <a:xfrm>
            <a:off x="838200" y="1295400"/>
            <a:ext cx="8229600" cy="5410200"/>
          </a:xfrm>
          <a:prstGeom prst="rect">
            <a:avLst/>
          </a:prstGeom>
          <a:noFill/>
          <a:ln>
            <a:noFill/>
          </a:ln>
        </p:spPr>
        <p:txBody>
          <a:bodyPr anchorCtr="0" anchor="t" bIns="45700" lIns="91425" spcFirstLastPara="1" rIns="91425" wrap="square" tIns="45700">
            <a:normAutofit/>
          </a:bodyPr>
          <a:lstStyle/>
          <a:p>
            <a:pPr indent="-283464" lvl="0" marL="365760" rtl="0" algn="just">
              <a:lnSpc>
                <a:spcPct val="100000"/>
              </a:lnSpc>
              <a:spcBef>
                <a:spcPts val="0"/>
              </a:spcBef>
              <a:spcAft>
                <a:spcPts val="0"/>
              </a:spcAft>
              <a:buSzPts val="2240"/>
              <a:buChar char="⚫"/>
            </a:pPr>
            <a:r>
              <a:rPr b="1" i="1" lang="en-IN" sz="2800"/>
              <a:t>All-c-uses/Some-p-uses (ACU + P) </a:t>
            </a:r>
            <a:r>
              <a:rPr lang="en-IN" sz="2800"/>
              <a:t>This strategy states that for every variable and every definition of that variable, include at least one  dc-path from the definition to every computational use. If there are definitions of the variable with no c-use following it, then add predicate use (p-use) test cases as required to cover every definition.</a:t>
            </a:r>
            <a:endParaRPr/>
          </a:p>
        </p:txBody>
      </p:sp>
      <p:sp>
        <p:nvSpPr>
          <p:cNvPr id="141" name="Google Shape;141;p19"/>
          <p:cNvSpPr txBox="1"/>
          <p:nvPr>
            <p:ph type="title"/>
          </p:nvPr>
        </p:nvSpPr>
        <p:spPr>
          <a:xfrm>
            <a:off x="990600" y="27709"/>
            <a:ext cx="7790688"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562214"/>
              </a:buClr>
              <a:buSzPts val="3600"/>
              <a:buFont typeface="Gill Sans"/>
              <a:buNone/>
            </a:pPr>
            <a:r>
              <a:rPr lang="en-IN" sz="3600"/>
              <a:t>Dynamic Data Flow Testing         cont…</a:t>
            </a:r>
            <a:endParaRPr sz="36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0"/>
          <p:cNvSpPr txBox="1"/>
          <p:nvPr>
            <p:ph idx="1" type="body"/>
          </p:nvPr>
        </p:nvSpPr>
        <p:spPr>
          <a:xfrm>
            <a:off x="1066800" y="1447800"/>
            <a:ext cx="7498080" cy="4800600"/>
          </a:xfrm>
          <a:prstGeom prst="rect">
            <a:avLst/>
          </a:prstGeom>
          <a:noFill/>
          <a:ln>
            <a:noFill/>
          </a:ln>
        </p:spPr>
        <p:txBody>
          <a:bodyPr anchorCtr="0" anchor="t" bIns="45700" lIns="91425" spcFirstLastPara="1" rIns="91425" wrap="square" tIns="45700">
            <a:normAutofit/>
          </a:bodyPr>
          <a:lstStyle/>
          <a:p>
            <a:pPr indent="-283464" lvl="0" marL="365760" rtl="0" algn="just">
              <a:lnSpc>
                <a:spcPct val="100000"/>
              </a:lnSpc>
              <a:spcBef>
                <a:spcPts val="0"/>
              </a:spcBef>
              <a:spcAft>
                <a:spcPts val="0"/>
              </a:spcAft>
              <a:buSzPts val="2240"/>
              <a:buChar char="⚫"/>
            </a:pPr>
            <a:r>
              <a:rPr b="1" i="1" lang="en-IN" sz="2800"/>
              <a:t>All-Predicate-uses (APU) </a:t>
            </a:r>
            <a:r>
              <a:rPr lang="en-IN" sz="2800"/>
              <a:t>It is derived from the APU + C strategy and states that for every variable, there is a path from every definition to every p-use of that definition. If there is a definition with no p-use following it, then it is dropped from contention.</a:t>
            </a:r>
            <a:endParaRPr/>
          </a:p>
          <a:p>
            <a:pPr indent="-141223" lvl="0" marL="365760" rtl="0" algn="just">
              <a:lnSpc>
                <a:spcPct val="100000"/>
              </a:lnSpc>
              <a:spcBef>
                <a:spcPts val="600"/>
              </a:spcBef>
              <a:spcAft>
                <a:spcPts val="0"/>
              </a:spcAft>
              <a:buSzPts val="2240"/>
              <a:buNone/>
            </a:pPr>
            <a:r>
              <a:t/>
            </a:r>
            <a:endParaRPr sz="2800"/>
          </a:p>
        </p:txBody>
      </p:sp>
      <p:sp>
        <p:nvSpPr>
          <p:cNvPr id="147" name="Google Shape;147;p20"/>
          <p:cNvSpPr txBox="1"/>
          <p:nvPr>
            <p:ph type="title"/>
          </p:nvPr>
        </p:nvSpPr>
        <p:spPr>
          <a:xfrm>
            <a:off x="1066800" y="274638"/>
            <a:ext cx="7866888"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562214"/>
              </a:buClr>
              <a:buSzPts val="3600"/>
              <a:buFont typeface="Gill Sans"/>
              <a:buNone/>
            </a:pPr>
            <a:r>
              <a:rPr lang="en-IN" sz="3600"/>
              <a:t>Dynamic Data Flow Testing         cont…</a:t>
            </a:r>
            <a:endParaRPr sz="36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1"/>
          <p:cNvSpPr txBox="1"/>
          <p:nvPr>
            <p:ph idx="1" type="body"/>
          </p:nvPr>
        </p:nvSpPr>
        <p:spPr>
          <a:xfrm>
            <a:off x="838200" y="1517073"/>
            <a:ext cx="8229600" cy="4883727"/>
          </a:xfrm>
          <a:prstGeom prst="rect">
            <a:avLst/>
          </a:prstGeom>
          <a:noFill/>
          <a:ln>
            <a:noFill/>
          </a:ln>
        </p:spPr>
        <p:txBody>
          <a:bodyPr anchorCtr="0" anchor="t" bIns="45700" lIns="91425" spcFirstLastPara="1" rIns="91425" wrap="square" tIns="45700">
            <a:normAutofit/>
          </a:bodyPr>
          <a:lstStyle/>
          <a:p>
            <a:pPr indent="-283464" lvl="0" marL="365760" rtl="0" algn="just">
              <a:lnSpc>
                <a:spcPct val="100000"/>
              </a:lnSpc>
              <a:spcBef>
                <a:spcPts val="0"/>
              </a:spcBef>
              <a:spcAft>
                <a:spcPts val="0"/>
              </a:spcAft>
              <a:buSzPts val="2240"/>
              <a:buChar char="⚫"/>
            </a:pPr>
            <a:r>
              <a:rPr b="1" i="1" lang="en-IN" sz="2800"/>
              <a:t>All-Computational-Uses (ACU) </a:t>
            </a:r>
            <a:r>
              <a:rPr lang="en-IN" sz="2800"/>
              <a:t>It is derived from the strategy ACU + P strategy and states that for every variable, there is a path form every definition to every c-use of that definition. If there is a definition with no c-use following if, then it is dropped form contention.</a:t>
            </a:r>
            <a:endParaRPr/>
          </a:p>
          <a:p>
            <a:pPr indent="-141223" lvl="0" marL="365760" rtl="0" algn="just">
              <a:lnSpc>
                <a:spcPct val="100000"/>
              </a:lnSpc>
              <a:spcBef>
                <a:spcPts val="600"/>
              </a:spcBef>
              <a:spcAft>
                <a:spcPts val="0"/>
              </a:spcAft>
              <a:buSzPts val="2240"/>
              <a:buNone/>
            </a:pPr>
            <a:r>
              <a:t/>
            </a:r>
            <a:endParaRPr sz="2800"/>
          </a:p>
        </p:txBody>
      </p:sp>
      <p:sp>
        <p:nvSpPr>
          <p:cNvPr id="154" name="Google Shape;154;p21"/>
          <p:cNvSpPr txBox="1"/>
          <p:nvPr>
            <p:ph type="title"/>
          </p:nvPr>
        </p:nvSpPr>
        <p:spPr>
          <a:xfrm>
            <a:off x="1143000" y="274638"/>
            <a:ext cx="7790688"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562214"/>
              </a:buClr>
              <a:buSzPts val="3600"/>
              <a:buFont typeface="Gill Sans"/>
              <a:buNone/>
            </a:pPr>
            <a:r>
              <a:rPr lang="en-IN" sz="3600"/>
              <a:t>Dynamic Data Flow Testing         cont…</a:t>
            </a:r>
            <a:endParaRPr sz="36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2"/>
          <p:cNvSpPr txBox="1"/>
          <p:nvPr>
            <p:ph idx="1" type="body"/>
          </p:nvPr>
        </p:nvSpPr>
        <p:spPr>
          <a:xfrm>
            <a:off x="914400" y="1828800"/>
            <a:ext cx="7498080" cy="4191000"/>
          </a:xfrm>
          <a:prstGeom prst="rect">
            <a:avLst/>
          </a:prstGeom>
          <a:noFill/>
          <a:ln>
            <a:noFill/>
          </a:ln>
        </p:spPr>
        <p:txBody>
          <a:bodyPr anchorCtr="0" anchor="t" bIns="45700" lIns="91425" spcFirstLastPara="1" rIns="91425" wrap="square" tIns="45700">
            <a:normAutofit/>
          </a:bodyPr>
          <a:lstStyle/>
          <a:p>
            <a:pPr indent="-283464" lvl="0" marL="365760" rtl="0" algn="just">
              <a:lnSpc>
                <a:spcPct val="100000"/>
              </a:lnSpc>
              <a:spcBef>
                <a:spcPts val="0"/>
              </a:spcBef>
              <a:spcAft>
                <a:spcPts val="0"/>
              </a:spcAft>
              <a:buSzPts val="2240"/>
              <a:buChar char="⚫"/>
            </a:pPr>
            <a:r>
              <a:rPr b="1" i="1" lang="en-IN" sz="2800"/>
              <a:t>All-Definition (AD) </a:t>
            </a:r>
            <a:r>
              <a:rPr lang="en-IN" sz="2800"/>
              <a:t>It states that every definition of every variable should be covered by at least one use of that variable, be that a computational use or a predicate use.</a:t>
            </a:r>
            <a:endParaRPr/>
          </a:p>
          <a:p>
            <a:pPr indent="-141223" lvl="0" marL="365760" rtl="0" algn="just">
              <a:lnSpc>
                <a:spcPct val="100000"/>
              </a:lnSpc>
              <a:spcBef>
                <a:spcPts val="600"/>
              </a:spcBef>
              <a:spcAft>
                <a:spcPts val="0"/>
              </a:spcAft>
              <a:buSzPts val="2240"/>
              <a:buNone/>
            </a:pPr>
            <a:r>
              <a:t/>
            </a:r>
            <a:endParaRPr sz="2800"/>
          </a:p>
        </p:txBody>
      </p:sp>
      <p:sp>
        <p:nvSpPr>
          <p:cNvPr id="160" name="Google Shape;160;p22"/>
          <p:cNvSpPr txBox="1"/>
          <p:nvPr>
            <p:ph type="title"/>
          </p:nvPr>
        </p:nvSpPr>
        <p:spPr>
          <a:xfrm>
            <a:off x="1066800" y="274638"/>
            <a:ext cx="7866888"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562214"/>
              </a:buClr>
              <a:buSzPts val="3600"/>
              <a:buFont typeface="Gill Sans"/>
              <a:buNone/>
            </a:pPr>
            <a:r>
              <a:rPr lang="en-IN" sz="3600"/>
              <a:t>Dynamic Data Flow Testing         cont…</a:t>
            </a:r>
            <a:endParaRPr sz="36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3"/>
          <p:cNvSpPr txBox="1"/>
          <p:nvPr>
            <p:ph type="title"/>
          </p:nvPr>
        </p:nvSpPr>
        <p:spPr>
          <a:xfrm>
            <a:off x="1371600" y="152400"/>
            <a:ext cx="29718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562214"/>
              </a:buClr>
              <a:buSzPts val="3600"/>
              <a:buFont typeface="Gill Sans"/>
              <a:buNone/>
            </a:pPr>
            <a:r>
              <a:rPr lang="en-IN" sz="3600"/>
              <a:t>Example</a:t>
            </a:r>
            <a:endParaRPr sz="3600"/>
          </a:p>
        </p:txBody>
      </p:sp>
      <p:sp>
        <p:nvSpPr>
          <p:cNvPr id="166" name="Google Shape;166;p23"/>
          <p:cNvSpPr txBox="1"/>
          <p:nvPr>
            <p:ph idx="1" type="body"/>
          </p:nvPr>
        </p:nvSpPr>
        <p:spPr>
          <a:xfrm>
            <a:off x="1066800" y="1295400"/>
            <a:ext cx="7498080" cy="4800600"/>
          </a:xfrm>
          <a:prstGeom prst="rect">
            <a:avLst/>
          </a:prstGeom>
          <a:noFill/>
          <a:ln>
            <a:noFill/>
          </a:ln>
        </p:spPr>
        <p:txBody>
          <a:bodyPr anchorCtr="0" anchor="t" bIns="45700" lIns="91425" spcFirstLastPara="1" rIns="91425" wrap="square" tIns="45700">
            <a:normAutofit/>
          </a:bodyPr>
          <a:lstStyle/>
          <a:p>
            <a:pPr indent="-283464" lvl="0" marL="365760" rtl="0" algn="just">
              <a:lnSpc>
                <a:spcPct val="100000"/>
              </a:lnSpc>
              <a:spcBef>
                <a:spcPts val="0"/>
              </a:spcBef>
              <a:spcAft>
                <a:spcPts val="0"/>
              </a:spcAft>
              <a:buSzPts val="2240"/>
              <a:buChar char="⚫"/>
            </a:pPr>
            <a:r>
              <a:rPr lang="en-IN" sz="2800"/>
              <a:t>Consider a program given below. Draw its control flow graph and data flow graph for each variable used in the program, and derive data flow testing paths with all the strategies discussed above.</a:t>
            </a:r>
            <a:endParaRPr sz="28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4"/>
          <p:cNvSpPr txBox="1"/>
          <p:nvPr>
            <p:ph idx="1" type="body"/>
          </p:nvPr>
        </p:nvSpPr>
        <p:spPr>
          <a:xfrm>
            <a:off x="1143000" y="-131618"/>
            <a:ext cx="7543800" cy="721821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40"/>
              <a:buNone/>
            </a:pPr>
            <a:r>
              <a:rPr lang="en-IN" sz="1800">
                <a:latin typeface="Arial"/>
                <a:ea typeface="Arial"/>
                <a:cs typeface="Arial"/>
                <a:sym typeface="Arial"/>
              </a:rPr>
              <a:t>        main()</a:t>
            </a:r>
            <a:endParaRPr/>
          </a:p>
          <a:p>
            <a:pPr indent="0" lvl="0" marL="0" rtl="0" algn="l">
              <a:lnSpc>
                <a:spcPct val="100000"/>
              </a:lnSpc>
              <a:spcBef>
                <a:spcPts val="600"/>
              </a:spcBef>
              <a:spcAft>
                <a:spcPts val="0"/>
              </a:spcAft>
              <a:buSzPts val="1440"/>
              <a:buNone/>
            </a:pPr>
            <a:r>
              <a:rPr lang="en-IN" sz="1800">
                <a:latin typeface="Arial"/>
                <a:ea typeface="Arial"/>
                <a:cs typeface="Arial"/>
                <a:sym typeface="Arial"/>
              </a:rPr>
              <a:t>         {</a:t>
            </a:r>
            <a:endParaRPr/>
          </a:p>
          <a:p>
            <a:pPr indent="0" lvl="0" marL="0" rtl="0" algn="l">
              <a:lnSpc>
                <a:spcPct val="100000"/>
              </a:lnSpc>
              <a:spcBef>
                <a:spcPts val="600"/>
              </a:spcBef>
              <a:spcAft>
                <a:spcPts val="0"/>
              </a:spcAft>
              <a:buSzPts val="1440"/>
              <a:buNone/>
            </a:pPr>
            <a:r>
              <a:rPr lang="en-IN" sz="1800">
                <a:latin typeface="Arial"/>
                <a:ea typeface="Arial"/>
                <a:cs typeface="Arial"/>
                <a:sym typeface="Arial"/>
              </a:rPr>
              <a:t>           int work;</a:t>
            </a:r>
            <a:endParaRPr/>
          </a:p>
          <a:p>
            <a:pPr indent="0" lvl="0" marL="0" rtl="0" algn="l">
              <a:lnSpc>
                <a:spcPct val="100000"/>
              </a:lnSpc>
              <a:spcBef>
                <a:spcPts val="600"/>
              </a:spcBef>
              <a:spcAft>
                <a:spcPts val="0"/>
              </a:spcAft>
              <a:buSzPts val="1440"/>
              <a:buNone/>
            </a:pPr>
            <a:r>
              <a:rPr lang="en-IN" sz="1800">
                <a:latin typeface="Arial"/>
                <a:ea typeface="Arial"/>
                <a:cs typeface="Arial"/>
                <a:sym typeface="Arial"/>
              </a:rPr>
              <a:t>0.         double payment =0;</a:t>
            </a:r>
            <a:endParaRPr/>
          </a:p>
          <a:p>
            <a:pPr indent="0" lvl="0" marL="0" rtl="0" algn="l">
              <a:lnSpc>
                <a:spcPct val="100000"/>
              </a:lnSpc>
              <a:spcBef>
                <a:spcPts val="600"/>
              </a:spcBef>
              <a:spcAft>
                <a:spcPts val="0"/>
              </a:spcAft>
              <a:buSzPts val="1440"/>
              <a:buNone/>
            </a:pPr>
            <a:r>
              <a:rPr lang="en-IN" sz="1800">
                <a:latin typeface="Arial"/>
                <a:ea typeface="Arial"/>
                <a:cs typeface="Arial"/>
                <a:sym typeface="Arial"/>
              </a:rPr>
              <a:t>1.         scanf(“%d”, work);</a:t>
            </a:r>
            <a:endParaRPr/>
          </a:p>
          <a:p>
            <a:pPr indent="0" lvl="0" marL="0" rtl="0" algn="l">
              <a:lnSpc>
                <a:spcPct val="100000"/>
              </a:lnSpc>
              <a:spcBef>
                <a:spcPts val="600"/>
              </a:spcBef>
              <a:spcAft>
                <a:spcPts val="0"/>
              </a:spcAft>
              <a:buSzPts val="1440"/>
              <a:buNone/>
            </a:pPr>
            <a:r>
              <a:rPr lang="en-IN" sz="1800">
                <a:latin typeface="Arial"/>
                <a:ea typeface="Arial"/>
                <a:cs typeface="Arial"/>
                <a:sym typeface="Arial"/>
              </a:rPr>
              <a:t>2.          if (work &gt; 0) {</a:t>
            </a:r>
            <a:endParaRPr/>
          </a:p>
          <a:p>
            <a:pPr indent="0" lvl="0" marL="0" rtl="0" algn="l">
              <a:lnSpc>
                <a:spcPct val="100000"/>
              </a:lnSpc>
              <a:spcBef>
                <a:spcPts val="600"/>
              </a:spcBef>
              <a:spcAft>
                <a:spcPts val="0"/>
              </a:spcAft>
              <a:buSzPts val="1440"/>
              <a:buNone/>
            </a:pPr>
            <a:r>
              <a:rPr lang="en-IN" sz="1800">
                <a:latin typeface="Arial"/>
                <a:ea typeface="Arial"/>
                <a:cs typeface="Arial"/>
                <a:sym typeface="Arial"/>
              </a:rPr>
              <a:t>3.          payment = 40;</a:t>
            </a:r>
            <a:endParaRPr/>
          </a:p>
          <a:p>
            <a:pPr indent="0" lvl="0" marL="0" rtl="0" algn="l">
              <a:lnSpc>
                <a:spcPct val="100000"/>
              </a:lnSpc>
              <a:spcBef>
                <a:spcPts val="600"/>
              </a:spcBef>
              <a:spcAft>
                <a:spcPts val="0"/>
              </a:spcAft>
              <a:buSzPts val="1440"/>
              <a:buNone/>
            </a:pPr>
            <a:r>
              <a:rPr lang="en-IN" sz="1800">
                <a:latin typeface="Arial"/>
                <a:ea typeface="Arial"/>
                <a:cs typeface="Arial"/>
                <a:sym typeface="Arial"/>
              </a:rPr>
              <a:t>4.         if (work &gt; 20)</a:t>
            </a:r>
            <a:endParaRPr/>
          </a:p>
          <a:p>
            <a:pPr indent="0" lvl="0" marL="0" rtl="0" algn="l">
              <a:lnSpc>
                <a:spcPct val="100000"/>
              </a:lnSpc>
              <a:spcBef>
                <a:spcPts val="600"/>
              </a:spcBef>
              <a:spcAft>
                <a:spcPts val="0"/>
              </a:spcAft>
              <a:buSzPts val="1440"/>
              <a:buNone/>
            </a:pPr>
            <a:r>
              <a:rPr lang="en-IN" sz="1800">
                <a:latin typeface="Arial"/>
                <a:ea typeface="Arial"/>
                <a:cs typeface="Arial"/>
                <a:sym typeface="Arial"/>
              </a:rPr>
              <a:t>5.          {</a:t>
            </a:r>
            <a:endParaRPr/>
          </a:p>
          <a:p>
            <a:pPr indent="0" lvl="0" marL="0" rtl="0" algn="l">
              <a:lnSpc>
                <a:spcPct val="100000"/>
              </a:lnSpc>
              <a:spcBef>
                <a:spcPts val="600"/>
              </a:spcBef>
              <a:spcAft>
                <a:spcPts val="0"/>
              </a:spcAft>
              <a:buSzPts val="1440"/>
              <a:buNone/>
            </a:pPr>
            <a:r>
              <a:rPr lang="en-IN" sz="1800">
                <a:latin typeface="Arial"/>
                <a:ea typeface="Arial"/>
                <a:cs typeface="Arial"/>
                <a:sym typeface="Arial"/>
              </a:rPr>
              <a:t>6.          if(work &lt;= 30)</a:t>
            </a:r>
            <a:endParaRPr/>
          </a:p>
          <a:p>
            <a:pPr indent="0" lvl="0" marL="0" rtl="0" algn="l">
              <a:lnSpc>
                <a:spcPct val="100000"/>
              </a:lnSpc>
              <a:spcBef>
                <a:spcPts val="600"/>
              </a:spcBef>
              <a:spcAft>
                <a:spcPts val="0"/>
              </a:spcAft>
              <a:buSzPts val="1440"/>
              <a:buNone/>
            </a:pPr>
            <a:r>
              <a:rPr lang="en-IN" sz="1800">
                <a:latin typeface="Arial"/>
                <a:ea typeface="Arial"/>
                <a:cs typeface="Arial"/>
                <a:sym typeface="Arial"/>
              </a:rPr>
              <a:t>7.          payment = payment + (work – 25) * 0.5;</a:t>
            </a:r>
            <a:endParaRPr/>
          </a:p>
          <a:p>
            <a:pPr indent="0" lvl="0" marL="0" rtl="0" algn="l">
              <a:lnSpc>
                <a:spcPct val="100000"/>
              </a:lnSpc>
              <a:spcBef>
                <a:spcPts val="600"/>
              </a:spcBef>
              <a:spcAft>
                <a:spcPts val="0"/>
              </a:spcAft>
              <a:buSzPts val="1440"/>
              <a:buNone/>
            </a:pPr>
            <a:r>
              <a:rPr lang="en-IN" sz="1800">
                <a:latin typeface="Arial"/>
                <a:ea typeface="Arial"/>
                <a:cs typeface="Arial"/>
                <a:sym typeface="Arial"/>
              </a:rPr>
              <a:t>8.           else</a:t>
            </a:r>
            <a:endParaRPr/>
          </a:p>
          <a:p>
            <a:pPr indent="0" lvl="0" marL="0" rtl="0" algn="l">
              <a:lnSpc>
                <a:spcPct val="100000"/>
              </a:lnSpc>
              <a:spcBef>
                <a:spcPts val="600"/>
              </a:spcBef>
              <a:spcAft>
                <a:spcPts val="0"/>
              </a:spcAft>
              <a:buSzPts val="1440"/>
              <a:buNone/>
            </a:pPr>
            <a:r>
              <a:rPr lang="en-IN" sz="1800">
                <a:latin typeface="Arial"/>
                <a:ea typeface="Arial"/>
                <a:cs typeface="Arial"/>
                <a:sym typeface="Arial"/>
              </a:rPr>
              <a:t>9.            {</a:t>
            </a:r>
            <a:endParaRPr/>
          </a:p>
          <a:p>
            <a:pPr indent="0" lvl="0" marL="0" rtl="0" algn="l">
              <a:lnSpc>
                <a:spcPct val="100000"/>
              </a:lnSpc>
              <a:spcBef>
                <a:spcPts val="600"/>
              </a:spcBef>
              <a:spcAft>
                <a:spcPts val="0"/>
              </a:spcAft>
              <a:buSzPts val="1440"/>
              <a:buNone/>
            </a:pPr>
            <a:r>
              <a:rPr lang="en-IN" sz="1800">
                <a:latin typeface="Arial"/>
                <a:ea typeface="Arial"/>
                <a:cs typeface="Arial"/>
                <a:sym typeface="Arial"/>
              </a:rPr>
              <a:t>10.           payment = payment + 50 + (work –30) * 0.1;</a:t>
            </a:r>
            <a:endParaRPr/>
          </a:p>
          <a:p>
            <a:pPr indent="0" lvl="0" marL="0" rtl="0" algn="l">
              <a:lnSpc>
                <a:spcPct val="100000"/>
              </a:lnSpc>
              <a:spcBef>
                <a:spcPts val="600"/>
              </a:spcBef>
              <a:spcAft>
                <a:spcPts val="0"/>
              </a:spcAft>
              <a:buSzPts val="1440"/>
              <a:buNone/>
            </a:pPr>
            <a:r>
              <a:rPr lang="en-IN" sz="1800">
                <a:latin typeface="Arial"/>
                <a:ea typeface="Arial"/>
                <a:cs typeface="Arial"/>
                <a:sym typeface="Arial"/>
              </a:rPr>
              <a:t>11.          if (payment &gt;= 3000)</a:t>
            </a:r>
            <a:endParaRPr/>
          </a:p>
          <a:p>
            <a:pPr indent="0" lvl="0" marL="0" rtl="0" algn="l">
              <a:lnSpc>
                <a:spcPct val="100000"/>
              </a:lnSpc>
              <a:spcBef>
                <a:spcPts val="600"/>
              </a:spcBef>
              <a:spcAft>
                <a:spcPts val="0"/>
              </a:spcAft>
              <a:buSzPts val="1440"/>
              <a:buNone/>
            </a:pPr>
            <a:r>
              <a:rPr lang="en-IN" sz="1800">
                <a:latin typeface="Arial"/>
                <a:ea typeface="Arial"/>
                <a:cs typeface="Arial"/>
                <a:sym typeface="Arial"/>
              </a:rPr>
              <a:t>12.          payment = payment * 0.9;</a:t>
            </a:r>
            <a:endParaRPr/>
          </a:p>
          <a:p>
            <a:pPr indent="0" lvl="0" marL="0" rtl="0" algn="l">
              <a:lnSpc>
                <a:spcPct val="100000"/>
              </a:lnSpc>
              <a:spcBef>
                <a:spcPts val="600"/>
              </a:spcBef>
              <a:spcAft>
                <a:spcPts val="0"/>
              </a:spcAft>
              <a:buSzPts val="1440"/>
              <a:buNone/>
            </a:pPr>
            <a:r>
              <a:rPr lang="en-IN" sz="1800">
                <a:latin typeface="Arial"/>
                <a:ea typeface="Arial"/>
                <a:cs typeface="Arial"/>
                <a:sym typeface="Arial"/>
              </a:rPr>
              <a:t>13.         }</a:t>
            </a:r>
            <a:endParaRPr/>
          </a:p>
          <a:p>
            <a:pPr indent="0" lvl="0" marL="0" rtl="0" algn="l">
              <a:lnSpc>
                <a:spcPct val="100000"/>
              </a:lnSpc>
              <a:spcBef>
                <a:spcPts val="600"/>
              </a:spcBef>
              <a:spcAft>
                <a:spcPts val="0"/>
              </a:spcAft>
              <a:buSzPts val="1440"/>
              <a:buNone/>
            </a:pPr>
            <a:r>
              <a:rPr lang="en-IN" sz="1800">
                <a:latin typeface="Arial"/>
                <a:ea typeface="Arial"/>
                <a:cs typeface="Arial"/>
                <a:sym typeface="Arial"/>
              </a:rPr>
              <a:t>14.          }</a:t>
            </a:r>
            <a:endParaRPr/>
          </a:p>
          <a:p>
            <a:pPr indent="0" lvl="0" marL="0" rtl="0" algn="l">
              <a:lnSpc>
                <a:spcPct val="100000"/>
              </a:lnSpc>
              <a:spcBef>
                <a:spcPts val="600"/>
              </a:spcBef>
              <a:spcAft>
                <a:spcPts val="0"/>
              </a:spcAft>
              <a:buSzPts val="1440"/>
              <a:buNone/>
            </a:pPr>
            <a:r>
              <a:rPr lang="en-IN" sz="1800">
                <a:latin typeface="Arial"/>
                <a:ea typeface="Arial"/>
                <a:cs typeface="Arial"/>
                <a:sym typeface="Arial"/>
              </a:rPr>
              <a:t>15.        }</a:t>
            </a:r>
            <a:endParaRPr/>
          </a:p>
          <a:p>
            <a:pPr indent="0" lvl="0" marL="0" rtl="0" algn="l">
              <a:lnSpc>
                <a:spcPct val="100000"/>
              </a:lnSpc>
              <a:spcBef>
                <a:spcPts val="600"/>
              </a:spcBef>
              <a:spcAft>
                <a:spcPts val="0"/>
              </a:spcAft>
              <a:buSzPts val="1440"/>
              <a:buNone/>
            </a:pPr>
            <a:r>
              <a:rPr lang="en-IN" sz="1800">
                <a:latin typeface="Arial"/>
                <a:ea typeface="Arial"/>
                <a:cs typeface="Arial"/>
                <a:sym typeface="Arial"/>
              </a:rPr>
              <a:t>16.          printf(“Final payment”, payment);</a:t>
            </a:r>
            <a:endParaRPr sz="1800">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pic>
        <p:nvPicPr>
          <p:cNvPr id="176" name="Google Shape;176;p25"/>
          <p:cNvPicPr preferRelativeResize="0"/>
          <p:nvPr/>
        </p:nvPicPr>
        <p:blipFill rotWithShape="1">
          <a:blip r:embed="rId3">
            <a:alphaModFix/>
          </a:blip>
          <a:srcRect b="0" l="0" r="0" t="0"/>
          <a:stretch/>
        </p:blipFill>
        <p:spPr>
          <a:xfrm>
            <a:off x="2376488" y="228600"/>
            <a:ext cx="4391025" cy="6248399"/>
          </a:xfrm>
          <a:prstGeom prst="rect">
            <a:avLst/>
          </a:prstGeom>
          <a:noFill/>
          <a:ln>
            <a:noFill/>
          </a:ln>
        </p:spPr>
      </p:pic>
      <p:sp>
        <p:nvSpPr>
          <p:cNvPr id="177" name="Google Shape;177;p25"/>
          <p:cNvSpPr/>
          <p:nvPr/>
        </p:nvSpPr>
        <p:spPr>
          <a:xfrm>
            <a:off x="832749" y="263462"/>
            <a:ext cx="2844240" cy="46166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IN" sz="2400" u="none" cap="none" strike="noStrike">
                <a:solidFill>
                  <a:srgbClr val="7030A0"/>
                </a:solidFill>
                <a:latin typeface="Gill Sans"/>
                <a:ea typeface="Gill Sans"/>
                <a:cs typeface="Gill Sans"/>
                <a:sym typeface="Gill Sans"/>
              </a:rPr>
              <a:t>CFG for the Example</a:t>
            </a:r>
            <a:endParaRPr sz="2400">
              <a:solidFill>
                <a:srgbClr val="7030A0"/>
              </a:solidFill>
              <a:latin typeface="Gill Sans"/>
              <a:ea typeface="Gill Sans"/>
              <a:cs typeface="Gill Sans"/>
              <a:sym typeface="Gill Sans"/>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pic>
        <p:nvPicPr>
          <p:cNvPr id="182" name="Google Shape;182;p26"/>
          <p:cNvPicPr preferRelativeResize="0"/>
          <p:nvPr/>
        </p:nvPicPr>
        <p:blipFill rotWithShape="1">
          <a:blip r:embed="rId3">
            <a:alphaModFix/>
          </a:blip>
          <a:srcRect b="0" l="0" r="0" t="0"/>
          <a:stretch/>
        </p:blipFill>
        <p:spPr>
          <a:xfrm>
            <a:off x="1143000" y="381000"/>
            <a:ext cx="6781800" cy="6172200"/>
          </a:xfrm>
          <a:prstGeom prst="rect">
            <a:avLst/>
          </a:prstGeom>
          <a:noFill/>
          <a:ln>
            <a:noFill/>
          </a:ln>
        </p:spPr>
      </p:pic>
      <p:sp>
        <p:nvSpPr>
          <p:cNvPr id="183" name="Google Shape;183;p26"/>
          <p:cNvSpPr/>
          <p:nvPr/>
        </p:nvSpPr>
        <p:spPr>
          <a:xfrm>
            <a:off x="727152" y="164021"/>
            <a:ext cx="3997248" cy="46166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IN" sz="2400">
                <a:solidFill>
                  <a:srgbClr val="7030A0"/>
                </a:solidFill>
                <a:latin typeface="Gill Sans"/>
                <a:ea typeface="Gill Sans"/>
                <a:cs typeface="Gill Sans"/>
                <a:sym typeface="Gill Sans"/>
              </a:rPr>
              <a:t>Data flow graph for ‘payment’</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pic>
        <p:nvPicPr>
          <p:cNvPr id="188" name="Google Shape;188;p27"/>
          <p:cNvPicPr preferRelativeResize="0"/>
          <p:nvPr/>
        </p:nvPicPr>
        <p:blipFill rotWithShape="1">
          <a:blip r:embed="rId3">
            <a:alphaModFix/>
          </a:blip>
          <a:srcRect b="0" l="0" r="0" t="0"/>
          <a:stretch/>
        </p:blipFill>
        <p:spPr>
          <a:xfrm>
            <a:off x="1600201" y="228600"/>
            <a:ext cx="5748338" cy="6248399"/>
          </a:xfrm>
          <a:prstGeom prst="rect">
            <a:avLst/>
          </a:prstGeom>
          <a:noFill/>
          <a:ln>
            <a:noFill/>
          </a:ln>
        </p:spPr>
      </p:pic>
      <p:sp>
        <p:nvSpPr>
          <p:cNvPr id="189" name="Google Shape;189;p27"/>
          <p:cNvSpPr txBox="1"/>
          <p:nvPr/>
        </p:nvSpPr>
        <p:spPr>
          <a:xfrm>
            <a:off x="1066800" y="152400"/>
            <a:ext cx="2708370"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2400">
                <a:solidFill>
                  <a:srgbClr val="7030A0"/>
                </a:solidFill>
                <a:latin typeface="Gill Sans"/>
                <a:ea typeface="Gill Sans"/>
                <a:cs typeface="Gill Sans"/>
                <a:sym typeface="Gill Sans"/>
              </a:rPr>
              <a:t>Data flow graph for </a:t>
            </a:r>
            <a:endParaRPr sz="2400">
              <a:solidFill>
                <a:srgbClr val="7030A0"/>
              </a:solidFill>
              <a:latin typeface="Gill Sans"/>
              <a:ea typeface="Gill Sans"/>
              <a:cs typeface="Gill Sans"/>
              <a:sym typeface="Gill Sans"/>
            </a:endParaRPr>
          </a:p>
          <a:p>
            <a:pPr indent="0" lvl="0" marL="0" marR="0" rtl="0" algn="l">
              <a:spcBef>
                <a:spcPts val="0"/>
              </a:spcBef>
              <a:spcAft>
                <a:spcPts val="0"/>
              </a:spcAft>
              <a:buNone/>
            </a:pPr>
            <a:r>
              <a:rPr lang="en-IN" sz="2400">
                <a:solidFill>
                  <a:srgbClr val="7030A0"/>
                </a:solidFill>
                <a:latin typeface="Gill Sans"/>
                <a:ea typeface="Gill Sans"/>
                <a:cs typeface="Gill Sans"/>
                <a:sym typeface="Gill Sans"/>
              </a:rPr>
              <a:t>variable ‘work’</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28"/>
          <p:cNvSpPr txBox="1"/>
          <p:nvPr>
            <p:ph idx="1" type="body"/>
          </p:nvPr>
        </p:nvSpPr>
        <p:spPr>
          <a:xfrm>
            <a:off x="1066800" y="1295400"/>
            <a:ext cx="7498080" cy="4800600"/>
          </a:xfrm>
          <a:prstGeom prst="rect">
            <a:avLst/>
          </a:prstGeom>
          <a:noFill/>
          <a:ln>
            <a:noFill/>
          </a:ln>
        </p:spPr>
        <p:txBody>
          <a:bodyPr anchorCtr="0" anchor="t" bIns="45700" lIns="91425" spcFirstLastPara="1" rIns="91425" wrap="square" tIns="45700">
            <a:normAutofit/>
          </a:bodyPr>
          <a:lstStyle/>
          <a:p>
            <a:pPr indent="-283464" lvl="0" marL="365760" rtl="0" algn="just">
              <a:lnSpc>
                <a:spcPct val="100000"/>
              </a:lnSpc>
              <a:spcBef>
                <a:spcPts val="0"/>
              </a:spcBef>
              <a:spcAft>
                <a:spcPts val="0"/>
              </a:spcAft>
              <a:buSzPts val="2240"/>
              <a:buChar char="⚫"/>
            </a:pPr>
            <a:r>
              <a:rPr lang="en-IN" sz="2800"/>
              <a:t>Prepare a list of all the definition nodes and usage nodes for all the variables in the program.</a:t>
            </a:r>
            <a:endParaRPr/>
          </a:p>
          <a:p>
            <a:pPr indent="-141223" lvl="0" marL="365760" rtl="0" algn="just">
              <a:lnSpc>
                <a:spcPct val="100000"/>
              </a:lnSpc>
              <a:spcBef>
                <a:spcPts val="600"/>
              </a:spcBef>
              <a:spcAft>
                <a:spcPts val="0"/>
              </a:spcAft>
              <a:buSzPts val="2240"/>
              <a:buNone/>
            </a:pPr>
            <a:r>
              <a:t/>
            </a:r>
            <a:endParaRPr sz="2800"/>
          </a:p>
        </p:txBody>
      </p:sp>
      <p:graphicFrame>
        <p:nvGraphicFramePr>
          <p:cNvPr id="195" name="Google Shape;195;p28"/>
          <p:cNvGraphicFramePr/>
          <p:nvPr/>
        </p:nvGraphicFramePr>
        <p:xfrm>
          <a:off x="1143000" y="3276600"/>
          <a:ext cx="3000000" cy="3000000"/>
        </p:xfrm>
        <a:graphic>
          <a:graphicData uri="http://schemas.openxmlformats.org/drawingml/2006/table">
            <a:tbl>
              <a:tblPr bandRow="1" firstCol="1" firstRow="1">
                <a:noFill/>
                <a:tableStyleId>{7E638865-AEAA-4C41-8C01-0FDAE4FD435B}</a:tableStyleId>
              </a:tblPr>
              <a:tblGrid>
                <a:gridCol w="2412475"/>
                <a:gridCol w="2413250"/>
                <a:gridCol w="2413250"/>
              </a:tblGrid>
              <a:tr h="510475">
                <a:tc>
                  <a:txBody>
                    <a:bodyPr/>
                    <a:lstStyle/>
                    <a:p>
                      <a:pPr indent="0" lvl="0" marL="0" marR="0" rtl="0" algn="ctr">
                        <a:lnSpc>
                          <a:spcPct val="115000"/>
                        </a:lnSpc>
                        <a:spcBef>
                          <a:spcPts val="0"/>
                        </a:spcBef>
                        <a:spcAft>
                          <a:spcPts val="0"/>
                        </a:spcAft>
                        <a:buNone/>
                      </a:pPr>
                      <a:r>
                        <a:rPr lang="en-IN" sz="2400" u="none" cap="none" strike="noStrike">
                          <a:solidFill>
                            <a:srgbClr val="C00000"/>
                          </a:solidFill>
                          <a:latin typeface="Calibri"/>
                          <a:ea typeface="Calibri"/>
                          <a:cs typeface="Calibri"/>
                          <a:sym typeface="Calibri"/>
                        </a:rPr>
                        <a:t>Variable</a:t>
                      </a:r>
                      <a:endParaRPr b="1" sz="2400" u="none" cap="none" strike="noStrike">
                        <a:solidFill>
                          <a:srgbClr val="C00000"/>
                        </a:solidFill>
                        <a:latin typeface="Calibri"/>
                        <a:ea typeface="Calibri"/>
                        <a:cs typeface="Calibri"/>
                        <a:sym typeface="Calibri"/>
                      </a:endParaRPr>
                    </a:p>
                  </a:txBody>
                  <a:tcPr marT="0" marB="0" marR="68575" marL="68575"/>
                </a:tc>
                <a:tc>
                  <a:txBody>
                    <a:bodyPr/>
                    <a:lstStyle/>
                    <a:p>
                      <a:pPr indent="0" lvl="0" marL="0" marR="0" rtl="0" algn="ctr">
                        <a:lnSpc>
                          <a:spcPct val="115000"/>
                        </a:lnSpc>
                        <a:spcBef>
                          <a:spcPts val="0"/>
                        </a:spcBef>
                        <a:spcAft>
                          <a:spcPts val="0"/>
                        </a:spcAft>
                        <a:buNone/>
                      </a:pPr>
                      <a:r>
                        <a:rPr lang="en-IN" sz="2400" u="none" cap="none" strike="noStrike">
                          <a:solidFill>
                            <a:srgbClr val="C00000"/>
                          </a:solidFill>
                          <a:latin typeface="Calibri"/>
                          <a:ea typeface="Calibri"/>
                          <a:cs typeface="Calibri"/>
                          <a:sym typeface="Calibri"/>
                        </a:rPr>
                        <a:t> Defined At </a:t>
                      </a:r>
                      <a:endParaRPr b="1" sz="2400" u="none" cap="none" strike="noStrike">
                        <a:solidFill>
                          <a:srgbClr val="C00000"/>
                        </a:solidFill>
                        <a:latin typeface="Calibri"/>
                        <a:ea typeface="Calibri"/>
                        <a:cs typeface="Calibri"/>
                        <a:sym typeface="Calibri"/>
                      </a:endParaRPr>
                    </a:p>
                  </a:txBody>
                  <a:tcPr marT="0" marB="0" marR="68575" marL="68575"/>
                </a:tc>
                <a:tc>
                  <a:txBody>
                    <a:bodyPr/>
                    <a:lstStyle/>
                    <a:p>
                      <a:pPr indent="0" lvl="0" marL="0" marR="0" rtl="0" algn="ctr">
                        <a:lnSpc>
                          <a:spcPct val="115000"/>
                        </a:lnSpc>
                        <a:spcBef>
                          <a:spcPts val="0"/>
                        </a:spcBef>
                        <a:spcAft>
                          <a:spcPts val="0"/>
                        </a:spcAft>
                        <a:buNone/>
                      </a:pPr>
                      <a:r>
                        <a:rPr lang="en-IN" sz="2400" u="none" cap="none" strike="noStrike">
                          <a:solidFill>
                            <a:srgbClr val="C00000"/>
                          </a:solidFill>
                          <a:latin typeface="Calibri"/>
                          <a:ea typeface="Calibri"/>
                          <a:cs typeface="Calibri"/>
                          <a:sym typeface="Calibri"/>
                        </a:rPr>
                        <a:t>Used At</a:t>
                      </a:r>
                      <a:endParaRPr b="1" sz="2400" u="none" cap="none" strike="noStrike">
                        <a:solidFill>
                          <a:srgbClr val="C00000"/>
                        </a:solidFill>
                        <a:latin typeface="Calibri"/>
                        <a:ea typeface="Calibri"/>
                        <a:cs typeface="Calibri"/>
                        <a:sym typeface="Calibri"/>
                      </a:endParaRPr>
                    </a:p>
                  </a:txBody>
                  <a:tcPr marT="0" marB="0" marR="68575" marL="68575"/>
                </a:tc>
              </a:tr>
              <a:tr h="510475">
                <a:tc>
                  <a:txBody>
                    <a:bodyPr/>
                    <a:lstStyle/>
                    <a:p>
                      <a:pPr indent="0" lvl="0" marL="0" marR="0" rtl="0" algn="ctr">
                        <a:lnSpc>
                          <a:spcPct val="115000"/>
                        </a:lnSpc>
                        <a:spcBef>
                          <a:spcPts val="0"/>
                        </a:spcBef>
                        <a:spcAft>
                          <a:spcPts val="0"/>
                        </a:spcAft>
                        <a:buNone/>
                      </a:pPr>
                      <a:r>
                        <a:rPr b="0" lang="en-IN" sz="2400" u="none" cap="none" strike="noStrike">
                          <a:latin typeface="Calibri"/>
                          <a:ea typeface="Calibri"/>
                          <a:cs typeface="Calibri"/>
                          <a:sym typeface="Calibri"/>
                        </a:rPr>
                        <a:t>Payment </a:t>
                      </a:r>
                      <a:endParaRPr b="0" sz="2400" u="none" cap="none" strike="noStrike">
                        <a:latin typeface="Calibri"/>
                        <a:ea typeface="Calibri"/>
                        <a:cs typeface="Calibri"/>
                        <a:sym typeface="Calibri"/>
                      </a:endParaRPr>
                    </a:p>
                  </a:txBody>
                  <a:tcPr marT="0" marB="0" marR="68575" marL="68575"/>
                </a:tc>
                <a:tc>
                  <a:txBody>
                    <a:bodyPr/>
                    <a:lstStyle/>
                    <a:p>
                      <a:pPr indent="0" lvl="0" marL="0" marR="0" rtl="0" algn="ctr">
                        <a:lnSpc>
                          <a:spcPct val="115000"/>
                        </a:lnSpc>
                        <a:spcBef>
                          <a:spcPts val="0"/>
                        </a:spcBef>
                        <a:spcAft>
                          <a:spcPts val="0"/>
                        </a:spcAft>
                        <a:buNone/>
                      </a:pPr>
                      <a:r>
                        <a:rPr lang="en-IN" sz="2400" u="none" cap="none" strike="noStrike">
                          <a:latin typeface="Calibri"/>
                          <a:ea typeface="Calibri"/>
                          <a:cs typeface="Calibri"/>
                          <a:sym typeface="Calibri"/>
                        </a:rPr>
                        <a:t>0,3,7,10,12</a:t>
                      </a:r>
                      <a:endParaRPr sz="2400" u="none" cap="none" strike="noStrike">
                        <a:latin typeface="Calibri"/>
                        <a:ea typeface="Calibri"/>
                        <a:cs typeface="Calibri"/>
                        <a:sym typeface="Calibri"/>
                      </a:endParaRPr>
                    </a:p>
                  </a:txBody>
                  <a:tcPr marT="0" marB="0" marR="68575" marL="68575"/>
                </a:tc>
                <a:tc>
                  <a:txBody>
                    <a:bodyPr/>
                    <a:lstStyle/>
                    <a:p>
                      <a:pPr indent="0" lvl="0" marL="0" marR="0" rtl="0" algn="ctr">
                        <a:lnSpc>
                          <a:spcPct val="115000"/>
                        </a:lnSpc>
                        <a:spcBef>
                          <a:spcPts val="0"/>
                        </a:spcBef>
                        <a:spcAft>
                          <a:spcPts val="0"/>
                        </a:spcAft>
                        <a:buNone/>
                      </a:pPr>
                      <a:r>
                        <a:rPr lang="en-IN" sz="2400" u="none" cap="none" strike="noStrike">
                          <a:latin typeface="Calibri"/>
                          <a:ea typeface="Calibri"/>
                          <a:cs typeface="Calibri"/>
                          <a:sym typeface="Calibri"/>
                        </a:rPr>
                        <a:t> 7,10,11,12,16</a:t>
                      </a:r>
                      <a:endParaRPr sz="2400" u="none" cap="none" strike="noStrike">
                        <a:latin typeface="Calibri"/>
                        <a:ea typeface="Calibri"/>
                        <a:cs typeface="Calibri"/>
                        <a:sym typeface="Calibri"/>
                      </a:endParaRPr>
                    </a:p>
                  </a:txBody>
                  <a:tcPr marT="0" marB="0" marR="68575" marL="68575"/>
                </a:tc>
              </a:tr>
              <a:tr h="510475">
                <a:tc>
                  <a:txBody>
                    <a:bodyPr/>
                    <a:lstStyle/>
                    <a:p>
                      <a:pPr indent="0" lvl="0" marL="0" marR="0" rtl="0" algn="ctr">
                        <a:lnSpc>
                          <a:spcPct val="115000"/>
                        </a:lnSpc>
                        <a:spcBef>
                          <a:spcPts val="0"/>
                        </a:spcBef>
                        <a:spcAft>
                          <a:spcPts val="0"/>
                        </a:spcAft>
                        <a:buNone/>
                      </a:pPr>
                      <a:r>
                        <a:rPr b="0" lang="en-IN" sz="2400" u="none" cap="none" strike="noStrike">
                          <a:latin typeface="Calibri"/>
                          <a:ea typeface="Calibri"/>
                          <a:cs typeface="Calibri"/>
                          <a:sym typeface="Calibri"/>
                        </a:rPr>
                        <a:t>Work </a:t>
                      </a:r>
                      <a:endParaRPr b="0" sz="2400" u="none" cap="none" strike="noStrike">
                        <a:latin typeface="Calibri"/>
                        <a:ea typeface="Calibri"/>
                        <a:cs typeface="Calibri"/>
                        <a:sym typeface="Calibri"/>
                      </a:endParaRPr>
                    </a:p>
                  </a:txBody>
                  <a:tcPr marT="0" marB="0" marR="68575" marL="68575"/>
                </a:tc>
                <a:tc>
                  <a:txBody>
                    <a:bodyPr/>
                    <a:lstStyle/>
                    <a:p>
                      <a:pPr indent="0" lvl="0" marL="0" marR="0" rtl="0" algn="ctr">
                        <a:lnSpc>
                          <a:spcPct val="115000"/>
                        </a:lnSpc>
                        <a:spcBef>
                          <a:spcPts val="0"/>
                        </a:spcBef>
                        <a:spcAft>
                          <a:spcPts val="0"/>
                        </a:spcAft>
                        <a:buNone/>
                      </a:pPr>
                      <a:r>
                        <a:rPr lang="en-IN" sz="2400" u="none" cap="none" strike="noStrike">
                          <a:latin typeface="Calibri"/>
                          <a:ea typeface="Calibri"/>
                          <a:cs typeface="Calibri"/>
                          <a:sym typeface="Calibri"/>
                        </a:rPr>
                        <a:t>1</a:t>
                      </a:r>
                      <a:endParaRPr sz="2400" u="none" cap="none" strike="noStrike">
                        <a:latin typeface="Calibri"/>
                        <a:ea typeface="Calibri"/>
                        <a:cs typeface="Calibri"/>
                        <a:sym typeface="Calibri"/>
                      </a:endParaRPr>
                    </a:p>
                  </a:txBody>
                  <a:tcPr marT="0" marB="0" marR="68575" marL="68575"/>
                </a:tc>
                <a:tc>
                  <a:txBody>
                    <a:bodyPr/>
                    <a:lstStyle/>
                    <a:p>
                      <a:pPr indent="0" lvl="0" marL="0" marR="0" rtl="0" algn="ctr">
                        <a:lnSpc>
                          <a:spcPct val="115000"/>
                        </a:lnSpc>
                        <a:spcBef>
                          <a:spcPts val="0"/>
                        </a:spcBef>
                        <a:spcAft>
                          <a:spcPts val="0"/>
                        </a:spcAft>
                        <a:buNone/>
                      </a:pPr>
                      <a:r>
                        <a:rPr lang="en-IN" sz="2400" u="none" cap="none" strike="noStrike">
                          <a:latin typeface="Calibri"/>
                          <a:ea typeface="Calibri"/>
                          <a:cs typeface="Calibri"/>
                          <a:sym typeface="Calibri"/>
                        </a:rPr>
                        <a:t> 2,4,6,7,10</a:t>
                      </a:r>
                      <a:endParaRPr sz="2400" u="none" cap="none" strike="noStrike">
                        <a:latin typeface="Calibri"/>
                        <a:ea typeface="Calibri"/>
                        <a:cs typeface="Calibri"/>
                        <a:sym typeface="Calibri"/>
                      </a:endParaRPr>
                    </a:p>
                  </a:txBody>
                  <a:tcPr marT="0" marB="0" marR="68575" marL="68575"/>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graphicFrame>
        <p:nvGraphicFramePr>
          <p:cNvPr id="200" name="Google Shape;200;p29"/>
          <p:cNvGraphicFramePr/>
          <p:nvPr/>
        </p:nvGraphicFramePr>
        <p:xfrm>
          <a:off x="152399" y="0"/>
          <a:ext cx="3000000" cy="3000000"/>
        </p:xfrm>
        <a:graphic>
          <a:graphicData uri="http://schemas.openxmlformats.org/drawingml/2006/table">
            <a:tbl>
              <a:tblPr bandRow="1" firstCol="1" firstRow="1">
                <a:noFill/>
                <a:tableStyleId>{85A0B8D9-517C-4A9B-A977-6340FA60155C}</a:tableStyleId>
              </a:tblPr>
              <a:tblGrid>
                <a:gridCol w="3383075"/>
                <a:gridCol w="2689975"/>
                <a:gridCol w="2689975"/>
              </a:tblGrid>
              <a:tr h="407875">
                <a:tc>
                  <a:txBody>
                    <a:bodyPr/>
                    <a:lstStyle/>
                    <a:p>
                      <a:pPr indent="0" lvl="0" marL="0" marR="0" rtl="0" algn="l">
                        <a:lnSpc>
                          <a:spcPct val="115000"/>
                        </a:lnSpc>
                        <a:spcBef>
                          <a:spcPts val="0"/>
                        </a:spcBef>
                        <a:spcAft>
                          <a:spcPts val="0"/>
                        </a:spcAft>
                        <a:buNone/>
                      </a:pPr>
                      <a:r>
                        <a:rPr lang="en-IN" sz="2400" u="none" cap="none" strike="noStrike">
                          <a:latin typeface="Calibri"/>
                          <a:ea typeface="Calibri"/>
                          <a:cs typeface="Calibri"/>
                          <a:sym typeface="Calibri"/>
                        </a:rPr>
                        <a:t>Strategy		</a:t>
                      </a:r>
                      <a:endParaRPr sz="2400" u="none" cap="none" strike="noStrike">
                        <a:latin typeface="Calibri"/>
                        <a:ea typeface="Calibri"/>
                        <a:cs typeface="Calibri"/>
                        <a:sym typeface="Calibri"/>
                      </a:endParaRPr>
                    </a:p>
                  </a:txBody>
                  <a:tcPr marT="0" marB="0" marR="67075" marL="67075"/>
                </a:tc>
                <a:tc>
                  <a:txBody>
                    <a:bodyPr/>
                    <a:lstStyle/>
                    <a:p>
                      <a:pPr indent="0" lvl="0" marL="0" marR="0" rtl="0" algn="l">
                        <a:lnSpc>
                          <a:spcPct val="115000"/>
                        </a:lnSpc>
                        <a:spcBef>
                          <a:spcPts val="0"/>
                        </a:spcBef>
                        <a:spcAft>
                          <a:spcPts val="0"/>
                        </a:spcAft>
                        <a:buNone/>
                      </a:pPr>
                      <a:r>
                        <a:rPr lang="en-IN" sz="2400" u="none" cap="none" strike="noStrike">
                          <a:latin typeface="Calibri"/>
                          <a:ea typeface="Calibri"/>
                          <a:cs typeface="Calibri"/>
                          <a:sym typeface="Calibri"/>
                        </a:rPr>
                        <a:t>Payment</a:t>
                      </a:r>
                      <a:endParaRPr sz="2400" u="none" cap="none" strike="noStrike">
                        <a:latin typeface="Calibri"/>
                        <a:ea typeface="Calibri"/>
                        <a:cs typeface="Calibri"/>
                        <a:sym typeface="Calibri"/>
                      </a:endParaRPr>
                    </a:p>
                  </a:txBody>
                  <a:tcPr marT="0" marB="0" marR="67075" marL="67075"/>
                </a:tc>
                <a:tc>
                  <a:txBody>
                    <a:bodyPr/>
                    <a:lstStyle/>
                    <a:p>
                      <a:pPr indent="0" lvl="0" marL="0" marR="0" rtl="0" algn="l">
                        <a:lnSpc>
                          <a:spcPct val="115000"/>
                        </a:lnSpc>
                        <a:spcBef>
                          <a:spcPts val="0"/>
                        </a:spcBef>
                        <a:spcAft>
                          <a:spcPts val="0"/>
                        </a:spcAft>
                        <a:buNone/>
                      </a:pPr>
                      <a:r>
                        <a:rPr lang="en-IN" sz="2400" u="none" cap="none" strike="noStrike">
                          <a:latin typeface="Calibri"/>
                          <a:ea typeface="Calibri"/>
                          <a:cs typeface="Calibri"/>
                          <a:sym typeface="Calibri"/>
                        </a:rPr>
                        <a:t>Work</a:t>
                      </a:r>
                      <a:endParaRPr sz="2400" u="none" cap="none" strike="noStrike">
                        <a:latin typeface="Calibri"/>
                        <a:ea typeface="Calibri"/>
                        <a:cs typeface="Calibri"/>
                        <a:sym typeface="Calibri"/>
                      </a:endParaRPr>
                    </a:p>
                  </a:txBody>
                  <a:tcPr marT="0" marB="0" marR="67075" marL="67075"/>
                </a:tc>
              </a:tr>
              <a:tr h="305900">
                <a:tc>
                  <a:txBody>
                    <a:bodyPr/>
                    <a:lstStyle/>
                    <a:p>
                      <a:pPr indent="0" lvl="0" marL="0" marR="0" rtl="0" algn="l">
                        <a:lnSpc>
                          <a:spcPct val="115000"/>
                        </a:lnSpc>
                        <a:spcBef>
                          <a:spcPts val="0"/>
                        </a:spcBef>
                        <a:spcAft>
                          <a:spcPts val="0"/>
                        </a:spcAft>
                        <a:buNone/>
                      </a:pPr>
                      <a:r>
                        <a:rPr lang="en-IN" sz="1800" u="none" cap="none" strike="noStrike">
                          <a:solidFill>
                            <a:srgbClr val="C00000"/>
                          </a:solidFill>
                          <a:latin typeface="Calibri"/>
                          <a:ea typeface="Calibri"/>
                          <a:cs typeface="Calibri"/>
                          <a:sym typeface="Calibri"/>
                        </a:rPr>
                        <a:t>All Uses(AU) 	</a:t>
                      </a:r>
                      <a:endParaRPr sz="1800" u="none" cap="none" strike="noStrike">
                        <a:solidFill>
                          <a:srgbClr val="C00000"/>
                        </a:solidFill>
                        <a:latin typeface="Calibri"/>
                        <a:ea typeface="Calibri"/>
                        <a:cs typeface="Calibri"/>
                        <a:sym typeface="Calibri"/>
                      </a:endParaRPr>
                    </a:p>
                  </a:txBody>
                  <a:tcPr marT="0" marB="0" marR="67075" marL="67075"/>
                </a:tc>
                <a:tc>
                  <a:txBody>
                    <a:bodyPr/>
                    <a:lstStyle/>
                    <a:p>
                      <a:pPr indent="0" lvl="0" marL="0" marR="0" rtl="0" algn="l">
                        <a:lnSpc>
                          <a:spcPct val="115000"/>
                        </a:lnSpc>
                        <a:spcBef>
                          <a:spcPts val="0"/>
                        </a:spcBef>
                        <a:spcAft>
                          <a:spcPts val="0"/>
                        </a:spcAft>
                        <a:buNone/>
                      </a:pPr>
                      <a:r>
                        <a:rPr lang="en-IN" sz="1800" u="none" cap="none" strike="noStrike">
                          <a:solidFill>
                            <a:srgbClr val="C00000"/>
                          </a:solidFill>
                          <a:latin typeface="Calibri"/>
                          <a:ea typeface="Calibri"/>
                          <a:cs typeface="Calibri"/>
                          <a:sym typeface="Calibri"/>
                        </a:rPr>
                        <a:t>3-4-5-6-7</a:t>
                      </a:r>
                      <a:endParaRPr sz="1800" u="none" cap="none" strike="noStrike">
                        <a:solidFill>
                          <a:srgbClr val="C00000"/>
                        </a:solidFill>
                        <a:latin typeface="Calibri"/>
                        <a:ea typeface="Calibri"/>
                        <a:cs typeface="Calibri"/>
                        <a:sym typeface="Calibri"/>
                      </a:endParaRPr>
                    </a:p>
                  </a:txBody>
                  <a:tcPr marT="0" marB="0" marR="67075" marL="67075"/>
                </a:tc>
                <a:tc>
                  <a:txBody>
                    <a:bodyPr/>
                    <a:lstStyle/>
                    <a:p>
                      <a:pPr indent="0" lvl="0" marL="0" marR="0" rtl="0" algn="l">
                        <a:lnSpc>
                          <a:spcPct val="115000"/>
                        </a:lnSpc>
                        <a:spcBef>
                          <a:spcPts val="0"/>
                        </a:spcBef>
                        <a:spcAft>
                          <a:spcPts val="0"/>
                        </a:spcAft>
                        <a:buNone/>
                      </a:pPr>
                      <a:r>
                        <a:rPr lang="en-IN" sz="1800" u="none" cap="none" strike="noStrike">
                          <a:solidFill>
                            <a:srgbClr val="C00000"/>
                          </a:solidFill>
                          <a:latin typeface="Calibri"/>
                          <a:ea typeface="Calibri"/>
                          <a:cs typeface="Calibri"/>
                          <a:sym typeface="Calibri"/>
                        </a:rPr>
                        <a:t>1-2</a:t>
                      </a:r>
                      <a:endParaRPr sz="1800" u="none" cap="none" strike="noStrike">
                        <a:solidFill>
                          <a:srgbClr val="C00000"/>
                        </a:solidFill>
                        <a:latin typeface="Calibri"/>
                        <a:ea typeface="Calibri"/>
                        <a:cs typeface="Calibri"/>
                        <a:sym typeface="Calibri"/>
                      </a:endParaRPr>
                    </a:p>
                  </a:txBody>
                  <a:tcPr marT="0" marB="0" marR="67075" marL="67075"/>
                </a:tc>
              </a:tr>
              <a:tr h="305900">
                <a:tc>
                  <a:txBody>
                    <a:bodyPr/>
                    <a:lstStyle/>
                    <a:p>
                      <a:pPr indent="0" lvl="0" marL="0" marR="0" rtl="0" algn="l">
                        <a:lnSpc>
                          <a:spcPct val="115000"/>
                        </a:lnSpc>
                        <a:spcBef>
                          <a:spcPts val="0"/>
                        </a:spcBef>
                        <a:spcAft>
                          <a:spcPts val="0"/>
                        </a:spcAft>
                        <a:buNone/>
                      </a:pPr>
                      <a:r>
                        <a:rPr lang="en-IN" sz="1800" u="none" cap="none" strike="noStrike">
                          <a:solidFill>
                            <a:srgbClr val="C00000"/>
                          </a:solidFill>
                          <a:latin typeface="Calibri"/>
                          <a:ea typeface="Calibri"/>
                          <a:cs typeface="Calibri"/>
                          <a:sym typeface="Calibri"/>
                        </a:rPr>
                        <a:t> </a:t>
                      </a:r>
                      <a:endParaRPr sz="1800" u="none" cap="none" strike="noStrike">
                        <a:solidFill>
                          <a:srgbClr val="C00000"/>
                        </a:solidFill>
                        <a:latin typeface="Calibri"/>
                        <a:ea typeface="Calibri"/>
                        <a:cs typeface="Calibri"/>
                        <a:sym typeface="Calibri"/>
                      </a:endParaRPr>
                    </a:p>
                  </a:txBody>
                  <a:tcPr marT="0" marB="0" marR="67075" marL="67075"/>
                </a:tc>
                <a:tc>
                  <a:txBody>
                    <a:bodyPr/>
                    <a:lstStyle/>
                    <a:p>
                      <a:pPr indent="0" lvl="0" marL="0" marR="0" rtl="0" algn="l">
                        <a:lnSpc>
                          <a:spcPct val="115000"/>
                        </a:lnSpc>
                        <a:spcBef>
                          <a:spcPts val="0"/>
                        </a:spcBef>
                        <a:spcAft>
                          <a:spcPts val="0"/>
                        </a:spcAft>
                        <a:buNone/>
                      </a:pPr>
                      <a:r>
                        <a:rPr lang="en-IN" sz="1800" u="none" cap="none" strike="noStrike">
                          <a:solidFill>
                            <a:srgbClr val="C00000"/>
                          </a:solidFill>
                          <a:latin typeface="Calibri"/>
                          <a:ea typeface="Calibri"/>
                          <a:cs typeface="Calibri"/>
                          <a:sym typeface="Calibri"/>
                        </a:rPr>
                        <a:t>10-11</a:t>
                      </a:r>
                      <a:endParaRPr sz="1800" u="none" cap="none" strike="noStrike">
                        <a:solidFill>
                          <a:srgbClr val="C00000"/>
                        </a:solidFill>
                        <a:latin typeface="Calibri"/>
                        <a:ea typeface="Calibri"/>
                        <a:cs typeface="Calibri"/>
                        <a:sym typeface="Calibri"/>
                      </a:endParaRPr>
                    </a:p>
                  </a:txBody>
                  <a:tcPr marT="0" marB="0" marR="67075" marL="67075"/>
                </a:tc>
                <a:tc>
                  <a:txBody>
                    <a:bodyPr/>
                    <a:lstStyle/>
                    <a:p>
                      <a:pPr indent="0" lvl="0" marL="0" marR="0" rtl="0" algn="l">
                        <a:lnSpc>
                          <a:spcPct val="115000"/>
                        </a:lnSpc>
                        <a:spcBef>
                          <a:spcPts val="0"/>
                        </a:spcBef>
                        <a:spcAft>
                          <a:spcPts val="0"/>
                        </a:spcAft>
                        <a:buNone/>
                      </a:pPr>
                      <a:r>
                        <a:rPr lang="en-IN" sz="1800" u="none" cap="none" strike="noStrike">
                          <a:solidFill>
                            <a:srgbClr val="C00000"/>
                          </a:solidFill>
                          <a:latin typeface="Calibri"/>
                          <a:ea typeface="Calibri"/>
                          <a:cs typeface="Calibri"/>
                          <a:sym typeface="Calibri"/>
                        </a:rPr>
                        <a:t>1-2-3-4</a:t>
                      </a:r>
                      <a:endParaRPr sz="1800" u="none" cap="none" strike="noStrike">
                        <a:solidFill>
                          <a:srgbClr val="C00000"/>
                        </a:solidFill>
                        <a:latin typeface="Calibri"/>
                        <a:ea typeface="Calibri"/>
                        <a:cs typeface="Calibri"/>
                        <a:sym typeface="Calibri"/>
                      </a:endParaRPr>
                    </a:p>
                  </a:txBody>
                  <a:tcPr marT="0" marB="0" marR="67075" marL="67075"/>
                </a:tc>
              </a:tr>
              <a:tr h="305900">
                <a:tc>
                  <a:txBody>
                    <a:bodyPr/>
                    <a:lstStyle/>
                    <a:p>
                      <a:pPr indent="0" lvl="0" marL="0" marR="0" rtl="0" algn="l">
                        <a:lnSpc>
                          <a:spcPct val="115000"/>
                        </a:lnSpc>
                        <a:spcBef>
                          <a:spcPts val="0"/>
                        </a:spcBef>
                        <a:spcAft>
                          <a:spcPts val="0"/>
                        </a:spcAft>
                        <a:buNone/>
                      </a:pPr>
                      <a:r>
                        <a:rPr lang="en-IN" sz="1800" u="none" cap="none" strike="noStrike">
                          <a:solidFill>
                            <a:srgbClr val="C00000"/>
                          </a:solidFill>
                          <a:latin typeface="Calibri"/>
                          <a:ea typeface="Calibri"/>
                          <a:cs typeface="Calibri"/>
                          <a:sym typeface="Calibri"/>
                        </a:rPr>
                        <a:t> </a:t>
                      </a:r>
                      <a:endParaRPr sz="1800" u="none" cap="none" strike="noStrike">
                        <a:solidFill>
                          <a:srgbClr val="C00000"/>
                        </a:solidFill>
                        <a:latin typeface="Calibri"/>
                        <a:ea typeface="Calibri"/>
                        <a:cs typeface="Calibri"/>
                        <a:sym typeface="Calibri"/>
                      </a:endParaRPr>
                    </a:p>
                  </a:txBody>
                  <a:tcPr marT="0" marB="0" marR="67075" marL="67075"/>
                </a:tc>
                <a:tc>
                  <a:txBody>
                    <a:bodyPr/>
                    <a:lstStyle/>
                    <a:p>
                      <a:pPr indent="0" lvl="0" marL="0" marR="0" rtl="0" algn="l">
                        <a:lnSpc>
                          <a:spcPct val="115000"/>
                        </a:lnSpc>
                        <a:spcBef>
                          <a:spcPts val="0"/>
                        </a:spcBef>
                        <a:spcAft>
                          <a:spcPts val="0"/>
                        </a:spcAft>
                        <a:buNone/>
                      </a:pPr>
                      <a:r>
                        <a:rPr lang="en-IN" sz="1800" u="none" cap="none" strike="noStrike">
                          <a:solidFill>
                            <a:srgbClr val="C00000"/>
                          </a:solidFill>
                          <a:latin typeface="Calibri"/>
                          <a:ea typeface="Calibri"/>
                          <a:cs typeface="Calibri"/>
                          <a:sym typeface="Calibri"/>
                        </a:rPr>
                        <a:t>10-11-12</a:t>
                      </a:r>
                      <a:endParaRPr sz="1800" u="none" cap="none" strike="noStrike">
                        <a:solidFill>
                          <a:srgbClr val="C00000"/>
                        </a:solidFill>
                        <a:latin typeface="Calibri"/>
                        <a:ea typeface="Calibri"/>
                        <a:cs typeface="Calibri"/>
                        <a:sym typeface="Calibri"/>
                      </a:endParaRPr>
                    </a:p>
                  </a:txBody>
                  <a:tcPr marT="0" marB="0" marR="67075" marL="67075"/>
                </a:tc>
                <a:tc>
                  <a:txBody>
                    <a:bodyPr/>
                    <a:lstStyle/>
                    <a:p>
                      <a:pPr indent="0" lvl="0" marL="0" marR="0" rtl="0" algn="l">
                        <a:lnSpc>
                          <a:spcPct val="115000"/>
                        </a:lnSpc>
                        <a:spcBef>
                          <a:spcPts val="0"/>
                        </a:spcBef>
                        <a:spcAft>
                          <a:spcPts val="0"/>
                        </a:spcAft>
                        <a:buNone/>
                      </a:pPr>
                      <a:r>
                        <a:rPr lang="en-IN" sz="1800" u="none" cap="none" strike="noStrike">
                          <a:solidFill>
                            <a:srgbClr val="C00000"/>
                          </a:solidFill>
                          <a:latin typeface="Calibri"/>
                          <a:ea typeface="Calibri"/>
                          <a:cs typeface="Calibri"/>
                          <a:sym typeface="Calibri"/>
                        </a:rPr>
                        <a:t>1-2-3-4-5-6</a:t>
                      </a:r>
                      <a:endParaRPr sz="1800" u="none" cap="none" strike="noStrike">
                        <a:solidFill>
                          <a:srgbClr val="C00000"/>
                        </a:solidFill>
                        <a:latin typeface="Calibri"/>
                        <a:ea typeface="Calibri"/>
                        <a:cs typeface="Calibri"/>
                        <a:sym typeface="Calibri"/>
                      </a:endParaRPr>
                    </a:p>
                  </a:txBody>
                  <a:tcPr marT="0" marB="0" marR="67075" marL="67075"/>
                </a:tc>
              </a:tr>
              <a:tr h="305900">
                <a:tc>
                  <a:txBody>
                    <a:bodyPr/>
                    <a:lstStyle/>
                    <a:p>
                      <a:pPr indent="0" lvl="0" marL="0" marR="0" rtl="0" algn="l">
                        <a:lnSpc>
                          <a:spcPct val="115000"/>
                        </a:lnSpc>
                        <a:spcBef>
                          <a:spcPts val="0"/>
                        </a:spcBef>
                        <a:spcAft>
                          <a:spcPts val="0"/>
                        </a:spcAft>
                        <a:buNone/>
                      </a:pPr>
                      <a:r>
                        <a:rPr lang="en-IN" sz="1800" u="none" cap="none" strike="noStrike">
                          <a:solidFill>
                            <a:srgbClr val="C00000"/>
                          </a:solidFill>
                          <a:latin typeface="Calibri"/>
                          <a:ea typeface="Calibri"/>
                          <a:cs typeface="Calibri"/>
                          <a:sym typeface="Calibri"/>
                        </a:rPr>
                        <a:t> </a:t>
                      </a:r>
                      <a:endParaRPr sz="1800" u="none" cap="none" strike="noStrike">
                        <a:solidFill>
                          <a:srgbClr val="C00000"/>
                        </a:solidFill>
                        <a:latin typeface="Calibri"/>
                        <a:ea typeface="Calibri"/>
                        <a:cs typeface="Calibri"/>
                        <a:sym typeface="Calibri"/>
                      </a:endParaRPr>
                    </a:p>
                  </a:txBody>
                  <a:tcPr marT="0" marB="0" marR="67075" marL="67075"/>
                </a:tc>
                <a:tc>
                  <a:txBody>
                    <a:bodyPr/>
                    <a:lstStyle/>
                    <a:p>
                      <a:pPr indent="0" lvl="0" marL="0" marR="0" rtl="0" algn="l">
                        <a:lnSpc>
                          <a:spcPct val="115000"/>
                        </a:lnSpc>
                        <a:spcBef>
                          <a:spcPts val="0"/>
                        </a:spcBef>
                        <a:spcAft>
                          <a:spcPts val="0"/>
                        </a:spcAft>
                        <a:buNone/>
                      </a:pPr>
                      <a:r>
                        <a:rPr lang="en-IN" sz="1800" u="none" cap="none" strike="noStrike">
                          <a:solidFill>
                            <a:srgbClr val="C00000"/>
                          </a:solidFill>
                          <a:latin typeface="Calibri"/>
                          <a:ea typeface="Calibri"/>
                          <a:cs typeface="Calibri"/>
                          <a:sym typeface="Calibri"/>
                        </a:rPr>
                        <a:t>12-13-14-15-16</a:t>
                      </a:r>
                      <a:endParaRPr sz="1800" u="none" cap="none" strike="noStrike">
                        <a:solidFill>
                          <a:srgbClr val="C00000"/>
                        </a:solidFill>
                        <a:latin typeface="Calibri"/>
                        <a:ea typeface="Calibri"/>
                        <a:cs typeface="Calibri"/>
                        <a:sym typeface="Calibri"/>
                      </a:endParaRPr>
                    </a:p>
                  </a:txBody>
                  <a:tcPr marT="0" marB="0" marR="67075" marL="67075"/>
                </a:tc>
                <a:tc>
                  <a:txBody>
                    <a:bodyPr/>
                    <a:lstStyle/>
                    <a:p>
                      <a:pPr indent="0" lvl="0" marL="0" marR="0" rtl="0" algn="l">
                        <a:lnSpc>
                          <a:spcPct val="115000"/>
                        </a:lnSpc>
                        <a:spcBef>
                          <a:spcPts val="0"/>
                        </a:spcBef>
                        <a:spcAft>
                          <a:spcPts val="0"/>
                        </a:spcAft>
                        <a:buNone/>
                      </a:pPr>
                      <a:r>
                        <a:rPr lang="en-IN" sz="1800" u="none" cap="none" strike="noStrike">
                          <a:solidFill>
                            <a:srgbClr val="C00000"/>
                          </a:solidFill>
                          <a:latin typeface="Calibri"/>
                          <a:ea typeface="Calibri"/>
                          <a:cs typeface="Calibri"/>
                          <a:sym typeface="Calibri"/>
                        </a:rPr>
                        <a:t>1-2-3-4-5-6-7</a:t>
                      </a:r>
                      <a:endParaRPr sz="1800" u="none" cap="none" strike="noStrike">
                        <a:solidFill>
                          <a:srgbClr val="C00000"/>
                        </a:solidFill>
                        <a:latin typeface="Calibri"/>
                        <a:ea typeface="Calibri"/>
                        <a:cs typeface="Calibri"/>
                        <a:sym typeface="Calibri"/>
                      </a:endParaRPr>
                    </a:p>
                  </a:txBody>
                  <a:tcPr marT="0" marB="0" marR="67075" marL="67075"/>
                </a:tc>
              </a:tr>
              <a:tr h="305900">
                <a:tc>
                  <a:txBody>
                    <a:bodyPr/>
                    <a:lstStyle/>
                    <a:p>
                      <a:pPr indent="0" lvl="0" marL="0" marR="0" rtl="0" algn="l">
                        <a:lnSpc>
                          <a:spcPct val="115000"/>
                        </a:lnSpc>
                        <a:spcBef>
                          <a:spcPts val="0"/>
                        </a:spcBef>
                        <a:spcAft>
                          <a:spcPts val="0"/>
                        </a:spcAft>
                        <a:buNone/>
                      </a:pPr>
                      <a:r>
                        <a:rPr lang="en-IN" sz="1800" u="none" cap="none" strike="noStrike">
                          <a:solidFill>
                            <a:srgbClr val="C00000"/>
                          </a:solidFill>
                          <a:latin typeface="Calibri"/>
                          <a:ea typeface="Calibri"/>
                          <a:cs typeface="Calibri"/>
                          <a:sym typeface="Calibri"/>
                        </a:rPr>
                        <a:t> </a:t>
                      </a:r>
                      <a:endParaRPr sz="1800" u="none" cap="none" strike="noStrike">
                        <a:solidFill>
                          <a:srgbClr val="C00000"/>
                        </a:solidFill>
                        <a:latin typeface="Calibri"/>
                        <a:ea typeface="Calibri"/>
                        <a:cs typeface="Calibri"/>
                        <a:sym typeface="Calibri"/>
                      </a:endParaRPr>
                    </a:p>
                  </a:txBody>
                  <a:tcPr marT="0" marB="0" marR="67075" marL="67075"/>
                </a:tc>
                <a:tc>
                  <a:txBody>
                    <a:bodyPr/>
                    <a:lstStyle/>
                    <a:p>
                      <a:pPr indent="0" lvl="0" marL="0" marR="0" rtl="0" algn="l">
                        <a:lnSpc>
                          <a:spcPct val="115000"/>
                        </a:lnSpc>
                        <a:spcBef>
                          <a:spcPts val="0"/>
                        </a:spcBef>
                        <a:spcAft>
                          <a:spcPts val="0"/>
                        </a:spcAft>
                        <a:buNone/>
                      </a:pPr>
                      <a:r>
                        <a:rPr lang="en-IN" sz="1800" u="none" cap="none" strike="noStrike">
                          <a:solidFill>
                            <a:srgbClr val="C00000"/>
                          </a:solidFill>
                          <a:latin typeface="Calibri"/>
                          <a:ea typeface="Calibri"/>
                          <a:cs typeface="Calibri"/>
                          <a:sym typeface="Calibri"/>
                        </a:rPr>
                        <a:t>3-4-5-6-8-9-10</a:t>
                      </a:r>
                      <a:endParaRPr sz="1800" u="none" cap="none" strike="noStrike">
                        <a:solidFill>
                          <a:srgbClr val="C00000"/>
                        </a:solidFill>
                        <a:latin typeface="Calibri"/>
                        <a:ea typeface="Calibri"/>
                        <a:cs typeface="Calibri"/>
                        <a:sym typeface="Calibri"/>
                      </a:endParaRPr>
                    </a:p>
                  </a:txBody>
                  <a:tcPr marT="0" marB="0" marR="67075" marL="67075"/>
                </a:tc>
                <a:tc>
                  <a:txBody>
                    <a:bodyPr/>
                    <a:lstStyle/>
                    <a:p>
                      <a:pPr indent="0" lvl="0" marL="0" marR="0" rtl="0" algn="l">
                        <a:lnSpc>
                          <a:spcPct val="115000"/>
                        </a:lnSpc>
                        <a:spcBef>
                          <a:spcPts val="0"/>
                        </a:spcBef>
                        <a:spcAft>
                          <a:spcPts val="0"/>
                        </a:spcAft>
                        <a:buNone/>
                      </a:pPr>
                      <a:r>
                        <a:rPr lang="en-IN" sz="1800" u="none" cap="none" strike="noStrike">
                          <a:solidFill>
                            <a:srgbClr val="C00000"/>
                          </a:solidFill>
                          <a:latin typeface="Calibri"/>
                          <a:ea typeface="Calibri"/>
                          <a:cs typeface="Calibri"/>
                          <a:sym typeface="Calibri"/>
                        </a:rPr>
                        <a:t>1-2-3-4-5-6-8-9-10</a:t>
                      </a:r>
                      <a:endParaRPr sz="1800" u="none" cap="none" strike="noStrike">
                        <a:solidFill>
                          <a:srgbClr val="C00000"/>
                        </a:solidFill>
                        <a:latin typeface="Calibri"/>
                        <a:ea typeface="Calibri"/>
                        <a:cs typeface="Calibri"/>
                        <a:sym typeface="Calibri"/>
                      </a:endParaRPr>
                    </a:p>
                  </a:txBody>
                  <a:tcPr marT="0" marB="0" marR="67075" marL="67075"/>
                </a:tc>
              </a:tr>
              <a:tr h="305900">
                <a:tc>
                  <a:txBody>
                    <a:bodyPr/>
                    <a:lstStyle/>
                    <a:p>
                      <a:pPr indent="0" lvl="0" marL="0" marR="0" rtl="0" algn="l">
                        <a:lnSpc>
                          <a:spcPct val="115000"/>
                        </a:lnSpc>
                        <a:spcBef>
                          <a:spcPts val="0"/>
                        </a:spcBef>
                        <a:spcAft>
                          <a:spcPts val="0"/>
                        </a:spcAft>
                        <a:buNone/>
                      </a:pPr>
                      <a:r>
                        <a:rPr lang="en-IN" sz="1800" u="none" cap="none" strike="noStrike">
                          <a:latin typeface="Calibri"/>
                          <a:ea typeface="Calibri"/>
                          <a:cs typeface="Calibri"/>
                          <a:sym typeface="Calibri"/>
                        </a:rPr>
                        <a:t> </a:t>
                      </a:r>
                      <a:endParaRPr sz="1800" u="none" cap="none" strike="noStrike">
                        <a:latin typeface="Calibri"/>
                        <a:ea typeface="Calibri"/>
                        <a:cs typeface="Calibri"/>
                        <a:sym typeface="Calibri"/>
                      </a:endParaRPr>
                    </a:p>
                  </a:txBody>
                  <a:tcPr marT="0" marB="0" marR="67075" marL="67075"/>
                </a:tc>
                <a:tc>
                  <a:txBody>
                    <a:bodyPr/>
                    <a:lstStyle/>
                    <a:p>
                      <a:pPr indent="0" lvl="0" marL="0" marR="0" rtl="0" algn="l">
                        <a:lnSpc>
                          <a:spcPct val="115000"/>
                        </a:lnSpc>
                        <a:spcBef>
                          <a:spcPts val="0"/>
                        </a:spcBef>
                        <a:spcAft>
                          <a:spcPts val="0"/>
                        </a:spcAft>
                        <a:buNone/>
                      </a:pPr>
                      <a:r>
                        <a:rPr lang="en-IN" sz="1800" u="none" cap="none" strike="noStrike">
                          <a:latin typeface="Calibri"/>
                          <a:ea typeface="Calibri"/>
                          <a:cs typeface="Calibri"/>
                          <a:sym typeface="Calibri"/>
                        </a:rPr>
                        <a:t> </a:t>
                      </a:r>
                      <a:endParaRPr sz="1800" u="none" cap="none" strike="noStrike">
                        <a:latin typeface="Calibri"/>
                        <a:ea typeface="Calibri"/>
                        <a:cs typeface="Calibri"/>
                        <a:sym typeface="Calibri"/>
                      </a:endParaRPr>
                    </a:p>
                  </a:txBody>
                  <a:tcPr marT="0" marB="0" marR="67075" marL="67075"/>
                </a:tc>
                <a:tc>
                  <a:txBody>
                    <a:bodyPr/>
                    <a:lstStyle/>
                    <a:p>
                      <a:pPr indent="0" lvl="0" marL="0" marR="0" rtl="0" algn="l">
                        <a:lnSpc>
                          <a:spcPct val="115000"/>
                        </a:lnSpc>
                        <a:spcBef>
                          <a:spcPts val="0"/>
                        </a:spcBef>
                        <a:spcAft>
                          <a:spcPts val="0"/>
                        </a:spcAft>
                        <a:buNone/>
                      </a:pPr>
                      <a:r>
                        <a:rPr lang="en-IN" sz="1800" u="none" cap="none" strike="noStrike">
                          <a:latin typeface="Calibri"/>
                          <a:ea typeface="Calibri"/>
                          <a:cs typeface="Calibri"/>
                          <a:sym typeface="Calibri"/>
                        </a:rPr>
                        <a:t> </a:t>
                      </a:r>
                      <a:endParaRPr sz="1800" u="none" cap="none" strike="noStrike">
                        <a:latin typeface="Calibri"/>
                        <a:ea typeface="Calibri"/>
                        <a:cs typeface="Calibri"/>
                        <a:sym typeface="Calibri"/>
                      </a:endParaRPr>
                    </a:p>
                  </a:txBody>
                  <a:tcPr marT="0" marB="0" marR="67075" marL="67075"/>
                </a:tc>
              </a:tr>
              <a:tr h="305900">
                <a:tc>
                  <a:txBody>
                    <a:bodyPr/>
                    <a:lstStyle/>
                    <a:p>
                      <a:pPr indent="0" lvl="0" marL="0" marR="0" rtl="0" algn="l">
                        <a:lnSpc>
                          <a:spcPct val="115000"/>
                        </a:lnSpc>
                        <a:spcBef>
                          <a:spcPts val="0"/>
                        </a:spcBef>
                        <a:spcAft>
                          <a:spcPts val="0"/>
                        </a:spcAft>
                        <a:buNone/>
                      </a:pPr>
                      <a:r>
                        <a:rPr lang="en-IN" sz="1800" u="none" cap="none" strike="noStrike">
                          <a:latin typeface="Calibri"/>
                          <a:ea typeface="Calibri"/>
                          <a:cs typeface="Calibri"/>
                          <a:sym typeface="Calibri"/>
                        </a:rPr>
                        <a:t> </a:t>
                      </a:r>
                      <a:endParaRPr sz="1800" u="none" cap="none" strike="noStrike">
                        <a:latin typeface="Calibri"/>
                        <a:ea typeface="Calibri"/>
                        <a:cs typeface="Calibri"/>
                        <a:sym typeface="Calibri"/>
                      </a:endParaRPr>
                    </a:p>
                  </a:txBody>
                  <a:tcPr marT="0" marB="0" marR="67075" marL="67075"/>
                </a:tc>
                <a:tc>
                  <a:txBody>
                    <a:bodyPr/>
                    <a:lstStyle/>
                    <a:p>
                      <a:pPr indent="0" lvl="0" marL="0" marR="0" rtl="0" algn="l">
                        <a:lnSpc>
                          <a:spcPct val="115000"/>
                        </a:lnSpc>
                        <a:spcBef>
                          <a:spcPts val="0"/>
                        </a:spcBef>
                        <a:spcAft>
                          <a:spcPts val="0"/>
                        </a:spcAft>
                        <a:buNone/>
                      </a:pPr>
                      <a:r>
                        <a:rPr lang="en-IN" sz="1800" u="none" cap="none" strike="noStrike">
                          <a:latin typeface="Calibri"/>
                          <a:ea typeface="Calibri"/>
                          <a:cs typeface="Calibri"/>
                          <a:sym typeface="Calibri"/>
                        </a:rPr>
                        <a:t> </a:t>
                      </a:r>
                      <a:endParaRPr sz="1800" u="none" cap="none" strike="noStrike">
                        <a:latin typeface="Calibri"/>
                        <a:ea typeface="Calibri"/>
                        <a:cs typeface="Calibri"/>
                        <a:sym typeface="Calibri"/>
                      </a:endParaRPr>
                    </a:p>
                  </a:txBody>
                  <a:tcPr marT="0" marB="0" marR="67075" marL="67075"/>
                </a:tc>
                <a:tc>
                  <a:txBody>
                    <a:bodyPr/>
                    <a:lstStyle/>
                    <a:p>
                      <a:pPr indent="0" lvl="0" marL="0" marR="0" rtl="0" algn="l">
                        <a:lnSpc>
                          <a:spcPct val="115000"/>
                        </a:lnSpc>
                        <a:spcBef>
                          <a:spcPts val="0"/>
                        </a:spcBef>
                        <a:spcAft>
                          <a:spcPts val="0"/>
                        </a:spcAft>
                        <a:buNone/>
                      </a:pPr>
                      <a:r>
                        <a:rPr lang="en-IN" sz="1800" u="none" cap="none" strike="noStrike">
                          <a:latin typeface="Calibri"/>
                          <a:ea typeface="Calibri"/>
                          <a:cs typeface="Calibri"/>
                          <a:sym typeface="Calibri"/>
                        </a:rPr>
                        <a:t> </a:t>
                      </a:r>
                      <a:endParaRPr sz="1800" u="none" cap="none" strike="noStrike">
                        <a:latin typeface="Calibri"/>
                        <a:ea typeface="Calibri"/>
                        <a:cs typeface="Calibri"/>
                        <a:sym typeface="Calibri"/>
                      </a:endParaRPr>
                    </a:p>
                  </a:txBody>
                  <a:tcPr marT="0" marB="0" marR="67075" marL="67075"/>
                </a:tc>
              </a:tr>
              <a:tr h="305900">
                <a:tc>
                  <a:txBody>
                    <a:bodyPr/>
                    <a:lstStyle/>
                    <a:p>
                      <a:pPr indent="0" lvl="0" marL="0" marR="0" rtl="0" algn="l">
                        <a:lnSpc>
                          <a:spcPct val="115000"/>
                        </a:lnSpc>
                        <a:spcBef>
                          <a:spcPts val="0"/>
                        </a:spcBef>
                        <a:spcAft>
                          <a:spcPts val="0"/>
                        </a:spcAft>
                        <a:buNone/>
                      </a:pPr>
                      <a:r>
                        <a:rPr lang="en-IN" sz="1800" u="none" cap="none" strike="noStrike">
                          <a:latin typeface="Calibri"/>
                          <a:ea typeface="Calibri"/>
                          <a:cs typeface="Calibri"/>
                          <a:sym typeface="Calibri"/>
                        </a:rPr>
                        <a:t>All p-uses(APU)</a:t>
                      </a:r>
                      <a:endParaRPr sz="1800" u="none" cap="none" strike="noStrike">
                        <a:solidFill>
                          <a:srgbClr val="C00000"/>
                        </a:solidFill>
                        <a:latin typeface="Calibri"/>
                        <a:ea typeface="Calibri"/>
                        <a:cs typeface="Calibri"/>
                        <a:sym typeface="Calibri"/>
                      </a:endParaRPr>
                    </a:p>
                  </a:txBody>
                  <a:tcPr marT="0" marB="0" marR="67075" marL="67075"/>
                </a:tc>
                <a:tc>
                  <a:txBody>
                    <a:bodyPr/>
                    <a:lstStyle/>
                    <a:p>
                      <a:pPr indent="0" lvl="0" marL="0" marR="0" rtl="0" algn="l">
                        <a:lnSpc>
                          <a:spcPct val="115000"/>
                        </a:lnSpc>
                        <a:spcBef>
                          <a:spcPts val="0"/>
                        </a:spcBef>
                        <a:spcAft>
                          <a:spcPts val="0"/>
                        </a:spcAft>
                        <a:buNone/>
                      </a:pPr>
                      <a:r>
                        <a:rPr lang="en-IN" sz="1800" u="none" cap="none" strike="noStrike">
                          <a:latin typeface="Calibri"/>
                          <a:ea typeface="Calibri"/>
                          <a:cs typeface="Calibri"/>
                          <a:sym typeface="Calibri"/>
                        </a:rPr>
                        <a:t>0-1-2-3-4-5-6-8-9-10-11</a:t>
                      </a:r>
                      <a:endParaRPr sz="1800" u="none" cap="none" strike="noStrike">
                        <a:solidFill>
                          <a:srgbClr val="C00000"/>
                        </a:solidFill>
                        <a:latin typeface="Calibri"/>
                        <a:ea typeface="Calibri"/>
                        <a:cs typeface="Calibri"/>
                        <a:sym typeface="Calibri"/>
                      </a:endParaRPr>
                    </a:p>
                  </a:txBody>
                  <a:tcPr marT="0" marB="0" marR="67075" marL="67075"/>
                </a:tc>
                <a:tc>
                  <a:txBody>
                    <a:bodyPr/>
                    <a:lstStyle/>
                    <a:p>
                      <a:pPr indent="0" lvl="0" marL="0" marR="0" rtl="0" algn="l">
                        <a:lnSpc>
                          <a:spcPct val="115000"/>
                        </a:lnSpc>
                        <a:spcBef>
                          <a:spcPts val="0"/>
                        </a:spcBef>
                        <a:spcAft>
                          <a:spcPts val="0"/>
                        </a:spcAft>
                        <a:buNone/>
                      </a:pPr>
                      <a:r>
                        <a:rPr lang="en-IN" sz="1800" u="none" cap="none" strike="noStrike">
                          <a:latin typeface="Calibri"/>
                          <a:ea typeface="Calibri"/>
                          <a:cs typeface="Calibri"/>
                          <a:sym typeface="Calibri"/>
                        </a:rPr>
                        <a:t> 1-2</a:t>
                      </a:r>
                      <a:endParaRPr sz="1800" u="none" cap="none" strike="noStrike">
                        <a:solidFill>
                          <a:srgbClr val="C00000"/>
                        </a:solidFill>
                        <a:latin typeface="Calibri"/>
                        <a:ea typeface="Calibri"/>
                        <a:cs typeface="Calibri"/>
                        <a:sym typeface="Calibri"/>
                      </a:endParaRPr>
                    </a:p>
                  </a:txBody>
                  <a:tcPr marT="0" marB="0" marR="67075" marL="67075"/>
                </a:tc>
              </a:tr>
              <a:tr h="365750">
                <a:tc>
                  <a:txBody>
                    <a:bodyPr/>
                    <a:lstStyle/>
                    <a:p>
                      <a:pPr indent="0" lvl="0" marL="0" marR="0" rtl="0" algn="l">
                        <a:lnSpc>
                          <a:spcPct val="115000"/>
                        </a:lnSpc>
                        <a:spcBef>
                          <a:spcPts val="0"/>
                        </a:spcBef>
                        <a:spcAft>
                          <a:spcPts val="0"/>
                        </a:spcAft>
                        <a:buNone/>
                      </a:pPr>
                      <a:r>
                        <a:rPr lang="en-IN" sz="1800" u="none" cap="none" strike="noStrike">
                          <a:latin typeface="Calibri"/>
                          <a:ea typeface="Calibri"/>
                          <a:cs typeface="Calibri"/>
                          <a:sym typeface="Calibri"/>
                        </a:rPr>
                        <a:t>	</a:t>
                      </a:r>
                      <a:endParaRPr sz="1800" u="none" cap="none" strike="noStrike">
                        <a:solidFill>
                          <a:srgbClr val="C00000"/>
                        </a:solidFill>
                        <a:latin typeface="Calibri"/>
                        <a:ea typeface="Calibri"/>
                        <a:cs typeface="Calibri"/>
                        <a:sym typeface="Calibri"/>
                      </a:endParaRPr>
                    </a:p>
                  </a:txBody>
                  <a:tcPr marT="0" marB="0" marR="67075" marL="67075"/>
                </a:tc>
                <a:tc>
                  <a:txBody>
                    <a:bodyPr/>
                    <a:lstStyle/>
                    <a:p>
                      <a:pPr indent="0" lvl="0" marL="0" marR="0" rtl="0" algn="l">
                        <a:lnSpc>
                          <a:spcPct val="115000"/>
                        </a:lnSpc>
                        <a:spcBef>
                          <a:spcPts val="0"/>
                        </a:spcBef>
                        <a:spcAft>
                          <a:spcPts val="0"/>
                        </a:spcAft>
                        <a:buNone/>
                      </a:pPr>
                      <a:r>
                        <a:rPr lang="en-IN" sz="1800" u="none" cap="none" strike="noStrike">
                          <a:latin typeface="Calibri"/>
                          <a:ea typeface="Calibri"/>
                          <a:cs typeface="Calibri"/>
                          <a:sym typeface="Calibri"/>
                        </a:rPr>
                        <a:t> </a:t>
                      </a:r>
                      <a:endParaRPr sz="1800" u="none" cap="none" strike="noStrike">
                        <a:solidFill>
                          <a:srgbClr val="C00000"/>
                        </a:solidFill>
                        <a:latin typeface="Calibri"/>
                        <a:ea typeface="Calibri"/>
                        <a:cs typeface="Calibri"/>
                        <a:sym typeface="Calibri"/>
                      </a:endParaRPr>
                    </a:p>
                  </a:txBody>
                  <a:tcPr marT="0" marB="0" marR="67075" marL="67075"/>
                </a:tc>
                <a:tc>
                  <a:txBody>
                    <a:bodyPr/>
                    <a:lstStyle/>
                    <a:p>
                      <a:pPr indent="0" lvl="0" marL="0" marR="0" rtl="0" algn="l">
                        <a:lnSpc>
                          <a:spcPct val="115000"/>
                        </a:lnSpc>
                        <a:spcBef>
                          <a:spcPts val="0"/>
                        </a:spcBef>
                        <a:spcAft>
                          <a:spcPts val="0"/>
                        </a:spcAft>
                        <a:buNone/>
                      </a:pPr>
                      <a:r>
                        <a:rPr lang="en-IN" sz="1800" u="none" cap="none" strike="noStrike">
                          <a:latin typeface="Calibri"/>
                          <a:ea typeface="Calibri"/>
                          <a:cs typeface="Calibri"/>
                          <a:sym typeface="Calibri"/>
                        </a:rPr>
                        <a:t>1-2-3-4		</a:t>
                      </a:r>
                      <a:endParaRPr sz="1800" u="none" cap="none" strike="noStrike">
                        <a:solidFill>
                          <a:srgbClr val="C00000"/>
                        </a:solidFill>
                        <a:latin typeface="Calibri"/>
                        <a:ea typeface="Calibri"/>
                        <a:cs typeface="Calibri"/>
                        <a:sym typeface="Calibri"/>
                      </a:endParaRPr>
                    </a:p>
                  </a:txBody>
                  <a:tcPr marT="0" marB="0" marR="67075" marL="67075"/>
                </a:tc>
              </a:tr>
              <a:tr h="305900">
                <a:tc>
                  <a:txBody>
                    <a:bodyPr/>
                    <a:lstStyle/>
                    <a:p>
                      <a:pPr indent="0" lvl="0" marL="0" marR="0" rtl="0" algn="l">
                        <a:lnSpc>
                          <a:spcPct val="115000"/>
                        </a:lnSpc>
                        <a:spcBef>
                          <a:spcPts val="0"/>
                        </a:spcBef>
                        <a:spcAft>
                          <a:spcPts val="0"/>
                        </a:spcAft>
                        <a:buNone/>
                      </a:pPr>
                      <a:r>
                        <a:rPr lang="en-IN" sz="1800" u="none" cap="none" strike="noStrike">
                          <a:latin typeface="Calibri"/>
                          <a:ea typeface="Calibri"/>
                          <a:cs typeface="Calibri"/>
                          <a:sym typeface="Calibri"/>
                        </a:rPr>
                        <a:t> </a:t>
                      </a:r>
                      <a:endParaRPr sz="1800" u="none" cap="none" strike="noStrike">
                        <a:solidFill>
                          <a:srgbClr val="C00000"/>
                        </a:solidFill>
                        <a:latin typeface="Calibri"/>
                        <a:ea typeface="Calibri"/>
                        <a:cs typeface="Calibri"/>
                        <a:sym typeface="Calibri"/>
                      </a:endParaRPr>
                    </a:p>
                  </a:txBody>
                  <a:tcPr marT="0" marB="0" marR="67075" marL="67075"/>
                </a:tc>
                <a:tc>
                  <a:txBody>
                    <a:bodyPr/>
                    <a:lstStyle/>
                    <a:p>
                      <a:pPr indent="0" lvl="0" marL="0" marR="0" rtl="0" algn="l">
                        <a:lnSpc>
                          <a:spcPct val="115000"/>
                        </a:lnSpc>
                        <a:spcBef>
                          <a:spcPts val="0"/>
                        </a:spcBef>
                        <a:spcAft>
                          <a:spcPts val="0"/>
                        </a:spcAft>
                        <a:buNone/>
                      </a:pPr>
                      <a:r>
                        <a:rPr lang="en-IN" sz="1800" u="none" cap="none" strike="noStrike">
                          <a:latin typeface="Calibri"/>
                          <a:ea typeface="Calibri"/>
                          <a:cs typeface="Calibri"/>
                          <a:sym typeface="Calibri"/>
                        </a:rPr>
                        <a:t> </a:t>
                      </a:r>
                      <a:endParaRPr sz="1800" u="none" cap="none" strike="noStrike">
                        <a:solidFill>
                          <a:srgbClr val="C00000"/>
                        </a:solidFill>
                        <a:latin typeface="Calibri"/>
                        <a:ea typeface="Calibri"/>
                        <a:cs typeface="Calibri"/>
                        <a:sym typeface="Calibri"/>
                      </a:endParaRPr>
                    </a:p>
                  </a:txBody>
                  <a:tcPr marT="0" marB="0" marR="67075" marL="67075"/>
                </a:tc>
                <a:tc>
                  <a:txBody>
                    <a:bodyPr/>
                    <a:lstStyle/>
                    <a:p>
                      <a:pPr indent="0" lvl="0" marL="0" marR="0" rtl="0" algn="l">
                        <a:lnSpc>
                          <a:spcPct val="115000"/>
                        </a:lnSpc>
                        <a:spcBef>
                          <a:spcPts val="0"/>
                        </a:spcBef>
                        <a:spcAft>
                          <a:spcPts val="0"/>
                        </a:spcAft>
                        <a:buNone/>
                      </a:pPr>
                      <a:r>
                        <a:rPr lang="en-IN" sz="1800" u="none" cap="none" strike="noStrike">
                          <a:latin typeface="Calibri"/>
                          <a:ea typeface="Calibri"/>
                          <a:cs typeface="Calibri"/>
                          <a:sym typeface="Calibri"/>
                        </a:rPr>
                        <a:t>1-2-3-4-5-6	</a:t>
                      </a:r>
                      <a:endParaRPr sz="1800" u="none" cap="none" strike="noStrike">
                        <a:solidFill>
                          <a:srgbClr val="C00000"/>
                        </a:solidFill>
                        <a:latin typeface="Calibri"/>
                        <a:ea typeface="Calibri"/>
                        <a:cs typeface="Calibri"/>
                        <a:sym typeface="Calibri"/>
                      </a:endParaRPr>
                    </a:p>
                  </a:txBody>
                  <a:tcPr marT="0" marB="0" marR="67075" marL="67075"/>
                </a:tc>
              </a:tr>
              <a:tr h="305900">
                <a:tc>
                  <a:txBody>
                    <a:bodyPr/>
                    <a:lstStyle/>
                    <a:p>
                      <a:pPr indent="0" lvl="0" marL="0" marR="0" rtl="0" algn="l">
                        <a:lnSpc>
                          <a:spcPct val="115000"/>
                        </a:lnSpc>
                        <a:spcBef>
                          <a:spcPts val="0"/>
                        </a:spcBef>
                        <a:spcAft>
                          <a:spcPts val="0"/>
                        </a:spcAft>
                        <a:buNone/>
                      </a:pPr>
                      <a:r>
                        <a:rPr lang="en-IN" sz="1800" u="none" cap="none" strike="noStrike">
                          <a:latin typeface="Calibri"/>
                          <a:ea typeface="Calibri"/>
                          <a:cs typeface="Calibri"/>
                          <a:sym typeface="Calibri"/>
                        </a:rPr>
                        <a:t> </a:t>
                      </a:r>
                      <a:endParaRPr sz="1800" u="none" cap="none" strike="noStrike">
                        <a:solidFill>
                          <a:srgbClr val="C00000"/>
                        </a:solidFill>
                        <a:latin typeface="Calibri"/>
                        <a:ea typeface="Calibri"/>
                        <a:cs typeface="Calibri"/>
                        <a:sym typeface="Calibri"/>
                      </a:endParaRPr>
                    </a:p>
                  </a:txBody>
                  <a:tcPr marT="0" marB="0" marR="67075" marL="67075"/>
                </a:tc>
                <a:tc>
                  <a:txBody>
                    <a:bodyPr/>
                    <a:lstStyle/>
                    <a:p>
                      <a:pPr indent="0" lvl="0" marL="0" marR="0" rtl="0" algn="l">
                        <a:lnSpc>
                          <a:spcPct val="115000"/>
                        </a:lnSpc>
                        <a:spcBef>
                          <a:spcPts val="0"/>
                        </a:spcBef>
                        <a:spcAft>
                          <a:spcPts val="0"/>
                        </a:spcAft>
                        <a:buNone/>
                      </a:pPr>
                      <a:r>
                        <a:rPr lang="en-IN" sz="1800" u="none" cap="none" strike="noStrike">
                          <a:latin typeface="Calibri"/>
                          <a:ea typeface="Calibri"/>
                          <a:cs typeface="Calibri"/>
                          <a:sym typeface="Calibri"/>
                        </a:rPr>
                        <a:t> </a:t>
                      </a:r>
                      <a:endParaRPr sz="1800" u="none" cap="none" strike="noStrike">
                        <a:solidFill>
                          <a:srgbClr val="C00000"/>
                        </a:solidFill>
                        <a:latin typeface="Calibri"/>
                        <a:ea typeface="Calibri"/>
                        <a:cs typeface="Calibri"/>
                        <a:sym typeface="Calibri"/>
                      </a:endParaRPr>
                    </a:p>
                  </a:txBody>
                  <a:tcPr marT="0" marB="0" marR="67075" marL="67075"/>
                </a:tc>
                <a:tc>
                  <a:txBody>
                    <a:bodyPr/>
                    <a:lstStyle/>
                    <a:p>
                      <a:pPr indent="0" lvl="0" marL="0" marR="0" rtl="0" algn="l">
                        <a:lnSpc>
                          <a:spcPct val="115000"/>
                        </a:lnSpc>
                        <a:spcBef>
                          <a:spcPts val="0"/>
                        </a:spcBef>
                        <a:spcAft>
                          <a:spcPts val="0"/>
                        </a:spcAft>
                        <a:buNone/>
                      </a:pPr>
                      <a:r>
                        <a:rPr lang="en-IN" sz="1800" u="none" cap="none" strike="noStrike">
                          <a:latin typeface="Calibri"/>
                          <a:ea typeface="Calibri"/>
                          <a:cs typeface="Calibri"/>
                          <a:sym typeface="Calibri"/>
                        </a:rPr>
                        <a:t> </a:t>
                      </a:r>
                      <a:endParaRPr sz="1800" u="none" cap="none" strike="noStrike">
                        <a:solidFill>
                          <a:srgbClr val="C00000"/>
                        </a:solidFill>
                        <a:latin typeface="Calibri"/>
                        <a:ea typeface="Calibri"/>
                        <a:cs typeface="Calibri"/>
                        <a:sym typeface="Calibri"/>
                      </a:endParaRPr>
                    </a:p>
                  </a:txBody>
                  <a:tcPr marT="0" marB="0" marR="67075" marL="67075"/>
                </a:tc>
              </a:tr>
              <a:tr h="305900">
                <a:tc>
                  <a:txBody>
                    <a:bodyPr/>
                    <a:lstStyle/>
                    <a:p>
                      <a:pPr indent="0" lvl="0" marL="0" marR="0" rtl="0" algn="l">
                        <a:lnSpc>
                          <a:spcPct val="115000"/>
                        </a:lnSpc>
                        <a:spcBef>
                          <a:spcPts val="0"/>
                        </a:spcBef>
                        <a:spcAft>
                          <a:spcPts val="0"/>
                        </a:spcAft>
                        <a:buNone/>
                      </a:pPr>
                      <a:r>
                        <a:rPr lang="en-IN" sz="1800" u="none" cap="none" strike="noStrike">
                          <a:latin typeface="Calibri"/>
                          <a:ea typeface="Calibri"/>
                          <a:cs typeface="Calibri"/>
                          <a:sym typeface="Calibri"/>
                        </a:rPr>
                        <a:t> </a:t>
                      </a:r>
                      <a:endParaRPr sz="1800" u="none" cap="none" strike="noStrike">
                        <a:latin typeface="Calibri"/>
                        <a:ea typeface="Calibri"/>
                        <a:cs typeface="Calibri"/>
                        <a:sym typeface="Calibri"/>
                      </a:endParaRPr>
                    </a:p>
                  </a:txBody>
                  <a:tcPr marT="0" marB="0" marR="67075" marL="67075"/>
                </a:tc>
                <a:tc>
                  <a:txBody>
                    <a:bodyPr/>
                    <a:lstStyle/>
                    <a:p>
                      <a:pPr indent="0" lvl="0" marL="0" marR="0" rtl="0" algn="l">
                        <a:lnSpc>
                          <a:spcPct val="115000"/>
                        </a:lnSpc>
                        <a:spcBef>
                          <a:spcPts val="0"/>
                        </a:spcBef>
                        <a:spcAft>
                          <a:spcPts val="0"/>
                        </a:spcAft>
                        <a:buNone/>
                      </a:pPr>
                      <a:r>
                        <a:rPr lang="en-IN" sz="1800" u="none" cap="none" strike="noStrike">
                          <a:latin typeface="Calibri"/>
                          <a:ea typeface="Calibri"/>
                          <a:cs typeface="Calibri"/>
                          <a:sym typeface="Calibri"/>
                        </a:rPr>
                        <a:t> </a:t>
                      </a:r>
                      <a:endParaRPr sz="1800" u="none" cap="none" strike="noStrike">
                        <a:latin typeface="Calibri"/>
                        <a:ea typeface="Calibri"/>
                        <a:cs typeface="Calibri"/>
                        <a:sym typeface="Calibri"/>
                      </a:endParaRPr>
                    </a:p>
                  </a:txBody>
                  <a:tcPr marT="0" marB="0" marR="67075" marL="67075"/>
                </a:tc>
                <a:tc>
                  <a:txBody>
                    <a:bodyPr/>
                    <a:lstStyle/>
                    <a:p>
                      <a:pPr indent="0" lvl="0" marL="0" marR="0" rtl="0" algn="l">
                        <a:lnSpc>
                          <a:spcPct val="115000"/>
                        </a:lnSpc>
                        <a:spcBef>
                          <a:spcPts val="0"/>
                        </a:spcBef>
                        <a:spcAft>
                          <a:spcPts val="0"/>
                        </a:spcAft>
                        <a:buNone/>
                      </a:pPr>
                      <a:r>
                        <a:rPr lang="en-IN" sz="1800" u="none" cap="none" strike="noStrike">
                          <a:latin typeface="Calibri"/>
                          <a:ea typeface="Calibri"/>
                          <a:cs typeface="Calibri"/>
                          <a:sym typeface="Calibri"/>
                        </a:rPr>
                        <a:t> </a:t>
                      </a:r>
                      <a:endParaRPr sz="1800" u="none" cap="none" strike="noStrike">
                        <a:latin typeface="Calibri"/>
                        <a:ea typeface="Calibri"/>
                        <a:cs typeface="Calibri"/>
                        <a:sym typeface="Calibri"/>
                      </a:endParaRPr>
                    </a:p>
                  </a:txBody>
                  <a:tcPr marT="0" marB="0" marR="67075" marL="67075"/>
                </a:tc>
              </a:tr>
              <a:tr h="305900">
                <a:tc>
                  <a:txBody>
                    <a:bodyPr/>
                    <a:lstStyle/>
                    <a:p>
                      <a:pPr indent="0" lvl="0" marL="0" marR="0" rtl="0" algn="l">
                        <a:lnSpc>
                          <a:spcPct val="115000"/>
                        </a:lnSpc>
                        <a:spcBef>
                          <a:spcPts val="0"/>
                        </a:spcBef>
                        <a:spcAft>
                          <a:spcPts val="0"/>
                        </a:spcAft>
                        <a:buNone/>
                      </a:pPr>
                      <a:r>
                        <a:rPr lang="en-IN" sz="1800" u="none" cap="none" strike="noStrike">
                          <a:solidFill>
                            <a:srgbClr val="922122"/>
                          </a:solidFill>
                          <a:latin typeface="Calibri"/>
                          <a:ea typeface="Calibri"/>
                          <a:cs typeface="Calibri"/>
                          <a:sym typeface="Calibri"/>
                        </a:rPr>
                        <a:t>All c-uses(ACU)</a:t>
                      </a:r>
                      <a:endParaRPr sz="1800" u="none" cap="none" strike="noStrike">
                        <a:solidFill>
                          <a:srgbClr val="922122"/>
                        </a:solidFill>
                        <a:latin typeface="Calibri"/>
                        <a:ea typeface="Calibri"/>
                        <a:cs typeface="Calibri"/>
                        <a:sym typeface="Calibri"/>
                      </a:endParaRPr>
                    </a:p>
                  </a:txBody>
                  <a:tcPr marT="0" marB="0" marR="67075" marL="67075"/>
                </a:tc>
                <a:tc>
                  <a:txBody>
                    <a:bodyPr/>
                    <a:lstStyle/>
                    <a:p>
                      <a:pPr indent="0" lvl="0" marL="0" marR="0" rtl="0" algn="l">
                        <a:lnSpc>
                          <a:spcPct val="115000"/>
                        </a:lnSpc>
                        <a:spcBef>
                          <a:spcPts val="0"/>
                        </a:spcBef>
                        <a:spcAft>
                          <a:spcPts val="0"/>
                        </a:spcAft>
                        <a:buNone/>
                      </a:pPr>
                      <a:r>
                        <a:rPr lang="en-IN" sz="1800" u="none" cap="none" strike="noStrike">
                          <a:solidFill>
                            <a:srgbClr val="922122"/>
                          </a:solidFill>
                          <a:latin typeface="Calibri"/>
                          <a:ea typeface="Calibri"/>
                          <a:cs typeface="Calibri"/>
                          <a:sym typeface="Calibri"/>
                        </a:rPr>
                        <a:t>0-1-2-16	</a:t>
                      </a:r>
                      <a:endParaRPr sz="1800" u="none" cap="none" strike="noStrike">
                        <a:solidFill>
                          <a:srgbClr val="922122"/>
                        </a:solidFill>
                        <a:latin typeface="Calibri"/>
                        <a:ea typeface="Calibri"/>
                        <a:cs typeface="Calibri"/>
                        <a:sym typeface="Calibri"/>
                      </a:endParaRPr>
                    </a:p>
                  </a:txBody>
                  <a:tcPr marT="0" marB="0" marR="67075" marL="67075"/>
                </a:tc>
                <a:tc>
                  <a:txBody>
                    <a:bodyPr/>
                    <a:lstStyle/>
                    <a:p>
                      <a:pPr indent="0" lvl="0" marL="0" marR="0" rtl="0" algn="l">
                        <a:lnSpc>
                          <a:spcPct val="115000"/>
                        </a:lnSpc>
                        <a:spcBef>
                          <a:spcPts val="0"/>
                        </a:spcBef>
                        <a:spcAft>
                          <a:spcPts val="0"/>
                        </a:spcAft>
                        <a:buNone/>
                      </a:pPr>
                      <a:r>
                        <a:rPr lang="en-IN" sz="1800" u="none" cap="none" strike="noStrike">
                          <a:solidFill>
                            <a:srgbClr val="922122"/>
                          </a:solidFill>
                          <a:latin typeface="Calibri"/>
                          <a:ea typeface="Calibri"/>
                          <a:cs typeface="Calibri"/>
                          <a:sym typeface="Calibri"/>
                        </a:rPr>
                        <a:t>1-2-3-4-5-6-7	</a:t>
                      </a:r>
                      <a:endParaRPr sz="1800" u="none" cap="none" strike="noStrike">
                        <a:solidFill>
                          <a:srgbClr val="922122"/>
                        </a:solidFill>
                        <a:latin typeface="Calibri"/>
                        <a:ea typeface="Calibri"/>
                        <a:cs typeface="Calibri"/>
                        <a:sym typeface="Calibri"/>
                      </a:endParaRPr>
                    </a:p>
                  </a:txBody>
                  <a:tcPr marT="0" marB="0" marR="67075" marL="67075"/>
                </a:tc>
              </a:tr>
              <a:tr h="365750">
                <a:tc>
                  <a:txBody>
                    <a:bodyPr/>
                    <a:lstStyle/>
                    <a:p>
                      <a:pPr indent="0" lvl="0" marL="0" marR="0" rtl="0" algn="l">
                        <a:lnSpc>
                          <a:spcPct val="115000"/>
                        </a:lnSpc>
                        <a:spcBef>
                          <a:spcPts val="0"/>
                        </a:spcBef>
                        <a:spcAft>
                          <a:spcPts val="0"/>
                        </a:spcAft>
                        <a:buNone/>
                      </a:pPr>
                      <a:r>
                        <a:rPr lang="en-IN" sz="1800" u="none" cap="none" strike="noStrike">
                          <a:solidFill>
                            <a:srgbClr val="922122"/>
                          </a:solidFill>
                          <a:latin typeface="Calibri"/>
                          <a:ea typeface="Calibri"/>
                          <a:cs typeface="Calibri"/>
                          <a:sym typeface="Calibri"/>
                        </a:rPr>
                        <a:t>	</a:t>
                      </a:r>
                      <a:endParaRPr sz="1800" u="none" cap="none" strike="noStrike">
                        <a:solidFill>
                          <a:srgbClr val="922122"/>
                        </a:solidFill>
                        <a:latin typeface="Calibri"/>
                        <a:ea typeface="Calibri"/>
                        <a:cs typeface="Calibri"/>
                        <a:sym typeface="Calibri"/>
                      </a:endParaRPr>
                    </a:p>
                  </a:txBody>
                  <a:tcPr marT="0" marB="0" marR="67075" marL="67075"/>
                </a:tc>
                <a:tc>
                  <a:txBody>
                    <a:bodyPr/>
                    <a:lstStyle/>
                    <a:p>
                      <a:pPr indent="0" lvl="0" marL="0" marR="0" rtl="0" algn="l">
                        <a:lnSpc>
                          <a:spcPct val="115000"/>
                        </a:lnSpc>
                        <a:spcBef>
                          <a:spcPts val="0"/>
                        </a:spcBef>
                        <a:spcAft>
                          <a:spcPts val="0"/>
                        </a:spcAft>
                        <a:buNone/>
                      </a:pPr>
                      <a:r>
                        <a:rPr lang="en-IN" sz="1800" u="none" cap="none" strike="noStrike">
                          <a:solidFill>
                            <a:srgbClr val="922122"/>
                          </a:solidFill>
                          <a:latin typeface="Calibri"/>
                          <a:ea typeface="Calibri"/>
                          <a:cs typeface="Calibri"/>
                          <a:sym typeface="Calibri"/>
                        </a:rPr>
                        <a:t>3-4-5-6-7	</a:t>
                      </a:r>
                      <a:endParaRPr sz="1800" u="none" cap="none" strike="noStrike">
                        <a:solidFill>
                          <a:srgbClr val="922122"/>
                        </a:solidFill>
                        <a:latin typeface="Calibri"/>
                        <a:ea typeface="Calibri"/>
                        <a:cs typeface="Calibri"/>
                        <a:sym typeface="Calibri"/>
                      </a:endParaRPr>
                    </a:p>
                  </a:txBody>
                  <a:tcPr marT="0" marB="0" marR="67075" marL="67075"/>
                </a:tc>
                <a:tc>
                  <a:txBody>
                    <a:bodyPr/>
                    <a:lstStyle/>
                    <a:p>
                      <a:pPr indent="0" lvl="0" marL="0" marR="0" rtl="0" algn="l">
                        <a:lnSpc>
                          <a:spcPct val="115000"/>
                        </a:lnSpc>
                        <a:spcBef>
                          <a:spcPts val="0"/>
                        </a:spcBef>
                        <a:spcAft>
                          <a:spcPts val="0"/>
                        </a:spcAft>
                        <a:buNone/>
                      </a:pPr>
                      <a:r>
                        <a:rPr lang="en-IN" sz="1800" u="none" cap="none" strike="noStrike">
                          <a:solidFill>
                            <a:srgbClr val="922122"/>
                          </a:solidFill>
                          <a:latin typeface="Calibri"/>
                          <a:ea typeface="Calibri"/>
                          <a:cs typeface="Calibri"/>
                          <a:sym typeface="Calibri"/>
                        </a:rPr>
                        <a:t>1-2-3-4-5-6-8-9-10	</a:t>
                      </a:r>
                      <a:endParaRPr sz="1800" u="none" cap="none" strike="noStrike">
                        <a:solidFill>
                          <a:srgbClr val="922122"/>
                        </a:solidFill>
                        <a:latin typeface="Calibri"/>
                        <a:ea typeface="Calibri"/>
                        <a:cs typeface="Calibri"/>
                        <a:sym typeface="Calibri"/>
                      </a:endParaRPr>
                    </a:p>
                  </a:txBody>
                  <a:tcPr marT="0" marB="0" marR="67075" marL="67075"/>
                </a:tc>
              </a:tr>
              <a:tr h="305900">
                <a:tc>
                  <a:txBody>
                    <a:bodyPr/>
                    <a:lstStyle/>
                    <a:p>
                      <a:pPr indent="0" lvl="0" marL="0" marR="0" rtl="0" algn="l">
                        <a:lnSpc>
                          <a:spcPct val="115000"/>
                        </a:lnSpc>
                        <a:spcBef>
                          <a:spcPts val="0"/>
                        </a:spcBef>
                        <a:spcAft>
                          <a:spcPts val="0"/>
                        </a:spcAft>
                        <a:buNone/>
                      </a:pPr>
                      <a:r>
                        <a:rPr lang="en-IN" sz="1800" u="none" cap="none" strike="noStrike">
                          <a:solidFill>
                            <a:srgbClr val="922122"/>
                          </a:solidFill>
                          <a:latin typeface="Calibri"/>
                          <a:ea typeface="Calibri"/>
                          <a:cs typeface="Calibri"/>
                          <a:sym typeface="Calibri"/>
                        </a:rPr>
                        <a:t> </a:t>
                      </a:r>
                      <a:endParaRPr sz="1800" u="none" cap="none" strike="noStrike">
                        <a:solidFill>
                          <a:srgbClr val="922122"/>
                        </a:solidFill>
                        <a:latin typeface="Calibri"/>
                        <a:ea typeface="Calibri"/>
                        <a:cs typeface="Calibri"/>
                        <a:sym typeface="Calibri"/>
                      </a:endParaRPr>
                    </a:p>
                  </a:txBody>
                  <a:tcPr marT="0" marB="0" marR="67075" marL="67075"/>
                </a:tc>
                <a:tc>
                  <a:txBody>
                    <a:bodyPr/>
                    <a:lstStyle/>
                    <a:p>
                      <a:pPr indent="0" lvl="0" marL="0" marR="0" rtl="0" algn="l">
                        <a:lnSpc>
                          <a:spcPct val="115000"/>
                        </a:lnSpc>
                        <a:spcBef>
                          <a:spcPts val="0"/>
                        </a:spcBef>
                        <a:spcAft>
                          <a:spcPts val="0"/>
                        </a:spcAft>
                        <a:buNone/>
                      </a:pPr>
                      <a:r>
                        <a:rPr lang="en-IN" sz="1800" u="none" cap="none" strike="noStrike">
                          <a:solidFill>
                            <a:srgbClr val="922122"/>
                          </a:solidFill>
                          <a:latin typeface="Calibri"/>
                          <a:ea typeface="Calibri"/>
                          <a:cs typeface="Calibri"/>
                          <a:sym typeface="Calibri"/>
                        </a:rPr>
                        <a:t>3-4-5-6-8-9-10	</a:t>
                      </a:r>
                      <a:endParaRPr sz="1800" u="none" cap="none" strike="noStrike">
                        <a:solidFill>
                          <a:srgbClr val="922122"/>
                        </a:solidFill>
                        <a:latin typeface="Calibri"/>
                        <a:ea typeface="Calibri"/>
                        <a:cs typeface="Calibri"/>
                        <a:sym typeface="Calibri"/>
                      </a:endParaRPr>
                    </a:p>
                  </a:txBody>
                  <a:tcPr marT="0" marB="0" marR="67075" marL="67075"/>
                </a:tc>
                <a:tc>
                  <a:txBody>
                    <a:bodyPr/>
                    <a:lstStyle/>
                    <a:p>
                      <a:pPr indent="0" lvl="0" marL="0" marR="0" rtl="0" algn="l">
                        <a:lnSpc>
                          <a:spcPct val="115000"/>
                        </a:lnSpc>
                        <a:spcBef>
                          <a:spcPts val="0"/>
                        </a:spcBef>
                        <a:spcAft>
                          <a:spcPts val="0"/>
                        </a:spcAft>
                        <a:buNone/>
                      </a:pPr>
                      <a:r>
                        <a:rPr lang="en-IN" sz="1800" u="none" cap="none" strike="noStrike">
                          <a:solidFill>
                            <a:srgbClr val="922122"/>
                          </a:solidFill>
                          <a:latin typeface="Calibri"/>
                          <a:ea typeface="Calibri"/>
                          <a:cs typeface="Calibri"/>
                          <a:sym typeface="Calibri"/>
                        </a:rPr>
                        <a:t> </a:t>
                      </a:r>
                      <a:endParaRPr sz="1800" u="none" cap="none" strike="noStrike">
                        <a:solidFill>
                          <a:srgbClr val="922122"/>
                        </a:solidFill>
                        <a:latin typeface="Calibri"/>
                        <a:ea typeface="Calibri"/>
                        <a:cs typeface="Calibri"/>
                        <a:sym typeface="Calibri"/>
                      </a:endParaRPr>
                    </a:p>
                  </a:txBody>
                  <a:tcPr marT="0" marB="0" marR="67075" marL="67075"/>
                </a:tc>
              </a:tr>
              <a:tr h="305900">
                <a:tc>
                  <a:txBody>
                    <a:bodyPr/>
                    <a:lstStyle/>
                    <a:p>
                      <a:pPr indent="0" lvl="0" marL="0" marR="0" rtl="0" algn="ctr">
                        <a:lnSpc>
                          <a:spcPct val="115000"/>
                        </a:lnSpc>
                        <a:spcBef>
                          <a:spcPts val="0"/>
                        </a:spcBef>
                        <a:spcAft>
                          <a:spcPts val="0"/>
                        </a:spcAft>
                        <a:buNone/>
                      </a:pPr>
                      <a:r>
                        <a:rPr lang="en-IN" sz="1800" u="none" cap="none" strike="noStrike">
                          <a:solidFill>
                            <a:srgbClr val="922122"/>
                          </a:solidFill>
                          <a:latin typeface="Calibri"/>
                          <a:ea typeface="Calibri"/>
                          <a:cs typeface="Calibri"/>
                          <a:sym typeface="Calibri"/>
                        </a:rPr>
                        <a:t> </a:t>
                      </a:r>
                      <a:endParaRPr sz="1800" u="none" cap="none" strike="noStrike">
                        <a:solidFill>
                          <a:srgbClr val="922122"/>
                        </a:solidFill>
                        <a:latin typeface="Calibri"/>
                        <a:ea typeface="Calibri"/>
                        <a:cs typeface="Calibri"/>
                        <a:sym typeface="Calibri"/>
                      </a:endParaRPr>
                    </a:p>
                  </a:txBody>
                  <a:tcPr marT="0" marB="0" marR="67075" marL="67075"/>
                </a:tc>
                <a:tc>
                  <a:txBody>
                    <a:bodyPr/>
                    <a:lstStyle/>
                    <a:p>
                      <a:pPr indent="0" lvl="0" marL="0" marR="0" rtl="0" algn="l">
                        <a:lnSpc>
                          <a:spcPct val="115000"/>
                        </a:lnSpc>
                        <a:spcBef>
                          <a:spcPts val="0"/>
                        </a:spcBef>
                        <a:spcAft>
                          <a:spcPts val="0"/>
                        </a:spcAft>
                        <a:buNone/>
                      </a:pPr>
                      <a:r>
                        <a:rPr lang="en-IN" sz="1800" u="none" cap="none" strike="noStrike">
                          <a:solidFill>
                            <a:srgbClr val="922122"/>
                          </a:solidFill>
                          <a:latin typeface="Calibri"/>
                          <a:ea typeface="Calibri"/>
                          <a:cs typeface="Calibri"/>
                          <a:sym typeface="Calibri"/>
                        </a:rPr>
                        <a:t>3-4-15-16	</a:t>
                      </a:r>
                      <a:endParaRPr sz="1800" u="none" cap="none" strike="noStrike">
                        <a:solidFill>
                          <a:srgbClr val="922122"/>
                        </a:solidFill>
                        <a:latin typeface="Calibri"/>
                        <a:ea typeface="Calibri"/>
                        <a:cs typeface="Calibri"/>
                        <a:sym typeface="Calibri"/>
                      </a:endParaRPr>
                    </a:p>
                  </a:txBody>
                  <a:tcPr marT="0" marB="0" marR="67075" marL="67075"/>
                </a:tc>
                <a:tc>
                  <a:txBody>
                    <a:bodyPr/>
                    <a:lstStyle/>
                    <a:p>
                      <a:pPr indent="0" lvl="0" marL="0" marR="0" rtl="0" algn="l">
                        <a:lnSpc>
                          <a:spcPct val="115000"/>
                        </a:lnSpc>
                        <a:spcBef>
                          <a:spcPts val="0"/>
                        </a:spcBef>
                        <a:spcAft>
                          <a:spcPts val="0"/>
                        </a:spcAft>
                        <a:buNone/>
                      </a:pPr>
                      <a:r>
                        <a:rPr lang="en-IN" sz="1800" u="none" cap="none" strike="noStrike">
                          <a:solidFill>
                            <a:srgbClr val="922122"/>
                          </a:solidFill>
                          <a:latin typeface="Calibri"/>
                          <a:ea typeface="Calibri"/>
                          <a:cs typeface="Calibri"/>
                          <a:sym typeface="Calibri"/>
                        </a:rPr>
                        <a:t> </a:t>
                      </a:r>
                      <a:endParaRPr sz="1800" u="none" cap="none" strike="noStrike">
                        <a:solidFill>
                          <a:srgbClr val="922122"/>
                        </a:solidFill>
                        <a:latin typeface="Calibri"/>
                        <a:ea typeface="Calibri"/>
                        <a:cs typeface="Calibri"/>
                        <a:sym typeface="Calibri"/>
                      </a:endParaRPr>
                    </a:p>
                  </a:txBody>
                  <a:tcPr marT="0" marB="0" marR="67075" marL="67075"/>
                </a:tc>
              </a:tr>
              <a:tr h="305900">
                <a:tc>
                  <a:txBody>
                    <a:bodyPr/>
                    <a:lstStyle/>
                    <a:p>
                      <a:pPr indent="0" lvl="0" marL="0" marR="0" rtl="0" algn="ctr">
                        <a:lnSpc>
                          <a:spcPct val="115000"/>
                        </a:lnSpc>
                        <a:spcBef>
                          <a:spcPts val="0"/>
                        </a:spcBef>
                        <a:spcAft>
                          <a:spcPts val="0"/>
                        </a:spcAft>
                        <a:buNone/>
                      </a:pPr>
                      <a:r>
                        <a:rPr lang="en-IN" sz="1800" u="none" cap="none" strike="noStrike">
                          <a:solidFill>
                            <a:srgbClr val="922122"/>
                          </a:solidFill>
                          <a:latin typeface="Calibri"/>
                          <a:ea typeface="Calibri"/>
                          <a:cs typeface="Calibri"/>
                          <a:sym typeface="Calibri"/>
                        </a:rPr>
                        <a:t> </a:t>
                      </a:r>
                      <a:endParaRPr sz="1800" u="none" cap="none" strike="noStrike">
                        <a:solidFill>
                          <a:srgbClr val="922122"/>
                        </a:solidFill>
                        <a:latin typeface="Calibri"/>
                        <a:ea typeface="Calibri"/>
                        <a:cs typeface="Calibri"/>
                        <a:sym typeface="Calibri"/>
                      </a:endParaRPr>
                    </a:p>
                  </a:txBody>
                  <a:tcPr marT="0" marB="0" marR="67075" marL="67075"/>
                </a:tc>
                <a:tc>
                  <a:txBody>
                    <a:bodyPr/>
                    <a:lstStyle/>
                    <a:p>
                      <a:pPr indent="0" lvl="0" marL="0" marR="0" rtl="0" algn="l">
                        <a:lnSpc>
                          <a:spcPct val="115000"/>
                        </a:lnSpc>
                        <a:spcBef>
                          <a:spcPts val="0"/>
                        </a:spcBef>
                        <a:spcAft>
                          <a:spcPts val="0"/>
                        </a:spcAft>
                        <a:buNone/>
                      </a:pPr>
                      <a:r>
                        <a:rPr lang="en-IN" sz="1800" u="none" cap="none" strike="noStrike">
                          <a:solidFill>
                            <a:srgbClr val="922122"/>
                          </a:solidFill>
                          <a:latin typeface="Calibri"/>
                          <a:ea typeface="Calibri"/>
                          <a:cs typeface="Calibri"/>
                          <a:sym typeface="Calibri"/>
                        </a:rPr>
                        <a:t>7-14-15-16	</a:t>
                      </a:r>
                      <a:endParaRPr sz="1800" u="none" cap="none" strike="noStrike">
                        <a:solidFill>
                          <a:srgbClr val="922122"/>
                        </a:solidFill>
                        <a:latin typeface="Calibri"/>
                        <a:ea typeface="Calibri"/>
                        <a:cs typeface="Calibri"/>
                        <a:sym typeface="Calibri"/>
                      </a:endParaRPr>
                    </a:p>
                  </a:txBody>
                  <a:tcPr marT="0" marB="0" marR="67075" marL="67075"/>
                </a:tc>
                <a:tc>
                  <a:txBody>
                    <a:bodyPr/>
                    <a:lstStyle/>
                    <a:p>
                      <a:pPr indent="0" lvl="0" marL="0" marR="0" rtl="0" algn="l">
                        <a:lnSpc>
                          <a:spcPct val="115000"/>
                        </a:lnSpc>
                        <a:spcBef>
                          <a:spcPts val="0"/>
                        </a:spcBef>
                        <a:spcAft>
                          <a:spcPts val="0"/>
                        </a:spcAft>
                        <a:buNone/>
                      </a:pPr>
                      <a:r>
                        <a:rPr lang="en-IN" sz="1800" u="none" cap="none" strike="noStrike">
                          <a:solidFill>
                            <a:srgbClr val="922122"/>
                          </a:solidFill>
                          <a:latin typeface="Calibri"/>
                          <a:ea typeface="Calibri"/>
                          <a:cs typeface="Calibri"/>
                          <a:sym typeface="Calibri"/>
                        </a:rPr>
                        <a:t> </a:t>
                      </a:r>
                      <a:endParaRPr sz="1800" u="none" cap="none" strike="noStrike">
                        <a:solidFill>
                          <a:srgbClr val="922122"/>
                        </a:solidFill>
                        <a:latin typeface="Calibri"/>
                        <a:ea typeface="Calibri"/>
                        <a:cs typeface="Calibri"/>
                        <a:sym typeface="Calibri"/>
                      </a:endParaRPr>
                    </a:p>
                  </a:txBody>
                  <a:tcPr marT="0" marB="0" marR="67075" marL="67075"/>
                </a:tc>
              </a:tr>
              <a:tr h="305900">
                <a:tc>
                  <a:txBody>
                    <a:bodyPr/>
                    <a:lstStyle/>
                    <a:p>
                      <a:pPr indent="0" lvl="0" marL="0" marR="0" rtl="0" algn="ctr">
                        <a:lnSpc>
                          <a:spcPct val="115000"/>
                        </a:lnSpc>
                        <a:spcBef>
                          <a:spcPts val="0"/>
                        </a:spcBef>
                        <a:spcAft>
                          <a:spcPts val="0"/>
                        </a:spcAft>
                        <a:buNone/>
                      </a:pPr>
                      <a:r>
                        <a:rPr lang="en-IN" sz="1800" u="none" cap="none" strike="noStrike">
                          <a:solidFill>
                            <a:srgbClr val="922122"/>
                          </a:solidFill>
                          <a:latin typeface="Calibri"/>
                          <a:ea typeface="Calibri"/>
                          <a:cs typeface="Calibri"/>
                          <a:sym typeface="Calibri"/>
                        </a:rPr>
                        <a:t> </a:t>
                      </a:r>
                      <a:endParaRPr sz="1800" u="none" cap="none" strike="noStrike">
                        <a:solidFill>
                          <a:srgbClr val="922122"/>
                        </a:solidFill>
                        <a:latin typeface="Calibri"/>
                        <a:ea typeface="Calibri"/>
                        <a:cs typeface="Calibri"/>
                        <a:sym typeface="Calibri"/>
                      </a:endParaRPr>
                    </a:p>
                  </a:txBody>
                  <a:tcPr marT="0" marB="0" marR="67075" marL="67075"/>
                </a:tc>
                <a:tc>
                  <a:txBody>
                    <a:bodyPr/>
                    <a:lstStyle/>
                    <a:p>
                      <a:pPr indent="0" lvl="0" marL="0" marR="0" rtl="0" algn="l">
                        <a:lnSpc>
                          <a:spcPct val="115000"/>
                        </a:lnSpc>
                        <a:spcBef>
                          <a:spcPts val="0"/>
                        </a:spcBef>
                        <a:spcAft>
                          <a:spcPts val="0"/>
                        </a:spcAft>
                        <a:buNone/>
                      </a:pPr>
                      <a:r>
                        <a:rPr lang="en-IN" sz="1800" u="none" cap="none" strike="noStrike">
                          <a:solidFill>
                            <a:srgbClr val="922122"/>
                          </a:solidFill>
                          <a:latin typeface="Calibri"/>
                          <a:ea typeface="Calibri"/>
                          <a:cs typeface="Calibri"/>
                          <a:sym typeface="Calibri"/>
                        </a:rPr>
                        <a:t>10-11-12	</a:t>
                      </a:r>
                      <a:endParaRPr sz="1800" u="none" cap="none" strike="noStrike">
                        <a:solidFill>
                          <a:srgbClr val="922122"/>
                        </a:solidFill>
                        <a:latin typeface="Calibri"/>
                        <a:ea typeface="Calibri"/>
                        <a:cs typeface="Calibri"/>
                        <a:sym typeface="Calibri"/>
                      </a:endParaRPr>
                    </a:p>
                  </a:txBody>
                  <a:tcPr marT="0" marB="0" marR="67075" marL="67075"/>
                </a:tc>
                <a:tc>
                  <a:txBody>
                    <a:bodyPr/>
                    <a:lstStyle/>
                    <a:p>
                      <a:pPr indent="0" lvl="0" marL="0" marR="0" rtl="0" algn="l">
                        <a:lnSpc>
                          <a:spcPct val="115000"/>
                        </a:lnSpc>
                        <a:spcBef>
                          <a:spcPts val="0"/>
                        </a:spcBef>
                        <a:spcAft>
                          <a:spcPts val="0"/>
                        </a:spcAft>
                        <a:buNone/>
                      </a:pPr>
                      <a:r>
                        <a:rPr lang="en-IN" sz="1800" u="none" cap="none" strike="noStrike">
                          <a:solidFill>
                            <a:srgbClr val="922122"/>
                          </a:solidFill>
                          <a:latin typeface="Calibri"/>
                          <a:ea typeface="Calibri"/>
                          <a:cs typeface="Calibri"/>
                          <a:sym typeface="Calibri"/>
                        </a:rPr>
                        <a:t> </a:t>
                      </a:r>
                      <a:endParaRPr sz="1800" u="none" cap="none" strike="noStrike">
                        <a:solidFill>
                          <a:srgbClr val="922122"/>
                        </a:solidFill>
                        <a:latin typeface="Calibri"/>
                        <a:ea typeface="Calibri"/>
                        <a:cs typeface="Calibri"/>
                        <a:sym typeface="Calibri"/>
                      </a:endParaRPr>
                    </a:p>
                  </a:txBody>
                  <a:tcPr marT="0" marB="0" marR="67075" marL="67075"/>
                </a:tc>
              </a:tr>
              <a:tr h="365750">
                <a:tc>
                  <a:txBody>
                    <a:bodyPr/>
                    <a:lstStyle/>
                    <a:p>
                      <a:pPr indent="0" lvl="0" marL="0" marR="0" rtl="0" algn="ctr">
                        <a:lnSpc>
                          <a:spcPct val="115000"/>
                        </a:lnSpc>
                        <a:spcBef>
                          <a:spcPts val="0"/>
                        </a:spcBef>
                        <a:spcAft>
                          <a:spcPts val="0"/>
                        </a:spcAft>
                        <a:buNone/>
                      </a:pPr>
                      <a:r>
                        <a:rPr lang="en-IN" sz="1800" u="none" cap="none" strike="noStrike">
                          <a:solidFill>
                            <a:srgbClr val="922122"/>
                          </a:solidFill>
                          <a:latin typeface="Calibri"/>
                          <a:ea typeface="Calibri"/>
                          <a:cs typeface="Calibri"/>
                          <a:sym typeface="Calibri"/>
                        </a:rPr>
                        <a:t> </a:t>
                      </a:r>
                      <a:endParaRPr sz="1800" u="none" cap="none" strike="noStrike">
                        <a:solidFill>
                          <a:srgbClr val="922122"/>
                        </a:solidFill>
                        <a:latin typeface="Calibri"/>
                        <a:ea typeface="Calibri"/>
                        <a:cs typeface="Calibri"/>
                        <a:sym typeface="Calibri"/>
                      </a:endParaRPr>
                    </a:p>
                  </a:txBody>
                  <a:tcPr marT="0" marB="0" marR="67075" marL="67075"/>
                </a:tc>
                <a:tc>
                  <a:txBody>
                    <a:bodyPr/>
                    <a:lstStyle/>
                    <a:p>
                      <a:pPr indent="0" lvl="0" marL="0" marR="0" rtl="0" algn="l">
                        <a:lnSpc>
                          <a:spcPct val="115000"/>
                        </a:lnSpc>
                        <a:spcBef>
                          <a:spcPts val="0"/>
                        </a:spcBef>
                        <a:spcAft>
                          <a:spcPts val="0"/>
                        </a:spcAft>
                        <a:buNone/>
                      </a:pPr>
                      <a:r>
                        <a:rPr lang="en-IN" sz="1800" u="none" cap="none" strike="noStrike">
                          <a:solidFill>
                            <a:srgbClr val="922122"/>
                          </a:solidFill>
                          <a:latin typeface="Calibri"/>
                          <a:ea typeface="Calibri"/>
                          <a:cs typeface="Calibri"/>
                          <a:sym typeface="Calibri"/>
                        </a:rPr>
                        <a:t>10-11-13-14-15-16	</a:t>
                      </a:r>
                      <a:endParaRPr sz="1800" u="none" cap="none" strike="noStrike">
                        <a:solidFill>
                          <a:srgbClr val="922122"/>
                        </a:solidFill>
                        <a:latin typeface="Calibri"/>
                        <a:ea typeface="Calibri"/>
                        <a:cs typeface="Calibri"/>
                        <a:sym typeface="Calibri"/>
                      </a:endParaRPr>
                    </a:p>
                  </a:txBody>
                  <a:tcPr marT="0" marB="0" marR="67075" marL="67075"/>
                </a:tc>
                <a:tc>
                  <a:txBody>
                    <a:bodyPr/>
                    <a:lstStyle/>
                    <a:p>
                      <a:pPr indent="0" lvl="0" marL="0" marR="0" rtl="0" algn="l">
                        <a:lnSpc>
                          <a:spcPct val="115000"/>
                        </a:lnSpc>
                        <a:spcBef>
                          <a:spcPts val="0"/>
                        </a:spcBef>
                        <a:spcAft>
                          <a:spcPts val="0"/>
                        </a:spcAft>
                        <a:buNone/>
                      </a:pPr>
                      <a:r>
                        <a:rPr lang="en-IN" sz="1800" u="none" cap="none" strike="noStrike">
                          <a:solidFill>
                            <a:srgbClr val="922122"/>
                          </a:solidFill>
                          <a:latin typeface="Calibri"/>
                          <a:ea typeface="Calibri"/>
                          <a:cs typeface="Calibri"/>
                          <a:sym typeface="Calibri"/>
                        </a:rPr>
                        <a:t> </a:t>
                      </a:r>
                      <a:endParaRPr sz="1800" u="none" cap="none" strike="noStrike">
                        <a:solidFill>
                          <a:srgbClr val="922122"/>
                        </a:solidFill>
                        <a:latin typeface="Calibri"/>
                        <a:ea typeface="Calibri"/>
                        <a:cs typeface="Calibri"/>
                        <a:sym typeface="Calibri"/>
                      </a:endParaRPr>
                    </a:p>
                  </a:txBody>
                  <a:tcPr marT="0" marB="0" marR="67075" marL="67075"/>
                </a:tc>
              </a:tr>
              <a:tr h="305900">
                <a:tc>
                  <a:txBody>
                    <a:bodyPr/>
                    <a:lstStyle/>
                    <a:p>
                      <a:pPr indent="0" lvl="0" marL="0" marR="0" rtl="0" algn="ctr">
                        <a:lnSpc>
                          <a:spcPct val="115000"/>
                        </a:lnSpc>
                        <a:spcBef>
                          <a:spcPts val="0"/>
                        </a:spcBef>
                        <a:spcAft>
                          <a:spcPts val="0"/>
                        </a:spcAft>
                        <a:buNone/>
                      </a:pPr>
                      <a:r>
                        <a:rPr lang="en-IN" sz="1800" u="none" cap="none" strike="noStrike">
                          <a:solidFill>
                            <a:srgbClr val="922122"/>
                          </a:solidFill>
                          <a:latin typeface="Calibri"/>
                          <a:ea typeface="Calibri"/>
                          <a:cs typeface="Calibri"/>
                          <a:sym typeface="Calibri"/>
                        </a:rPr>
                        <a:t> </a:t>
                      </a:r>
                      <a:endParaRPr sz="1800" u="none" cap="none" strike="noStrike">
                        <a:solidFill>
                          <a:srgbClr val="922122"/>
                        </a:solidFill>
                        <a:latin typeface="Calibri"/>
                        <a:ea typeface="Calibri"/>
                        <a:cs typeface="Calibri"/>
                        <a:sym typeface="Calibri"/>
                      </a:endParaRPr>
                    </a:p>
                  </a:txBody>
                  <a:tcPr marT="0" marB="0" marR="67075" marL="67075"/>
                </a:tc>
                <a:tc>
                  <a:txBody>
                    <a:bodyPr/>
                    <a:lstStyle/>
                    <a:p>
                      <a:pPr indent="0" lvl="0" marL="0" marR="0" rtl="0" algn="l">
                        <a:lnSpc>
                          <a:spcPct val="115000"/>
                        </a:lnSpc>
                        <a:spcBef>
                          <a:spcPts val="0"/>
                        </a:spcBef>
                        <a:spcAft>
                          <a:spcPts val="0"/>
                        </a:spcAft>
                        <a:buNone/>
                      </a:pPr>
                      <a:r>
                        <a:rPr lang="en-IN" sz="1800" u="none" cap="none" strike="noStrike">
                          <a:solidFill>
                            <a:srgbClr val="922122"/>
                          </a:solidFill>
                          <a:latin typeface="Calibri"/>
                          <a:ea typeface="Calibri"/>
                          <a:cs typeface="Calibri"/>
                          <a:sym typeface="Calibri"/>
                        </a:rPr>
                        <a:t>12-13-14-15-16	</a:t>
                      </a:r>
                      <a:endParaRPr sz="1800" u="none" cap="none" strike="noStrike">
                        <a:solidFill>
                          <a:srgbClr val="922122"/>
                        </a:solidFill>
                        <a:latin typeface="Calibri"/>
                        <a:ea typeface="Calibri"/>
                        <a:cs typeface="Calibri"/>
                        <a:sym typeface="Calibri"/>
                      </a:endParaRPr>
                    </a:p>
                  </a:txBody>
                  <a:tcPr marT="0" marB="0" marR="67075" marL="67075"/>
                </a:tc>
                <a:tc>
                  <a:txBody>
                    <a:bodyPr/>
                    <a:lstStyle/>
                    <a:p>
                      <a:pPr indent="0" lvl="0" marL="0" marR="0" rtl="0" algn="l">
                        <a:lnSpc>
                          <a:spcPct val="115000"/>
                        </a:lnSpc>
                        <a:spcBef>
                          <a:spcPts val="0"/>
                        </a:spcBef>
                        <a:spcAft>
                          <a:spcPts val="0"/>
                        </a:spcAft>
                        <a:buNone/>
                      </a:pPr>
                      <a:r>
                        <a:rPr lang="en-IN" sz="1800" u="none" cap="none" strike="noStrike">
                          <a:solidFill>
                            <a:srgbClr val="922122"/>
                          </a:solidFill>
                          <a:latin typeface="Calibri"/>
                          <a:ea typeface="Calibri"/>
                          <a:cs typeface="Calibri"/>
                          <a:sym typeface="Calibri"/>
                        </a:rPr>
                        <a:t> </a:t>
                      </a:r>
                      <a:endParaRPr sz="1800" u="none" cap="none" strike="noStrike">
                        <a:solidFill>
                          <a:srgbClr val="922122"/>
                        </a:solidFill>
                        <a:latin typeface="Calibri"/>
                        <a:ea typeface="Calibri"/>
                        <a:cs typeface="Calibri"/>
                        <a:sym typeface="Calibri"/>
                      </a:endParaRPr>
                    </a:p>
                  </a:txBody>
                  <a:tcPr marT="0" marB="0" marR="67075" marL="67075"/>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graphicFrame>
        <p:nvGraphicFramePr>
          <p:cNvPr id="205" name="Google Shape;205;p30"/>
          <p:cNvGraphicFramePr/>
          <p:nvPr/>
        </p:nvGraphicFramePr>
        <p:xfrm>
          <a:off x="381000" y="76200"/>
          <a:ext cx="3000000" cy="3000000"/>
        </p:xfrm>
        <a:graphic>
          <a:graphicData uri="http://schemas.openxmlformats.org/drawingml/2006/table">
            <a:tbl>
              <a:tblPr bandRow="1" firstCol="1" firstRow="1">
                <a:noFill/>
                <a:tableStyleId>{85A0B8D9-517C-4A9B-A977-6340FA60155C}</a:tableStyleId>
              </a:tblPr>
              <a:tblGrid>
                <a:gridCol w="3413750"/>
                <a:gridCol w="2500850"/>
                <a:gridCol w="2619800"/>
              </a:tblGrid>
              <a:tr h="678175">
                <a:tc>
                  <a:txBody>
                    <a:bodyPr/>
                    <a:lstStyle/>
                    <a:p>
                      <a:pPr indent="0" lvl="0" marL="0" marR="0" rtl="0" algn="l">
                        <a:lnSpc>
                          <a:spcPct val="115000"/>
                        </a:lnSpc>
                        <a:spcBef>
                          <a:spcPts val="0"/>
                        </a:spcBef>
                        <a:spcAft>
                          <a:spcPts val="0"/>
                        </a:spcAft>
                        <a:buNone/>
                      </a:pPr>
                      <a:r>
                        <a:rPr lang="en-IN" sz="2400" u="none" cap="none" strike="noStrike">
                          <a:latin typeface="Calibri"/>
                          <a:ea typeface="Calibri"/>
                          <a:cs typeface="Calibri"/>
                          <a:sym typeface="Calibri"/>
                        </a:rPr>
                        <a:t>Strategy		</a:t>
                      </a:r>
                      <a:endParaRPr sz="2400" u="none" cap="none" strike="noStrike">
                        <a:latin typeface="Calibri"/>
                        <a:ea typeface="Calibri"/>
                        <a:cs typeface="Calibri"/>
                        <a:sym typeface="Calibri"/>
                      </a:endParaRPr>
                    </a:p>
                  </a:txBody>
                  <a:tcPr marT="0" marB="0" marR="67075" marL="67075"/>
                </a:tc>
                <a:tc>
                  <a:txBody>
                    <a:bodyPr/>
                    <a:lstStyle/>
                    <a:p>
                      <a:pPr indent="0" lvl="0" marL="0" marR="0" rtl="0" algn="l">
                        <a:lnSpc>
                          <a:spcPct val="115000"/>
                        </a:lnSpc>
                        <a:spcBef>
                          <a:spcPts val="0"/>
                        </a:spcBef>
                        <a:spcAft>
                          <a:spcPts val="0"/>
                        </a:spcAft>
                        <a:buNone/>
                      </a:pPr>
                      <a:r>
                        <a:rPr lang="en-IN" sz="2400" u="none" cap="none" strike="noStrike">
                          <a:latin typeface="Calibri"/>
                          <a:ea typeface="Calibri"/>
                          <a:cs typeface="Calibri"/>
                          <a:sym typeface="Calibri"/>
                        </a:rPr>
                        <a:t>Payment</a:t>
                      </a:r>
                      <a:endParaRPr sz="2400" u="none" cap="none" strike="noStrike">
                        <a:latin typeface="Calibri"/>
                        <a:ea typeface="Calibri"/>
                        <a:cs typeface="Calibri"/>
                        <a:sym typeface="Calibri"/>
                      </a:endParaRPr>
                    </a:p>
                  </a:txBody>
                  <a:tcPr marT="0" marB="0" marR="67075" marL="67075"/>
                </a:tc>
                <a:tc>
                  <a:txBody>
                    <a:bodyPr/>
                    <a:lstStyle/>
                    <a:p>
                      <a:pPr indent="0" lvl="0" marL="0" marR="0" rtl="0" algn="l">
                        <a:lnSpc>
                          <a:spcPct val="115000"/>
                        </a:lnSpc>
                        <a:spcBef>
                          <a:spcPts val="0"/>
                        </a:spcBef>
                        <a:spcAft>
                          <a:spcPts val="0"/>
                        </a:spcAft>
                        <a:buNone/>
                      </a:pPr>
                      <a:r>
                        <a:rPr lang="en-IN" sz="2400" u="none" cap="none" strike="noStrike">
                          <a:latin typeface="Calibri"/>
                          <a:ea typeface="Calibri"/>
                          <a:cs typeface="Calibri"/>
                          <a:sym typeface="Calibri"/>
                        </a:rPr>
                        <a:t>Work</a:t>
                      </a:r>
                      <a:endParaRPr sz="2400" u="none" cap="none" strike="noStrike">
                        <a:latin typeface="Calibri"/>
                        <a:ea typeface="Calibri"/>
                        <a:cs typeface="Calibri"/>
                        <a:sym typeface="Calibri"/>
                      </a:endParaRPr>
                    </a:p>
                  </a:txBody>
                  <a:tcPr marT="0" marB="0" marR="67075" marL="67075"/>
                </a:tc>
              </a:tr>
              <a:tr h="678175">
                <a:tc>
                  <a:txBody>
                    <a:bodyPr/>
                    <a:lstStyle/>
                    <a:p>
                      <a:pPr indent="0" lvl="0" marL="0" marR="0" rtl="0" algn="l">
                        <a:lnSpc>
                          <a:spcPct val="115000"/>
                        </a:lnSpc>
                        <a:spcBef>
                          <a:spcPts val="0"/>
                        </a:spcBef>
                        <a:spcAft>
                          <a:spcPts val="0"/>
                        </a:spcAft>
                        <a:buNone/>
                      </a:pPr>
                      <a:r>
                        <a:rPr lang="en-IN" sz="1800" u="none" cap="none" strike="noStrike">
                          <a:solidFill>
                            <a:srgbClr val="C00000"/>
                          </a:solidFill>
                          <a:latin typeface="Calibri"/>
                          <a:ea typeface="Calibri"/>
                          <a:cs typeface="Calibri"/>
                          <a:sym typeface="Calibri"/>
                        </a:rPr>
                        <a:t>All-p-uses / Some-c-uses</a:t>
                      </a:r>
                      <a:endParaRPr/>
                    </a:p>
                    <a:p>
                      <a:pPr indent="0" lvl="0" marL="0" marR="0" rtl="0" algn="l">
                        <a:lnSpc>
                          <a:spcPct val="115000"/>
                        </a:lnSpc>
                        <a:spcBef>
                          <a:spcPts val="0"/>
                        </a:spcBef>
                        <a:spcAft>
                          <a:spcPts val="0"/>
                        </a:spcAft>
                        <a:buNone/>
                      </a:pPr>
                      <a:r>
                        <a:rPr lang="en-IN" sz="1800" u="none" cap="none" strike="noStrike">
                          <a:solidFill>
                            <a:srgbClr val="C00000"/>
                          </a:solidFill>
                          <a:latin typeface="Calibri"/>
                          <a:ea typeface="Calibri"/>
                          <a:cs typeface="Calibri"/>
                          <a:sym typeface="Calibri"/>
                        </a:rPr>
                        <a:t>(APU + C)</a:t>
                      </a:r>
                      <a:endParaRPr sz="1800" u="none" cap="none" strike="noStrike">
                        <a:solidFill>
                          <a:srgbClr val="C00000"/>
                        </a:solidFill>
                        <a:latin typeface="Calibri"/>
                        <a:ea typeface="Calibri"/>
                        <a:cs typeface="Calibri"/>
                        <a:sym typeface="Calibri"/>
                      </a:endParaRPr>
                    </a:p>
                  </a:txBody>
                  <a:tcPr marT="0" marB="0" marR="68575" marL="68575"/>
                </a:tc>
                <a:tc>
                  <a:txBody>
                    <a:bodyPr/>
                    <a:lstStyle/>
                    <a:p>
                      <a:pPr indent="0" lvl="0" marL="0" marR="0" rtl="0" algn="l">
                        <a:lnSpc>
                          <a:spcPct val="115000"/>
                        </a:lnSpc>
                        <a:spcBef>
                          <a:spcPts val="0"/>
                        </a:spcBef>
                        <a:spcAft>
                          <a:spcPts val="0"/>
                        </a:spcAft>
                        <a:buNone/>
                      </a:pPr>
                      <a:r>
                        <a:rPr lang="en-IN" sz="1800" u="none" cap="none" strike="noStrike">
                          <a:solidFill>
                            <a:srgbClr val="C00000"/>
                          </a:solidFill>
                          <a:latin typeface="Calibri"/>
                          <a:ea typeface="Calibri"/>
                          <a:cs typeface="Calibri"/>
                          <a:sym typeface="Calibri"/>
                        </a:rPr>
                        <a:t>0-1-2-3-4-5-6-8-9-10-11	</a:t>
                      </a:r>
                      <a:endParaRPr sz="1800" u="none" cap="none" strike="noStrike">
                        <a:solidFill>
                          <a:srgbClr val="C00000"/>
                        </a:solidFill>
                        <a:latin typeface="Calibri"/>
                        <a:ea typeface="Calibri"/>
                        <a:cs typeface="Calibri"/>
                        <a:sym typeface="Calibri"/>
                      </a:endParaRPr>
                    </a:p>
                  </a:txBody>
                  <a:tcPr marT="0" marB="0" marR="68575" marL="68575"/>
                </a:tc>
                <a:tc>
                  <a:txBody>
                    <a:bodyPr/>
                    <a:lstStyle/>
                    <a:p>
                      <a:pPr indent="0" lvl="0" marL="0" marR="0" rtl="0" algn="l">
                        <a:lnSpc>
                          <a:spcPct val="115000"/>
                        </a:lnSpc>
                        <a:spcBef>
                          <a:spcPts val="0"/>
                        </a:spcBef>
                        <a:spcAft>
                          <a:spcPts val="0"/>
                        </a:spcAft>
                        <a:buNone/>
                      </a:pPr>
                      <a:r>
                        <a:rPr lang="en-IN" sz="1800" u="none" cap="none" strike="noStrike">
                          <a:solidFill>
                            <a:srgbClr val="C00000"/>
                          </a:solidFill>
                          <a:latin typeface="Calibri"/>
                          <a:ea typeface="Calibri"/>
                          <a:cs typeface="Calibri"/>
                          <a:sym typeface="Calibri"/>
                        </a:rPr>
                        <a:t>1-2	</a:t>
                      </a:r>
                      <a:endParaRPr sz="1800" u="none" cap="none" strike="noStrike">
                        <a:solidFill>
                          <a:srgbClr val="C00000"/>
                        </a:solidFill>
                        <a:latin typeface="Calibri"/>
                        <a:ea typeface="Calibri"/>
                        <a:cs typeface="Calibri"/>
                        <a:sym typeface="Calibri"/>
                      </a:endParaRPr>
                    </a:p>
                  </a:txBody>
                  <a:tcPr marT="0" marB="0" marR="68575" marL="68575"/>
                </a:tc>
              </a:tr>
              <a:tr h="339100">
                <a:tc>
                  <a:txBody>
                    <a:bodyPr/>
                    <a:lstStyle/>
                    <a:p>
                      <a:pPr indent="0" lvl="0" marL="0" marR="0" rtl="0" algn="l">
                        <a:lnSpc>
                          <a:spcPct val="115000"/>
                        </a:lnSpc>
                        <a:spcBef>
                          <a:spcPts val="0"/>
                        </a:spcBef>
                        <a:spcAft>
                          <a:spcPts val="0"/>
                        </a:spcAft>
                        <a:buNone/>
                      </a:pPr>
                      <a:r>
                        <a:rPr lang="en-IN" sz="1800" u="none" cap="none" strike="noStrike">
                          <a:solidFill>
                            <a:srgbClr val="C00000"/>
                          </a:solidFill>
                          <a:latin typeface="Calibri"/>
                          <a:ea typeface="Calibri"/>
                          <a:cs typeface="Calibri"/>
                          <a:sym typeface="Calibri"/>
                        </a:rPr>
                        <a:t>	</a:t>
                      </a:r>
                      <a:endParaRPr sz="1800" u="none" cap="none" strike="noStrike">
                        <a:solidFill>
                          <a:srgbClr val="C00000"/>
                        </a:solidFill>
                        <a:latin typeface="Calibri"/>
                        <a:ea typeface="Calibri"/>
                        <a:cs typeface="Calibri"/>
                        <a:sym typeface="Calibri"/>
                      </a:endParaRPr>
                    </a:p>
                  </a:txBody>
                  <a:tcPr marT="0" marB="0" marR="68575" marL="68575"/>
                </a:tc>
                <a:tc>
                  <a:txBody>
                    <a:bodyPr/>
                    <a:lstStyle/>
                    <a:p>
                      <a:pPr indent="0" lvl="0" marL="0" marR="0" rtl="0" algn="l">
                        <a:lnSpc>
                          <a:spcPct val="115000"/>
                        </a:lnSpc>
                        <a:spcBef>
                          <a:spcPts val="0"/>
                        </a:spcBef>
                        <a:spcAft>
                          <a:spcPts val="0"/>
                        </a:spcAft>
                        <a:buNone/>
                      </a:pPr>
                      <a:r>
                        <a:rPr lang="en-IN" sz="1800" u="none" cap="none" strike="noStrike">
                          <a:solidFill>
                            <a:srgbClr val="C00000"/>
                          </a:solidFill>
                          <a:latin typeface="Calibri"/>
                          <a:ea typeface="Calibri"/>
                          <a:cs typeface="Calibri"/>
                          <a:sym typeface="Calibri"/>
                        </a:rPr>
                        <a:t>10-11-12	</a:t>
                      </a:r>
                      <a:endParaRPr sz="1800" u="none" cap="none" strike="noStrike">
                        <a:solidFill>
                          <a:srgbClr val="C00000"/>
                        </a:solidFill>
                        <a:latin typeface="Calibri"/>
                        <a:ea typeface="Calibri"/>
                        <a:cs typeface="Calibri"/>
                        <a:sym typeface="Calibri"/>
                      </a:endParaRPr>
                    </a:p>
                  </a:txBody>
                  <a:tcPr marT="0" marB="0" marR="68575" marL="68575"/>
                </a:tc>
                <a:tc>
                  <a:txBody>
                    <a:bodyPr/>
                    <a:lstStyle/>
                    <a:p>
                      <a:pPr indent="0" lvl="0" marL="0" marR="0" rtl="0" algn="l">
                        <a:lnSpc>
                          <a:spcPct val="115000"/>
                        </a:lnSpc>
                        <a:spcBef>
                          <a:spcPts val="0"/>
                        </a:spcBef>
                        <a:spcAft>
                          <a:spcPts val="0"/>
                        </a:spcAft>
                        <a:buNone/>
                      </a:pPr>
                      <a:r>
                        <a:rPr lang="en-IN" sz="1800" u="none" cap="none" strike="noStrike">
                          <a:solidFill>
                            <a:srgbClr val="C00000"/>
                          </a:solidFill>
                          <a:latin typeface="Calibri"/>
                          <a:ea typeface="Calibri"/>
                          <a:cs typeface="Calibri"/>
                          <a:sym typeface="Calibri"/>
                        </a:rPr>
                        <a:t>1-2-3-4	</a:t>
                      </a:r>
                      <a:endParaRPr sz="1800" u="none" cap="none" strike="noStrike">
                        <a:solidFill>
                          <a:srgbClr val="C00000"/>
                        </a:solidFill>
                        <a:latin typeface="Calibri"/>
                        <a:ea typeface="Calibri"/>
                        <a:cs typeface="Calibri"/>
                        <a:sym typeface="Calibri"/>
                      </a:endParaRPr>
                    </a:p>
                  </a:txBody>
                  <a:tcPr marT="0" marB="0" marR="68575" marL="68575"/>
                </a:tc>
              </a:tr>
              <a:tr h="339100">
                <a:tc>
                  <a:txBody>
                    <a:bodyPr/>
                    <a:lstStyle/>
                    <a:p>
                      <a:pPr indent="0" lvl="0" marL="0" marR="0" rtl="0" algn="l">
                        <a:lnSpc>
                          <a:spcPct val="115000"/>
                        </a:lnSpc>
                        <a:spcBef>
                          <a:spcPts val="0"/>
                        </a:spcBef>
                        <a:spcAft>
                          <a:spcPts val="0"/>
                        </a:spcAft>
                        <a:buNone/>
                      </a:pPr>
                      <a:r>
                        <a:rPr lang="en-IN" sz="1800" u="none" cap="none" strike="noStrike">
                          <a:solidFill>
                            <a:srgbClr val="C00000"/>
                          </a:solidFill>
                          <a:latin typeface="Calibri"/>
                          <a:ea typeface="Calibri"/>
                          <a:cs typeface="Calibri"/>
                          <a:sym typeface="Calibri"/>
                        </a:rPr>
                        <a:t> </a:t>
                      </a:r>
                      <a:endParaRPr sz="1800" u="none" cap="none" strike="noStrike">
                        <a:solidFill>
                          <a:srgbClr val="C00000"/>
                        </a:solidFill>
                        <a:latin typeface="Calibri"/>
                        <a:ea typeface="Calibri"/>
                        <a:cs typeface="Calibri"/>
                        <a:sym typeface="Calibri"/>
                      </a:endParaRPr>
                    </a:p>
                  </a:txBody>
                  <a:tcPr marT="0" marB="0" marR="68575" marL="68575"/>
                </a:tc>
                <a:tc>
                  <a:txBody>
                    <a:bodyPr/>
                    <a:lstStyle/>
                    <a:p>
                      <a:pPr indent="0" lvl="0" marL="0" marR="0" rtl="0" algn="l">
                        <a:lnSpc>
                          <a:spcPct val="115000"/>
                        </a:lnSpc>
                        <a:spcBef>
                          <a:spcPts val="0"/>
                        </a:spcBef>
                        <a:spcAft>
                          <a:spcPts val="0"/>
                        </a:spcAft>
                        <a:buNone/>
                      </a:pPr>
                      <a:r>
                        <a:rPr lang="en-IN" sz="1800" u="none" cap="none" strike="noStrike">
                          <a:solidFill>
                            <a:srgbClr val="C00000"/>
                          </a:solidFill>
                          <a:latin typeface="Calibri"/>
                          <a:ea typeface="Calibri"/>
                          <a:cs typeface="Calibri"/>
                          <a:sym typeface="Calibri"/>
                        </a:rPr>
                        <a:t>12-13-14-15-16	</a:t>
                      </a:r>
                      <a:endParaRPr sz="1800" u="none" cap="none" strike="noStrike">
                        <a:solidFill>
                          <a:srgbClr val="C00000"/>
                        </a:solidFill>
                        <a:latin typeface="Calibri"/>
                        <a:ea typeface="Calibri"/>
                        <a:cs typeface="Calibri"/>
                        <a:sym typeface="Calibri"/>
                      </a:endParaRPr>
                    </a:p>
                  </a:txBody>
                  <a:tcPr marT="0" marB="0" marR="68575" marL="68575"/>
                </a:tc>
                <a:tc>
                  <a:txBody>
                    <a:bodyPr/>
                    <a:lstStyle/>
                    <a:p>
                      <a:pPr indent="0" lvl="0" marL="0" marR="0" rtl="0" algn="l">
                        <a:lnSpc>
                          <a:spcPct val="115000"/>
                        </a:lnSpc>
                        <a:spcBef>
                          <a:spcPts val="0"/>
                        </a:spcBef>
                        <a:spcAft>
                          <a:spcPts val="0"/>
                        </a:spcAft>
                        <a:buNone/>
                      </a:pPr>
                      <a:r>
                        <a:rPr lang="en-IN" sz="1800" u="none" cap="none" strike="noStrike">
                          <a:solidFill>
                            <a:srgbClr val="C00000"/>
                          </a:solidFill>
                          <a:latin typeface="Calibri"/>
                          <a:ea typeface="Calibri"/>
                          <a:cs typeface="Calibri"/>
                          <a:sym typeface="Calibri"/>
                        </a:rPr>
                        <a:t>1-2-3-4-5-6	</a:t>
                      </a:r>
                      <a:endParaRPr sz="1800" u="none" cap="none" strike="noStrike">
                        <a:solidFill>
                          <a:srgbClr val="C00000"/>
                        </a:solidFill>
                        <a:latin typeface="Calibri"/>
                        <a:ea typeface="Calibri"/>
                        <a:cs typeface="Calibri"/>
                        <a:sym typeface="Calibri"/>
                      </a:endParaRPr>
                    </a:p>
                  </a:txBody>
                  <a:tcPr marT="0" marB="0" marR="68575" marL="68575"/>
                </a:tc>
              </a:tr>
              <a:tr h="339100">
                <a:tc>
                  <a:txBody>
                    <a:bodyPr/>
                    <a:lstStyle/>
                    <a:p>
                      <a:pPr indent="0" lvl="0" marL="0" marR="0" rtl="0" algn="l">
                        <a:lnSpc>
                          <a:spcPct val="115000"/>
                        </a:lnSpc>
                        <a:spcBef>
                          <a:spcPts val="0"/>
                        </a:spcBef>
                        <a:spcAft>
                          <a:spcPts val="0"/>
                        </a:spcAft>
                        <a:buNone/>
                      </a:pPr>
                      <a:r>
                        <a:rPr lang="en-IN" sz="1800" u="none" cap="none" strike="noStrike">
                          <a:solidFill>
                            <a:srgbClr val="C00000"/>
                          </a:solidFill>
                          <a:latin typeface="Calibri"/>
                          <a:ea typeface="Calibri"/>
                          <a:cs typeface="Calibri"/>
                          <a:sym typeface="Calibri"/>
                        </a:rPr>
                        <a:t> </a:t>
                      </a:r>
                      <a:endParaRPr sz="1800" u="none" cap="none" strike="noStrike">
                        <a:solidFill>
                          <a:srgbClr val="C00000"/>
                        </a:solidFill>
                        <a:latin typeface="Calibri"/>
                        <a:ea typeface="Calibri"/>
                        <a:cs typeface="Calibri"/>
                        <a:sym typeface="Calibri"/>
                      </a:endParaRPr>
                    </a:p>
                  </a:txBody>
                  <a:tcPr marT="0" marB="0" marR="68575" marL="68575"/>
                </a:tc>
                <a:tc>
                  <a:txBody>
                    <a:bodyPr/>
                    <a:lstStyle/>
                    <a:p>
                      <a:pPr indent="0" lvl="0" marL="0" marR="0" rtl="0" algn="l">
                        <a:lnSpc>
                          <a:spcPct val="115000"/>
                        </a:lnSpc>
                        <a:spcBef>
                          <a:spcPts val="0"/>
                        </a:spcBef>
                        <a:spcAft>
                          <a:spcPts val="0"/>
                        </a:spcAft>
                        <a:buNone/>
                      </a:pPr>
                      <a:r>
                        <a:rPr lang="en-IN" sz="1800" u="none" cap="none" strike="noStrike">
                          <a:solidFill>
                            <a:srgbClr val="C00000"/>
                          </a:solidFill>
                          <a:latin typeface="Calibri"/>
                          <a:ea typeface="Calibri"/>
                          <a:cs typeface="Calibri"/>
                          <a:sym typeface="Calibri"/>
                        </a:rPr>
                        <a:t> </a:t>
                      </a:r>
                      <a:endParaRPr sz="1800" u="none" cap="none" strike="noStrike">
                        <a:solidFill>
                          <a:srgbClr val="C00000"/>
                        </a:solidFill>
                        <a:latin typeface="Calibri"/>
                        <a:ea typeface="Calibri"/>
                        <a:cs typeface="Calibri"/>
                        <a:sym typeface="Calibri"/>
                      </a:endParaRPr>
                    </a:p>
                  </a:txBody>
                  <a:tcPr marT="0" marB="0" marR="68575" marL="68575"/>
                </a:tc>
                <a:tc>
                  <a:txBody>
                    <a:bodyPr/>
                    <a:lstStyle/>
                    <a:p>
                      <a:pPr indent="0" lvl="0" marL="0" marR="0" rtl="0" algn="l">
                        <a:lnSpc>
                          <a:spcPct val="115000"/>
                        </a:lnSpc>
                        <a:spcBef>
                          <a:spcPts val="0"/>
                        </a:spcBef>
                        <a:spcAft>
                          <a:spcPts val="0"/>
                        </a:spcAft>
                        <a:buNone/>
                      </a:pPr>
                      <a:r>
                        <a:rPr lang="en-IN" sz="1800" u="none" cap="none" strike="noStrike">
                          <a:solidFill>
                            <a:srgbClr val="C00000"/>
                          </a:solidFill>
                          <a:latin typeface="Calibri"/>
                          <a:ea typeface="Calibri"/>
                          <a:cs typeface="Calibri"/>
                          <a:sym typeface="Calibri"/>
                        </a:rPr>
                        <a:t>1-2-3-4-5-6-8-9-10	</a:t>
                      </a:r>
                      <a:endParaRPr sz="1800" u="none" cap="none" strike="noStrike">
                        <a:solidFill>
                          <a:srgbClr val="C00000"/>
                        </a:solidFill>
                        <a:latin typeface="Calibri"/>
                        <a:ea typeface="Calibri"/>
                        <a:cs typeface="Calibri"/>
                        <a:sym typeface="Calibri"/>
                      </a:endParaRPr>
                    </a:p>
                  </a:txBody>
                  <a:tcPr marT="0" marB="0" marR="68575" marL="68575"/>
                </a:tc>
              </a:tr>
              <a:tr h="339100">
                <a:tc>
                  <a:txBody>
                    <a:bodyPr/>
                    <a:lstStyle/>
                    <a:p>
                      <a:pPr indent="0" lvl="0" marL="0" marR="0" rtl="0" algn="l">
                        <a:lnSpc>
                          <a:spcPct val="115000"/>
                        </a:lnSpc>
                        <a:spcBef>
                          <a:spcPts val="0"/>
                        </a:spcBef>
                        <a:spcAft>
                          <a:spcPts val="0"/>
                        </a:spcAft>
                        <a:buNone/>
                      </a:pPr>
                      <a:r>
                        <a:rPr lang="en-IN" sz="1800" u="none" cap="none" strike="noStrike">
                          <a:latin typeface="Calibri"/>
                          <a:ea typeface="Calibri"/>
                          <a:cs typeface="Calibri"/>
                          <a:sym typeface="Calibri"/>
                        </a:rPr>
                        <a:t> </a:t>
                      </a:r>
                      <a:endParaRPr sz="1800" u="none" cap="none" strike="noStrike">
                        <a:latin typeface="Calibri"/>
                        <a:ea typeface="Calibri"/>
                        <a:cs typeface="Calibri"/>
                        <a:sym typeface="Calibri"/>
                      </a:endParaRPr>
                    </a:p>
                  </a:txBody>
                  <a:tcPr marT="0" marB="0" marR="68575" marL="68575"/>
                </a:tc>
                <a:tc>
                  <a:txBody>
                    <a:bodyPr/>
                    <a:lstStyle/>
                    <a:p>
                      <a:pPr indent="0" lvl="0" marL="0" marR="0" rtl="0" algn="l">
                        <a:lnSpc>
                          <a:spcPct val="115000"/>
                        </a:lnSpc>
                        <a:spcBef>
                          <a:spcPts val="0"/>
                        </a:spcBef>
                        <a:spcAft>
                          <a:spcPts val="0"/>
                        </a:spcAft>
                        <a:buNone/>
                      </a:pPr>
                      <a:r>
                        <a:rPr lang="en-IN" sz="1800" u="none" cap="none" strike="noStrike">
                          <a:latin typeface="Calibri"/>
                          <a:ea typeface="Calibri"/>
                          <a:cs typeface="Calibri"/>
                          <a:sym typeface="Calibri"/>
                        </a:rPr>
                        <a:t> </a:t>
                      </a:r>
                      <a:endParaRPr sz="1800" u="none" cap="none" strike="noStrike">
                        <a:latin typeface="Calibri"/>
                        <a:ea typeface="Calibri"/>
                        <a:cs typeface="Calibri"/>
                        <a:sym typeface="Calibri"/>
                      </a:endParaRPr>
                    </a:p>
                  </a:txBody>
                  <a:tcPr marT="0" marB="0" marR="68575" marL="68575"/>
                </a:tc>
                <a:tc>
                  <a:txBody>
                    <a:bodyPr/>
                    <a:lstStyle/>
                    <a:p>
                      <a:pPr indent="0" lvl="0" marL="0" marR="0" rtl="0" algn="l">
                        <a:lnSpc>
                          <a:spcPct val="115000"/>
                        </a:lnSpc>
                        <a:spcBef>
                          <a:spcPts val="0"/>
                        </a:spcBef>
                        <a:spcAft>
                          <a:spcPts val="0"/>
                        </a:spcAft>
                        <a:buNone/>
                      </a:pPr>
                      <a:r>
                        <a:rPr lang="en-IN" sz="1800" u="none" cap="none" strike="noStrike">
                          <a:latin typeface="Calibri"/>
                          <a:ea typeface="Calibri"/>
                          <a:cs typeface="Calibri"/>
                          <a:sym typeface="Calibri"/>
                        </a:rPr>
                        <a:t> </a:t>
                      </a:r>
                      <a:endParaRPr sz="1800" u="none" cap="none" strike="noStrike">
                        <a:latin typeface="Calibri"/>
                        <a:ea typeface="Calibri"/>
                        <a:cs typeface="Calibri"/>
                        <a:sym typeface="Calibri"/>
                      </a:endParaRPr>
                    </a:p>
                  </a:txBody>
                  <a:tcPr marT="0" marB="0" marR="68575" marL="68575"/>
                </a:tc>
              </a:tr>
              <a:tr h="339100">
                <a:tc>
                  <a:txBody>
                    <a:bodyPr/>
                    <a:lstStyle/>
                    <a:p>
                      <a:pPr indent="0" lvl="0" marL="0" marR="0" rtl="0" algn="l">
                        <a:lnSpc>
                          <a:spcPct val="115000"/>
                        </a:lnSpc>
                        <a:spcBef>
                          <a:spcPts val="0"/>
                        </a:spcBef>
                        <a:spcAft>
                          <a:spcPts val="0"/>
                        </a:spcAft>
                        <a:buNone/>
                      </a:pPr>
                      <a:r>
                        <a:rPr lang="en-IN" sz="1800" u="none" cap="none" strike="noStrike">
                          <a:latin typeface="Calibri"/>
                          <a:ea typeface="Calibri"/>
                          <a:cs typeface="Calibri"/>
                          <a:sym typeface="Calibri"/>
                        </a:rPr>
                        <a:t> </a:t>
                      </a:r>
                      <a:endParaRPr sz="1800" u="none" cap="none" strike="noStrike">
                        <a:latin typeface="Calibri"/>
                        <a:ea typeface="Calibri"/>
                        <a:cs typeface="Calibri"/>
                        <a:sym typeface="Calibri"/>
                      </a:endParaRPr>
                    </a:p>
                  </a:txBody>
                  <a:tcPr marT="0" marB="0" marR="68575" marL="68575"/>
                </a:tc>
                <a:tc>
                  <a:txBody>
                    <a:bodyPr/>
                    <a:lstStyle/>
                    <a:p>
                      <a:pPr indent="0" lvl="0" marL="0" marR="0" rtl="0" algn="l">
                        <a:lnSpc>
                          <a:spcPct val="115000"/>
                        </a:lnSpc>
                        <a:spcBef>
                          <a:spcPts val="0"/>
                        </a:spcBef>
                        <a:spcAft>
                          <a:spcPts val="0"/>
                        </a:spcAft>
                        <a:buNone/>
                      </a:pPr>
                      <a:r>
                        <a:rPr lang="en-IN" sz="1800" u="none" cap="none" strike="noStrike">
                          <a:latin typeface="Calibri"/>
                          <a:ea typeface="Calibri"/>
                          <a:cs typeface="Calibri"/>
                          <a:sym typeface="Calibri"/>
                        </a:rPr>
                        <a:t> </a:t>
                      </a:r>
                      <a:endParaRPr sz="1800" u="none" cap="none" strike="noStrike">
                        <a:latin typeface="Calibri"/>
                        <a:ea typeface="Calibri"/>
                        <a:cs typeface="Calibri"/>
                        <a:sym typeface="Calibri"/>
                      </a:endParaRPr>
                    </a:p>
                  </a:txBody>
                  <a:tcPr marT="0" marB="0" marR="68575" marL="68575"/>
                </a:tc>
                <a:tc>
                  <a:txBody>
                    <a:bodyPr/>
                    <a:lstStyle/>
                    <a:p>
                      <a:pPr indent="0" lvl="0" marL="0" marR="0" rtl="0" algn="l">
                        <a:lnSpc>
                          <a:spcPct val="115000"/>
                        </a:lnSpc>
                        <a:spcBef>
                          <a:spcPts val="0"/>
                        </a:spcBef>
                        <a:spcAft>
                          <a:spcPts val="0"/>
                        </a:spcAft>
                        <a:buNone/>
                      </a:pPr>
                      <a:r>
                        <a:rPr lang="en-IN" sz="1800" u="none" cap="none" strike="noStrike">
                          <a:latin typeface="Calibri"/>
                          <a:ea typeface="Calibri"/>
                          <a:cs typeface="Calibri"/>
                          <a:sym typeface="Calibri"/>
                        </a:rPr>
                        <a:t> </a:t>
                      </a:r>
                      <a:endParaRPr sz="1800" u="none" cap="none" strike="noStrike">
                        <a:latin typeface="Calibri"/>
                        <a:ea typeface="Calibri"/>
                        <a:cs typeface="Calibri"/>
                        <a:sym typeface="Calibri"/>
                      </a:endParaRPr>
                    </a:p>
                  </a:txBody>
                  <a:tcPr marT="0" marB="0" marR="68575" marL="68575"/>
                </a:tc>
              </a:tr>
              <a:tr h="678175">
                <a:tc>
                  <a:txBody>
                    <a:bodyPr/>
                    <a:lstStyle/>
                    <a:p>
                      <a:pPr indent="0" lvl="0" marL="0" marR="0" rtl="0" algn="l">
                        <a:lnSpc>
                          <a:spcPct val="115000"/>
                        </a:lnSpc>
                        <a:spcBef>
                          <a:spcPts val="0"/>
                        </a:spcBef>
                        <a:spcAft>
                          <a:spcPts val="0"/>
                        </a:spcAft>
                        <a:buNone/>
                      </a:pPr>
                      <a:r>
                        <a:rPr lang="en-IN" sz="1800" u="none" cap="none" strike="noStrike">
                          <a:solidFill>
                            <a:schemeClr val="accent6"/>
                          </a:solidFill>
                          <a:latin typeface="Calibri"/>
                          <a:ea typeface="Calibri"/>
                          <a:cs typeface="Calibri"/>
                          <a:sym typeface="Calibri"/>
                        </a:rPr>
                        <a:t>All-c-uses / Some-p-uses</a:t>
                      </a:r>
                      <a:endParaRPr/>
                    </a:p>
                    <a:p>
                      <a:pPr indent="0" lvl="0" marL="0" marR="0" rtl="0" algn="l">
                        <a:lnSpc>
                          <a:spcPct val="115000"/>
                        </a:lnSpc>
                        <a:spcBef>
                          <a:spcPts val="0"/>
                        </a:spcBef>
                        <a:spcAft>
                          <a:spcPts val="0"/>
                        </a:spcAft>
                        <a:buNone/>
                      </a:pPr>
                      <a:r>
                        <a:rPr lang="en-IN" sz="1800" u="none" cap="none" strike="noStrike">
                          <a:solidFill>
                            <a:schemeClr val="accent6"/>
                          </a:solidFill>
                          <a:latin typeface="Calibri"/>
                          <a:ea typeface="Calibri"/>
                          <a:cs typeface="Calibri"/>
                          <a:sym typeface="Calibri"/>
                        </a:rPr>
                        <a:t>(ACU + P)</a:t>
                      </a:r>
                      <a:endParaRPr sz="1800" u="none" cap="none" strike="noStrike">
                        <a:solidFill>
                          <a:schemeClr val="accent6"/>
                        </a:solidFill>
                        <a:latin typeface="Calibri"/>
                        <a:ea typeface="Calibri"/>
                        <a:cs typeface="Calibri"/>
                        <a:sym typeface="Calibri"/>
                      </a:endParaRPr>
                    </a:p>
                  </a:txBody>
                  <a:tcPr marT="0" marB="0" marR="68575" marL="68575"/>
                </a:tc>
                <a:tc>
                  <a:txBody>
                    <a:bodyPr/>
                    <a:lstStyle/>
                    <a:p>
                      <a:pPr indent="0" lvl="0" marL="0" marR="0" rtl="0" algn="l">
                        <a:lnSpc>
                          <a:spcPct val="115000"/>
                        </a:lnSpc>
                        <a:spcBef>
                          <a:spcPts val="0"/>
                        </a:spcBef>
                        <a:spcAft>
                          <a:spcPts val="0"/>
                        </a:spcAft>
                        <a:buNone/>
                      </a:pPr>
                      <a:r>
                        <a:rPr lang="en-IN" sz="1800" u="none" cap="none" strike="noStrike">
                          <a:solidFill>
                            <a:schemeClr val="accent6"/>
                          </a:solidFill>
                          <a:latin typeface="Calibri"/>
                          <a:ea typeface="Calibri"/>
                          <a:cs typeface="Calibri"/>
                          <a:sym typeface="Calibri"/>
                        </a:rPr>
                        <a:t>0-1-2-16	</a:t>
                      </a:r>
                      <a:endParaRPr sz="1800" u="none" cap="none" strike="noStrike">
                        <a:solidFill>
                          <a:schemeClr val="accent6"/>
                        </a:solidFill>
                        <a:latin typeface="Calibri"/>
                        <a:ea typeface="Calibri"/>
                        <a:cs typeface="Calibri"/>
                        <a:sym typeface="Calibri"/>
                      </a:endParaRPr>
                    </a:p>
                  </a:txBody>
                  <a:tcPr marT="0" marB="0" marR="68575" marL="68575"/>
                </a:tc>
                <a:tc>
                  <a:txBody>
                    <a:bodyPr/>
                    <a:lstStyle/>
                    <a:p>
                      <a:pPr indent="0" lvl="0" marL="0" marR="0" rtl="0" algn="l">
                        <a:lnSpc>
                          <a:spcPct val="115000"/>
                        </a:lnSpc>
                        <a:spcBef>
                          <a:spcPts val="0"/>
                        </a:spcBef>
                        <a:spcAft>
                          <a:spcPts val="0"/>
                        </a:spcAft>
                        <a:buNone/>
                      </a:pPr>
                      <a:r>
                        <a:rPr lang="en-IN" sz="1800" u="none" cap="none" strike="noStrike">
                          <a:solidFill>
                            <a:schemeClr val="accent6"/>
                          </a:solidFill>
                          <a:latin typeface="Calibri"/>
                          <a:ea typeface="Calibri"/>
                          <a:cs typeface="Calibri"/>
                          <a:sym typeface="Calibri"/>
                        </a:rPr>
                        <a:t>1-2-3-4-5-6-7	</a:t>
                      </a:r>
                      <a:endParaRPr sz="1800" u="none" cap="none" strike="noStrike">
                        <a:solidFill>
                          <a:schemeClr val="accent6"/>
                        </a:solidFill>
                        <a:latin typeface="Calibri"/>
                        <a:ea typeface="Calibri"/>
                        <a:cs typeface="Calibri"/>
                        <a:sym typeface="Calibri"/>
                      </a:endParaRPr>
                    </a:p>
                  </a:txBody>
                  <a:tcPr marT="0" marB="0" marR="68575" marL="68575"/>
                </a:tc>
              </a:tr>
              <a:tr h="339100">
                <a:tc>
                  <a:txBody>
                    <a:bodyPr/>
                    <a:lstStyle/>
                    <a:p>
                      <a:pPr indent="0" lvl="0" marL="0" marR="0" rtl="0" algn="l">
                        <a:lnSpc>
                          <a:spcPct val="115000"/>
                        </a:lnSpc>
                        <a:spcBef>
                          <a:spcPts val="0"/>
                        </a:spcBef>
                        <a:spcAft>
                          <a:spcPts val="0"/>
                        </a:spcAft>
                        <a:buNone/>
                      </a:pPr>
                      <a:r>
                        <a:rPr lang="en-IN" sz="1800" u="none" cap="none" strike="noStrike">
                          <a:solidFill>
                            <a:schemeClr val="accent6"/>
                          </a:solidFill>
                          <a:latin typeface="Calibri"/>
                          <a:ea typeface="Calibri"/>
                          <a:cs typeface="Calibri"/>
                          <a:sym typeface="Calibri"/>
                        </a:rPr>
                        <a:t>	</a:t>
                      </a:r>
                      <a:endParaRPr sz="1800" u="none" cap="none" strike="noStrike">
                        <a:solidFill>
                          <a:schemeClr val="accent6"/>
                        </a:solidFill>
                        <a:latin typeface="Calibri"/>
                        <a:ea typeface="Calibri"/>
                        <a:cs typeface="Calibri"/>
                        <a:sym typeface="Calibri"/>
                      </a:endParaRPr>
                    </a:p>
                  </a:txBody>
                  <a:tcPr marT="0" marB="0" marR="68575" marL="68575"/>
                </a:tc>
                <a:tc>
                  <a:txBody>
                    <a:bodyPr/>
                    <a:lstStyle/>
                    <a:p>
                      <a:pPr indent="0" lvl="0" marL="0" marR="0" rtl="0" algn="l">
                        <a:lnSpc>
                          <a:spcPct val="115000"/>
                        </a:lnSpc>
                        <a:spcBef>
                          <a:spcPts val="0"/>
                        </a:spcBef>
                        <a:spcAft>
                          <a:spcPts val="0"/>
                        </a:spcAft>
                        <a:buNone/>
                      </a:pPr>
                      <a:r>
                        <a:rPr lang="en-IN" sz="1800" u="none" cap="none" strike="noStrike">
                          <a:solidFill>
                            <a:schemeClr val="accent6"/>
                          </a:solidFill>
                          <a:latin typeface="Calibri"/>
                          <a:ea typeface="Calibri"/>
                          <a:cs typeface="Calibri"/>
                          <a:sym typeface="Calibri"/>
                        </a:rPr>
                        <a:t>3-4-5-6-7	</a:t>
                      </a:r>
                      <a:endParaRPr sz="1800" u="none" cap="none" strike="noStrike">
                        <a:solidFill>
                          <a:schemeClr val="accent6"/>
                        </a:solidFill>
                        <a:latin typeface="Calibri"/>
                        <a:ea typeface="Calibri"/>
                        <a:cs typeface="Calibri"/>
                        <a:sym typeface="Calibri"/>
                      </a:endParaRPr>
                    </a:p>
                  </a:txBody>
                  <a:tcPr marT="0" marB="0" marR="68575" marL="68575"/>
                </a:tc>
                <a:tc>
                  <a:txBody>
                    <a:bodyPr/>
                    <a:lstStyle/>
                    <a:p>
                      <a:pPr indent="0" lvl="0" marL="0" marR="0" rtl="0" algn="l">
                        <a:lnSpc>
                          <a:spcPct val="115000"/>
                        </a:lnSpc>
                        <a:spcBef>
                          <a:spcPts val="0"/>
                        </a:spcBef>
                        <a:spcAft>
                          <a:spcPts val="0"/>
                        </a:spcAft>
                        <a:buNone/>
                      </a:pPr>
                      <a:r>
                        <a:rPr lang="en-IN" sz="1800" u="none" cap="none" strike="noStrike">
                          <a:solidFill>
                            <a:schemeClr val="accent6"/>
                          </a:solidFill>
                          <a:latin typeface="Calibri"/>
                          <a:ea typeface="Calibri"/>
                          <a:cs typeface="Calibri"/>
                          <a:sym typeface="Calibri"/>
                        </a:rPr>
                        <a:t>1-2-3-4-5-6-8-9-10	</a:t>
                      </a:r>
                      <a:endParaRPr sz="1800" u="none" cap="none" strike="noStrike">
                        <a:solidFill>
                          <a:schemeClr val="accent6"/>
                        </a:solidFill>
                        <a:latin typeface="Calibri"/>
                        <a:ea typeface="Calibri"/>
                        <a:cs typeface="Calibri"/>
                        <a:sym typeface="Calibri"/>
                      </a:endParaRPr>
                    </a:p>
                  </a:txBody>
                  <a:tcPr marT="0" marB="0" marR="68575" marL="68575"/>
                </a:tc>
              </a:tr>
              <a:tr h="339100">
                <a:tc>
                  <a:txBody>
                    <a:bodyPr/>
                    <a:lstStyle/>
                    <a:p>
                      <a:pPr indent="0" lvl="0" marL="0" marR="0" rtl="0" algn="l">
                        <a:lnSpc>
                          <a:spcPct val="115000"/>
                        </a:lnSpc>
                        <a:spcBef>
                          <a:spcPts val="0"/>
                        </a:spcBef>
                        <a:spcAft>
                          <a:spcPts val="0"/>
                        </a:spcAft>
                        <a:buNone/>
                      </a:pPr>
                      <a:r>
                        <a:rPr lang="en-IN" sz="1800" u="none" cap="none" strike="noStrike">
                          <a:solidFill>
                            <a:schemeClr val="accent6"/>
                          </a:solidFill>
                          <a:latin typeface="Calibri"/>
                          <a:ea typeface="Calibri"/>
                          <a:cs typeface="Calibri"/>
                          <a:sym typeface="Calibri"/>
                        </a:rPr>
                        <a:t>	</a:t>
                      </a:r>
                      <a:endParaRPr sz="1800" u="none" cap="none" strike="noStrike">
                        <a:solidFill>
                          <a:schemeClr val="accent6"/>
                        </a:solidFill>
                        <a:latin typeface="Calibri"/>
                        <a:ea typeface="Calibri"/>
                        <a:cs typeface="Calibri"/>
                        <a:sym typeface="Calibri"/>
                      </a:endParaRPr>
                    </a:p>
                  </a:txBody>
                  <a:tcPr marT="0" marB="0" marR="68575" marL="68575"/>
                </a:tc>
                <a:tc>
                  <a:txBody>
                    <a:bodyPr/>
                    <a:lstStyle/>
                    <a:p>
                      <a:pPr indent="0" lvl="0" marL="0" marR="0" rtl="0" algn="l">
                        <a:lnSpc>
                          <a:spcPct val="115000"/>
                        </a:lnSpc>
                        <a:spcBef>
                          <a:spcPts val="0"/>
                        </a:spcBef>
                        <a:spcAft>
                          <a:spcPts val="0"/>
                        </a:spcAft>
                        <a:buNone/>
                      </a:pPr>
                      <a:r>
                        <a:rPr lang="en-IN" sz="1800" u="none" cap="none" strike="noStrike">
                          <a:solidFill>
                            <a:schemeClr val="accent6"/>
                          </a:solidFill>
                          <a:latin typeface="Calibri"/>
                          <a:ea typeface="Calibri"/>
                          <a:cs typeface="Calibri"/>
                          <a:sym typeface="Calibri"/>
                        </a:rPr>
                        <a:t>3-4-5-6-8-9-10	</a:t>
                      </a:r>
                      <a:endParaRPr sz="1800" u="none" cap="none" strike="noStrike">
                        <a:solidFill>
                          <a:schemeClr val="accent6"/>
                        </a:solidFill>
                        <a:latin typeface="Calibri"/>
                        <a:ea typeface="Calibri"/>
                        <a:cs typeface="Calibri"/>
                        <a:sym typeface="Calibri"/>
                      </a:endParaRPr>
                    </a:p>
                  </a:txBody>
                  <a:tcPr marT="0" marB="0" marR="68575" marL="68575"/>
                </a:tc>
                <a:tc>
                  <a:txBody>
                    <a:bodyPr/>
                    <a:lstStyle/>
                    <a:p>
                      <a:pPr indent="0" lvl="0" marL="0" marR="0" rtl="0" algn="l">
                        <a:lnSpc>
                          <a:spcPct val="115000"/>
                        </a:lnSpc>
                        <a:spcBef>
                          <a:spcPts val="0"/>
                        </a:spcBef>
                        <a:spcAft>
                          <a:spcPts val="0"/>
                        </a:spcAft>
                        <a:buNone/>
                      </a:pPr>
                      <a:r>
                        <a:rPr lang="en-IN" sz="1800" u="none" cap="none" strike="noStrike">
                          <a:solidFill>
                            <a:schemeClr val="accent6"/>
                          </a:solidFill>
                          <a:latin typeface="Calibri"/>
                          <a:ea typeface="Calibri"/>
                          <a:cs typeface="Calibri"/>
                          <a:sym typeface="Calibri"/>
                        </a:rPr>
                        <a:t>1-2-3-4-5-6	</a:t>
                      </a:r>
                      <a:endParaRPr sz="1800" u="none" cap="none" strike="noStrike">
                        <a:solidFill>
                          <a:schemeClr val="accent6"/>
                        </a:solidFill>
                        <a:latin typeface="Calibri"/>
                        <a:ea typeface="Calibri"/>
                        <a:cs typeface="Calibri"/>
                        <a:sym typeface="Calibri"/>
                      </a:endParaRPr>
                    </a:p>
                  </a:txBody>
                  <a:tcPr marT="0" marB="0" marR="68575" marL="68575"/>
                </a:tc>
              </a:tr>
              <a:tr h="339100">
                <a:tc>
                  <a:txBody>
                    <a:bodyPr/>
                    <a:lstStyle/>
                    <a:p>
                      <a:pPr indent="0" lvl="0" marL="0" marR="0" rtl="0" algn="l">
                        <a:lnSpc>
                          <a:spcPct val="115000"/>
                        </a:lnSpc>
                        <a:spcBef>
                          <a:spcPts val="0"/>
                        </a:spcBef>
                        <a:spcAft>
                          <a:spcPts val="0"/>
                        </a:spcAft>
                        <a:buNone/>
                      </a:pPr>
                      <a:r>
                        <a:rPr lang="en-IN" sz="1800" u="none" cap="none" strike="noStrike">
                          <a:solidFill>
                            <a:schemeClr val="accent6"/>
                          </a:solidFill>
                          <a:latin typeface="Calibri"/>
                          <a:ea typeface="Calibri"/>
                          <a:cs typeface="Calibri"/>
                          <a:sym typeface="Calibri"/>
                        </a:rPr>
                        <a:t> </a:t>
                      </a:r>
                      <a:endParaRPr sz="1800" u="none" cap="none" strike="noStrike">
                        <a:solidFill>
                          <a:schemeClr val="accent6"/>
                        </a:solidFill>
                        <a:latin typeface="Calibri"/>
                        <a:ea typeface="Calibri"/>
                        <a:cs typeface="Calibri"/>
                        <a:sym typeface="Calibri"/>
                      </a:endParaRPr>
                    </a:p>
                  </a:txBody>
                  <a:tcPr marT="0" marB="0" marR="68575" marL="68575"/>
                </a:tc>
                <a:tc>
                  <a:txBody>
                    <a:bodyPr/>
                    <a:lstStyle/>
                    <a:p>
                      <a:pPr indent="0" lvl="0" marL="0" marR="0" rtl="0" algn="l">
                        <a:lnSpc>
                          <a:spcPct val="115000"/>
                        </a:lnSpc>
                        <a:spcBef>
                          <a:spcPts val="0"/>
                        </a:spcBef>
                        <a:spcAft>
                          <a:spcPts val="0"/>
                        </a:spcAft>
                        <a:buNone/>
                      </a:pPr>
                      <a:r>
                        <a:rPr lang="en-IN" sz="1800" u="none" cap="none" strike="noStrike">
                          <a:solidFill>
                            <a:schemeClr val="accent6"/>
                          </a:solidFill>
                          <a:latin typeface="Calibri"/>
                          <a:ea typeface="Calibri"/>
                          <a:cs typeface="Calibri"/>
                          <a:sym typeface="Calibri"/>
                        </a:rPr>
                        <a:t>3-4-15-16	</a:t>
                      </a:r>
                      <a:endParaRPr sz="1800" u="none" cap="none" strike="noStrike">
                        <a:solidFill>
                          <a:schemeClr val="accent6"/>
                        </a:solidFill>
                        <a:latin typeface="Calibri"/>
                        <a:ea typeface="Calibri"/>
                        <a:cs typeface="Calibri"/>
                        <a:sym typeface="Calibri"/>
                      </a:endParaRPr>
                    </a:p>
                  </a:txBody>
                  <a:tcPr marT="0" marB="0" marR="68575" marL="68575"/>
                </a:tc>
                <a:tc>
                  <a:txBody>
                    <a:bodyPr/>
                    <a:lstStyle/>
                    <a:p>
                      <a:pPr indent="0" lvl="0" marL="0" marR="0" rtl="0" algn="l">
                        <a:lnSpc>
                          <a:spcPct val="115000"/>
                        </a:lnSpc>
                        <a:spcBef>
                          <a:spcPts val="0"/>
                        </a:spcBef>
                        <a:spcAft>
                          <a:spcPts val="0"/>
                        </a:spcAft>
                        <a:buNone/>
                      </a:pPr>
                      <a:r>
                        <a:rPr lang="en-IN" sz="1800" u="none" cap="none" strike="noStrike">
                          <a:solidFill>
                            <a:schemeClr val="accent6"/>
                          </a:solidFill>
                          <a:latin typeface="Calibri"/>
                          <a:ea typeface="Calibri"/>
                          <a:cs typeface="Calibri"/>
                          <a:sym typeface="Calibri"/>
                        </a:rPr>
                        <a:t> </a:t>
                      </a:r>
                      <a:endParaRPr sz="1800" u="none" cap="none" strike="noStrike">
                        <a:solidFill>
                          <a:schemeClr val="accent6"/>
                        </a:solidFill>
                        <a:latin typeface="Calibri"/>
                        <a:ea typeface="Calibri"/>
                        <a:cs typeface="Calibri"/>
                        <a:sym typeface="Calibri"/>
                      </a:endParaRPr>
                    </a:p>
                  </a:txBody>
                  <a:tcPr marT="0" marB="0" marR="68575" marL="68575"/>
                </a:tc>
              </a:tr>
              <a:tr h="339100">
                <a:tc>
                  <a:txBody>
                    <a:bodyPr/>
                    <a:lstStyle/>
                    <a:p>
                      <a:pPr indent="0" lvl="0" marL="0" marR="0" rtl="0" algn="l">
                        <a:lnSpc>
                          <a:spcPct val="115000"/>
                        </a:lnSpc>
                        <a:spcBef>
                          <a:spcPts val="0"/>
                        </a:spcBef>
                        <a:spcAft>
                          <a:spcPts val="0"/>
                        </a:spcAft>
                        <a:buNone/>
                      </a:pPr>
                      <a:r>
                        <a:rPr lang="en-IN" sz="1800" u="none" cap="none" strike="noStrike">
                          <a:solidFill>
                            <a:schemeClr val="accent6"/>
                          </a:solidFill>
                          <a:latin typeface="Calibri"/>
                          <a:ea typeface="Calibri"/>
                          <a:cs typeface="Calibri"/>
                          <a:sym typeface="Calibri"/>
                        </a:rPr>
                        <a:t> </a:t>
                      </a:r>
                      <a:endParaRPr sz="1800" u="none" cap="none" strike="noStrike">
                        <a:solidFill>
                          <a:schemeClr val="accent6"/>
                        </a:solidFill>
                        <a:latin typeface="Calibri"/>
                        <a:ea typeface="Calibri"/>
                        <a:cs typeface="Calibri"/>
                        <a:sym typeface="Calibri"/>
                      </a:endParaRPr>
                    </a:p>
                  </a:txBody>
                  <a:tcPr marT="0" marB="0" marR="68575" marL="68575"/>
                </a:tc>
                <a:tc>
                  <a:txBody>
                    <a:bodyPr/>
                    <a:lstStyle/>
                    <a:p>
                      <a:pPr indent="0" lvl="0" marL="0" marR="0" rtl="0" algn="l">
                        <a:lnSpc>
                          <a:spcPct val="115000"/>
                        </a:lnSpc>
                        <a:spcBef>
                          <a:spcPts val="0"/>
                        </a:spcBef>
                        <a:spcAft>
                          <a:spcPts val="0"/>
                        </a:spcAft>
                        <a:buNone/>
                      </a:pPr>
                      <a:r>
                        <a:rPr lang="en-IN" sz="1800" u="none" cap="none" strike="noStrike">
                          <a:solidFill>
                            <a:schemeClr val="accent6"/>
                          </a:solidFill>
                          <a:latin typeface="Calibri"/>
                          <a:ea typeface="Calibri"/>
                          <a:cs typeface="Calibri"/>
                          <a:sym typeface="Calibri"/>
                        </a:rPr>
                        <a:t>7-14-15-16	</a:t>
                      </a:r>
                      <a:endParaRPr sz="1800" u="none" cap="none" strike="noStrike">
                        <a:solidFill>
                          <a:schemeClr val="accent6"/>
                        </a:solidFill>
                        <a:latin typeface="Calibri"/>
                        <a:ea typeface="Calibri"/>
                        <a:cs typeface="Calibri"/>
                        <a:sym typeface="Calibri"/>
                      </a:endParaRPr>
                    </a:p>
                  </a:txBody>
                  <a:tcPr marT="0" marB="0" marR="68575" marL="68575"/>
                </a:tc>
                <a:tc>
                  <a:txBody>
                    <a:bodyPr/>
                    <a:lstStyle/>
                    <a:p>
                      <a:pPr indent="0" lvl="0" marL="0" marR="0" rtl="0" algn="l">
                        <a:lnSpc>
                          <a:spcPct val="115000"/>
                        </a:lnSpc>
                        <a:spcBef>
                          <a:spcPts val="0"/>
                        </a:spcBef>
                        <a:spcAft>
                          <a:spcPts val="0"/>
                        </a:spcAft>
                        <a:buNone/>
                      </a:pPr>
                      <a:r>
                        <a:rPr lang="en-IN" sz="1800" u="none" cap="none" strike="noStrike">
                          <a:solidFill>
                            <a:schemeClr val="accent6"/>
                          </a:solidFill>
                          <a:latin typeface="Calibri"/>
                          <a:ea typeface="Calibri"/>
                          <a:cs typeface="Calibri"/>
                          <a:sym typeface="Calibri"/>
                        </a:rPr>
                        <a:t> </a:t>
                      </a:r>
                      <a:endParaRPr sz="1800" u="none" cap="none" strike="noStrike">
                        <a:solidFill>
                          <a:schemeClr val="accent6"/>
                        </a:solidFill>
                        <a:latin typeface="Calibri"/>
                        <a:ea typeface="Calibri"/>
                        <a:cs typeface="Calibri"/>
                        <a:sym typeface="Calibri"/>
                      </a:endParaRPr>
                    </a:p>
                  </a:txBody>
                  <a:tcPr marT="0" marB="0" marR="68575" marL="68575"/>
                </a:tc>
              </a:tr>
              <a:tr h="339100">
                <a:tc>
                  <a:txBody>
                    <a:bodyPr/>
                    <a:lstStyle/>
                    <a:p>
                      <a:pPr indent="0" lvl="0" marL="0" marR="0" rtl="0" algn="l">
                        <a:lnSpc>
                          <a:spcPct val="115000"/>
                        </a:lnSpc>
                        <a:spcBef>
                          <a:spcPts val="0"/>
                        </a:spcBef>
                        <a:spcAft>
                          <a:spcPts val="0"/>
                        </a:spcAft>
                        <a:buNone/>
                      </a:pPr>
                      <a:r>
                        <a:rPr lang="en-IN" sz="1800" u="none" cap="none" strike="noStrike">
                          <a:solidFill>
                            <a:schemeClr val="accent6"/>
                          </a:solidFill>
                          <a:latin typeface="Calibri"/>
                          <a:ea typeface="Calibri"/>
                          <a:cs typeface="Calibri"/>
                          <a:sym typeface="Calibri"/>
                        </a:rPr>
                        <a:t> </a:t>
                      </a:r>
                      <a:endParaRPr sz="1800" u="none" cap="none" strike="noStrike">
                        <a:solidFill>
                          <a:schemeClr val="accent6"/>
                        </a:solidFill>
                        <a:latin typeface="Calibri"/>
                        <a:ea typeface="Calibri"/>
                        <a:cs typeface="Calibri"/>
                        <a:sym typeface="Calibri"/>
                      </a:endParaRPr>
                    </a:p>
                  </a:txBody>
                  <a:tcPr marT="0" marB="0" marR="68575" marL="68575"/>
                </a:tc>
                <a:tc>
                  <a:txBody>
                    <a:bodyPr/>
                    <a:lstStyle/>
                    <a:p>
                      <a:pPr indent="0" lvl="0" marL="0" marR="0" rtl="0" algn="l">
                        <a:lnSpc>
                          <a:spcPct val="115000"/>
                        </a:lnSpc>
                        <a:spcBef>
                          <a:spcPts val="0"/>
                        </a:spcBef>
                        <a:spcAft>
                          <a:spcPts val="0"/>
                        </a:spcAft>
                        <a:buNone/>
                      </a:pPr>
                      <a:r>
                        <a:rPr lang="en-IN" sz="1800" u="none" cap="none" strike="noStrike">
                          <a:solidFill>
                            <a:schemeClr val="accent6"/>
                          </a:solidFill>
                          <a:latin typeface="Calibri"/>
                          <a:ea typeface="Calibri"/>
                          <a:cs typeface="Calibri"/>
                          <a:sym typeface="Calibri"/>
                        </a:rPr>
                        <a:t>10-11-12	</a:t>
                      </a:r>
                      <a:endParaRPr sz="1800" u="none" cap="none" strike="noStrike">
                        <a:solidFill>
                          <a:schemeClr val="accent6"/>
                        </a:solidFill>
                        <a:latin typeface="Calibri"/>
                        <a:ea typeface="Calibri"/>
                        <a:cs typeface="Calibri"/>
                        <a:sym typeface="Calibri"/>
                      </a:endParaRPr>
                    </a:p>
                  </a:txBody>
                  <a:tcPr marT="0" marB="0" marR="68575" marL="68575"/>
                </a:tc>
                <a:tc>
                  <a:txBody>
                    <a:bodyPr/>
                    <a:lstStyle/>
                    <a:p>
                      <a:pPr indent="0" lvl="0" marL="0" marR="0" rtl="0" algn="l">
                        <a:lnSpc>
                          <a:spcPct val="115000"/>
                        </a:lnSpc>
                        <a:spcBef>
                          <a:spcPts val="0"/>
                        </a:spcBef>
                        <a:spcAft>
                          <a:spcPts val="0"/>
                        </a:spcAft>
                        <a:buNone/>
                      </a:pPr>
                      <a:r>
                        <a:rPr lang="en-IN" sz="1800" u="none" cap="none" strike="noStrike">
                          <a:solidFill>
                            <a:schemeClr val="accent6"/>
                          </a:solidFill>
                          <a:latin typeface="Calibri"/>
                          <a:ea typeface="Calibri"/>
                          <a:cs typeface="Calibri"/>
                          <a:sym typeface="Calibri"/>
                        </a:rPr>
                        <a:t> </a:t>
                      </a:r>
                      <a:endParaRPr sz="1800" u="none" cap="none" strike="noStrike">
                        <a:solidFill>
                          <a:schemeClr val="accent6"/>
                        </a:solidFill>
                        <a:latin typeface="Calibri"/>
                        <a:ea typeface="Calibri"/>
                        <a:cs typeface="Calibri"/>
                        <a:sym typeface="Calibri"/>
                      </a:endParaRPr>
                    </a:p>
                  </a:txBody>
                  <a:tcPr marT="0" marB="0" marR="68575" marL="68575"/>
                </a:tc>
              </a:tr>
              <a:tr h="339100">
                <a:tc>
                  <a:txBody>
                    <a:bodyPr/>
                    <a:lstStyle/>
                    <a:p>
                      <a:pPr indent="0" lvl="0" marL="0" marR="0" rtl="0" algn="l">
                        <a:lnSpc>
                          <a:spcPct val="115000"/>
                        </a:lnSpc>
                        <a:spcBef>
                          <a:spcPts val="0"/>
                        </a:spcBef>
                        <a:spcAft>
                          <a:spcPts val="0"/>
                        </a:spcAft>
                        <a:buNone/>
                      </a:pPr>
                      <a:r>
                        <a:rPr lang="en-IN" sz="1800" u="none" cap="none" strike="noStrike">
                          <a:solidFill>
                            <a:schemeClr val="accent6"/>
                          </a:solidFill>
                          <a:latin typeface="Calibri"/>
                          <a:ea typeface="Calibri"/>
                          <a:cs typeface="Calibri"/>
                          <a:sym typeface="Calibri"/>
                        </a:rPr>
                        <a:t> </a:t>
                      </a:r>
                      <a:endParaRPr sz="1800" u="none" cap="none" strike="noStrike">
                        <a:solidFill>
                          <a:schemeClr val="accent6"/>
                        </a:solidFill>
                        <a:latin typeface="Calibri"/>
                        <a:ea typeface="Calibri"/>
                        <a:cs typeface="Calibri"/>
                        <a:sym typeface="Calibri"/>
                      </a:endParaRPr>
                    </a:p>
                  </a:txBody>
                  <a:tcPr marT="0" marB="0" marR="68575" marL="68575"/>
                </a:tc>
                <a:tc>
                  <a:txBody>
                    <a:bodyPr/>
                    <a:lstStyle/>
                    <a:p>
                      <a:pPr indent="0" lvl="0" marL="0" marR="0" rtl="0" algn="l">
                        <a:lnSpc>
                          <a:spcPct val="115000"/>
                        </a:lnSpc>
                        <a:spcBef>
                          <a:spcPts val="0"/>
                        </a:spcBef>
                        <a:spcAft>
                          <a:spcPts val="0"/>
                        </a:spcAft>
                        <a:buNone/>
                      </a:pPr>
                      <a:r>
                        <a:rPr lang="en-IN" sz="1800" u="none" cap="none" strike="noStrike">
                          <a:solidFill>
                            <a:schemeClr val="accent6"/>
                          </a:solidFill>
                          <a:latin typeface="Calibri"/>
                          <a:ea typeface="Calibri"/>
                          <a:cs typeface="Calibri"/>
                          <a:sym typeface="Calibri"/>
                        </a:rPr>
                        <a:t>10-11-13-14-15-16	</a:t>
                      </a:r>
                      <a:endParaRPr sz="1800" u="none" cap="none" strike="noStrike">
                        <a:solidFill>
                          <a:schemeClr val="accent6"/>
                        </a:solidFill>
                        <a:latin typeface="Calibri"/>
                        <a:ea typeface="Calibri"/>
                        <a:cs typeface="Calibri"/>
                        <a:sym typeface="Calibri"/>
                      </a:endParaRPr>
                    </a:p>
                  </a:txBody>
                  <a:tcPr marT="0" marB="0" marR="68575" marL="68575"/>
                </a:tc>
                <a:tc>
                  <a:txBody>
                    <a:bodyPr/>
                    <a:lstStyle/>
                    <a:p>
                      <a:pPr indent="0" lvl="0" marL="0" marR="0" rtl="0" algn="l">
                        <a:lnSpc>
                          <a:spcPct val="115000"/>
                        </a:lnSpc>
                        <a:spcBef>
                          <a:spcPts val="0"/>
                        </a:spcBef>
                        <a:spcAft>
                          <a:spcPts val="0"/>
                        </a:spcAft>
                        <a:buNone/>
                      </a:pPr>
                      <a:r>
                        <a:rPr lang="en-IN" sz="1800" u="none" cap="none" strike="noStrike">
                          <a:solidFill>
                            <a:schemeClr val="accent6"/>
                          </a:solidFill>
                          <a:latin typeface="Calibri"/>
                          <a:ea typeface="Calibri"/>
                          <a:cs typeface="Calibri"/>
                          <a:sym typeface="Calibri"/>
                        </a:rPr>
                        <a:t> </a:t>
                      </a:r>
                      <a:endParaRPr sz="1800" u="none" cap="none" strike="noStrike">
                        <a:solidFill>
                          <a:schemeClr val="accent6"/>
                        </a:solidFill>
                        <a:latin typeface="Calibri"/>
                        <a:ea typeface="Calibri"/>
                        <a:cs typeface="Calibri"/>
                        <a:sym typeface="Calibri"/>
                      </a:endParaRPr>
                    </a:p>
                  </a:txBody>
                  <a:tcPr marT="0" marB="0" marR="68575" marL="68575"/>
                </a:tc>
              </a:tr>
              <a:tr h="339100">
                <a:tc>
                  <a:txBody>
                    <a:bodyPr/>
                    <a:lstStyle/>
                    <a:p>
                      <a:pPr indent="0" lvl="0" marL="0" marR="0" rtl="0" algn="l">
                        <a:lnSpc>
                          <a:spcPct val="115000"/>
                        </a:lnSpc>
                        <a:spcBef>
                          <a:spcPts val="0"/>
                        </a:spcBef>
                        <a:spcAft>
                          <a:spcPts val="0"/>
                        </a:spcAft>
                        <a:buNone/>
                      </a:pPr>
                      <a:r>
                        <a:rPr lang="en-IN" sz="1800" u="none" cap="none" strike="noStrike">
                          <a:solidFill>
                            <a:schemeClr val="accent6"/>
                          </a:solidFill>
                          <a:latin typeface="Calibri"/>
                          <a:ea typeface="Calibri"/>
                          <a:cs typeface="Calibri"/>
                          <a:sym typeface="Calibri"/>
                        </a:rPr>
                        <a:t> </a:t>
                      </a:r>
                      <a:endParaRPr sz="1800" u="none" cap="none" strike="noStrike">
                        <a:solidFill>
                          <a:schemeClr val="accent6"/>
                        </a:solidFill>
                        <a:latin typeface="Calibri"/>
                        <a:ea typeface="Calibri"/>
                        <a:cs typeface="Calibri"/>
                        <a:sym typeface="Calibri"/>
                      </a:endParaRPr>
                    </a:p>
                  </a:txBody>
                  <a:tcPr marT="0" marB="0" marR="68575" marL="68575"/>
                </a:tc>
                <a:tc>
                  <a:txBody>
                    <a:bodyPr/>
                    <a:lstStyle/>
                    <a:p>
                      <a:pPr indent="0" lvl="0" marL="0" marR="0" rtl="0" algn="l">
                        <a:lnSpc>
                          <a:spcPct val="115000"/>
                        </a:lnSpc>
                        <a:spcBef>
                          <a:spcPts val="0"/>
                        </a:spcBef>
                        <a:spcAft>
                          <a:spcPts val="0"/>
                        </a:spcAft>
                        <a:buNone/>
                      </a:pPr>
                      <a:r>
                        <a:rPr lang="en-IN" sz="1800" u="none" cap="none" strike="noStrike">
                          <a:solidFill>
                            <a:schemeClr val="accent6"/>
                          </a:solidFill>
                          <a:latin typeface="Calibri"/>
                          <a:ea typeface="Calibri"/>
                          <a:cs typeface="Calibri"/>
                          <a:sym typeface="Calibri"/>
                        </a:rPr>
                        <a:t>12-13-14-15-16	</a:t>
                      </a:r>
                      <a:endParaRPr sz="1800" u="none" cap="none" strike="noStrike">
                        <a:solidFill>
                          <a:schemeClr val="accent6"/>
                        </a:solidFill>
                        <a:latin typeface="Calibri"/>
                        <a:ea typeface="Calibri"/>
                        <a:cs typeface="Calibri"/>
                        <a:sym typeface="Calibri"/>
                      </a:endParaRPr>
                    </a:p>
                  </a:txBody>
                  <a:tcPr marT="0" marB="0" marR="68575" marL="68575"/>
                </a:tc>
                <a:tc>
                  <a:txBody>
                    <a:bodyPr/>
                    <a:lstStyle/>
                    <a:p>
                      <a:pPr indent="0" lvl="0" marL="0" marR="0" rtl="0" algn="l">
                        <a:lnSpc>
                          <a:spcPct val="115000"/>
                        </a:lnSpc>
                        <a:spcBef>
                          <a:spcPts val="0"/>
                        </a:spcBef>
                        <a:spcAft>
                          <a:spcPts val="0"/>
                        </a:spcAft>
                        <a:buNone/>
                      </a:pPr>
                      <a:r>
                        <a:rPr lang="en-IN" sz="1800" u="none" cap="none" strike="noStrike">
                          <a:solidFill>
                            <a:schemeClr val="accent6"/>
                          </a:solidFill>
                          <a:latin typeface="Calibri"/>
                          <a:ea typeface="Calibri"/>
                          <a:cs typeface="Calibri"/>
                          <a:sym typeface="Calibri"/>
                        </a:rPr>
                        <a:t> </a:t>
                      </a:r>
                      <a:endParaRPr sz="1800" u="none" cap="none" strike="noStrike">
                        <a:solidFill>
                          <a:schemeClr val="accent6"/>
                        </a:solidFill>
                        <a:latin typeface="Calibri"/>
                        <a:ea typeface="Calibri"/>
                        <a:cs typeface="Calibri"/>
                        <a:sym typeface="Calibri"/>
                      </a:endParaRPr>
                    </a:p>
                  </a:txBody>
                  <a:tcPr marT="0" marB="0" marR="68575" marL="68575"/>
                </a:tc>
              </a:tr>
              <a:tr h="678175">
                <a:tc>
                  <a:txBody>
                    <a:bodyPr/>
                    <a:lstStyle/>
                    <a:p>
                      <a:pPr indent="0" lvl="0" marL="0" marR="0" rtl="0" algn="l">
                        <a:lnSpc>
                          <a:spcPct val="115000"/>
                        </a:lnSpc>
                        <a:spcBef>
                          <a:spcPts val="0"/>
                        </a:spcBef>
                        <a:spcAft>
                          <a:spcPts val="0"/>
                        </a:spcAft>
                        <a:buNone/>
                      </a:pPr>
                      <a:r>
                        <a:rPr lang="en-IN" sz="1800" u="none" cap="none" strike="noStrike">
                          <a:solidFill>
                            <a:schemeClr val="accent6"/>
                          </a:solidFill>
                          <a:latin typeface="Calibri"/>
                          <a:ea typeface="Calibri"/>
                          <a:cs typeface="Calibri"/>
                          <a:sym typeface="Calibri"/>
                        </a:rPr>
                        <a:t> </a:t>
                      </a:r>
                      <a:endParaRPr sz="1800" u="none" cap="none" strike="noStrike">
                        <a:solidFill>
                          <a:schemeClr val="accent6"/>
                        </a:solidFill>
                        <a:latin typeface="Calibri"/>
                        <a:ea typeface="Calibri"/>
                        <a:cs typeface="Calibri"/>
                        <a:sym typeface="Calibri"/>
                      </a:endParaRPr>
                    </a:p>
                  </a:txBody>
                  <a:tcPr marT="0" marB="0" marR="68575" marL="68575"/>
                </a:tc>
                <a:tc>
                  <a:txBody>
                    <a:bodyPr/>
                    <a:lstStyle/>
                    <a:p>
                      <a:pPr indent="0" lvl="0" marL="0" marR="0" rtl="0" algn="l">
                        <a:lnSpc>
                          <a:spcPct val="115000"/>
                        </a:lnSpc>
                        <a:spcBef>
                          <a:spcPts val="0"/>
                        </a:spcBef>
                        <a:spcAft>
                          <a:spcPts val="0"/>
                        </a:spcAft>
                        <a:buNone/>
                      </a:pPr>
                      <a:r>
                        <a:rPr lang="en-IN" sz="1800" u="none" cap="none" strike="noStrike">
                          <a:solidFill>
                            <a:schemeClr val="accent6"/>
                          </a:solidFill>
                          <a:latin typeface="Calibri"/>
                          <a:ea typeface="Calibri"/>
                          <a:cs typeface="Calibri"/>
                          <a:sym typeface="Calibri"/>
                        </a:rPr>
                        <a:t>0-1-2-3-4-5-6-8-9-10-11	</a:t>
                      </a:r>
                      <a:endParaRPr sz="1800" u="none" cap="none" strike="noStrike">
                        <a:solidFill>
                          <a:schemeClr val="accent6"/>
                        </a:solidFill>
                        <a:latin typeface="Calibri"/>
                        <a:ea typeface="Calibri"/>
                        <a:cs typeface="Calibri"/>
                        <a:sym typeface="Calibri"/>
                      </a:endParaRPr>
                    </a:p>
                  </a:txBody>
                  <a:tcPr marT="0" marB="0" marR="68575" marL="68575"/>
                </a:tc>
                <a:tc>
                  <a:txBody>
                    <a:bodyPr/>
                    <a:lstStyle/>
                    <a:p>
                      <a:pPr indent="0" lvl="0" marL="0" marR="0" rtl="0" algn="l">
                        <a:lnSpc>
                          <a:spcPct val="115000"/>
                        </a:lnSpc>
                        <a:spcBef>
                          <a:spcPts val="0"/>
                        </a:spcBef>
                        <a:spcAft>
                          <a:spcPts val="0"/>
                        </a:spcAft>
                        <a:buNone/>
                      </a:pPr>
                      <a:r>
                        <a:rPr lang="en-IN" sz="1800" u="none" cap="none" strike="noStrike">
                          <a:solidFill>
                            <a:schemeClr val="accent6"/>
                          </a:solidFill>
                          <a:latin typeface="Calibri"/>
                          <a:ea typeface="Calibri"/>
                          <a:cs typeface="Calibri"/>
                          <a:sym typeface="Calibri"/>
                        </a:rPr>
                        <a:t> </a:t>
                      </a:r>
                      <a:endParaRPr sz="1800" u="none" cap="none" strike="noStrike">
                        <a:solidFill>
                          <a:schemeClr val="accent6"/>
                        </a:solidFill>
                        <a:latin typeface="Calibri"/>
                        <a:ea typeface="Calibri"/>
                        <a:cs typeface="Calibri"/>
                        <a:sym typeface="Calibri"/>
                      </a:endParaRPr>
                    </a:p>
                  </a:txBody>
                  <a:tcPr marT="0" marB="0" marR="68575" marL="68575"/>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graphicFrame>
        <p:nvGraphicFramePr>
          <p:cNvPr id="210" name="Google Shape;210;p31"/>
          <p:cNvGraphicFramePr/>
          <p:nvPr/>
        </p:nvGraphicFramePr>
        <p:xfrm>
          <a:off x="457199" y="228600"/>
          <a:ext cx="3000000" cy="3000000"/>
        </p:xfrm>
        <a:graphic>
          <a:graphicData uri="http://schemas.openxmlformats.org/drawingml/2006/table">
            <a:tbl>
              <a:tblPr bandRow="1" firstCol="1" firstRow="1">
                <a:noFill/>
                <a:tableStyleId>{7E638865-AEAA-4C41-8C01-0FDAE4FD435B}</a:tableStyleId>
              </a:tblPr>
              <a:tblGrid>
                <a:gridCol w="3265400"/>
                <a:gridCol w="2596400"/>
                <a:gridCol w="2596400"/>
              </a:tblGrid>
              <a:tr h="304800">
                <a:tc>
                  <a:txBody>
                    <a:bodyPr/>
                    <a:lstStyle/>
                    <a:p>
                      <a:pPr indent="0" lvl="0" marL="0" marR="0" rtl="0" algn="l">
                        <a:lnSpc>
                          <a:spcPct val="115000"/>
                        </a:lnSpc>
                        <a:spcBef>
                          <a:spcPts val="0"/>
                        </a:spcBef>
                        <a:spcAft>
                          <a:spcPts val="0"/>
                        </a:spcAft>
                        <a:buNone/>
                      </a:pPr>
                      <a:r>
                        <a:rPr lang="en-IN" sz="2400" u="none" cap="none" strike="noStrike">
                          <a:latin typeface="Calibri"/>
                          <a:ea typeface="Calibri"/>
                          <a:cs typeface="Calibri"/>
                          <a:sym typeface="Calibri"/>
                        </a:rPr>
                        <a:t>Strategy		</a:t>
                      </a:r>
                      <a:endParaRPr sz="2400" u="none" cap="none" strike="noStrike">
                        <a:latin typeface="Calibri"/>
                        <a:ea typeface="Calibri"/>
                        <a:cs typeface="Calibri"/>
                        <a:sym typeface="Calibri"/>
                      </a:endParaRPr>
                    </a:p>
                  </a:txBody>
                  <a:tcPr marT="0" marB="0" marR="67075" marL="67075"/>
                </a:tc>
                <a:tc>
                  <a:txBody>
                    <a:bodyPr/>
                    <a:lstStyle/>
                    <a:p>
                      <a:pPr indent="0" lvl="0" marL="0" marR="0" rtl="0" algn="l">
                        <a:lnSpc>
                          <a:spcPct val="115000"/>
                        </a:lnSpc>
                        <a:spcBef>
                          <a:spcPts val="0"/>
                        </a:spcBef>
                        <a:spcAft>
                          <a:spcPts val="0"/>
                        </a:spcAft>
                        <a:buNone/>
                      </a:pPr>
                      <a:r>
                        <a:rPr lang="en-IN" sz="2400" u="none" cap="none" strike="noStrike">
                          <a:latin typeface="Calibri"/>
                          <a:ea typeface="Calibri"/>
                          <a:cs typeface="Calibri"/>
                          <a:sym typeface="Calibri"/>
                        </a:rPr>
                        <a:t>Payment</a:t>
                      </a:r>
                      <a:endParaRPr sz="2400" u="none" cap="none" strike="noStrike">
                        <a:latin typeface="Calibri"/>
                        <a:ea typeface="Calibri"/>
                        <a:cs typeface="Calibri"/>
                        <a:sym typeface="Calibri"/>
                      </a:endParaRPr>
                    </a:p>
                  </a:txBody>
                  <a:tcPr marT="0" marB="0" marR="67075" marL="67075"/>
                </a:tc>
                <a:tc>
                  <a:txBody>
                    <a:bodyPr/>
                    <a:lstStyle/>
                    <a:p>
                      <a:pPr indent="0" lvl="0" marL="0" marR="0" rtl="0" algn="l">
                        <a:lnSpc>
                          <a:spcPct val="115000"/>
                        </a:lnSpc>
                        <a:spcBef>
                          <a:spcPts val="0"/>
                        </a:spcBef>
                        <a:spcAft>
                          <a:spcPts val="0"/>
                        </a:spcAft>
                        <a:buNone/>
                      </a:pPr>
                      <a:r>
                        <a:rPr lang="en-IN" sz="2400" u="none" cap="none" strike="noStrike">
                          <a:latin typeface="Calibri"/>
                          <a:ea typeface="Calibri"/>
                          <a:cs typeface="Calibri"/>
                          <a:sym typeface="Calibri"/>
                        </a:rPr>
                        <a:t>Work</a:t>
                      </a:r>
                      <a:endParaRPr sz="2400" u="none" cap="none" strike="noStrike">
                        <a:latin typeface="Calibri"/>
                        <a:ea typeface="Calibri"/>
                        <a:cs typeface="Calibri"/>
                        <a:sym typeface="Calibri"/>
                      </a:endParaRPr>
                    </a:p>
                  </a:txBody>
                  <a:tcPr marT="0" marB="0" marR="67075" marL="67075"/>
                </a:tc>
              </a:tr>
              <a:tr h="228600">
                <a:tc>
                  <a:txBody>
                    <a:bodyPr/>
                    <a:lstStyle/>
                    <a:p>
                      <a:pPr indent="0" lvl="0" marL="0" marR="0" rtl="0" algn="l">
                        <a:lnSpc>
                          <a:spcPct val="115000"/>
                        </a:lnSpc>
                        <a:spcBef>
                          <a:spcPts val="0"/>
                        </a:spcBef>
                        <a:spcAft>
                          <a:spcPts val="0"/>
                        </a:spcAft>
                        <a:buNone/>
                      </a:pPr>
                      <a:r>
                        <a:rPr lang="en-IN" sz="1800" u="none" cap="none" strike="noStrike">
                          <a:solidFill>
                            <a:srgbClr val="FF0000"/>
                          </a:solidFill>
                          <a:latin typeface="Calibri"/>
                          <a:ea typeface="Calibri"/>
                          <a:cs typeface="Calibri"/>
                          <a:sym typeface="Calibri"/>
                        </a:rPr>
                        <a:t>All-du-paths (ADUP)	</a:t>
                      </a:r>
                      <a:endParaRPr sz="1800" u="none" cap="none" strike="noStrike">
                        <a:solidFill>
                          <a:srgbClr val="FF0000"/>
                        </a:solidFill>
                        <a:latin typeface="Calibri"/>
                        <a:ea typeface="Calibri"/>
                        <a:cs typeface="Calibri"/>
                        <a:sym typeface="Calibri"/>
                      </a:endParaRPr>
                    </a:p>
                  </a:txBody>
                  <a:tcPr marT="0" marB="0" marR="68575" marL="68575"/>
                </a:tc>
                <a:tc>
                  <a:txBody>
                    <a:bodyPr/>
                    <a:lstStyle/>
                    <a:p>
                      <a:pPr indent="0" lvl="0" marL="0" marR="0" rtl="0" algn="l">
                        <a:lnSpc>
                          <a:spcPct val="115000"/>
                        </a:lnSpc>
                        <a:spcBef>
                          <a:spcPts val="0"/>
                        </a:spcBef>
                        <a:spcAft>
                          <a:spcPts val="0"/>
                        </a:spcAft>
                        <a:buNone/>
                      </a:pPr>
                      <a:r>
                        <a:rPr lang="en-IN" sz="1800" u="none" cap="none" strike="noStrike">
                          <a:solidFill>
                            <a:srgbClr val="FF0000"/>
                          </a:solidFill>
                          <a:latin typeface="Calibri"/>
                          <a:ea typeface="Calibri"/>
                          <a:cs typeface="Calibri"/>
                          <a:sym typeface="Calibri"/>
                        </a:rPr>
                        <a:t>0-1-2-3-4-5-6-8-9-10-11	</a:t>
                      </a:r>
                      <a:endParaRPr sz="1800" u="none" cap="none" strike="noStrike">
                        <a:solidFill>
                          <a:srgbClr val="FF0000"/>
                        </a:solidFill>
                        <a:latin typeface="Calibri"/>
                        <a:ea typeface="Calibri"/>
                        <a:cs typeface="Calibri"/>
                        <a:sym typeface="Calibri"/>
                      </a:endParaRPr>
                    </a:p>
                  </a:txBody>
                  <a:tcPr marT="0" marB="0" marR="68575" marL="68575"/>
                </a:tc>
                <a:tc>
                  <a:txBody>
                    <a:bodyPr/>
                    <a:lstStyle/>
                    <a:p>
                      <a:pPr indent="0" lvl="0" marL="0" marR="0" rtl="0" algn="l">
                        <a:lnSpc>
                          <a:spcPct val="115000"/>
                        </a:lnSpc>
                        <a:spcBef>
                          <a:spcPts val="0"/>
                        </a:spcBef>
                        <a:spcAft>
                          <a:spcPts val="0"/>
                        </a:spcAft>
                        <a:buNone/>
                      </a:pPr>
                      <a:r>
                        <a:rPr lang="en-IN" sz="1800" u="none" cap="none" strike="noStrike">
                          <a:solidFill>
                            <a:srgbClr val="FF0000"/>
                          </a:solidFill>
                          <a:latin typeface="Calibri"/>
                          <a:ea typeface="Calibri"/>
                          <a:cs typeface="Calibri"/>
                          <a:sym typeface="Calibri"/>
                        </a:rPr>
                        <a:t>1-2	</a:t>
                      </a:r>
                      <a:endParaRPr sz="1800" u="none" cap="none" strike="noStrike">
                        <a:solidFill>
                          <a:srgbClr val="FF0000"/>
                        </a:solidFill>
                        <a:latin typeface="Calibri"/>
                        <a:ea typeface="Calibri"/>
                        <a:cs typeface="Calibri"/>
                        <a:sym typeface="Calibri"/>
                      </a:endParaRPr>
                    </a:p>
                  </a:txBody>
                  <a:tcPr marT="0" marB="0" marR="68575" marL="68575"/>
                </a:tc>
              </a:tr>
              <a:tr h="228600">
                <a:tc>
                  <a:txBody>
                    <a:bodyPr/>
                    <a:lstStyle/>
                    <a:p>
                      <a:pPr indent="0" lvl="0" marL="0" marR="0" rtl="0" algn="l">
                        <a:lnSpc>
                          <a:spcPct val="115000"/>
                        </a:lnSpc>
                        <a:spcBef>
                          <a:spcPts val="0"/>
                        </a:spcBef>
                        <a:spcAft>
                          <a:spcPts val="0"/>
                        </a:spcAft>
                        <a:buNone/>
                      </a:pPr>
                      <a:r>
                        <a:rPr lang="en-IN" sz="1800" u="none" cap="none" strike="noStrike">
                          <a:solidFill>
                            <a:srgbClr val="FF0000"/>
                          </a:solidFill>
                          <a:latin typeface="Calibri"/>
                          <a:ea typeface="Calibri"/>
                          <a:cs typeface="Calibri"/>
                          <a:sym typeface="Calibri"/>
                        </a:rPr>
                        <a:t> </a:t>
                      </a:r>
                      <a:endParaRPr sz="1800" u="none" cap="none" strike="noStrike">
                        <a:solidFill>
                          <a:srgbClr val="FF0000"/>
                        </a:solidFill>
                        <a:latin typeface="Calibri"/>
                        <a:ea typeface="Calibri"/>
                        <a:cs typeface="Calibri"/>
                        <a:sym typeface="Calibri"/>
                      </a:endParaRPr>
                    </a:p>
                  </a:txBody>
                  <a:tcPr marT="0" marB="0" marR="68575" marL="68575"/>
                </a:tc>
                <a:tc>
                  <a:txBody>
                    <a:bodyPr/>
                    <a:lstStyle/>
                    <a:p>
                      <a:pPr indent="0" lvl="0" marL="0" marR="0" rtl="0" algn="l">
                        <a:lnSpc>
                          <a:spcPct val="115000"/>
                        </a:lnSpc>
                        <a:spcBef>
                          <a:spcPts val="0"/>
                        </a:spcBef>
                        <a:spcAft>
                          <a:spcPts val="0"/>
                        </a:spcAft>
                        <a:buNone/>
                      </a:pPr>
                      <a:r>
                        <a:rPr lang="en-IN" sz="1800" u="none" cap="none" strike="noStrike">
                          <a:solidFill>
                            <a:srgbClr val="FF0000"/>
                          </a:solidFill>
                          <a:latin typeface="Calibri"/>
                          <a:ea typeface="Calibri"/>
                          <a:cs typeface="Calibri"/>
                          <a:sym typeface="Calibri"/>
                        </a:rPr>
                        <a:t>0-1-2-16	</a:t>
                      </a:r>
                      <a:endParaRPr sz="1800" u="none" cap="none" strike="noStrike">
                        <a:solidFill>
                          <a:srgbClr val="FF0000"/>
                        </a:solidFill>
                        <a:latin typeface="Calibri"/>
                        <a:ea typeface="Calibri"/>
                        <a:cs typeface="Calibri"/>
                        <a:sym typeface="Calibri"/>
                      </a:endParaRPr>
                    </a:p>
                  </a:txBody>
                  <a:tcPr marT="0" marB="0" marR="68575" marL="68575"/>
                </a:tc>
                <a:tc>
                  <a:txBody>
                    <a:bodyPr/>
                    <a:lstStyle/>
                    <a:p>
                      <a:pPr indent="0" lvl="0" marL="0" marR="0" rtl="0" algn="l">
                        <a:lnSpc>
                          <a:spcPct val="115000"/>
                        </a:lnSpc>
                        <a:spcBef>
                          <a:spcPts val="0"/>
                        </a:spcBef>
                        <a:spcAft>
                          <a:spcPts val="0"/>
                        </a:spcAft>
                        <a:buNone/>
                      </a:pPr>
                      <a:r>
                        <a:rPr lang="en-IN" sz="1800" u="none" cap="none" strike="noStrike">
                          <a:solidFill>
                            <a:srgbClr val="FF0000"/>
                          </a:solidFill>
                          <a:latin typeface="Calibri"/>
                          <a:ea typeface="Calibri"/>
                          <a:cs typeface="Calibri"/>
                          <a:sym typeface="Calibri"/>
                        </a:rPr>
                        <a:t>1-2-3-4	</a:t>
                      </a:r>
                      <a:endParaRPr sz="1800" u="none" cap="none" strike="noStrike">
                        <a:solidFill>
                          <a:srgbClr val="FF0000"/>
                        </a:solidFill>
                        <a:latin typeface="Calibri"/>
                        <a:ea typeface="Calibri"/>
                        <a:cs typeface="Calibri"/>
                        <a:sym typeface="Calibri"/>
                      </a:endParaRPr>
                    </a:p>
                  </a:txBody>
                  <a:tcPr marT="0" marB="0" marR="68575" marL="68575"/>
                </a:tc>
              </a:tr>
              <a:tr h="228600">
                <a:tc>
                  <a:txBody>
                    <a:bodyPr/>
                    <a:lstStyle/>
                    <a:p>
                      <a:pPr indent="0" lvl="0" marL="0" marR="0" rtl="0" algn="l">
                        <a:lnSpc>
                          <a:spcPct val="115000"/>
                        </a:lnSpc>
                        <a:spcBef>
                          <a:spcPts val="0"/>
                        </a:spcBef>
                        <a:spcAft>
                          <a:spcPts val="0"/>
                        </a:spcAft>
                        <a:buNone/>
                      </a:pPr>
                      <a:r>
                        <a:rPr lang="en-IN" sz="1800" u="none" cap="none" strike="noStrike">
                          <a:solidFill>
                            <a:srgbClr val="FF0000"/>
                          </a:solidFill>
                          <a:latin typeface="Calibri"/>
                          <a:ea typeface="Calibri"/>
                          <a:cs typeface="Calibri"/>
                          <a:sym typeface="Calibri"/>
                        </a:rPr>
                        <a:t> </a:t>
                      </a:r>
                      <a:endParaRPr sz="1800" u="none" cap="none" strike="noStrike">
                        <a:solidFill>
                          <a:srgbClr val="FF0000"/>
                        </a:solidFill>
                        <a:latin typeface="Calibri"/>
                        <a:ea typeface="Calibri"/>
                        <a:cs typeface="Calibri"/>
                        <a:sym typeface="Calibri"/>
                      </a:endParaRPr>
                    </a:p>
                  </a:txBody>
                  <a:tcPr marT="0" marB="0" marR="68575" marL="68575"/>
                </a:tc>
                <a:tc>
                  <a:txBody>
                    <a:bodyPr/>
                    <a:lstStyle/>
                    <a:p>
                      <a:pPr indent="0" lvl="0" marL="0" marR="0" rtl="0" algn="l">
                        <a:lnSpc>
                          <a:spcPct val="115000"/>
                        </a:lnSpc>
                        <a:spcBef>
                          <a:spcPts val="0"/>
                        </a:spcBef>
                        <a:spcAft>
                          <a:spcPts val="0"/>
                        </a:spcAft>
                        <a:buNone/>
                      </a:pPr>
                      <a:r>
                        <a:rPr lang="en-IN" sz="1800" u="none" cap="none" strike="noStrike">
                          <a:solidFill>
                            <a:srgbClr val="FF0000"/>
                          </a:solidFill>
                          <a:latin typeface="Calibri"/>
                          <a:ea typeface="Calibri"/>
                          <a:cs typeface="Calibri"/>
                          <a:sym typeface="Calibri"/>
                        </a:rPr>
                        <a:t>3-4-5-6-7	</a:t>
                      </a:r>
                      <a:endParaRPr sz="1800" u="none" cap="none" strike="noStrike">
                        <a:solidFill>
                          <a:srgbClr val="FF0000"/>
                        </a:solidFill>
                        <a:latin typeface="Calibri"/>
                        <a:ea typeface="Calibri"/>
                        <a:cs typeface="Calibri"/>
                        <a:sym typeface="Calibri"/>
                      </a:endParaRPr>
                    </a:p>
                  </a:txBody>
                  <a:tcPr marT="0" marB="0" marR="68575" marL="68575"/>
                </a:tc>
                <a:tc>
                  <a:txBody>
                    <a:bodyPr/>
                    <a:lstStyle/>
                    <a:p>
                      <a:pPr indent="0" lvl="0" marL="0" marR="0" rtl="0" algn="l">
                        <a:lnSpc>
                          <a:spcPct val="115000"/>
                        </a:lnSpc>
                        <a:spcBef>
                          <a:spcPts val="0"/>
                        </a:spcBef>
                        <a:spcAft>
                          <a:spcPts val="0"/>
                        </a:spcAft>
                        <a:buNone/>
                      </a:pPr>
                      <a:r>
                        <a:rPr lang="en-IN" sz="1800" u="none" cap="none" strike="noStrike">
                          <a:solidFill>
                            <a:srgbClr val="FF0000"/>
                          </a:solidFill>
                          <a:latin typeface="Calibri"/>
                          <a:ea typeface="Calibri"/>
                          <a:cs typeface="Calibri"/>
                          <a:sym typeface="Calibri"/>
                        </a:rPr>
                        <a:t>1-2-3-4-5-6	</a:t>
                      </a:r>
                      <a:endParaRPr sz="1800" u="none" cap="none" strike="noStrike">
                        <a:solidFill>
                          <a:srgbClr val="FF0000"/>
                        </a:solidFill>
                        <a:latin typeface="Calibri"/>
                        <a:ea typeface="Calibri"/>
                        <a:cs typeface="Calibri"/>
                        <a:sym typeface="Calibri"/>
                      </a:endParaRPr>
                    </a:p>
                  </a:txBody>
                  <a:tcPr marT="0" marB="0" marR="68575" marL="68575"/>
                </a:tc>
              </a:tr>
              <a:tr h="228600">
                <a:tc>
                  <a:txBody>
                    <a:bodyPr/>
                    <a:lstStyle/>
                    <a:p>
                      <a:pPr indent="0" lvl="0" marL="0" marR="0" rtl="0" algn="l">
                        <a:lnSpc>
                          <a:spcPct val="115000"/>
                        </a:lnSpc>
                        <a:spcBef>
                          <a:spcPts val="0"/>
                        </a:spcBef>
                        <a:spcAft>
                          <a:spcPts val="0"/>
                        </a:spcAft>
                        <a:buNone/>
                      </a:pPr>
                      <a:r>
                        <a:rPr lang="en-IN" sz="1800" u="none" cap="none" strike="noStrike">
                          <a:solidFill>
                            <a:srgbClr val="FF0000"/>
                          </a:solidFill>
                          <a:latin typeface="Calibri"/>
                          <a:ea typeface="Calibri"/>
                          <a:cs typeface="Calibri"/>
                          <a:sym typeface="Calibri"/>
                        </a:rPr>
                        <a:t> </a:t>
                      </a:r>
                      <a:endParaRPr sz="1800" u="none" cap="none" strike="noStrike">
                        <a:solidFill>
                          <a:srgbClr val="FF0000"/>
                        </a:solidFill>
                        <a:latin typeface="Calibri"/>
                        <a:ea typeface="Calibri"/>
                        <a:cs typeface="Calibri"/>
                        <a:sym typeface="Calibri"/>
                      </a:endParaRPr>
                    </a:p>
                  </a:txBody>
                  <a:tcPr marT="0" marB="0" marR="68575" marL="68575"/>
                </a:tc>
                <a:tc>
                  <a:txBody>
                    <a:bodyPr/>
                    <a:lstStyle/>
                    <a:p>
                      <a:pPr indent="0" lvl="0" marL="0" marR="0" rtl="0" algn="l">
                        <a:lnSpc>
                          <a:spcPct val="115000"/>
                        </a:lnSpc>
                        <a:spcBef>
                          <a:spcPts val="0"/>
                        </a:spcBef>
                        <a:spcAft>
                          <a:spcPts val="0"/>
                        </a:spcAft>
                        <a:buNone/>
                      </a:pPr>
                      <a:r>
                        <a:rPr lang="en-IN" sz="1800" u="none" cap="none" strike="noStrike">
                          <a:solidFill>
                            <a:srgbClr val="FF0000"/>
                          </a:solidFill>
                          <a:latin typeface="Calibri"/>
                          <a:ea typeface="Calibri"/>
                          <a:cs typeface="Calibri"/>
                          <a:sym typeface="Calibri"/>
                        </a:rPr>
                        <a:t>3-4-5-6-8-9-10	</a:t>
                      </a:r>
                      <a:endParaRPr sz="1800" u="none" cap="none" strike="noStrike">
                        <a:solidFill>
                          <a:srgbClr val="FF0000"/>
                        </a:solidFill>
                        <a:latin typeface="Calibri"/>
                        <a:ea typeface="Calibri"/>
                        <a:cs typeface="Calibri"/>
                        <a:sym typeface="Calibri"/>
                      </a:endParaRPr>
                    </a:p>
                  </a:txBody>
                  <a:tcPr marT="0" marB="0" marR="68575" marL="68575"/>
                </a:tc>
                <a:tc>
                  <a:txBody>
                    <a:bodyPr/>
                    <a:lstStyle/>
                    <a:p>
                      <a:pPr indent="0" lvl="0" marL="0" marR="0" rtl="0" algn="l">
                        <a:lnSpc>
                          <a:spcPct val="115000"/>
                        </a:lnSpc>
                        <a:spcBef>
                          <a:spcPts val="0"/>
                        </a:spcBef>
                        <a:spcAft>
                          <a:spcPts val="0"/>
                        </a:spcAft>
                        <a:buNone/>
                      </a:pPr>
                      <a:r>
                        <a:rPr lang="en-IN" sz="1800" u="none" cap="none" strike="noStrike">
                          <a:solidFill>
                            <a:srgbClr val="FF0000"/>
                          </a:solidFill>
                          <a:latin typeface="Calibri"/>
                          <a:ea typeface="Calibri"/>
                          <a:cs typeface="Calibri"/>
                          <a:sym typeface="Calibri"/>
                        </a:rPr>
                        <a:t>1-2-3-4-5-6-7		</a:t>
                      </a:r>
                      <a:endParaRPr sz="1800" u="none" cap="none" strike="noStrike">
                        <a:solidFill>
                          <a:srgbClr val="FF0000"/>
                        </a:solidFill>
                        <a:latin typeface="Calibri"/>
                        <a:ea typeface="Calibri"/>
                        <a:cs typeface="Calibri"/>
                        <a:sym typeface="Calibri"/>
                      </a:endParaRPr>
                    </a:p>
                  </a:txBody>
                  <a:tcPr marT="0" marB="0" marR="68575" marL="68575"/>
                </a:tc>
              </a:tr>
              <a:tr h="228600">
                <a:tc>
                  <a:txBody>
                    <a:bodyPr/>
                    <a:lstStyle/>
                    <a:p>
                      <a:pPr indent="0" lvl="0" marL="0" marR="0" rtl="0" algn="l">
                        <a:lnSpc>
                          <a:spcPct val="115000"/>
                        </a:lnSpc>
                        <a:spcBef>
                          <a:spcPts val="0"/>
                        </a:spcBef>
                        <a:spcAft>
                          <a:spcPts val="0"/>
                        </a:spcAft>
                        <a:buNone/>
                      </a:pPr>
                      <a:r>
                        <a:rPr lang="en-IN" sz="1800" u="none" cap="none" strike="noStrike">
                          <a:solidFill>
                            <a:srgbClr val="FF0000"/>
                          </a:solidFill>
                          <a:latin typeface="Calibri"/>
                          <a:ea typeface="Calibri"/>
                          <a:cs typeface="Calibri"/>
                          <a:sym typeface="Calibri"/>
                        </a:rPr>
                        <a:t> </a:t>
                      </a:r>
                      <a:endParaRPr sz="1800" u="none" cap="none" strike="noStrike">
                        <a:solidFill>
                          <a:srgbClr val="FF0000"/>
                        </a:solidFill>
                        <a:latin typeface="Calibri"/>
                        <a:ea typeface="Calibri"/>
                        <a:cs typeface="Calibri"/>
                        <a:sym typeface="Calibri"/>
                      </a:endParaRPr>
                    </a:p>
                  </a:txBody>
                  <a:tcPr marT="0" marB="0" marR="68575" marL="68575"/>
                </a:tc>
                <a:tc>
                  <a:txBody>
                    <a:bodyPr/>
                    <a:lstStyle/>
                    <a:p>
                      <a:pPr indent="0" lvl="0" marL="0" marR="0" rtl="0" algn="l">
                        <a:lnSpc>
                          <a:spcPct val="115000"/>
                        </a:lnSpc>
                        <a:spcBef>
                          <a:spcPts val="0"/>
                        </a:spcBef>
                        <a:spcAft>
                          <a:spcPts val="0"/>
                        </a:spcAft>
                        <a:buNone/>
                      </a:pPr>
                      <a:r>
                        <a:rPr lang="en-IN" sz="1800" u="none" cap="none" strike="noStrike">
                          <a:solidFill>
                            <a:srgbClr val="FF0000"/>
                          </a:solidFill>
                          <a:latin typeface="Calibri"/>
                          <a:ea typeface="Calibri"/>
                          <a:cs typeface="Calibri"/>
                          <a:sym typeface="Calibri"/>
                        </a:rPr>
                        <a:t>3-4-15-16	</a:t>
                      </a:r>
                      <a:endParaRPr sz="1800" u="none" cap="none" strike="noStrike">
                        <a:solidFill>
                          <a:srgbClr val="FF0000"/>
                        </a:solidFill>
                        <a:latin typeface="Calibri"/>
                        <a:ea typeface="Calibri"/>
                        <a:cs typeface="Calibri"/>
                        <a:sym typeface="Calibri"/>
                      </a:endParaRPr>
                    </a:p>
                  </a:txBody>
                  <a:tcPr marT="0" marB="0" marR="68575" marL="68575"/>
                </a:tc>
                <a:tc>
                  <a:txBody>
                    <a:bodyPr/>
                    <a:lstStyle/>
                    <a:p>
                      <a:pPr indent="0" lvl="0" marL="0" marR="0" rtl="0" algn="l">
                        <a:lnSpc>
                          <a:spcPct val="115000"/>
                        </a:lnSpc>
                        <a:spcBef>
                          <a:spcPts val="0"/>
                        </a:spcBef>
                        <a:spcAft>
                          <a:spcPts val="0"/>
                        </a:spcAft>
                        <a:buNone/>
                      </a:pPr>
                      <a:r>
                        <a:rPr lang="en-IN" sz="1800" u="none" cap="none" strike="noStrike">
                          <a:solidFill>
                            <a:srgbClr val="FF0000"/>
                          </a:solidFill>
                          <a:latin typeface="Calibri"/>
                          <a:ea typeface="Calibri"/>
                          <a:cs typeface="Calibri"/>
                          <a:sym typeface="Calibri"/>
                        </a:rPr>
                        <a:t>1-2-3-4-5-6-8-9-10	</a:t>
                      </a:r>
                      <a:endParaRPr sz="1800" u="none" cap="none" strike="noStrike">
                        <a:solidFill>
                          <a:srgbClr val="FF0000"/>
                        </a:solidFill>
                        <a:latin typeface="Calibri"/>
                        <a:ea typeface="Calibri"/>
                        <a:cs typeface="Calibri"/>
                        <a:sym typeface="Calibri"/>
                      </a:endParaRPr>
                    </a:p>
                  </a:txBody>
                  <a:tcPr marT="0" marB="0" marR="68575" marL="68575"/>
                </a:tc>
              </a:tr>
              <a:tr h="228600">
                <a:tc>
                  <a:txBody>
                    <a:bodyPr/>
                    <a:lstStyle/>
                    <a:p>
                      <a:pPr indent="0" lvl="0" marL="0" marR="0" rtl="0" algn="l">
                        <a:lnSpc>
                          <a:spcPct val="115000"/>
                        </a:lnSpc>
                        <a:spcBef>
                          <a:spcPts val="0"/>
                        </a:spcBef>
                        <a:spcAft>
                          <a:spcPts val="0"/>
                        </a:spcAft>
                        <a:buNone/>
                      </a:pPr>
                      <a:r>
                        <a:rPr lang="en-IN" sz="1800" u="none" cap="none" strike="noStrike">
                          <a:solidFill>
                            <a:srgbClr val="FF0000"/>
                          </a:solidFill>
                          <a:latin typeface="Calibri"/>
                          <a:ea typeface="Calibri"/>
                          <a:cs typeface="Calibri"/>
                          <a:sym typeface="Calibri"/>
                        </a:rPr>
                        <a:t> </a:t>
                      </a:r>
                      <a:endParaRPr sz="1800" u="none" cap="none" strike="noStrike">
                        <a:solidFill>
                          <a:srgbClr val="FF0000"/>
                        </a:solidFill>
                        <a:latin typeface="Calibri"/>
                        <a:ea typeface="Calibri"/>
                        <a:cs typeface="Calibri"/>
                        <a:sym typeface="Calibri"/>
                      </a:endParaRPr>
                    </a:p>
                  </a:txBody>
                  <a:tcPr marT="0" marB="0" marR="68575" marL="68575"/>
                </a:tc>
                <a:tc>
                  <a:txBody>
                    <a:bodyPr/>
                    <a:lstStyle/>
                    <a:p>
                      <a:pPr indent="0" lvl="0" marL="0" marR="0" rtl="0" algn="l">
                        <a:lnSpc>
                          <a:spcPct val="115000"/>
                        </a:lnSpc>
                        <a:spcBef>
                          <a:spcPts val="0"/>
                        </a:spcBef>
                        <a:spcAft>
                          <a:spcPts val="0"/>
                        </a:spcAft>
                        <a:buNone/>
                      </a:pPr>
                      <a:r>
                        <a:rPr lang="en-IN" sz="1800" u="none" cap="none" strike="noStrike">
                          <a:solidFill>
                            <a:srgbClr val="FF0000"/>
                          </a:solidFill>
                          <a:latin typeface="Calibri"/>
                          <a:ea typeface="Calibri"/>
                          <a:cs typeface="Calibri"/>
                          <a:sym typeface="Calibri"/>
                        </a:rPr>
                        <a:t>7-14-15-16	</a:t>
                      </a:r>
                      <a:endParaRPr sz="1800" u="none" cap="none" strike="noStrike">
                        <a:solidFill>
                          <a:srgbClr val="FF0000"/>
                        </a:solidFill>
                        <a:latin typeface="Calibri"/>
                        <a:ea typeface="Calibri"/>
                        <a:cs typeface="Calibri"/>
                        <a:sym typeface="Calibri"/>
                      </a:endParaRPr>
                    </a:p>
                  </a:txBody>
                  <a:tcPr marT="0" marB="0" marR="68575" marL="68575"/>
                </a:tc>
                <a:tc>
                  <a:txBody>
                    <a:bodyPr/>
                    <a:lstStyle/>
                    <a:p>
                      <a:pPr indent="0" lvl="0" marL="0" marR="0" rtl="0" algn="l">
                        <a:lnSpc>
                          <a:spcPct val="115000"/>
                        </a:lnSpc>
                        <a:spcBef>
                          <a:spcPts val="0"/>
                        </a:spcBef>
                        <a:spcAft>
                          <a:spcPts val="0"/>
                        </a:spcAft>
                        <a:buNone/>
                      </a:pPr>
                      <a:r>
                        <a:rPr lang="en-IN" sz="1800" u="none" cap="none" strike="noStrike">
                          <a:solidFill>
                            <a:srgbClr val="FF0000"/>
                          </a:solidFill>
                          <a:latin typeface="Calibri"/>
                          <a:ea typeface="Calibri"/>
                          <a:cs typeface="Calibri"/>
                          <a:sym typeface="Calibri"/>
                        </a:rPr>
                        <a:t> </a:t>
                      </a:r>
                      <a:endParaRPr sz="1800" u="none" cap="none" strike="noStrike">
                        <a:solidFill>
                          <a:srgbClr val="FF0000"/>
                        </a:solidFill>
                        <a:latin typeface="Calibri"/>
                        <a:ea typeface="Calibri"/>
                        <a:cs typeface="Calibri"/>
                        <a:sym typeface="Calibri"/>
                      </a:endParaRPr>
                    </a:p>
                  </a:txBody>
                  <a:tcPr marT="0" marB="0" marR="68575" marL="68575"/>
                </a:tc>
              </a:tr>
              <a:tr h="228600">
                <a:tc>
                  <a:txBody>
                    <a:bodyPr/>
                    <a:lstStyle/>
                    <a:p>
                      <a:pPr indent="0" lvl="0" marL="0" marR="0" rtl="0" algn="l">
                        <a:lnSpc>
                          <a:spcPct val="115000"/>
                        </a:lnSpc>
                        <a:spcBef>
                          <a:spcPts val="0"/>
                        </a:spcBef>
                        <a:spcAft>
                          <a:spcPts val="0"/>
                        </a:spcAft>
                        <a:buNone/>
                      </a:pPr>
                      <a:r>
                        <a:rPr lang="en-IN" sz="1800" u="none" cap="none" strike="noStrike">
                          <a:solidFill>
                            <a:srgbClr val="FF0000"/>
                          </a:solidFill>
                          <a:latin typeface="Calibri"/>
                          <a:ea typeface="Calibri"/>
                          <a:cs typeface="Calibri"/>
                          <a:sym typeface="Calibri"/>
                        </a:rPr>
                        <a:t> </a:t>
                      </a:r>
                      <a:endParaRPr sz="1800" u="none" cap="none" strike="noStrike">
                        <a:solidFill>
                          <a:srgbClr val="FF0000"/>
                        </a:solidFill>
                        <a:latin typeface="Calibri"/>
                        <a:ea typeface="Calibri"/>
                        <a:cs typeface="Calibri"/>
                        <a:sym typeface="Calibri"/>
                      </a:endParaRPr>
                    </a:p>
                  </a:txBody>
                  <a:tcPr marT="0" marB="0" marR="68575" marL="68575"/>
                </a:tc>
                <a:tc>
                  <a:txBody>
                    <a:bodyPr/>
                    <a:lstStyle/>
                    <a:p>
                      <a:pPr indent="0" lvl="0" marL="0" marR="0" rtl="0" algn="l">
                        <a:lnSpc>
                          <a:spcPct val="115000"/>
                        </a:lnSpc>
                        <a:spcBef>
                          <a:spcPts val="0"/>
                        </a:spcBef>
                        <a:spcAft>
                          <a:spcPts val="0"/>
                        </a:spcAft>
                        <a:buNone/>
                      </a:pPr>
                      <a:r>
                        <a:rPr lang="en-IN" sz="1800" u="none" cap="none" strike="noStrike">
                          <a:solidFill>
                            <a:srgbClr val="FF0000"/>
                          </a:solidFill>
                          <a:latin typeface="Calibri"/>
                          <a:ea typeface="Calibri"/>
                          <a:cs typeface="Calibri"/>
                          <a:sym typeface="Calibri"/>
                        </a:rPr>
                        <a:t>10-11-12	</a:t>
                      </a:r>
                      <a:endParaRPr sz="1800" u="none" cap="none" strike="noStrike">
                        <a:solidFill>
                          <a:srgbClr val="FF0000"/>
                        </a:solidFill>
                        <a:latin typeface="Calibri"/>
                        <a:ea typeface="Calibri"/>
                        <a:cs typeface="Calibri"/>
                        <a:sym typeface="Calibri"/>
                      </a:endParaRPr>
                    </a:p>
                  </a:txBody>
                  <a:tcPr marT="0" marB="0" marR="68575" marL="68575"/>
                </a:tc>
                <a:tc>
                  <a:txBody>
                    <a:bodyPr/>
                    <a:lstStyle/>
                    <a:p>
                      <a:pPr indent="0" lvl="0" marL="0" marR="0" rtl="0" algn="l">
                        <a:lnSpc>
                          <a:spcPct val="115000"/>
                        </a:lnSpc>
                        <a:spcBef>
                          <a:spcPts val="0"/>
                        </a:spcBef>
                        <a:spcAft>
                          <a:spcPts val="0"/>
                        </a:spcAft>
                        <a:buNone/>
                      </a:pPr>
                      <a:r>
                        <a:rPr lang="en-IN" sz="1800" u="none" cap="none" strike="noStrike">
                          <a:solidFill>
                            <a:srgbClr val="FF0000"/>
                          </a:solidFill>
                          <a:latin typeface="Calibri"/>
                          <a:ea typeface="Calibri"/>
                          <a:cs typeface="Calibri"/>
                          <a:sym typeface="Calibri"/>
                        </a:rPr>
                        <a:t> </a:t>
                      </a:r>
                      <a:endParaRPr sz="1800" u="none" cap="none" strike="noStrike">
                        <a:solidFill>
                          <a:srgbClr val="FF0000"/>
                        </a:solidFill>
                        <a:latin typeface="Calibri"/>
                        <a:ea typeface="Calibri"/>
                        <a:cs typeface="Calibri"/>
                        <a:sym typeface="Calibri"/>
                      </a:endParaRPr>
                    </a:p>
                  </a:txBody>
                  <a:tcPr marT="0" marB="0" marR="68575" marL="68575"/>
                </a:tc>
              </a:tr>
              <a:tr h="228600">
                <a:tc>
                  <a:txBody>
                    <a:bodyPr/>
                    <a:lstStyle/>
                    <a:p>
                      <a:pPr indent="0" lvl="0" marL="0" marR="0" rtl="0" algn="l">
                        <a:lnSpc>
                          <a:spcPct val="115000"/>
                        </a:lnSpc>
                        <a:spcBef>
                          <a:spcPts val="0"/>
                        </a:spcBef>
                        <a:spcAft>
                          <a:spcPts val="0"/>
                        </a:spcAft>
                        <a:buNone/>
                      </a:pPr>
                      <a:r>
                        <a:rPr lang="en-IN" sz="1800" u="none" cap="none" strike="noStrike">
                          <a:solidFill>
                            <a:srgbClr val="FF0000"/>
                          </a:solidFill>
                          <a:latin typeface="Calibri"/>
                          <a:ea typeface="Calibri"/>
                          <a:cs typeface="Calibri"/>
                          <a:sym typeface="Calibri"/>
                        </a:rPr>
                        <a:t> </a:t>
                      </a:r>
                      <a:endParaRPr sz="1800" u="none" cap="none" strike="noStrike">
                        <a:solidFill>
                          <a:srgbClr val="FF0000"/>
                        </a:solidFill>
                        <a:latin typeface="Calibri"/>
                        <a:ea typeface="Calibri"/>
                        <a:cs typeface="Calibri"/>
                        <a:sym typeface="Calibri"/>
                      </a:endParaRPr>
                    </a:p>
                  </a:txBody>
                  <a:tcPr marT="0" marB="0" marR="68575" marL="68575"/>
                </a:tc>
                <a:tc>
                  <a:txBody>
                    <a:bodyPr/>
                    <a:lstStyle/>
                    <a:p>
                      <a:pPr indent="0" lvl="0" marL="0" marR="0" rtl="0" algn="l">
                        <a:lnSpc>
                          <a:spcPct val="115000"/>
                        </a:lnSpc>
                        <a:spcBef>
                          <a:spcPts val="0"/>
                        </a:spcBef>
                        <a:spcAft>
                          <a:spcPts val="0"/>
                        </a:spcAft>
                        <a:buNone/>
                      </a:pPr>
                      <a:r>
                        <a:rPr lang="en-IN" sz="1800" u="none" cap="none" strike="noStrike">
                          <a:solidFill>
                            <a:srgbClr val="FF0000"/>
                          </a:solidFill>
                          <a:latin typeface="Calibri"/>
                          <a:ea typeface="Calibri"/>
                          <a:cs typeface="Calibri"/>
                          <a:sym typeface="Calibri"/>
                        </a:rPr>
                        <a:t>10-11-13-14-15-16	</a:t>
                      </a:r>
                      <a:endParaRPr sz="1800" u="none" cap="none" strike="noStrike">
                        <a:solidFill>
                          <a:srgbClr val="FF0000"/>
                        </a:solidFill>
                        <a:latin typeface="Calibri"/>
                        <a:ea typeface="Calibri"/>
                        <a:cs typeface="Calibri"/>
                        <a:sym typeface="Calibri"/>
                      </a:endParaRPr>
                    </a:p>
                  </a:txBody>
                  <a:tcPr marT="0" marB="0" marR="68575" marL="68575"/>
                </a:tc>
                <a:tc>
                  <a:txBody>
                    <a:bodyPr/>
                    <a:lstStyle/>
                    <a:p>
                      <a:pPr indent="0" lvl="0" marL="0" marR="0" rtl="0" algn="l">
                        <a:lnSpc>
                          <a:spcPct val="115000"/>
                        </a:lnSpc>
                        <a:spcBef>
                          <a:spcPts val="0"/>
                        </a:spcBef>
                        <a:spcAft>
                          <a:spcPts val="0"/>
                        </a:spcAft>
                        <a:buNone/>
                      </a:pPr>
                      <a:r>
                        <a:rPr lang="en-IN" sz="1800" u="none" cap="none" strike="noStrike">
                          <a:solidFill>
                            <a:srgbClr val="FF0000"/>
                          </a:solidFill>
                          <a:latin typeface="Calibri"/>
                          <a:ea typeface="Calibri"/>
                          <a:cs typeface="Calibri"/>
                          <a:sym typeface="Calibri"/>
                        </a:rPr>
                        <a:t> </a:t>
                      </a:r>
                      <a:endParaRPr sz="1800" u="none" cap="none" strike="noStrike">
                        <a:solidFill>
                          <a:srgbClr val="FF0000"/>
                        </a:solidFill>
                        <a:latin typeface="Calibri"/>
                        <a:ea typeface="Calibri"/>
                        <a:cs typeface="Calibri"/>
                        <a:sym typeface="Calibri"/>
                      </a:endParaRPr>
                    </a:p>
                  </a:txBody>
                  <a:tcPr marT="0" marB="0" marR="68575" marL="68575"/>
                </a:tc>
              </a:tr>
              <a:tr h="228600">
                <a:tc>
                  <a:txBody>
                    <a:bodyPr/>
                    <a:lstStyle/>
                    <a:p>
                      <a:pPr indent="0" lvl="0" marL="0" marR="0" rtl="0" algn="l">
                        <a:lnSpc>
                          <a:spcPct val="115000"/>
                        </a:lnSpc>
                        <a:spcBef>
                          <a:spcPts val="0"/>
                        </a:spcBef>
                        <a:spcAft>
                          <a:spcPts val="0"/>
                        </a:spcAft>
                        <a:buNone/>
                      </a:pPr>
                      <a:r>
                        <a:rPr lang="en-IN" sz="1800" u="none" cap="none" strike="noStrike">
                          <a:solidFill>
                            <a:srgbClr val="FF0000"/>
                          </a:solidFill>
                          <a:latin typeface="Calibri"/>
                          <a:ea typeface="Calibri"/>
                          <a:cs typeface="Calibri"/>
                          <a:sym typeface="Calibri"/>
                        </a:rPr>
                        <a:t> </a:t>
                      </a:r>
                      <a:endParaRPr sz="1800" u="none" cap="none" strike="noStrike">
                        <a:solidFill>
                          <a:srgbClr val="FF0000"/>
                        </a:solidFill>
                        <a:latin typeface="Calibri"/>
                        <a:ea typeface="Calibri"/>
                        <a:cs typeface="Calibri"/>
                        <a:sym typeface="Calibri"/>
                      </a:endParaRPr>
                    </a:p>
                  </a:txBody>
                  <a:tcPr marT="0" marB="0" marR="68575" marL="68575"/>
                </a:tc>
                <a:tc>
                  <a:txBody>
                    <a:bodyPr/>
                    <a:lstStyle/>
                    <a:p>
                      <a:pPr indent="0" lvl="0" marL="0" marR="0" rtl="0" algn="l">
                        <a:lnSpc>
                          <a:spcPct val="115000"/>
                        </a:lnSpc>
                        <a:spcBef>
                          <a:spcPts val="0"/>
                        </a:spcBef>
                        <a:spcAft>
                          <a:spcPts val="0"/>
                        </a:spcAft>
                        <a:buNone/>
                      </a:pPr>
                      <a:r>
                        <a:rPr lang="en-IN" sz="1800" u="none" cap="none" strike="noStrike">
                          <a:solidFill>
                            <a:srgbClr val="FF0000"/>
                          </a:solidFill>
                          <a:latin typeface="Calibri"/>
                          <a:ea typeface="Calibri"/>
                          <a:cs typeface="Calibri"/>
                          <a:sym typeface="Calibri"/>
                        </a:rPr>
                        <a:t>12-13-14-15-16	</a:t>
                      </a:r>
                      <a:endParaRPr sz="1800" u="none" cap="none" strike="noStrike">
                        <a:solidFill>
                          <a:srgbClr val="FF0000"/>
                        </a:solidFill>
                        <a:latin typeface="Calibri"/>
                        <a:ea typeface="Calibri"/>
                        <a:cs typeface="Calibri"/>
                        <a:sym typeface="Calibri"/>
                      </a:endParaRPr>
                    </a:p>
                  </a:txBody>
                  <a:tcPr marT="0" marB="0" marR="68575" marL="68575"/>
                </a:tc>
                <a:tc>
                  <a:txBody>
                    <a:bodyPr/>
                    <a:lstStyle/>
                    <a:p>
                      <a:pPr indent="0" lvl="0" marL="0" marR="0" rtl="0" algn="l">
                        <a:lnSpc>
                          <a:spcPct val="115000"/>
                        </a:lnSpc>
                        <a:spcBef>
                          <a:spcPts val="0"/>
                        </a:spcBef>
                        <a:spcAft>
                          <a:spcPts val="0"/>
                        </a:spcAft>
                        <a:buNone/>
                      </a:pPr>
                      <a:r>
                        <a:rPr lang="en-IN" sz="1800" u="none" cap="none" strike="noStrike">
                          <a:solidFill>
                            <a:srgbClr val="FF0000"/>
                          </a:solidFill>
                          <a:latin typeface="Calibri"/>
                          <a:ea typeface="Calibri"/>
                          <a:cs typeface="Calibri"/>
                          <a:sym typeface="Calibri"/>
                        </a:rPr>
                        <a:t> </a:t>
                      </a:r>
                      <a:endParaRPr sz="1800" u="none" cap="none" strike="noStrike">
                        <a:solidFill>
                          <a:srgbClr val="FF0000"/>
                        </a:solidFill>
                        <a:latin typeface="Calibri"/>
                        <a:ea typeface="Calibri"/>
                        <a:cs typeface="Calibri"/>
                        <a:sym typeface="Calibri"/>
                      </a:endParaRPr>
                    </a:p>
                  </a:txBody>
                  <a:tcPr marT="0" marB="0" marR="68575" marL="68575"/>
                </a:tc>
              </a:tr>
              <a:tr h="228600">
                <a:tc>
                  <a:txBody>
                    <a:bodyPr/>
                    <a:lstStyle/>
                    <a:p>
                      <a:pPr indent="0" lvl="0" marL="0" marR="0" rtl="0" algn="l">
                        <a:lnSpc>
                          <a:spcPct val="115000"/>
                        </a:lnSpc>
                        <a:spcBef>
                          <a:spcPts val="0"/>
                        </a:spcBef>
                        <a:spcAft>
                          <a:spcPts val="0"/>
                        </a:spcAft>
                        <a:buNone/>
                      </a:pPr>
                      <a:r>
                        <a:rPr lang="en-IN" sz="1800" u="none" cap="none" strike="noStrike">
                          <a:solidFill>
                            <a:srgbClr val="FF0000"/>
                          </a:solidFill>
                          <a:latin typeface="Calibri"/>
                          <a:ea typeface="Calibri"/>
                          <a:cs typeface="Calibri"/>
                          <a:sym typeface="Calibri"/>
                        </a:rPr>
                        <a:t> </a:t>
                      </a:r>
                      <a:endParaRPr sz="1800" u="none" cap="none" strike="noStrike">
                        <a:solidFill>
                          <a:srgbClr val="FF0000"/>
                        </a:solidFill>
                        <a:latin typeface="Calibri"/>
                        <a:ea typeface="Calibri"/>
                        <a:cs typeface="Calibri"/>
                        <a:sym typeface="Calibri"/>
                      </a:endParaRPr>
                    </a:p>
                  </a:txBody>
                  <a:tcPr marT="0" marB="0" marR="68575" marL="68575"/>
                </a:tc>
                <a:tc>
                  <a:txBody>
                    <a:bodyPr/>
                    <a:lstStyle/>
                    <a:p>
                      <a:pPr indent="0" lvl="0" marL="0" marR="0" rtl="0" algn="l">
                        <a:lnSpc>
                          <a:spcPct val="115000"/>
                        </a:lnSpc>
                        <a:spcBef>
                          <a:spcPts val="0"/>
                        </a:spcBef>
                        <a:spcAft>
                          <a:spcPts val="0"/>
                        </a:spcAft>
                        <a:buNone/>
                      </a:pPr>
                      <a:r>
                        <a:rPr lang="en-IN" sz="1800" u="none" cap="none" strike="noStrike">
                          <a:solidFill>
                            <a:srgbClr val="FF0000"/>
                          </a:solidFill>
                          <a:latin typeface="Calibri"/>
                          <a:ea typeface="Calibri"/>
                          <a:cs typeface="Calibri"/>
                          <a:sym typeface="Calibri"/>
                        </a:rPr>
                        <a:t> </a:t>
                      </a:r>
                      <a:endParaRPr sz="1800" u="none" cap="none" strike="noStrike">
                        <a:solidFill>
                          <a:srgbClr val="FF0000"/>
                        </a:solidFill>
                        <a:latin typeface="Calibri"/>
                        <a:ea typeface="Calibri"/>
                        <a:cs typeface="Calibri"/>
                        <a:sym typeface="Calibri"/>
                      </a:endParaRPr>
                    </a:p>
                  </a:txBody>
                  <a:tcPr marT="0" marB="0" marR="68575" marL="68575"/>
                </a:tc>
                <a:tc>
                  <a:txBody>
                    <a:bodyPr/>
                    <a:lstStyle/>
                    <a:p>
                      <a:pPr indent="0" lvl="0" marL="0" marR="0" rtl="0" algn="l">
                        <a:lnSpc>
                          <a:spcPct val="115000"/>
                        </a:lnSpc>
                        <a:spcBef>
                          <a:spcPts val="0"/>
                        </a:spcBef>
                        <a:spcAft>
                          <a:spcPts val="0"/>
                        </a:spcAft>
                        <a:buNone/>
                      </a:pPr>
                      <a:r>
                        <a:rPr lang="en-IN" sz="1800" u="none" cap="none" strike="noStrike">
                          <a:solidFill>
                            <a:srgbClr val="FF0000"/>
                          </a:solidFill>
                          <a:latin typeface="Calibri"/>
                          <a:ea typeface="Calibri"/>
                          <a:cs typeface="Calibri"/>
                          <a:sym typeface="Calibri"/>
                        </a:rPr>
                        <a:t> </a:t>
                      </a:r>
                      <a:endParaRPr sz="1800" u="none" cap="none" strike="noStrike">
                        <a:solidFill>
                          <a:srgbClr val="FF0000"/>
                        </a:solidFill>
                        <a:latin typeface="Calibri"/>
                        <a:ea typeface="Calibri"/>
                        <a:cs typeface="Calibri"/>
                        <a:sym typeface="Calibri"/>
                      </a:endParaRPr>
                    </a:p>
                  </a:txBody>
                  <a:tcPr marT="0" marB="0" marR="68575" marL="68575"/>
                </a:tc>
              </a:tr>
              <a:tr h="228600">
                <a:tc>
                  <a:txBody>
                    <a:bodyPr/>
                    <a:lstStyle/>
                    <a:p>
                      <a:pPr indent="0" lvl="0" marL="0" marR="0" rtl="0" algn="l">
                        <a:lnSpc>
                          <a:spcPct val="115000"/>
                        </a:lnSpc>
                        <a:spcBef>
                          <a:spcPts val="0"/>
                        </a:spcBef>
                        <a:spcAft>
                          <a:spcPts val="0"/>
                        </a:spcAft>
                        <a:buNone/>
                      </a:pPr>
                      <a:r>
                        <a:rPr lang="en-IN" sz="1800" u="none" cap="none" strike="noStrike">
                          <a:latin typeface="Calibri"/>
                          <a:ea typeface="Calibri"/>
                          <a:cs typeface="Calibri"/>
                          <a:sym typeface="Calibri"/>
                        </a:rPr>
                        <a:t> </a:t>
                      </a:r>
                      <a:endParaRPr sz="1800" u="none" cap="none" strike="noStrike">
                        <a:latin typeface="Calibri"/>
                        <a:ea typeface="Calibri"/>
                        <a:cs typeface="Calibri"/>
                        <a:sym typeface="Calibri"/>
                      </a:endParaRPr>
                    </a:p>
                  </a:txBody>
                  <a:tcPr marT="0" marB="0" marR="68575" marL="68575"/>
                </a:tc>
                <a:tc>
                  <a:txBody>
                    <a:bodyPr/>
                    <a:lstStyle/>
                    <a:p>
                      <a:pPr indent="0" lvl="0" marL="0" marR="0" rtl="0" algn="l">
                        <a:lnSpc>
                          <a:spcPct val="115000"/>
                        </a:lnSpc>
                        <a:spcBef>
                          <a:spcPts val="0"/>
                        </a:spcBef>
                        <a:spcAft>
                          <a:spcPts val="0"/>
                        </a:spcAft>
                        <a:buNone/>
                      </a:pPr>
                      <a:r>
                        <a:rPr lang="en-IN" sz="1800" u="none" cap="none" strike="noStrike">
                          <a:latin typeface="Calibri"/>
                          <a:ea typeface="Calibri"/>
                          <a:cs typeface="Calibri"/>
                          <a:sym typeface="Calibri"/>
                        </a:rPr>
                        <a:t> </a:t>
                      </a:r>
                      <a:endParaRPr sz="1800" u="none" cap="none" strike="noStrike">
                        <a:latin typeface="Calibri"/>
                        <a:ea typeface="Calibri"/>
                        <a:cs typeface="Calibri"/>
                        <a:sym typeface="Calibri"/>
                      </a:endParaRPr>
                    </a:p>
                  </a:txBody>
                  <a:tcPr marT="0" marB="0" marR="68575" marL="68575"/>
                </a:tc>
                <a:tc>
                  <a:txBody>
                    <a:bodyPr/>
                    <a:lstStyle/>
                    <a:p>
                      <a:pPr indent="0" lvl="0" marL="0" marR="0" rtl="0" algn="l">
                        <a:lnSpc>
                          <a:spcPct val="115000"/>
                        </a:lnSpc>
                        <a:spcBef>
                          <a:spcPts val="0"/>
                        </a:spcBef>
                        <a:spcAft>
                          <a:spcPts val="0"/>
                        </a:spcAft>
                        <a:buNone/>
                      </a:pPr>
                      <a:r>
                        <a:rPr lang="en-IN" sz="1800" u="none" cap="none" strike="noStrike">
                          <a:latin typeface="Calibri"/>
                          <a:ea typeface="Calibri"/>
                          <a:cs typeface="Calibri"/>
                          <a:sym typeface="Calibri"/>
                        </a:rPr>
                        <a:t> </a:t>
                      </a:r>
                      <a:endParaRPr sz="1800" u="none" cap="none" strike="noStrike">
                        <a:latin typeface="Calibri"/>
                        <a:ea typeface="Calibri"/>
                        <a:cs typeface="Calibri"/>
                        <a:sym typeface="Calibri"/>
                      </a:endParaRPr>
                    </a:p>
                  </a:txBody>
                  <a:tcPr marT="0" marB="0" marR="68575" marL="68575"/>
                </a:tc>
              </a:tr>
              <a:tr h="228600">
                <a:tc>
                  <a:txBody>
                    <a:bodyPr/>
                    <a:lstStyle/>
                    <a:p>
                      <a:pPr indent="0" lvl="0" marL="0" marR="0" rtl="0" algn="l">
                        <a:lnSpc>
                          <a:spcPct val="115000"/>
                        </a:lnSpc>
                        <a:spcBef>
                          <a:spcPts val="0"/>
                        </a:spcBef>
                        <a:spcAft>
                          <a:spcPts val="0"/>
                        </a:spcAft>
                        <a:buNone/>
                      </a:pPr>
                      <a:r>
                        <a:rPr lang="en-IN" sz="1800" u="none" cap="none" strike="noStrike">
                          <a:latin typeface="Calibri"/>
                          <a:ea typeface="Calibri"/>
                          <a:cs typeface="Calibri"/>
                          <a:sym typeface="Calibri"/>
                        </a:rPr>
                        <a:t>All Definitions (AD)</a:t>
                      </a:r>
                      <a:endParaRPr sz="1800" u="none" cap="none" strike="noStrike">
                        <a:latin typeface="Calibri"/>
                        <a:ea typeface="Calibri"/>
                        <a:cs typeface="Calibri"/>
                        <a:sym typeface="Calibri"/>
                      </a:endParaRPr>
                    </a:p>
                  </a:txBody>
                  <a:tcPr marT="0" marB="0" marR="68575" marL="68575"/>
                </a:tc>
                <a:tc>
                  <a:txBody>
                    <a:bodyPr/>
                    <a:lstStyle/>
                    <a:p>
                      <a:pPr indent="0" lvl="0" marL="0" marR="0" rtl="0" algn="l">
                        <a:lnSpc>
                          <a:spcPct val="115000"/>
                        </a:lnSpc>
                        <a:spcBef>
                          <a:spcPts val="0"/>
                        </a:spcBef>
                        <a:spcAft>
                          <a:spcPts val="0"/>
                        </a:spcAft>
                        <a:buNone/>
                      </a:pPr>
                      <a:r>
                        <a:rPr lang="en-IN" sz="1800" u="none" cap="none" strike="noStrike">
                          <a:latin typeface="Calibri"/>
                          <a:ea typeface="Calibri"/>
                          <a:cs typeface="Calibri"/>
                          <a:sym typeface="Calibri"/>
                        </a:rPr>
                        <a:t>0-1-2-16	</a:t>
                      </a:r>
                      <a:endParaRPr sz="1800" u="none" cap="none" strike="noStrike">
                        <a:latin typeface="Calibri"/>
                        <a:ea typeface="Calibri"/>
                        <a:cs typeface="Calibri"/>
                        <a:sym typeface="Calibri"/>
                      </a:endParaRPr>
                    </a:p>
                  </a:txBody>
                  <a:tcPr marT="0" marB="0" marR="68575" marL="68575"/>
                </a:tc>
                <a:tc>
                  <a:txBody>
                    <a:bodyPr/>
                    <a:lstStyle/>
                    <a:p>
                      <a:pPr indent="0" lvl="0" marL="0" marR="0" rtl="0" algn="l">
                        <a:lnSpc>
                          <a:spcPct val="115000"/>
                        </a:lnSpc>
                        <a:spcBef>
                          <a:spcPts val="0"/>
                        </a:spcBef>
                        <a:spcAft>
                          <a:spcPts val="0"/>
                        </a:spcAft>
                        <a:buNone/>
                      </a:pPr>
                      <a:r>
                        <a:rPr lang="en-IN" sz="1800" u="none" cap="none" strike="noStrike">
                          <a:latin typeface="Calibri"/>
                          <a:ea typeface="Calibri"/>
                          <a:cs typeface="Calibri"/>
                          <a:sym typeface="Calibri"/>
                        </a:rPr>
                        <a:t>1-2</a:t>
                      </a:r>
                      <a:endParaRPr sz="1800" u="none" cap="none" strike="noStrike">
                        <a:latin typeface="Calibri"/>
                        <a:ea typeface="Calibri"/>
                        <a:cs typeface="Calibri"/>
                        <a:sym typeface="Calibri"/>
                      </a:endParaRPr>
                    </a:p>
                  </a:txBody>
                  <a:tcPr marT="0" marB="0" marR="68575" marL="68575"/>
                </a:tc>
              </a:tr>
              <a:tr h="228600">
                <a:tc>
                  <a:txBody>
                    <a:bodyPr/>
                    <a:lstStyle/>
                    <a:p>
                      <a:pPr indent="0" lvl="0" marL="0" marR="0" rtl="0" algn="l">
                        <a:lnSpc>
                          <a:spcPct val="115000"/>
                        </a:lnSpc>
                        <a:spcBef>
                          <a:spcPts val="0"/>
                        </a:spcBef>
                        <a:spcAft>
                          <a:spcPts val="0"/>
                        </a:spcAft>
                        <a:buNone/>
                      </a:pPr>
                      <a:r>
                        <a:rPr lang="en-IN" sz="1800" u="none" cap="none" strike="noStrike">
                          <a:latin typeface="Calibri"/>
                          <a:ea typeface="Calibri"/>
                          <a:cs typeface="Calibri"/>
                          <a:sym typeface="Calibri"/>
                        </a:rPr>
                        <a:t>	</a:t>
                      </a:r>
                      <a:endParaRPr sz="1800" u="none" cap="none" strike="noStrike">
                        <a:latin typeface="Calibri"/>
                        <a:ea typeface="Calibri"/>
                        <a:cs typeface="Calibri"/>
                        <a:sym typeface="Calibri"/>
                      </a:endParaRPr>
                    </a:p>
                  </a:txBody>
                  <a:tcPr marT="0" marB="0" marR="68575" marL="68575"/>
                </a:tc>
                <a:tc>
                  <a:txBody>
                    <a:bodyPr/>
                    <a:lstStyle/>
                    <a:p>
                      <a:pPr indent="0" lvl="0" marL="0" marR="0" rtl="0" algn="l">
                        <a:lnSpc>
                          <a:spcPct val="115000"/>
                        </a:lnSpc>
                        <a:spcBef>
                          <a:spcPts val="0"/>
                        </a:spcBef>
                        <a:spcAft>
                          <a:spcPts val="0"/>
                        </a:spcAft>
                        <a:buNone/>
                      </a:pPr>
                      <a:r>
                        <a:rPr lang="en-IN" sz="1800" u="none" cap="none" strike="noStrike">
                          <a:latin typeface="Calibri"/>
                          <a:ea typeface="Calibri"/>
                          <a:cs typeface="Calibri"/>
                          <a:sym typeface="Calibri"/>
                        </a:rPr>
                        <a:t>3-4-5-6-7	</a:t>
                      </a:r>
                      <a:endParaRPr sz="1800" u="none" cap="none" strike="noStrike">
                        <a:latin typeface="Calibri"/>
                        <a:ea typeface="Calibri"/>
                        <a:cs typeface="Calibri"/>
                        <a:sym typeface="Calibri"/>
                      </a:endParaRPr>
                    </a:p>
                  </a:txBody>
                  <a:tcPr marT="0" marB="0" marR="68575" marL="68575"/>
                </a:tc>
                <a:tc>
                  <a:txBody>
                    <a:bodyPr/>
                    <a:lstStyle/>
                    <a:p>
                      <a:pPr indent="0" lvl="0" marL="0" marR="0" rtl="0" algn="l">
                        <a:lnSpc>
                          <a:spcPct val="115000"/>
                        </a:lnSpc>
                        <a:spcBef>
                          <a:spcPts val="0"/>
                        </a:spcBef>
                        <a:spcAft>
                          <a:spcPts val="0"/>
                        </a:spcAft>
                        <a:buNone/>
                      </a:pPr>
                      <a:r>
                        <a:rPr lang="en-IN" sz="1800" u="none" cap="none" strike="noStrike">
                          <a:latin typeface="Calibri"/>
                          <a:ea typeface="Calibri"/>
                          <a:cs typeface="Calibri"/>
                          <a:sym typeface="Calibri"/>
                        </a:rPr>
                        <a:t> </a:t>
                      </a:r>
                      <a:endParaRPr sz="1800" u="none" cap="none" strike="noStrike">
                        <a:latin typeface="Calibri"/>
                        <a:ea typeface="Calibri"/>
                        <a:cs typeface="Calibri"/>
                        <a:sym typeface="Calibri"/>
                      </a:endParaRPr>
                    </a:p>
                  </a:txBody>
                  <a:tcPr marT="0" marB="0" marR="68575" marL="68575"/>
                </a:tc>
              </a:tr>
              <a:tr h="228600">
                <a:tc>
                  <a:txBody>
                    <a:bodyPr/>
                    <a:lstStyle/>
                    <a:p>
                      <a:pPr indent="0" lvl="0" marL="0" marR="0" rtl="0" algn="l">
                        <a:lnSpc>
                          <a:spcPct val="115000"/>
                        </a:lnSpc>
                        <a:spcBef>
                          <a:spcPts val="0"/>
                        </a:spcBef>
                        <a:spcAft>
                          <a:spcPts val="0"/>
                        </a:spcAft>
                        <a:buNone/>
                      </a:pPr>
                      <a:r>
                        <a:rPr lang="en-IN" sz="1800" u="none" cap="none" strike="noStrike">
                          <a:latin typeface="Calibri"/>
                          <a:ea typeface="Calibri"/>
                          <a:cs typeface="Calibri"/>
                          <a:sym typeface="Calibri"/>
                        </a:rPr>
                        <a:t> </a:t>
                      </a:r>
                      <a:endParaRPr sz="1800" u="none" cap="none" strike="noStrike">
                        <a:latin typeface="Calibri"/>
                        <a:ea typeface="Calibri"/>
                        <a:cs typeface="Calibri"/>
                        <a:sym typeface="Calibri"/>
                      </a:endParaRPr>
                    </a:p>
                  </a:txBody>
                  <a:tcPr marT="0" marB="0" marR="68575" marL="68575"/>
                </a:tc>
                <a:tc>
                  <a:txBody>
                    <a:bodyPr/>
                    <a:lstStyle/>
                    <a:p>
                      <a:pPr indent="0" lvl="0" marL="0" marR="0" rtl="0" algn="l">
                        <a:lnSpc>
                          <a:spcPct val="115000"/>
                        </a:lnSpc>
                        <a:spcBef>
                          <a:spcPts val="0"/>
                        </a:spcBef>
                        <a:spcAft>
                          <a:spcPts val="0"/>
                        </a:spcAft>
                        <a:buNone/>
                      </a:pPr>
                      <a:r>
                        <a:rPr lang="en-IN" sz="1800" u="none" cap="none" strike="noStrike">
                          <a:latin typeface="Calibri"/>
                          <a:ea typeface="Calibri"/>
                          <a:cs typeface="Calibri"/>
                          <a:sym typeface="Calibri"/>
                        </a:rPr>
                        <a:t>7-14-15-16	</a:t>
                      </a:r>
                      <a:endParaRPr sz="1800" u="none" cap="none" strike="noStrike">
                        <a:latin typeface="Calibri"/>
                        <a:ea typeface="Calibri"/>
                        <a:cs typeface="Calibri"/>
                        <a:sym typeface="Calibri"/>
                      </a:endParaRPr>
                    </a:p>
                  </a:txBody>
                  <a:tcPr marT="0" marB="0" marR="68575" marL="68575"/>
                </a:tc>
                <a:tc>
                  <a:txBody>
                    <a:bodyPr/>
                    <a:lstStyle/>
                    <a:p>
                      <a:pPr indent="0" lvl="0" marL="0" marR="0" rtl="0" algn="l">
                        <a:lnSpc>
                          <a:spcPct val="115000"/>
                        </a:lnSpc>
                        <a:spcBef>
                          <a:spcPts val="0"/>
                        </a:spcBef>
                        <a:spcAft>
                          <a:spcPts val="0"/>
                        </a:spcAft>
                        <a:buNone/>
                      </a:pPr>
                      <a:r>
                        <a:rPr lang="en-IN" sz="1800" u="none" cap="none" strike="noStrike">
                          <a:latin typeface="Calibri"/>
                          <a:ea typeface="Calibri"/>
                          <a:cs typeface="Calibri"/>
                          <a:sym typeface="Calibri"/>
                        </a:rPr>
                        <a:t> </a:t>
                      </a:r>
                      <a:endParaRPr sz="1800" u="none" cap="none" strike="noStrike">
                        <a:latin typeface="Calibri"/>
                        <a:ea typeface="Calibri"/>
                        <a:cs typeface="Calibri"/>
                        <a:sym typeface="Calibri"/>
                      </a:endParaRPr>
                    </a:p>
                  </a:txBody>
                  <a:tcPr marT="0" marB="0" marR="68575" marL="68575"/>
                </a:tc>
              </a:tr>
              <a:tr h="228600">
                <a:tc>
                  <a:txBody>
                    <a:bodyPr/>
                    <a:lstStyle/>
                    <a:p>
                      <a:pPr indent="0" lvl="0" marL="0" marR="0" rtl="0" algn="l">
                        <a:lnSpc>
                          <a:spcPct val="115000"/>
                        </a:lnSpc>
                        <a:spcBef>
                          <a:spcPts val="0"/>
                        </a:spcBef>
                        <a:spcAft>
                          <a:spcPts val="0"/>
                        </a:spcAft>
                        <a:buNone/>
                      </a:pPr>
                      <a:r>
                        <a:rPr lang="en-IN" sz="1800" u="none" cap="none" strike="noStrike">
                          <a:latin typeface="Calibri"/>
                          <a:ea typeface="Calibri"/>
                          <a:cs typeface="Calibri"/>
                          <a:sym typeface="Calibri"/>
                        </a:rPr>
                        <a:t> </a:t>
                      </a:r>
                      <a:endParaRPr sz="1800" u="none" cap="none" strike="noStrike">
                        <a:latin typeface="Calibri"/>
                        <a:ea typeface="Calibri"/>
                        <a:cs typeface="Calibri"/>
                        <a:sym typeface="Calibri"/>
                      </a:endParaRPr>
                    </a:p>
                  </a:txBody>
                  <a:tcPr marT="0" marB="0" marR="68575" marL="68575"/>
                </a:tc>
                <a:tc>
                  <a:txBody>
                    <a:bodyPr/>
                    <a:lstStyle/>
                    <a:p>
                      <a:pPr indent="0" lvl="0" marL="0" marR="0" rtl="0" algn="l">
                        <a:lnSpc>
                          <a:spcPct val="115000"/>
                        </a:lnSpc>
                        <a:spcBef>
                          <a:spcPts val="0"/>
                        </a:spcBef>
                        <a:spcAft>
                          <a:spcPts val="0"/>
                        </a:spcAft>
                        <a:buNone/>
                      </a:pPr>
                      <a:r>
                        <a:rPr lang="en-IN" sz="1800" u="none" cap="none" strike="noStrike">
                          <a:latin typeface="Calibri"/>
                          <a:ea typeface="Calibri"/>
                          <a:cs typeface="Calibri"/>
                          <a:sym typeface="Calibri"/>
                        </a:rPr>
                        <a:t>10-11	</a:t>
                      </a:r>
                      <a:endParaRPr sz="1800" u="none" cap="none" strike="noStrike">
                        <a:latin typeface="Calibri"/>
                        <a:ea typeface="Calibri"/>
                        <a:cs typeface="Calibri"/>
                        <a:sym typeface="Calibri"/>
                      </a:endParaRPr>
                    </a:p>
                  </a:txBody>
                  <a:tcPr marT="0" marB="0" marR="68575" marL="68575"/>
                </a:tc>
                <a:tc>
                  <a:txBody>
                    <a:bodyPr/>
                    <a:lstStyle/>
                    <a:p>
                      <a:pPr indent="0" lvl="0" marL="0" marR="0" rtl="0" algn="l">
                        <a:lnSpc>
                          <a:spcPct val="115000"/>
                        </a:lnSpc>
                        <a:spcBef>
                          <a:spcPts val="0"/>
                        </a:spcBef>
                        <a:spcAft>
                          <a:spcPts val="0"/>
                        </a:spcAft>
                        <a:buNone/>
                      </a:pPr>
                      <a:r>
                        <a:rPr lang="en-IN" sz="1800" u="none" cap="none" strike="noStrike">
                          <a:latin typeface="Calibri"/>
                          <a:ea typeface="Calibri"/>
                          <a:cs typeface="Calibri"/>
                          <a:sym typeface="Calibri"/>
                        </a:rPr>
                        <a:t> </a:t>
                      </a:r>
                      <a:endParaRPr sz="1800" u="none" cap="none" strike="noStrike">
                        <a:latin typeface="Calibri"/>
                        <a:ea typeface="Calibri"/>
                        <a:cs typeface="Calibri"/>
                        <a:sym typeface="Calibri"/>
                      </a:endParaRPr>
                    </a:p>
                  </a:txBody>
                  <a:tcPr marT="0" marB="0" marR="68575" marL="68575"/>
                </a:tc>
              </a:tr>
              <a:tr h="228600">
                <a:tc>
                  <a:txBody>
                    <a:bodyPr/>
                    <a:lstStyle/>
                    <a:p>
                      <a:pPr indent="0" lvl="0" marL="0" marR="0" rtl="0" algn="l">
                        <a:lnSpc>
                          <a:spcPct val="115000"/>
                        </a:lnSpc>
                        <a:spcBef>
                          <a:spcPts val="0"/>
                        </a:spcBef>
                        <a:spcAft>
                          <a:spcPts val="0"/>
                        </a:spcAft>
                        <a:buNone/>
                      </a:pPr>
                      <a:r>
                        <a:rPr lang="en-IN" sz="1800" u="none" cap="none" strike="noStrike">
                          <a:latin typeface="Calibri"/>
                          <a:ea typeface="Calibri"/>
                          <a:cs typeface="Calibri"/>
                          <a:sym typeface="Calibri"/>
                        </a:rPr>
                        <a:t> </a:t>
                      </a:r>
                      <a:endParaRPr sz="1800" u="none" cap="none" strike="noStrike">
                        <a:latin typeface="Calibri"/>
                        <a:ea typeface="Calibri"/>
                        <a:cs typeface="Calibri"/>
                        <a:sym typeface="Calibri"/>
                      </a:endParaRPr>
                    </a:p>
                  </a:txBody>
                  <a:tcPr marT="0" marB="0" marR="68575" marL="68575"/>
                </a:tc>
                <a:tc>
                  <a:txBody>
                    <a:bodyPr/>
                    <a:lstStyle/>
                    <a:p>
                      <a:pPr indent="0" lvl="0" marL="0" marR="0" rtl="0" algn="l">
                        <a:lnSpc>
                          <a:spcPct val="115000"/>
                        </a:lnSpc>
                        <a:spcBef>
                          <a:spcPts val="0"/>
                        </a:spcBef>
                        <a:spcAft>
                          <a:spcPts val="0"/>
                        </a:spcAft>
                        <a:buNone/>
                      </a:pPr>
                      <a:r>
                        <a:rPr lang="en-IN" sz="1800" u="none" cap="none" strike="noStrike">
                          <a:latin typeface="Calibri"/>
                          <a:ea typeface="Calibri"/>
                          <a:cs typeface="Calibri"/>
                          <a:sym typeface="Calibri"/>
                        </a:rPr>
                        <a:t>12-13-14-15-16		</a:t>
                      </a:r>
                      <a:endParaRPr sz="1800" u="none" cap="none" strike="noStrike">
                        <a:latin typeface="Calibri"/>
                        <a:ea typeface="Calibri"/>
                        <a:cs typeface="Calibri"/>
                        <a:sym typeface="Calibri"/>
                      </a:endParaRPr>
                    </a:p>
                  </a:txBody>
                  <a:tcPr marT="0" marB="0" marR="68575" marL="68575"/>
                </a:tc>
                <a:tc>
                  <a:txBody>
                    <a:bodyPr/>
                    <a:lstStyle/>
                    <a:p>
                      <a:pPr indent="0" lvl="0" marL="0" marR="0" rtl="0" algn="l">
                        <a:lnSpc>
                          <a:spcPct val="115000"/>
                        </a:lnSpc>
                        <a:spcBef>
                          <a:spcPts val="0"/>
                        </a:spcBef>
                        <a:spcAft>
                          <a:spcPts val="0"/>
                        </a:spcAft>
                        <a:buNone/>
                      </a:pPr>
                      <a:r>
                        <a:rPr lang="en-IN" sz="1800" u="none" cap="none" strike="noStrike">
                          <a:latin typeface="Calibri"/>
                          <a:ea typeface="Calibri"/>
                          <a:cs typeface="Calibri"/>
                          <a:sym typeface="Calibri"/>
                        </a:rPr>
                        <a:t> </a:t>
                      </a:r>
                      <a:endParaRPr sz="1800" u="none" cap="none" strike="noStrike">
                        <a:latin typeface="Calibri"/>
                        <a:ea typeface="Calibri"/>
                        <a:cs typeface="Calibri"/>
                        <a:sym typeface="Calibri"/>
                      </a:endParaRPr>
                    </a:p>
                  </a:txBody>
                  <a:tcPr marT="0" marB="0" marR="68575" marL="68575"/>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32"/>
          <p:cNvSpPr/>
          <p:nvPr/>
        </p:nvSpPr>
        <p:spPr>
          <a:xfrm>
            <a:off x="990600" y="20782"/>
            <a:ext cx="7848600" cy="1066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IN" sz="3600">
                <a:solidFill>
                  <a:srgbClr val="562214"/>
                </a:solidFill>
                <a:latin typeface="Gill Sans"/>
                <a:ea typeface="Gill Sans"/>
                <a:cs typeface="Gill Sans"/>
                <a:sym typeface="Gill Sans"/>
              </a:rPr>
              <a:t>Ordering of data flow testing strategies</a:t>
            </a:r>
            <a:endParaRPr sz="3600">
              <a:solidFill>
                <a:srgbClr val="562214"/>
              </a:solidFill>
              <a:latin typeface="Gill Sans"/>
              <a:ea typeface="Gill Sans"/>
              <a:cs typeface="Gill Sans"/>
              <a:sym typeface="Gill Sans"/>
            </a:endParaRPr>
          </a:p>
        </p:txBody>
      </p:sp>
      <p:sp>
        <p:nvSpPr>
          <p:cNvPr id="216" name="Google Shape;216;p32"/>
          <p:cNvSpPr/>
          <p:nvPr/>
        </p:nvSpPr>
        <p:spPr>
          <a:xfrm>
            <a:off x="1025236" y="1087582"/>
            <a:ext cx="8118764" cy="830997"/>
          </a:xfrm>
          <a:prstGeom prst="rect">
            <a:avLst/>
          </a:prstGeom>
          <a:noFill/>
          <a:ln>
            <a:noFill/>
          </a:ln>
        </p:spPr>
        <p:txBody>
          <a:bodyPr anchorCtr="0" anchor="t" bIns="45700" lIns="91425" spcFirstLastPara="1" rIns="91425" wrap="square" tIns="45700">
            <a:noAutofit/>
          </a:bodyPr>
          <a:lstStyle/>
          <a:p>
            <a:pPr indent="-457200" lvl="0" marL="457200" marR="0" rtl="0" algn="just">
              <a:spcBef>
                <a:spcPts val="0"/>
              </a:spcBef>
              <a:spcAft>
                <a:spcPts val="0"/>
              </a:spcAft>
              <a:buClr>
                <a:schemeClr val="dk1"/>
              </a:buClr>
              <a:buSzPts val="2400"/>
              <a:buFont typeface="Arial"/>
              <a:buChar char="•"/>
            </a:pPr>
            <a:r>
              <a:rPr lang="en-IN" sz="2400">
                <a:solidFill>
                  <a:schemeClr val="dk1"/>
                </a:solidFill>
                <a:latin typeface="Gill Sans"/>
                <a:ea typeface="Gill Sans"/>
                <a:cs typeface="Gill Sans"/>
                <a:sym typeface="Gill Sans"/>
              </a:rPr>
              <a:t>While selecting a test case, we need to analyse the relative strengths of various data flow testing strategies. </a:t>
            </a:r>
            <a:endParaRPr sz="2400">
              <a:solidFill>
                <a:schemeClr val="dk1"/>
              </a:solidFill>
              <a:latin typeface="Gill Sans"/>
              <a:ea typeface="Gill Sans"/>
              <a:cs typeface="Gill Sans"/>
              <a:sym typeface="Gill Sans"/>
            </a:endParaRPr>
          </a:p>
        </p:txBody>
      </p:sp>
      <p:pic>
        <p:nvPicPr>
          <p:cNvPr id="217" name="Google Shape;217;p32"/>
          <p:cNvPicPr preferRelativeResize="0"/>
          <p:nvPr/>
        </p:nvPicPr>
        <p:blipFill rotWithShape="1">
          <a:blip r:embed="rId3">
            <a:alphaModFix/>
          </a:blip>
          <a:srcRect b="0" l="0" r="0" t="0"/>
          <a:stretch/>
        </p:blipFill>
        <p:spPr>
          <a:xfrm>
            <a:off x="1752600" y="1918578"/>
            <a:ext cx="6248400" cy="4558421"/>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33"/>
          <p:cNvSpPr/>
          <p:nvPr/>
        </p:nvSpPr>
        <p:spPr>
          <a:xfrm>
            <a:off x="990600" y="1143000"/>
            <a:ext cx="7772400" cy="3970318"/>
          </a:xfrm>
          <a:prstGeom prst="rect">
            <a:avLst/>
          </a:prstGeom>
          <a:noFill/>
          <a:ln>
            <a:noFill/>
          </a:ln>
        </p:spPr>
        <p:txBody>
          <a:bodyPr anchorCtr="0" anchor="t" bIns="45700" lIns="91425" spcFirstLastPara="1" rIns="91425" wrap="square" tIns="45700">
            <a:noAutofit/>
          </a:bodyPr>
          <a:lstStyle/>
          <a:p>
            <a:pPr indent="-457200" lvl="0" marL="457200" marR="0" rtl="0" algn="just">
              <a:spcBef>
                <a:spcPts val="0"/>
              </a:spcBef>
              <a:spcAft>
                <a:spcPts val="0"/>
              </a:spcAft>
              <a:buClr>
                <a:schemeClr val="dk1"/>
              </a:buClr>
              <a:buSzPts val="2800"/>
              <a:buFont typeface="Arial"/>
              <a:buChar char="•"/>
            </a:pPr>
            <a:r>
              <a:rPr lang="en-IN" sz="2800">
                <a:solidFill>
                  <a:schemeClr val="dk1"/>
                </a:solidFill>
                <a:latin typeface="Gill Sans"/>
                <a:ea typeface="Gill Sans"/>
                <a:cs typeface="Gill Sans"/>
                <a:sym typeface="Gill Sans"/>
              </a:rPr>
              <a:t>The previous Figure depicts the relative strength of the data flow strategies. </a:t>
            </a:r>
            <a:endParaRPr sz="2800">
              <a:solidFill>
                <a:schemeClr val="dk1"/>
              </a:solidFill>
              <a:latin typeface="Gill Sans"/>
              <a:ea typeface="Gill Sans"/>
              <a:cs typeface="Gill Sans"/>
              <a:sym typeface="Gill Sans"/>
            </a:endParaRPr>
          </a:p>
          <a:p>
            <a:pPr indent="-279400" lvl="0" marL="457200" marR="0" rtl="0" algn="just">
              <a:spcBef>
                <a:spcPts val="0"/>
              </a:spcBef>
              <a:spcAft>
                <a:spcPts val="0"/>
              </a:spcAft>
              <a:buClr>
                <a:schemeClr val="dk1"/>
              </a:buClr>
              <a:buSzPts val="2800"/>
              <a:buFont typeface="Arial"/>
              <a:buNone/>
            </a:pPr>
            <a:r>
              <a:t/>
            </a:r>
            <a:endParaRPr sz="2800">
              <a:solidFill>
                <a:schemeClr val="dk1"/>
              </a:solidFill>
              <a:latin typeface="Gill Sans"/>
              <a:ea typeface="Gill Sans"/>
              <a:cs typeface="Gill Sans"/>
              <a:sym typeface="Gill Sans"/>
            </a:endParaRPr>
          </a:p>
          <a:p>
            <a:pPr indent="-457200" lvl="0" marL="457200" marR="0" rtl="0" algn="just">
              <a:spcBef>
                <a:spcPts val="0"/>
              </a:spcBef>
              <a:spcAft>
                <a:spcPts val="0"/>
              </a:spcAft>
              <a:buClr>
                <a:schemeClr val="dk1"/>
              </a:buClr>
              <a:buSzPts val="2800"/>
              <a:buFont typeface="Arial"/>
              <a:buChar char="•"/>
            </a:pPr>
            <a:r>
              <a:rPr lang="en-IN" sz="2800">
                <a:solidFill>
                  <a:schemeClr val="dk1"/>
                </a:solidFill>
                <a:latin typeface="Gill Sans"/>
                <a:ea typeface="Gill Sans"/>
                <a:cs typeface="Gill Sans"/>
                <a:sym typeface="Gill Sans"/>
              </a:rPr>
              <a:t>In this figure, the relative strength of testing strategies reduces along the direction of the arrow. </a:t>
            </a:r>
            <a:endParaRPr sz="2800">
              <a:solidFill>
                <a:schemeClr val="dk1"/>
              </a:solidFill>
              <a:latin typeface="Gill Sans"/>
              <a:ea typeface="Gill Sans"/>
              <a:cs typeface="Gill Sans"/>
              <a:sym typeface="Gill Sans"/>
            </a:endParaRPr>
          </a:p>
          <a:p>
            <a:pPr indent="-279400" lvl="0" marL="457200" marR="0" rtl="0" algn="just">
              <a:spcBef>
                <a:spcPts val="0"/>
              </a:spcBef>
              <a:spcAft>
                <a:spcPts val="0"/>
              </a:spcAft>
              <a:buClr>
                <a:schemeClr val="dk1"/>
              </a:buClr>
              <a:buSzPts val="2800"/>
              <a:buFont typeface="Arial"/>
              <a:buNone/>
            </a:pPr>
            <a:r>
              <a:t/>
            </a:r>
            <a:endParaRPr sz="2800">
              <a:solidFill>
                <a:schemeClr val="dk1"/>
              </a:solidFill>
              <a:latin typeface="Gill Sans"/>
              <a:ea typeface="Gill Sans"/>
              <a:cs typeface="Gill Sans"/>
              <a:sym typeface="Gill Sans"/>
            </a:endParaRPr>
          </a:p>
          <a:p>
            <a:pPr indent="-457200" lvl="0" marL="457200" marR="0" rtl="0" algn="just">
              <a:spcBef>
                <a:spcPts val="0"/>
              </a:spcBef>
              <a:spcAft>
                <a:spcPts val="0"/>
              </a:spcAft>
              <a:buClr>
                <a:schemeClr val="dk1"/>
              </a:buClr>
              <a:buSzPts val="2800"/>
              <a:buFont typeface="Arial"/>
              <a:buChar char="•"/>
            </a:pPr>
            <a:r>
              <a:rPr lang="en-IN" sz="2800">
                <a:solidFill>
                  <a:schemeClr val="dk1"/>
                </a:solidFill>
                <a:latin typeface="Gill Sans"/>
                <a:ea typeface="Gill Sans"/>
                <a:cs typeface="Gill Sans"/>
                <a:sym typeface="Gill Sans"/>
              </a:rPr>
              <a:t>It means that all-du-paths (ADUP) is the strongest criterion for selecting the test cases.</a:t>
            </a:r>
            <a:endParaRPr/>
          </a:p>
        </p:txBody>
      </p:sp>
      <p:sp>
        <p:nvSpPr>
          <p:cNvPr id="223" name="Google Shape;223;p33"/>
          <p:cNvSpPr/>
          <p:nvPr/>
        </p:nvSpPr>
        <p:spPr>
          <a:xfrm>
            <a:off x="990600" y="20782"/>
            <a:ext cx="8077200" cy="1066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IN" sz="3600">
                <a:solidFill>
                  <a:srgbClr val="562214"/>
                </a:solidFill>
                <a:latin typeface="Gill Sans"/>
                <a:ea typeface="Gill Sans"/>
                <a:cs typeface="Gill Sans"/>
                <a:sym typeface="Gill Sans"/>
              </a:rPr>
              <a:t>Ordering of data flow testing strategies  						  cont…</a:t>
            </a:r>
            <a:endParaRPr sz="3600">
              <a:solidFill>
                <a:srgbClr val="562214"/>
              </a:solidFill>
              <a:latin typeface="Gill Sans"/>
              <a:ea typeface="Gill Sans"/>
              <a:cs typeface="Gill Sans"/>
              <a:sym typeface="Gill Sans"/>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34"/>
          <p:cNvSpPr txBox="1"/>
          <p:nvPr>
            <p:ph type="title"/>
          </p:nvPr>
        </p:nvSpPr>
        <p:spPr>
          <a:xfrm>
            <a:off x="1219200" y="152400"/>
            <a:ext cx="7498080" cy="4572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rgbClr val="562214"/>
              </a:buClr>
              <a:buSzPts val="3600"/>
              <a:buFont typeface="Gill Sans"/>
              <a:buNone/>
            </a:pPr>
            <a:r>
              <a:rPr lang="en-IN" sz="3600"/>
              <a:t>Loop testing</a:t>
            </a:r>
            <a:endParaRPr sz="3600"/>
          </a:p>
        </p:txBody>
      </p:sp>
      <p:sp>
        <p:nvSpPr>
          <p:cNvPr id="229" name="Google Shape;229;p34"/>
          <p:cNvSpPr txBox="1"/>
          <p:nvPr>
            <p:ph idx="1" type="body"/>
          </p:nvPr>
        </p:nvSpPr>
        <p:spPr>
          <a:xfrm>
            <a:off x="1066800" y="838200"/>
            <a:ext cx="7924800" cy="5715000"/>
          </a:xfrm>
          <a:prstGeom prst="rect">
            <a:avLst/>
          </a:prstGeom>
          <a:noFill/>
          <a:ln>
            <a:noFill/>
          </a:ln>
        </p:spPr>
        <p:txBody>
          <a:bodyPr anchorCtr="0" anchor="t" bIns="45700" lIns="91425" spcFirstLastPara="1" rIns="91425" wrap="square" tIns="45700">
            <a:noAutofit/>
          </a:bodyPr>
          <a:lstStyle/>
          <a:p>
            <a:pPr indent="-283464" lvl="0" marL="365760" rtl="0" algn="just">
              <a:lnSpc>
                <a:spcPct val="100000"/>
              </a:lnSpc>
              <a:spcBef>
                <a:spcPts val="0"/>
              </a:spcBef>
              <a:spcAft>
                <a:spcPts val="0"/>
              </a:spcAft>
              <a:buSzPts val="2240"/>
              <a:buChar char="⚫"/>
            </a:pPr>
            <a:r>
              <a:rPr lang="en-IN" sz="2800"/>
              <a:t>Loop testing can be viewed as an extension to branch coverage. </a:t>
            </a:r>
            <a:endParaRPr sz="2800"/>
          </a:p>
          <a:p>
            <a:pPr indent="-283464" lvl="0" marL="365760" rtl="0" algn="just">
              <a:lnSpc>
                <a:spcPct val="100000"/>
              </a:lnSpc>
              <a:spcBef>
                <a:spcPts val="600"/>
              </a:spcBef>
              <a:spcAft>
                <a:spcPts val="0"/>
              </a:spcAft>
              <a:buSzPts val="2240"/>
              <a:buChar char="⚫"/>
            </a:pPr>
            <a:r>
              <a:rPr lang="en-IN" sz="2800"/>
              <a:t>Loops are important in the software from the testing view point. If loops are not tested properly, bugs can go undetected. </a:t>
            </a:r>
            <a:endParaRPr sz="2800"/>
          </a:p>
          <a:p>
            <a:pPr indent="-283464" lvl="0" marL="365760" rtl="0" algn="just">
              <a:lnSpc>
                <a:spcPct val="100000"/>
              </a:lnSpc>
              <a:spcBef>
                <a:spcPts val="600"/>
              </a:spcBef>
              <a:spcAft>
                <a:spcPts val="0"/>
              </a:spcAft>
              <a:buSzPts val="2240"/>
              <a:buChar char="⚫"/>
            </a:pPr>
            <a:r>
              <a:rPr lang="en-IN" sz="2800"/>
              <a:t>Loop testing can be done effectively while performing development testing (unit testing by the developer) on a module. </a:t>
            </a:r>
            <a:endParaRPr sz="2800"/>
          </a:p>
          <a:p>
            <a:pPr indent="-283464" lvl="0" marL="365760" rtl="0" algn="just">
              <a:lnSpc>
                <a:spcPct val="100000"/>
              </a:lnSpc>
              <a:spcBef>
                <a:spcPts val="600"/>
              </a:spcBef>
              <a:spcAft>
                <a:spcPts val="0"/>
              </a:spcAft>
              <a:buSzPts val="2240"/>
              <a:buChar char="⚫"/>
            </a:pPr>
            <a:r>
              <a:rPr lang="en-IN" sz="2800"/>
              <a:t>Sufficient test cases should be designed to test every loop thoroughly.</a:t>
            </a:r>
            <a:endParaRPr/>
          </a:p>
          <a:p>
            <a:pPr indent="-283464" lvl="0" marL="365760" rtl="0" algn="just">
              <a:lnSpc>
                <a:spcPct val="100000"/>
              </a:lnSpc>
              <a:spcBef>
                <a:spcPts val="600"/>
              </a:spcBef>
              <a:spcAft>
                <a:spcPts val="0"/>
              </a:spcAft>
              <a:buSzPts val="2240"/>
              <a:buChar char="⚫"/>
            </a:pPr>
            <a:r>
              <a:rPr lang="en-IN" sz="2800"/>
              <a:t>There are four different kinds of loops. How each kind of loop is tested, is discussed below. </a:t>
            </a:r>
            <a:endParaRPr sz="28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35"/>
          <p:cNvSpPr txBox="1"/>
          <p:nvPr>
            <p:ph type="title"/>
          </p:nvPr>
        </p:nvSpPr>
        <p:spPr>
          <a:xfrm>
            <a:off x="1435608" y="274638"/>
            <a:ext cx="749808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562214"/>
              </a:buClr>
              <a:buSzPts val="3600"/>
              <a:buFont typeface="Gill Sans"/>
              <a:buNone/>
            </a:pPr>
            <a:r>
              <a:rPr lang="en-IN" sz="3600"/>
              <a:t>Simple loops</a:t>
            </a:r>
            <a:endParaRPr/>
          </a:p>
        </p:txBody>
      </p:sp>
      <p:sp>
        <p:nvSpPr>
          <p:cNvPr id="235" name="Google Shape;235;p35"/>
          <p:cNvSpPr txBox="1"/>
          <p:nvPr>
            <p:ph idx="1" type="body"/>
          </p:nvPr>
        </p:nvSpPr>
        <p:spPr>
          <a:xfrm>
            <a:off x="1435608" y="1447800"/>
            <a:ext cx="7498080" cy="4800600"/>
          </a:xfrm>
          <a:prstGeom prst="rect">
            <a:avLst/>
          </a:prstGeom>
          <a:noFill/>
          <a:ln>
            <a:noFill/>
          </a:ln>
        </p:spPr>
        <p:txBody>
          <a:bodyPr anchorCtr="0" anchor="t" bIns="45700" lIns="91425" spcFirstLastPara="1" rIns="91425" wrap="square" tIns="45700">
            <a:normAutofit/>
          </a:bodyPr>
          <a:lstStyle/>
          <a:p>
            <a:pPr indent="-283464" lvl="0" marL="365760" rtl="0" algn="l">
              <a:lnSpc>
                <a:spcPct val="100000"/>
              </a:lnSpc>
              <a:spcBef>
                <a:spcPts val="0"/>
              </a:spcBef>
              <a:spcAft>
                <a:spcPts val="0"/>
              </a:spcAft>
              <a:buSzPts val="2240"/>
              <a:buChar char="⚫"/>
            </a:pPr>
            <a:r>
              <a:rPr lang="en-IN" sz="2800"/>
              <a:t>Simple loops mean, we have a single loop in the flow, as shown below.</a:t>
            </a:r>
            <a:endParaRPr sz="2800"/>
          </a:p>
        </p:txBody>
      </p:sp>
      <p:pic>
        <p:nvPicPr>
          <p:cNvPr id="236" name="Google Shape;236;p35"/>
          <p:cNvPicPr preferRelativeResize="0"/>
          <p:nvPr/>
        </p:nvPicPr>
        <p:blipFill rotWithShape="1">
          <a:blip r:embed="rId3">
            <a:alphaModFix/>
          </a:blip>
          <a:srcRect b="0" l="0" r="0" t="0"/>
          <a:stretch/>
        </p:blipFill>
        <p:spPr>
          <a:xfrm>
            <a:off x="1524000" y="2819400"/>
            <a:ext cx="6858000" cy="29718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36"/>
          <p:cNvSpPr txBox="1"/>
          <p:nvPr>
            <p:ph type="title"/>
          </p:nvPr>
        </p:nvSpPr>
        <p:spPr>
          <a:xfrm>
            <a:off x="1219200" y="304800"/>
            <a:ext cx="7772400" cy="8382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rgbClr val="562214"/>
              </a:buClr>
              <a:buSzPts val="3200"/>
              <a:buFont typeface="Gill Sans"/>
              <a:buNone/>
            </a:pPr>
            <a:r>
              <a:rPr lang="en-IN" sz="3200"/>
              <a:t>Testing Simple Loops</a:t>
            </a:r>
            <a:br>
              <a:rPr lang="en-IN" sz="3200"/>
            </a:br>
            <a:endParaRPr sz="3200"/>
          </a:p>
        </p:txBody>
      </p:sp>
      <p:sp>
        <p:nvSpPr>
          <p:cNvPr id="242" name="Google Shape;242;p36"/>
          <p:cNvSpPr txBox="1"/>
          <p:nvPr>
            <p:ph idx="1" type="body"/>
          </p:nvPr>
        </p:nvSpPr>
        <p:spPr>
          <a:xfrm>
            <a:off x="1066800" y="1149927"/>
            <a:ext cx="7924800" cy="5715000"/>
          </a:xfrm>
          <a:prstGeom prst="rect">
            <a:avLst/>
          </a:prstGeom>
          <a:noFill/>
          <a:ln>
            <a:noFill/>
          </a:ln>
        </p:spPr>
        <p:txBody>
          <a:bodyPr anchorCtr="0" anchor="t" bIns="45700" lIns="91425" spcFirstLastPara="1" rIns="91425" wrap="square" tIns="45700">
            <a:noAutofit/>
          </a:bodyPr>
          <a:lstStyle/>
          <a:p>
            <a:pPr indent="-283464" lvl="0" marL="365760" rtl="0" algn="just">
              <a:lnSpc>
                <a:spcPct val="100000"/>
              </a:lnSpc>
              <a:spcBef>
                <a:spcPts val="0"/>
              </a:spcBef>
              <a:spcAft>
                <a:spcPts val="0"/>
              </a:spcAft>
              <a:buSzPts val="2240"/>
              <a:buChar char="⚫"/>
            </a:pPr>
            <a:r>
              <a:rPr lang="en-IN" sz="2800"/>
              <a:t>Check whether you can bypass the loop or not. If the test case for bypassing the loop is executed and, still you enter inside the loop, it means there is a bug.</a:t>
            </a:r>
            <a:endParaRPr/>
          </a:p>
          <a:p>
            <a:pPr indent="-283464" lvl="0" marL="365760" rtl="0" algn="just">
              <a:lnSpc>
                <a:spcPct val="100000"/>
              </a:lnSpc>
              <a:spcBef>
                <a:spcPts val="600"/>
              </a:spcBef>
              <a:spcAft>
                <a:spcPts val="0"/>
              </a:spcAft>
              <a:buSzPts val="2240"/>
              <a:buChar char="⚫"/>
            </a:pPr>
            <a:r>
              <a:rPr lang="en-IN" sz="2800"/>
              <a:t> Check whether the loop control variable is negative.</a:t>
            </a:r>
            <a:endParaRPr/>
          </a:p>
          <a:p>
            <a:pPr indent="-283464" lvl="0" marL="365760" rtl="0" algn="just">
              <a:lnSpc>
                <a:spcPct val="100000"/>
              </a:lnSpc>
              <a:spcBef>
                <a:spcPts val="600"/>
              </a:spcBef>
              <a:spcAft>
                <a:spcPts val="0"/>
              </a:spcAft>
              <a:buSzPts val="2240"/>
              <a:buChar char="⚫"/>
            </a:pPr>
            <a:r>
              <a:rPr lang="en-IN" sz="2800"/>
              <a:t>Write one test case that executes the statements inside the loop.</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37"/>
          <p:cNvSpPr txBox="1"/>
          <p:nvPr>
            <p:ph type="title"/>
          </p:nvPr>
        </p:nvSpPr>
        <p:spPr>
          <a:xfrm>
            <a:off x="1435608" y="274638"/>
            <a:ext cx="7498080" cy="1143000"/>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562214"/>
              </a:buClr>
              <a:buSzPct val="100000"/>
              <a:buFont typeface="Gill Sans"/>
              <a:buNone/>
            </a:pPr>
            <a:r>
              <a:rPr lang="en-IN"/>
              <a:t>Testing Simple Loops     cont …</a:t>
            </a:r>
            <a:br>
              <a:rPr lang="en-IN"/>
            </a:br>
            <a:endParaRPr/>
          </a:p>
        </p:txBody>
      </p:sp>
      <p:sp>
        <p:nvSpPr>
          <p:cNvPr id="248" name="Google Shape;248;p37"/>
          <p:cNvSpPr txBox="1"/>
          <p:nvPr>
            <p:ph idx="1" type="body"/>
          </p:nvPr>
        </p:nvSpPr>
        <p:spPr>
          <a:xfrm>
            <a:off x="1435608" y="1447800"/>
            <a:ext cx="7498080" cy="4800600"/>
          </a:xfrm>
          <a:prstGeom prst="rect">
            <a:avLst/>
          </a:prstGeom>
          <a:noFill/>
          <a:ln>
            <a:noFill/>
          </a:ln>
        </p:spPr>
        <p:txBody>
          <a:bodyPr anchorCtr="0" anchor="t" bIns="45700" lIns="91425" spcFirstLastPara="1" rIns="91425" wrap="square" tIns="45700">
            <a:normAutofit/>
          </a:bodyPr>
          <a:lstStyle/>
          <a:p>
            <a:pPr indent="-283464" lvl="0" marL="365760" rtl="0" algn="just">
              <a:lnSpc>
                <a:spcPct val="100000"/>
              </a:lnSpc>
              <a:spcBef>
                <a:spcPts val="0"/>
              </a:spcBef>
              <a:spcAft>
                <a:spcPts val="0"/>
              </a:spcAft>
              <a:buSzPts val="2240"/>
              <a:buChar char="⚫"/>
            </a:pPr>
            <a:r>
              <a:rPr lang="en-IN" sz="2800"/>
              <a:t>Write test cases for a typical number of iterations through the loop.</a:t>
            </a:r>
            <a:endParaRPr/>
          </a:p>
          <a:p>
            <a:pPr indent="-283464" lvl="0" marL="365760" rtl="0" algn="just">
              <a:lnSpc>
                <a:spcPct val="100000"/>
              </a:lnSpc>
              <a:spcBef>
                <a:spcPts val="600"/>
              </a:spcBef>
              <a:spcAft>
                <a:spcPts val="0"/>
              </a:spcAft>
              <a:buSzPts val="2240"/>
              <a:buChar char="⚫"/>
            </a:pPr>
            <a:r>
              <a:rPr lang="en-IN" sz="2800"/>
              <a:t> Write test cases for checking the boundary values of the maximum and minimum number of iterations defined (say max and min) in the loop. It means we should test for min, min+1, min−1, max−1, max, and max+1 number of iterations through the loop.</a:t>
            </a:r>
            <a:endParaRPr/>
          </a:p>
          <a:p>
            <a:pPr indent="-120903" lvl="0" marL="365760" rtl="0" algn="l">
              <a:lnSpc>
                <a:spcPct val="100000"/>
              </a:lnSpc>
              <a:spcBef>
                <a:spcPts val="600"/>
              </a:spcBef>
              <a:spcAft>
                <a:spcPts val="0"/>
              </a:spcAft>
              <a:buSzPts val="2560"/>
              <a:buNone/>
            </a:pPr>
            <a:r>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8"/>
          <p:cNvSpPr txBox="1"/>
          <p:nvPr>
            <p:ph type="title"/>
          </p:nvPr>
        </p:nvSpPr>
        <p:spPr>
          <a:xfrm>
            <a:off x="1143000" y="0"/>
            <a:ext cx="749808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562214"/>
              </a:buClr>
              <a:buSzPts val="3600"/>
              <a:buFont typeface="Gill Sans"/>
              <a:buNone/>
            </a:pPr>
            <a:r>
              <a:rPr lang="en-IN" sz="3600"/>
              <a:t>Nested loops</a:t>
            </a:r>
            <a:endParaRPr/>
          </a:p>
        </p:txBody>
      </p:sp>
      <p:sp>
        <p:nvSpPr>
          <p:cNvPr id="254" name="Google Shape;254;p38"/>
          <p:cNvSpPr txBox="1"/>
          <p:nvPr>
            <p:ph idx="1" type="body"/>
          </p:nvPr>
        </p:nvSpPr>
        <p:spPr>
          <a:xfrm>
            <a:off x="1143000" y="1143000"/>
            <a:ext cx="7498080" cy="5029200"/>
          </a:xfrm>
          <a:prstGeom prst="rect">
            <a:avLst/>
          </a:prstGeom>
          <a:noFill/>
          <a:ln>
            <a:noFill/>
          </a:ln>
        </p:spPr>
        <p:txBody>
          <a:bodyPr anchorCtr="0" anchor="t" bIns="45700" lIns="91425" spcFirstLastPara="1" rIns="91425" wrap="square" tIns="45700">
            <a:noAutofit/>
          </a:bodyPr>
          <a:lstStyle/>
          <a:p>
            <a:pPr indent="-283464" lvl="0" marL="365760" rtl="0" algn="just">
              <a:lnSpc>
                <a:spcPct val="100000"/>
              </a:lnSpc>
              <a:spcBef>
                <a:spcPts val="0"/>
              </a:spcBef>
              <a:spcAft>
                <a:spcPts val="0"/>
              </a:spcAft>
              <a:buSzPts val="2240"/>
              <a:buChar char="⚫"/>
            </a:pPr>
            <a:r>
              <a:rPr lang="en-IN" sz="2800"/>
              <a:t>When two or more loops are embedded, it is called a nested loop, as shown in next slide. If we have nested loops in the program, it becomes difficult to test. </a:t>
            </a:r>
            <a:endParaRPr sz="2800"/>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pic>
        <p:nvPicPr>
          <p:cNvPr id="259" name="Google Shape;259;p39"/>
          <p:cNvPicPr preferRelativeResize="0"/>
          <p:nvPr/>
        </p:nvPicPr>
        <p:blipFill rotWithShape="1">
          <a:blip r:embed="rId3">
            <a:alphaModFix/>
          </a:blip>
          <a:srcRect b="0" l="0" r="0" t="0"/>
          <a:stretch/>
        </p:blipFill>
        <p:spPr>
          <a:xfrm>
            <a:off x="3352800" y="990600"/>
            <a:ext cx="3071812" cy="5062537"/>
          </a:xfrm>
          <a:prstGeom prst="rect">
            <a:avLst/>
          </a:prstGeom>
          <a:noFill/>
          <a:ln>
            <a:noFill/>
          </a:ln>
        </p:spPr>
      </p:pic>
      <p:sp>
        <p:nvSpPr>
          <p:cNvPr id="260" name="Google Shape;260;p39"/>
          <p:cNvSpPr txBox="1"/>
          <p:nvPr>
            <p:ph type="title"/>
          </p:nvPr>
        </p:nvSpPr>
        <p:spPr>
          <a:xfrm>
            <a:off x="1219200" y="152400"/>
            <a:ext cx="5346192" cy="792162"/>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562214"/>
              </a:buClr>
              <a:buSzPts val="3600"/>
              <a:buFont typeface="Gill Sans"/>
              <a:buNone/>
            </a:pPr>
            <a:r>
              <a:rPr lang="en-IN" sz="3600"/>
              <a:t>Nested loops</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40"/>
          <p:cNvSpPr txBox="1"/>
          <p:nvPr>
            <p:ph type="title"/>
          </p:nvPr>
        </p:nvSpPr>
        <p:spPr>
          <a:xfrm>
            <a:off x="1435608" y="274638"/>
            <a:ext cx="749808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562214"/>
              </a:buClr>
              <a:buSzPts val="3600"/>
              <a:buFont typeface="Gill Sans"/>
              <a:buNone/>
            </a:pPr>
            <a:r>
              <a:rPr lang="en-IN" sz="3600"/>
              <a:t>Testing Nested Loops </a:t>
            </a:r>
            <a:endParaRPr sz="3600"/>
          </a:p>
        </p:txBody>
      </p:sp>
      <p:sp>
        <p:nvSpPr>
          <p:cNvPr id="266" name="Google Shape;266;p40"/>
          <p:cNvSpPr txBox="1"/>
          <p:nvPr>
            <p:ph idx="1" type="body"/>
          </p:nvPr>
        </p:nvSpPr>
        <p:spPr>
          <a:xfrm>
            <a:off x="1435608" y="1447800"/>
            <a:ext cx="7498080" cy="4800600"/>
          </a:xfrm>
          <a:prstGeom prst="rect">
            <a:avLst/>
          </a:prstGeom>
          <a:noFill/>
          <a:ln>
            <a:noFill/>
          </a:ln>
        </p:spPr>
        <p:txBody>
          <a:bodyPr anchorCtr="0" anchor="t" bIns="45700" lIns="91425" spcFirstLastPara="1" rIns="91425" wrap="square" tIns="45700">
            <a:normAutofit/>
          </a:bodyPr>
          <a:lstStyle/>
          <a:p>
            <a:pPr indent="-283464" lvl="0" marL="365760" rtl="0" algn="l">
              <a:lnSpc>
                <a:spcPct val="100000"/>
              </a:lnSpc>
              <a:spcBef>
                <a:spcPts val="0"/>
              </a:spcBef>
              <a:spcAft>
                <a:spcPts val="0"/>
              </a:spcAft>
              <a:buSzPts val="2240"/>
              <a:buChar char="⚫"/>
            </a:pPr>
            <a:r>
              <a:rPr lang="en-IN" sz="2800"/>
              <a:t>If we adopt the approach of simple tests to test the nested loops, then the number of possible test cases grows geometrically. </a:t>
            </a:r>
            <a:endParaRPr/>
          </a:p>
          <a:p>
            <a:pPr indent="-283464" lvl="0" marL="365760" rtl="0" algn="l">
              <a:lnSpc>
                <a:spcPct val="100000"/>
              </a:lnSpc>
              <a:spcBef>
                <a:spcPts val="600"/>
              </a:spcBef>
              <a:spcAft>
                <a:spcPts val="0"/>
              </a:spcAft>
              <a:buSzPts val="2240"/>
              <a:buChar char="⚫"/>
            </a:pPr>
            <a:r>
              <a:rPr lang="en-IN" sz="2800"/>
              <a:t>Thus, the strategy is to start with the innermost loops while holding outer loops to their minimum values. Continue this outward in this manner until all loops have been covered</a:t>
            </a:r>
            <a:endParaRPr/>
          </a:p>
          <a:p>
            <a:pPr indent="-120903" lvl="0" marL="365760" rtl="0" algn="l">
              <a:lnSpc>
                <a:spcPct val="100000"/>
              </a:lnSpc>
              <a:spcBef>
                <a:spcPts val="600"/>
              </a:spcBef>
              <a:spcAft>
                <a:spcPts val="0"/>
              </a:spcAft>
              <a:buSzPts val="2560"/>
              <a:buNone/>
            </a:pPr>
            <a:r>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41"/>
          <p:cNvSpPr txBox="1"/>
          <p:nvPr>
            <p:ph type="title"/>
          </p:nvPr>
        </p:nvSpPr>
        <p:spPr>
          <a:xfrm>
            <a:off x="1447800" y="0"/>
            <a:ext cx="749808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562214"/>
              </a:buClr>
              <a:buSzPts val="3600"/>
              <a:buFont typeface="Gill Sans"/>
              <a:buNone/>
            </a:pPr>
            <a:r>
              <a:rPr lang="en-IN" sz="3600"/>
              <a:t>Concatenated loops</a:t>
            </a:r>
            <a:endParaRPr/>
          </a:p>
        </p:txBody>
      </p:sp>
      <p:sp>
        <p:nvSpPr>
          <p:cNvPr id="272" name="Google Shape;272;p41"/>
          <p:cNvSpPr txBox="1"/>
          <p:nvPr>
            <p:ph idx="1" type="body"/>
          </p:nvPr>
        </p:nvSpPr>
        <p:spPr>
          <a:xfrm>
            <a:off x="914400" y="990600"/>
            <a:ext cx="8001000" cy="5638800"/>
          </a:xfrm>
          <a:prstGeom prst="rect">
            <a:avLst/>
          </a:prstGeom>
          <a:noFill/>
          <a:ln>
            <a:noFill/>
          </a:ln>
        </p:spPr>
        <p:txBody>
          <a:bodyPr anchorCtr="0" anchor="t" bIns="45700" lIns="91425" spcFirstLastPara="1" rIns="91425" wrap="square" tIns="45700">
            <a:noAutofit/>
          </a:bodyPr>
          <a:lstStyle/>
          <a:p>
            <a:pPr indent="-283464" lvl="0" marL="365760" rtl="0" algn="just">
              <a:lnSpc>
                <a:spcPct val="100000"/>
              </a:lnSpc>
              <a:spcBef>
                <a:spcPts val="0"/>
              </a:spcBef>
              <a:spcAft>
                <a:spcPts val="0"/>
              </a:spcAft>
              <a:buSzPts val="2240"/>
              <a:buChar char="⚫"/>
            </a:pPr>
            <a:r>
              <a:rPr lang="en-IN" sz="2800"/>
              <a:t>The loops in a program may be concatenated (shown in next slide).</a:t>
            </a:r>
            <a:endParaRPr sz="2800"/>
          </a:p>
          <a:p>
            <a:pPr indent="-283464" lvl="0" marL="365760" rtl="0" algn="just">
              <a:lnSpc>
                <a:spcPct val="100000"/>
              </a:lnSpc>
              <a:spcBef>
                <a:spcPts val="600"/>
              </a:spcBef>
              <a:spcAft>
                <a:spcPts val="0"/>
              </a:spcAft>
              <a:buSzPts val="2240"/>
              <a:buChar char="⚫"/>
            </a:pPr>
            <a:r>
              <a:rPr lang="en-IN" sz="2800"/>
              <a:t>Two loops are concatenated if it is possible to reach one, after exiting the other, while still on a path from entry to exit. </a:t>
            </a:r>
            <a:endParaRPr sz="2800"/>
          </a:p>
          <a:p>
            <a:pPr indent="-283464" lvl="0" marL="365760" rtl="0" algn="just">
              <a:lnSpc>
                <a:spcPct val="100000"/>
              </a:lnSpc>
              <a:spcBef>
                <a:spcPts val="600"/>
              </a:spcBef>
              <a:spcAft>
                <a:spcPts val="0"/>
              </a:spcAft>
              <a:buSzPts val="2240"/>
              <a:buChar char="⚫"/>
            </a:pPr>
            <a:r>
              <a:rPr lang="en-IN" sz="2800"/>
              <a:t>If the two loops are not on the same path, then they are not concatenated. </a:t>
            </a:r>
            <a:endParaRPr sz="2800"/>
          </a:p>
          <a:p>
            <a:pPr indent="-283464" lvl="0" marL="365760" rtl="0" algn="just">
              <a:lnSpc>
                <a:spcPct val="100000"/>
              </a:lnSpc>
              <a:spcBef>
                <a:spcPts val="600"/>
              </a:spcBef>
              <a:spcAft>
                <a:spcPts val="0"/>
              </a:spcAft>
              <a:buSzPts val="2240"/>
              <a:buChar char="⚫"/>
            </a:pPr>
            <a:r>
              <a:rPr lang="en-IN" sz="2800"/>
              <a:t>The two loops on the same path may or may not be independent. </a:t>
            </a:r>
            <a:endParaRPr sz="2800"/>
          </a:p>
          <a:p>
            <a:pPr indent="-283464" lvl="0" marL="365760" rtl="0" algn="just">
              <a:lnSpc>
                <a:spcPct val="100000"/>
              </a:lnSpc>
              <a:spcBef>
                <a:spcPts val="600"/>
              </a:spcBef>
              <a:spcAft>
                <a:spcPts val="0"/>
              </a:spcAft>
              <a:buSzPts val="2240"/>
              <a:buChar char="⚫"/>
            </a:pPr>
            <a:r>
              <a:rPr lang="en-IN" sz="2800"/>
              <a:t>If the loop control variable for one loop is used for another loop, then they are concatenated, but nested loops should be treated like nested only.</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pic>
        <p:nvPicPr>
          <p:cNvPr id="277" name="Google Shape;277;p42"/>
          <p:cNvPicPr preferRelativeResize="0"/>
          <p:nvPr/>
        </p:nvPicPr>
        <p:blipFill rotWithShape="1">
          <a:blip r:embed="rId3">
            <a:alphaModFix/>
          </a:blip>
          <a:srcRect b="0" l="0" r="0" t="0"/>
          <a:stretch/>
        </p:blipFill>
        <p:spPr>
          <a:xfrm>
            <a:off x="3276600" y="685800"/>
            <a:ext cx="3124200" cy="5638800"/>
          </a:xfrm>
          <a:prstGeom prst="rect">
            <a:avLst/>
          </a:prstGeom>
          <a:noFill/>
          <a:ln>
            <a:noFill/>
          </a:ln>
        </p:spPr>
      </p:pic>
      <p:sp>
        <p:nvSpPr>
          <p:cNvPr id="278" name="Google Shape;278;p42"/>
          <p:cNvSpPr txBox="1"/>
          <p:nvPr>
            <p:ph type="title"/>
          </p:nvPr>
        </p:nvSpPr>
        <p:spPr>
          <a:xfrm>
            <a:off x="1143000" y="152400"/>
            <a:ext cx="4584192" cy="762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562214"/>
              </a:buClr>
              <a:buSzPts val="3600"/>
              <a:buFont typeface="Gill Sans"/>
              <a:buNone/>
            </a:pPr>
            <a:r>
              <a:rPr lang="en-IN" sz="3600"/>
              <a:t>Concatenated loops</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43"/>
          <p:cNvSpPr txBox="1"/>
          <p:nvPr>
            <p:ph type="title"/>
          </p:nvPr>
        </p:nvSpPr>
        <p:spPr>
          <a:xfrm>
            <a:off x="1435608" y="274638"/>
            <a:ext cx="749808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562214"/>
              </a:buClr>
              <a:buSzPts val="3600"/>
              <a:buFont typeface="Gill Sans"/>
              <a:buNone/>
            </a:pPr>
            <a:r>
              <a:rPr lang="en-IN" sz="3600"/>
              <a:t>Testing Concatenated Loops </a:t>
            </a:r>
            <a:endParaRPr sz="3600"/>
          </a:p>
        </p:txBody>
      </p:sp>
      <p:sp>
        <p:nvSpPr>
          <p:cNvPr id="284" name="Google Shape;284;p43"/>
          <p:cNvSpPr txBox="1"/>
          <p:nvPr>
            <p:ph idx="1" type="body"/>
          </p:nvPr>
        </p:nvSpPr>
        <p:spPr>
          <a:xfrm>
            <a:off x="1435608" y="1447800"/>
            <a:ext cx="7498080" cy="4800600"/>
          </a:xfrm>
          <a:prstGeom prst="rect">
            <a:avLst/>
          </a:prstGeom>
          <a:noFill/>
          <a:ln>
            <a:noFill/>
          </a:ln>
        </p:spPr>
        <p:txBody>
          <a:bodyPr anchorCtr="0" anchor="t" bIns="45700" lIns="91425" spcFirstLastPara="1" rIns="91425" wrap="square" tIns="45700">
            <a:normAutofit/>
          </a:bodyPr>
          <a:lstStyle/>
          <a:p>
            <a:pPr indent="-283464" lvl="0" marL="365760" rtl="0" algn="l">
              <a:lnSpc>
                <a:spcPct val="100000"/>
              </a:lnSpc>
              <a:spcBef>
                <a:spcPts val="0"/>
              </a:spcBef>
              <a:spcAft>
                <a:spcPts val="0"/>
              </a:spcAft>
              <a:buSzPts val="2240"/>
              <a:buChar char="⚫"/>
            </a:pPr>
            <a:r>
              <a:rPr lang="en-IN" sz="2800"/>
              <a:t>The concatenated loop may be treated as a sequence of two or more numbers of simple loops. </a:t>
            </a:r>
            <a:endParaRPr/>
          </a:p>
          <a:p>
            <a:pPr indent="-283464" lvl="0" marL="365760" rtl="0" algn="l">
              <a:lnSpc>
                <a:spcPct val="100000"/>
              </a:lnSpc>
              <a:spcBef>
                <a:spcPts val="600"/>
              </a:spcBef>
              <a:spcAft>
                <a:spcPts val="0"/>
              </a:spcAft>
              <a:buSzPts val="2240"/>
              <a:buChar char="⚫"/>
            </a:pPr>
            <a:r>
              <a:rPr lang="en-IN" sz="2800"/>
              <a:t>So, the strategy for testing of simple loops may be extended to testing of concatenated loops.</a:t>
            </a:r>
            <a:endParaRPr sz="2800"/>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44"/>
          <p:cNvSpPr txBox="1"/>
          <p:nvPr>
            <p:ph type="title"/>
          </p:nvPr>
        </p:nvSpPr>
        <p:spPr>
          <a:xfrm>
            <a:off x="1435608" y="274638"/>
            <a:ext cx="749808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562214"/>
              </a:buClr>
              <a:buSzPts val="3600"/>
              <a:buFont typeface="Gill Sans"/>
              <a:buNone/>
            </a:pPr>
            <a:r>
              <a:rPr lang="en-IN" sz="3600"/>
              <a:t>Unstructured loops</a:t>
            </a:r>
            <a:endParaRPr/>
          </a:p>
        </p:txBody>
      </p:sp>
      <p:sp>
        <p:nvSpPr>
          <p:cNvPr id="290" name="Google Shape;290;p44"/>
          <p:cNvSpPr txBox="1"/>
          <p:nvPr>
            <p:ph idx="1" type="body"/>
          </p:nvPr>
        </p:nvSpPr>
        <p:spPr>
          <a:xfrm>
            <a:off x="1143000" y="1447800"/>
            <a:ext cx="7498080" cy="4800600"/>
          </a:xfrm>
          <a:prstGeom prst="rect">
            <a:avLst/>
          </a:prstGeom>
          <a:noFill/>
          <a:ln>
            <a:noFill/>
          </a:ln>
        </p:spPr>
        <p:txBody>
          <a:bodyPr anchorCtr="0" anchor="t" bIns="45700" lIns="91425" spcFirstLastPara="1" rIns="91425" wrap="square" tIns="45700">
            <a:normAutofit/>
          </a:bodyPr>
          <a:lstStyle/>
          <a:p>
            <a:pPr indent="-283464" lvl="0" marL="365760" rtl="0" algn="just">
              <a:lnSpc>
                <a:spcPct val="100000"/>
              </a:lnSpc>
              <a:spcBef>
                <a:spcPts val="0"/>
              </a:spcBef>
              <a:spcAft>
                <a:spcPts val="0"/>
              </a:spcAft>
              <a:buSzPts val="2240"/>
              <a:buChar char="⚫"/>
            </a:pPr>
            <a:r>
              <a:rPr lang="en-IN" sz="2800"/>
              <a:t>This type of loops is really impractical to test. </a:t>
            </a:r>
            <a:endParaRPr/>
          </a:p>
          <a:p>
            <a:pPr indent="-141223" lvl="0" marL="365760" rtl="0" algn="just">
              <a:lnSpc>
                <a:spcPct val="100000"/>
              </a:lnSpc>
              <a:spcBef>
                <a:spcPts val="600"/>
              </a:spcBef>
              <a:spcAft>
                <a:spcPts val="0"/>
              </a:spcAft>
              <a:buSzPts val="2240"/>
              <a:buNone/>
            </a:pPr>
            <a:r>
              <a:t/>
            </a:r>
            <a:endParaRPr sz="2800"/>
          </a:p>
          <a:p>
            <a:pPr indent="-283464" lvl="0" marL="365760" rtl="0" algn="just">
              <a:lnSpc>
                <a:spcPct val="100000"/>
              </a:lnSpc>
              <a:spcBef>
                <a:spcPts val="600"/>
              </a:spcBef>
              <a:spcAft>
                <a:spcPts val="0"/>
              </a:spcAft>
              <a:buSzPts val="2240"/>
              <a:buChar char="⚫"/>
            </a:pPr>
            <a:r>
              <a:rPr lang="en-IN" sz="2800"/>
              <a:t>They must be redesigned or at least converted into simple or concatenated loops.</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45"/>
          <p:cNvSpPr txBox="1"/>
          <p:nvPr>
            <p:ph type="title"/>
          </p:nvPr>
        </p:nvSpPr>
        <p:spPr>
          <a:xfrm>
            <a:off x="1435608" y="274638"/>
            <a:ext cx="749808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562214"/>
              </a:buClr>
              <a:buSzPts val="4300"/>
              <a:buFont typeface="Gill Sans"/>
              <a:buNone/>
            </a:pPr>
            <a:r>
              <a:rPr lang="en-IN"/>
              <a:t>Summary</a:t>
            </a:r>
            <a:endParaRPr/>
          </a:p>
        </p:txBody>
      </p:sp>
      <p:sp>
        <p:nvSpPr>
          <p:cNvPr id="296" name="Google Shape;296;p45"/>
          <p:cNvSpPr txBox="1"/>
          <p:nvPr>
            <p:ph idx="1" type="body"/>
          </p:nvPr>
        </p:nvSpPr>
        <p:spPr>
          <a:xfrm>
            <a:off x="1435608" y="1447800"/>
            <a:ext cx="7498080" cy="4800600"/>
          </a:xfrm>
          <a:prstGeom prst="rect">
            <a:avLst/>
          </a:prstGeom>
          <a:noFill/>
          <a:ln>
            <a:noFill/>
          </a:ln>
        </p:spPr>
        <p:txBody>
          <a:bodyPr anchorCtr="0" anchor="t" bIns="45700" lIns="91425" spcFirstLastPara="1" rIns="91425" wrap="square" tIns="45700">
            <a:normAutofit/>
          </a:bodyPr>
          <a:lstStyle/>
          <a:p>
            <a:pPr indent="-283464" lvl="0" marL="365760" rtl="0" algn="just">
              <a:lnSpc>
                <a:spcPct val="100000"/>
              </a:lnSpc>
              <a:spcBef>
                <a:spcPts val="0"/>
              </a:spcBef>
              <a:spcAft>
                <a:spcPts val="0"/>
              </a:spcAft>
              <a:buSzPts val="2560"/>
              <a:buChar char="⚫"/>
            </a:pPr>
            <a:r>
              <a:rPr lang="en-IN"/>
              <a:t>Explained dynamic data flow testing strategies with an example.</a:t>
            </a:r>
            <a:endParaRPr/>
          </a:p>
          <a:p>
            <a:pPr indent="-283464" lvl="0" marL="365760" rtl="0" algn="just">
              <a:lnSpc>
                <a:spcPct val="100000"/>
              </a:lnSpc>
              <a:spcBef>
                <a:spcPts val="600"/>
              </a:spcBef>
              <a:spcAft>
                <a:spcPts val="0"/>
              </a:spcAft>
              <a:buSzPts val="2560"/>
              <a:buChar char="⚫"/>
            </a:pPr>
            <a:r>
              <a:rPr lang="en-IN"/>
              <a:t>Presented the ordering of different data flow testing strategies.</a:t>
            </a:r>
            <a:endParaRPr/>
          </a:p>
          <a:p>
            <a:pPr indent="-283464" lvl="0" marL="365760" rtl="0" algn="just">
              <a:lnSpc>
                <a:spcPct val="100000"/>
              </a:lnSpc>
              <a:spcBef>
                <a:spcPts val="600"/>
              </a:spcBef>
              <a:spcAft>
                <a:spcPts val="0"/>
              </a:spcAft>
              <a:buSzPts val="2560"/>
              <a:buChar char="⚫"/>
            </a:pPr>
            <a:r>
              <a:rPr lang="en-IN"/>
              <a:t>Discussed different loop testing strategies.</a:t>
            </a:r>
            <a:endParaRPr/>
          </a:p>
          <a:p>
            <a:pPr indent="-120903" lvl="0" marL="365760" rtl="0" algn="just">
              <a:lnSpc>
                <a:spcPct val="100000"/>
              </a:lnSpc>
              <a:spcBef>
                <a:spcPts val="600"/>
              </a:spcBef>
              <a:spcAft>
                <a:spcPts val="0"/>
              </a:spcAft>
              <a:buSzPts val="2560"/>
              <a:buNone/>
            </a:pPr>
            <a:r>
              <a:t/>
            </a:r>
            <a:endParaRPr/>
          </a:p>
          <a:p>
            <a:pPr indent="-120903" lvl="0" marL="365760" rtl="0" algn="just">
              <a:lnSpc>
                <a:spcPct val="100000"/>
              </a:lnSpc>
              <a:spcBef>
                <a:spcPts val="600"/>
              </a:spcBef>
              <a:spcAft>
                <a:spcPts val="0"/>
              </a:spcAft>
              <a:buSzPts val="2560"/>
              <a:buNone/>
            </a:pPr>
            <a:r>
              <a:t/>
            </a:r>
            <a:endParaRPr/>
          </a:p>
          <a:p>
            <a:pPr indent="-120903" lvl="0" marL="365760" rtl="0" algn="l">
              <a:lnSpc>
                <a:spcPct val="100000"/>
              </a:lnSpc>
              <a:spcBef>
                <a:spcPts val="600"/>
              </a:spcBef>
              <a:spcAft>
                <a:spcPts val="0"/>
              </a:spcAft>
              <a:buSzPts val="2560"/>
              <a:buNone/>
            </a:pPr>
            <a:r>
              <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46"/>
          <p:cNvSpPr txBox="1"/>
          <p:nvPr/>
        </p:nvSpPr>
        <p:spPr>
          <a:xfrm>
            <a:off x="1127760" y="279401"/>
            <a:ext cx="7863840" cy="861775"/>
          </a:xfrm>
          <a:prstGeom prst="rect">
            <a:avLst/>
          </a:prstGeom>
          <a:noFill/>
          <a:ln>
            <a:noFill/>
          </a:ln>
        </p:spPr>
        <p:txBody>
          <a:bodyPr anchorCtr="0" anchor="ctr" bIns="39300" lIns="15100" spcFirstLastPara="1" rIns="15100" wrap="square" tIns="39300">
            <a:noAutofit/>
          </a:bodyPr>
          <a:lstStyle/>
          <a:p>
            <a:pPr indent="0" lvl="0" marL="0" marR="0" rtl="0" algn="ctr">
              <a:spcBef>
                <a:spcPts val="0"/>
              </a:spcBef>
              <a:spcAft>
                <a:spcPts val="0"/>
              </a:spcAft>
              <a:buNone/>
            </a:pPr>
            <a:r>
              <a:rPr lang="en-IN" sz="4800">
                <a:solidFill>
                  <a:srgbClr val="572314"/>
                </a:solidFill>
                <a:latin typeface="Gill Sans"/>
                <a:ea typeface="Gill Sans"/>
                <a:cs typeface="Gill Sans"/>
                <a:sym typeface="Gill Sans"/>
              </a:rPr>
              <a:t>References </a:t>
            </a:r>
            <a:endParaRPr/>
          </a:p>
        </p:txBody>
      </p:sp>
      <p:sp>
        <p:nvSpPr>
          <p:cNvPr id="302" name="Google Shape;302;p46"/>
          <p:cNvSpPr/>
          <p:nvPr/>
        </p:nvSpPr>
        <p:spPr>
          <a:xfrm>
            <a:off x="1143000" y="1397000"/>
            <a:ext cx="7848600" cy="2103952"/>
          </a:xfrm>
          <a:prstGeom prst="rect">
            <a:avLst/>
          </a:prstGeom>
          <a:noFill/>
          <a:ln>
            <a:noFill/>
          </a:ln>
        </p:spPr>
        <p:txBody>
          <a:bodyPr anchorCtr="0" anchor="t" bIns="51200" lIns="102400" spcFirstLastPara="1" rIns="102400" wrap="square" tIns="51200">
            <a:noAutofit/>
          </a:bodyPr>
          <a:lstStyle/>
          <a:p>
            <a:pPr indent="-384015" lvl="0" marL="384015" marR="0" rtl="0" algn="just">
              <a:spcBef>
                <a:spcPts val="0"/>
              </a:spcBef>
              <a:spcAft>
                <a:spcPts val="0"/>
              </a:spcAft>
              <a:buClr>
                <a:schemeClr val="dk1"/>
              </a:buClr>
              <a:buSzPts val="2800"/>
              <a:buFont typeface="Gill Sans"/>
              <a:buAutoNum type="arabicPeriod"/>
            </a:pPr>
            <a:r>
              <a:rPr lang="en-IN" sz="2800">
                <a:solidFill>
                  <a:schemeClr val="dk1"/>
                </a:solidFill>
                <a:latin typeface="Gill Sans"/>
                <a:ea typeface="Gill Sans"/>
                <a:cs typeface="Gill Sans"/>
                <a:sym typeface="Gill Sans"/>
              </a:rPr>
              <a:t>Naresh Chauhan, Software Testing: Principles and Practices, (Chapter – 5), Second Edition, Oxford University Press,  2016.</a:t>
            </a:r>
            <a:endParaRPr/>
          </a:p>
          <a:p>
            <a:pPr indent="-206215" lvl="0" marL="384015" marR="0" rtl="0" algn="just">
              <a:spcBef>
                <a:spcPts val="0"/>
              </a:spcBef>
              <a:spcAft>
                <a:spcPts val="0"/>
              </a:spcAft>
              <a:buClr>
                <a:schemeClr val="dk1"/>
              </a:buClr>
              <a:buSzPts val="2800"/>
              <a:buFont typeface="Gill Sans"/>
              <a:buNone/>
            </a:pPr>
            <a:r>
              <a:t/>
            </a:r>
            <a:endParaRPr sz="2800">
              <a:solidFill>
                <a:schemeClr val="dk1"/>
              </a:solidFill>
              <a:latin typeface="Gill Sans"/>
              <a:ea typeface="Gill Sans"/>
              <a:cs typeface="Gill Sans"/>
              <a:sym typeface="Gill Sans"/>
            </a:endParaRPr>
          </a:p>
          <a:p>
            <a:pPr indent="0" lvl="0" marL="0" marR="0" rtl="0" algn="just">
              <a:spcBef>
                <a:spcPts val="0"/>
              </a:spcBef>
              <a:spcAft>
                <a:spcPts val="0"/>
              </a:spcAft>
              <a:buNone/>
            </a:pPr>
            <a:r>
              <a:t/>
            </a:r>
            <a:endParaRPr sz="1800">
              <a:solidFill>
                <a:srgbClr val="000000"/>
              </a:solidFill>
              <a:latin typeface="Gill Sans"/>
              <a:ea typeface="Gill Sans"/>
              <a:cs typeface="Gill Sans"/>
              <a:sym typeface="Gill Sans"/>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47"/>
          <p:cNvSpPr txBox="1"/>
          <p:nvPr>
            <p:ph type="title"/>
          </p:nvPr>
        </p:nvSpPr>
        <p:spPr>
          <a:xfrm>
            <a:off x="2743200" y="2133600"/>
            <a:ext cx="8229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562214"/>
              </a:buClr>
              <a:buSzPts val="5400"/>
              <a:buFont typeface="Gill Sans"/>
              <a:buNone/>
            </a:pPr>
            <a:r>
              <a:rPr lang="en-IN" sz="5400"/>
              <a:t>Thank you</a:t>
            </a:r>
            <a:endParaRPr sz="5400"/>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olstice">
  <a:themeElements>
    <a:clrScheme name="Solstice">
      <a:dk1>
        <a:srgbClr val="000000"/>
      </a:dk1>
      <a:lt1>
        <a:srgbClr val="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