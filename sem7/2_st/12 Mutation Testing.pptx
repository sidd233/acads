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5"/>
    <p:sldMasterId id="2147483702" r:id="rId6"/>
    <p:sldMasterId id="2147483703" r:id="rId7"/>
    <p:sldMasterId id="214748370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Lst>
  <p:sldSz cy="6858000" cx="9144000"/>
  <p:notesSz cx="6858000" cy="9144000"/>
  <p:embeddedFontLst>
    <p:embeddedFont>
      <p:font typeface="Arial Black"/>
      <p:regular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D892F7-B8D9-46BC-A00A-1D050828D0BE}">
  <a:tblStyle styleId="{93D892F7-B8D9-46BC-A00A-1D050828D0B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20" Type="http://schemas.openxmlformats.org/officeDocument/2006/relationships/slide" Target="slides/slide11.xml"/><Relationship Id="rId42" Type="http://schemas.openxmlformats.org/officeDocument/2006/relationships/slide" Target="slides/slide33.xml"/><Relationship Id="rId41" Type="http://schemas.openxmlformats.org/officeDocument/2006/relationships/slide" Target="slides/slide32.xml"/><Relationship Id="rId22" Type="http://schemas.openxmlformats.org/officeDocument/2006/relationships/slide" Target="slides/slide13.xml"/><Relationship Id="rId21" Type="http://schemas.openxmlformats.org/officeDocument/2006/relationships/slide" Target="slides/slide12.xml"/><Relationship Id="rId43" Type="http://schemas.openxmlformats.org/officeDocument/2006/relationships/font" Target="fonts/ArialBlack-regular.fntdata"/><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0.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slide" Target="slides/slide26.xml"/><Relationship Id="rId12" Type="http://schemas.openxmlformats.org/officeDocument/2006/relationships/slide" Target="slides/slide3.xml"/><Relationship Id="rId34" Type="http://schemas.openxmlformats.org/officeDocument/2006/relationships/slide" Target="slides/slide25.xml"/><Relationship Id="rId15" Type="http://schemas.openxmlformats.org/officeDocument/2006/relationships/slide" Target="slides/slide6.xml"/><Relationship Id="rId37" Type="http://schemas.openxmlformats.org/officeDocument/2006/relationships/slide" Target="slides/slide28.xml"/><Relationship Id="rId14" Type="http://schemas.openxmlformats.org/officeDocument/2006/relationships/slide" Target="slides/slide5.xml"/><Relationship Id="rId36" Type="http://schemas.openxmlformats.org/officeDocument/2006/relationships/slide" Target="slides/slide27.xml"/><Relationship Id="rId17" Type="http://schemas.openxmlformats.org/officeDocument/2006/relationships/slide" Target="slides/slide8.xml"/><Relationship Id="rId39" Type="http://schemas.openxmlformats.org/officeDocument/2006/relationships/slide" Target="slides/slide30.xml"/><Relationship Id="rId16" Type="http://schemas.openxmlformats.org/officeDocument/2006/relationships/slide" Target="slides/slide7.xml"/><Relationship Id="rId38" Type="http://schemas.openxmlformats.org/officeDocument/2006/relationships/slide" Target="slides/slide29.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notes"/>
          <p:cNvSpPr/>
          <p:nvPr>
            <p:ph idx="2" type="sldImg"/>
          </p:nvPr>
        </p:nvSpPr>
        <p:spPr>
          <a:xfrm>
            <a:off x="990600" y="303213"/>
            <a:ext cx="4876800" cy="36576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51" name="Google Shape;251;p2:notes"/>
          <p:cNvSpPr txBox="1"/>
          <p:nvPr/>
        </p:nvSpPr>
        <p:spPr>
          <a:xfrm>
            <a:off x="502824" y="4316077"/>
            <a:ext cx="5855234" cy="40594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b="0" i="0" sz="2400" u="none" cap="none" strike="noStrike">
              <a:solidFill>
                <a:schemeClr val="dk1"/>
              </a:solidFill>
              <a:latin typeface="Arial Black"/>
              <a:ea typeface="Arial Black"/>
              <a:cs typeface="Arial Black"/>
              <a:sym typeface="Arial Black"/>
            </a:endParaRPr>
          </a:p>
        </p:txBody>
      </p:sp>
      <p:sp>
        <p:nvSpPr>
          <p:cNvPr id="252" name="Google Shape;25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7:notes"/>
          <p:cNvSpPr/>
          <p:nvPr>
            <p:ph idx="2" type="sldImg"/>
          </p:nvPr>
        </p:nvSpPr>
        <p:spPr>
          <a:xfrm>
            <a:off x="1052513" y="303213"/>
            <a:ext cx="4751387" cy="3562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84" name="Google Shape;284;p7:notes"/>
          <p:cNvSpPr txBox="1"/>
          <p:nvPr/>
        </p:nvSpPr>
        <p:spPr>
          <a:xfrm>
            <a:off x="502825" y="4316077"/>
            <a:ext cx="5853792" cy="4058116"/>
          </a:xfrm>
          <a:prstGeom prst="rect">
            <a:avLst/>
          </a:prstGeom>
          <a:noFill/>
          <a:ln>
            <a:noFill/>
          </a:ln>
        </p:spPr>
        <p:txBody>
          <a:bodyPr anchorCtr="0" anchor="ctr" bIns="40075" lIns="80175" spcFirstLastPara="1" rIns="80175" wrap="square" tIns="40075">
            <a:noAutofit/>
          </a:bodyPr>
          <a:lstStyle/>
          <a:p>
            <a:pPr indent="0" lvl="0" marL="0" marR="0" rtl="0" algn="l">
              <a:spcBef>
                <a:spcPts val="0"/>
              </a:spcBef>
              <a:spcAft>
                <a:spcPts val="0"/>
              </a:spcAft>
              <a:buNone/>
            </a:pPr>
            <a:r>
              <a:t/>
            </a:r>
            <a:endParaRPr b="0" i="0" sz="2400" u="none" cap="none" strike="noStrike">
              <a:solidFill>
                <a:schemeClr val="lt1"/>
              </a:solidFill>
              <a:latin typeface="Comic Sans MS"/>
              <a:ea typeface="Comic Sans MS"/>
              <a:cs typeface="Comic Sans MS"/>
              <a:sym typeface="Comic Sans MS"/>
            </a:endParaRPr>
          </a:p>
        </p:txBody>
      </p:sp>
      <p:sp>
        <p:nvSpPr>
          <p:cNvPr id="285" name="Google Shape;28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8:notes"/>
          <p:cNvSpPr/>
          <p:nvPr>
            <p:ph idx="2" type="sldImg"/>
          </p:nvPr>
        </p:nvSpPr>
        <p:spPr>
          <a:xfrm>
            <a:off x="1052513" y="303213"/>
            <a:ext cx="4751387" cy="3562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92" name="Google Shape;292;p8:notes"/>
          <p:cNvSpPr txBox="1"/>
          <p:nvPr/>
        </p:nvSpPr>
        <p:spPr>
          <a:xfrm>
            <a:off x="502825" y="4316077"/>
            <a:ext cx="5853792" cy="4058116"/>
          </a:xfrm>
          <a:prstGeom prst="rect">
            <a:avLst/>
          </a:prstGeom>
          <a:noFill/>
          <a:ln>
            <a:noFill/>
          </a:ln>
        </p:spPr>
        <p:txBody>
          <a:bodyPr anchorCtr="0" anchor="ctr" bIns="40075" lIns="80175" spcFirstLastPara="1" rIns="80175" wrap="square" tIns="40075">
            <a:noAutofit/>
          </a:bodyPr>
          <a:lstStyle/>
          <a:p>
            <a:pPr indent="0" lvl="0" marL="0" marR="0" rtl="0" algn="l">
              <a:spcBef>
                <a:spcPts val="0"/>
              </a:spcBef>
              <a:spcAft>
                <a:spcPts val="0"/>
              </a:spcAft>
              <a:buNone/>
            </a:pPr>
            <a:r>
              <a:t/>
            </a:r>
            <a:endParaRPr b="0" i="0" sz="2400" u="none" cap="none" strike="noStrike">
              <a:solidFill>
                <a:schemeClr val="lt1"/>
              </a:solidFill>
              <a:latin typeface="Comic Sans MS"/>
              <a:ea typeface="Comic Sans MS"/>
              <a:cs typeface="Comic Sans MS"/>
              <a:sym typeface="Comic Sans MS"/>
            </a:endParaRPr>
          </a:p>
        </p:txBody>
      </p:sp>
      <p:sp>
        <p:nvSpPr>
          <p:cNvPr id="293" name="Google Shape;29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0:notes"/>
          <p:cNvSpPr/>
          <p:nvPr>
            <p:ph idx="2" type="sldImg"/>
          </p:nvPr>
        </p:nvSpPr>
        <p:spPr>
          <a:xfrm>
            <a:off x="1052513" y="303213"/>
            <a:ext cx="4751387" cy="3562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06" name="Google Shape;306;p10:notes"/>
          <p:cNvSpPr txBox="1"/>
          <p:nvPr/>
        </p:nvSpPr>
        <p:spPr>
          <a:xfrm>
            <a:off x="502825" y="4316077"/>
            <a:ext cx="5853792" cy="4058116"/>
          </a:xfrm>
          <a:prstGeom prst="rect">
            <a:avLst/>
          </a:prstGeom>
          <a:noFill/>
          <a:ln>
            <a:noFill/>
          </a:ln>
        </p:spPr>
        <p:txBody>
          <a:bodyPr anchorCtr="0" anchor="ctr" bIns="40075" lIns="80175" spcFirstLastPara="1" rIns="80175" wrap="square" tIns="40075">
            <a:noAutofit/>
          </a:bodyPr>
          <a:lstStyle/>
          <a:p>
            <a:pPr indent="0" lvl="0" marL="0" marR="0" rtl="0" algn="l">
              <a:spcBef>
                <a:spcPts val="0"/>
              </a:spcBef>
              <a:spcAft>
                <a:spcPts val="0"/>
              </a:spcAft>
              <a:buNone/>
            </a:pPr>
            <a:r>
              <a:t/>
            </a:r>
            <a:endParaRPr b="0" i="0" sz="2400" u="none" cap="none" strike="noStrike">
              <a:solidFill>
                <a:schemeClr val="lt1"/>
              </a:solidFill>
              <a:latin typeface="Comic Sans MS"/>
              <a:ea typeface="Comic Sans MS"/>
              <a:cs typeface="Comic Sans MS"/>
              <a:sym typeface="Comic Sans MS"/>
            </a:endParaRPr>
          </a:p>
        </p:txBody>
      </p:sp>
      <p:sp>
        <p:nvSpPr>
          <p:cNvPr id="307" name="Google Shape;30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1:notes"/>
          <p:cNvSpPr/>
          <p:nvPr>
            <p:ph idx="2" type="sldImg"/>
          </p:nvPr>
        </p:nvSpPr>
        <p:spPr>
          <a:xfrm>
            <a:off x="1052513" y="303213"/>
            <a:ext cx="4751387" cy="3562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14" name="Google Shape;314;p11:notes"/>
          <p:cNvSpPr txBox="1"/>
          <p:nvPr/>
        </p:nvSpPr>
        <p:spPr>
          <a:xfrm>
            <a:off x="502825" y="4316077"/>
            <a:ext cx="5853792" cy="4058116"/>
          </a:xfrm>
          <a:prstGeom prst="rect">
            <a:avLst/>
          </a:prstGeom>
          <a:noFill/>
          <a:ln>
            <a:noFill/>
          </a:ln>
        </p:spPr>
        <p:txBody>
          <a:bodyPr anchorCtr="0" anchor="ctr" bIns="40075" lIns="80175" spcFirstLastPara="1" rIns="80175" wrap="square" tIns="40075">
            <a:noAutofit/>
          </a:bodyPr>
          <a:lstStyle/>
          <a:p>
            <a:pPr indent="0" lvl="0" marL="0" marR="0" rtl="0" algn="l">
              <a:spcBef>
                <a:spcPts val="0"/>
              </a:spcBef>
              <a:spcAft>
                <a:spcPts val="0"/>
              </a:spcAft>
              <a:buNone/>
            </a:pPr>
            <a:r>
              <a:t/>
            </a:r>
            <a:endParaRPr b="0" i="0" sz="2400" u="none" cap="none" strike="noStrike">
              <a:solidFill>
                <a:schemeClr val="lt1"/>
              </a:solidFill>
              <a:latin typeface="Comic Sans MS"/>
              <a:ea typeface="Comic Sans MS"/>
              <a:cs typeface="Comic Sans MS"/>
              <a:sym typeface="Comic Sans MS"/>
            </a:endParaRPr>
          </a:p>
        </p:txBody>
      </p:sp>
      <p:sp>
        <p:nvSpPr>
          <p:cNvPr id="315" name="Google Shape;31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2:notes"/>
          <p:cNvSpPr/>
          <p:nvPr>
            <p:ph idx="2" type="sldImg"/>
          </p:nvPr>
        </p:nvSpPr>
        <p:spPr>
          <a:xfrm>
            <a:off x="1052513" y="303213"/>
            <a:ext cx="4751387" cy="3562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22" name="Google Shape;322;p12:notes"/>
          <p:cNvSpPr txBox="1"/>
          <p:nvPr/>
        </p:nvSpPr>
        <p:spPr>
          <a:xfrm>
            <a:off x="502825" y="4316077"/>
            <a:ext cx="5853792" cy="4058116"/>
          </a:xfrm>
          <a:prstGeom prst="rect">
            <a:avLst/>
          </a:prstGeom>
          <a:noFill/>
          <a:ln>
            <a:noFill/>
          </a:ln>
        </p:spPr>
        <p:txBody>
          <a:bodyPr anchorCtr="0" anchor="ctr" bIns="40075" lIns="80175" spcFirstLastPara="1" rIns="80175" wrap="square" tIns="40075">
            <a:noAutofit/>
          </a:bodyPr>
          <a:lstStyle/>
          <a:p>
            <a:pPr indent="0" lvl="0" marL="0" marR="0" rtl="0" algn="l">
              <a:spcBef>
                <a:spcPts val="0"/>
              </a:spcBef>
              <a:spcAft>
                <a:spcPts val="0"/>
              </a:spcAft>
              <a:buNone/>
            </a:pPr>
            <a:r>
              <a:t/>
            </a:r>
            <a:endParaRPr b="0" i="0" sz="2400" u="none" cap="none" strike="noStrike">
              <a:solidFill>
                <a:schemeClr val="lt1"/>
              </a:solidFill>
              <a:latin typeface="Comic Sans MS"/>
              <a:ea typeface="Comic Sans MS"/>
              <a:cs typeface="Comic Sans MS"/>
              <a:sym typeface="Comic Sans MS"/>
            </a:endParaRPr>
          </a:p>
        </p:txBody>
      </p:sp>
      <p:sp>
        <p:nvSpPr>
          <p:cNvPr id="323" name="Google Shape;32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3:notes"/>
          <p:cNvSpPr/>
          <p:nvPr>
            <p:ph idx="2" type="sldImg"/>
          </p:nvPr>
        </p:nvSpPr>
        <p:spPr>
          <a:xfrm>
            <a:off x="1052513" y="303213"/>
            <a:ext cx="4751387" cy="3562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30" name="Google Shape;330;p13:notes"/>
          <p:cNvSpPr txBox="1"/>
          <p:nvPr/>
        </p:nvSpPr>
        <p:spPr>
          <a:xfrm>
            <a:off x="502825" y="4316077"/>
            <a:ext cx="5853792" cy="4058116"/>
          </a:xfrm>
          <a:prstGeom prst="rect">
            <a:avLst/>
          </a:prstGeom>
          <a:noFill/>
          <a:ln>
            <a:noFill/>
          </a:ln>
        </p:spPr>
        <p:txBody>
          <a:bodyPr anchorCtr="0" anchor="ctr" bIns="40075" lIns="80175" spcFirstLastPara="1" rIns="80175" wrap="square" tIns="40075">
            <a:noAutofit/>
          </a:bodyPr>
          <a:lstStyle/>
          <a:p>
            <a:pPr indent="0" lvl="0" marL="0" marR="0" rtl="0" algn="l">
              <a:spcBef>
                <a:spcPts val="0"/>
              </a:spcBef>
              <a:spcAft>
                <a:spcPts val="0"/>
              </a:spcAft>
              <a:buNone/>
            </a:pPr>
            <a:r>
              <a:t/>
            </a:r>
            <a:endParaRPr b="0" i="0" sz="2400" u="none" cap="none" strike="noStrike">
              <a:solidFill>
                <a:schemeClr val="lt1"/>
              </a:solidFill>
              <a:latin typeface="Comic Sans MS"/>
              <a:ea typeface="Comic Sans MS"/>
              <a:cs typeface="Comic Sans MS"/>
              <a:sym typeface="Comic Sans MS"/>
            </a:endParaRPr>
          </a:p>
        </p:txBody>
      </p:sp>
      <p:sp>
        <p:nvSpPr>
          <p:cNvPr id="331" name="Google Shape;33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28:notes"/>
          <p:cNvSpPr/>
          <p:nvPr>
            <p:ph idx="2" type="sldImg"/>
          </p:nvPr>
        </p:nvSpPr>
        <p:spPr>
          <a:xfrm>
            <a:off x="963613" y="347663"/>
            <a:ext cx="5464175" cy="40989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28:notes"/>
          <p:cNvSpPr txBox="1"/>
          <p:nvPr/>
        </p:nvSpPr>
        <p:spPr>
          <a:xfrm>
            <a:off x="542116" y="4964779"/>
            <a:ext cx="6311223" cy="4668046"/>
          </a:xfrm>
          <a:prstGeom prst="rect">
            <a:avLst/>
          </a:prstGeom>
          <a:noFill/>
          <a:ln>
            <a:noFill/>
          </a:ln>
        </p:spPr>
        <p:txBody>
          <a:bodyPr anchorCtr="0" anchor="ctr" bIns="44850" lIns="89725" spcFirstLastPara="1" rIns="89725" wrap="square" tIns="44850">
            <a:noAutofit/>
          </a:bodyPr>
          <a:lstStyle/>
          <a:p>
            <a:pPr indent="0" lvl="0" marL="0" marR="0" rtl="0" algn="l">
              <a:spcBef>
                <a:spcPts val="0"/>
              </a:spcBef>
              <a:spcAft>
                <a:spcPts val="0"/>
              </a:spcAft>
              <a:buNone/>
            </a:pPr>
            <a:r>
              <a:t/>
            </a:r>
            <a:endParaRPr sz="2400">
              <a:solidFill>
                <a:srgbClr val="FFFFFF"/>
              </a:solidFill>
              <a:latin typeface="Times New Roman"/>
              <a:ea typeface="Times New Roman"/>
              <a:cs typeface="Times New Roman"/>
              <a:sym typeface="Times New Roman"/>
            </a:endParaRPr>
          </a:p>
        </p:txBody>
      </p:sp>
      <p:sp>
        <p:nvSpPr>
          <p:cNvPr id="471" name="Google Shape;47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31:notes"/>
          <p:cNvSpPr txBox="1"/>
          <p:nvPr/>
        </p:nvSpPr>
        <p:spPr>
          <a:xfrm>
            <a:off x="503238" y="4316413"/>
            <a:ext cx="5854700" cy="40592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8"/>
            <a:ext cx="7772400" cy="1470025"/>
          </a:xfrm>
          <a:prstGeom prst="rect">
            <a:avLst/>
          </a:prstGeom>
          <a:noFill/>
          <a:ln>
            <a:noFill/>
          </a:ln>
        </p:spPr>
        <p:txBody>
          <a:bodyPr anchorCtr="0" anchor="ctr" bIns="45700" lIns="91400" spcFirstLastPara="1" rIns="9140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371600" y="3886202"/>
            <a:ext cx="6400800" cy="1752600"/>
          </a:xfrm>
          <a:prstGeom prst="rect">
            <a:avLst/>
          </a:prstGeom>
          <a:noFill/>
          <a:ln>
            <a:noFill/>
          </a:ln>
        </p:spPr>
        <p:txBody>
          <a:bodyPr anchorCtr="0" anchor="t" bIns="45700" lIns="91400" spcFirstLastPara="1" rIns="91400"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457200" y="1600203"/>
            <a:ext cx="8229600" cy="4525963"/>
          </a:xfrm>
          <a:prstGeom prst="rect">
            <a:avLst/>
          </a:prstGeom>
          <a:noFill/>
          <a:ln>
            <a:noFill/>
          </a:ln>
        </p:spPr>
        <p:txBody>
          <a:bodyPr anchorCtr="0" anchor="t" bIns="45700" lIns="91400" spcFirstLastPara="1" rIns="91400"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4406904"/>
            <a:ext cx="7772400" cy="1362075"/>
          </a:xfrm>
          <a:prstGeom prst="rect">
            <a:avLst/>
          </a:prstGeom>
          <a:noFill/>
          <a:ln>
            <a:noFill/>
          </a:ln>
        </p:spPr>
        <p:txBody>
          <a:bodyPr anchorCtr="0" anchor="t" bIns="45700" lIns="91400" spcFirstLastPara="1" rIns="91400"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722313" y="2906717"/>
            <a:ext cx="7772400" cy="1500187"/>
          </a:xfrm>
          <a:prstGeom prst="rect">
            <a:avLst/>
          </a:prstGeom>
          <a:noFill/>
          <a:ln>
            <a:noFill/>
          </a:ln>
        </p:spPr>
        <p:txBody>
          <a:bodyPr anchorCtr="0" anchor="b" bIns="45700" lIns="91400" spcFirstLastPara="1" rIns="91400"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457200" y="1600203"/>
            <a:ext cx="4038600" cy="4525963"/>
          </a:xfrm>
          <a:prstGeom prst="rect">
            <a:avLst/>
          </a:prstGeom>
          <a:noFill/>
          <a:ln>
            <a:noFill/>
          </a:ln>
        </p:spPr>
        <p:txBody>
          <a:bodyPr anchorCtr="0" anchor="t" bIns="45700" lIns="91400" spcFirstLastPara="1" rIns="91400"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4648200" y="1600203"/>
            <a:ext cx="4038600" cy="4525963"/>
          </a:xfrm>
          <a:prstGeom prst="rect">
            <a:avLst/>
          </a:prstGeom>
          <a:noFill/>
          <a:ln>
            <a:noFill/>
          </a:ln>
        </p:spPr>
        <p:txBody>
          <a:bodyPr anchorCtr="0" anchor="t" bIns="45700" lIns="91400" spcFirstLastPara="1" rIns="91400"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57200" y="1535114"/>
            <a:ext cx="4040188" cy="639762"/>
          </a:xfrm>
          <a:prstGeom prst="rect">
            <a:avLst/>
          </a:prstGeom>
          <a:noFill/>
          <a:ln>
            <a:noFill/>
          </a:ln>
        </p:spPr>
        <p:txBody>
          <a:bodyPr anchorCtr="0" anchor="b" bIns="45700" lIns="91400" spcFirstLastPara="1" rIns="91400"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457200" y="2174875"/>
            <a:ext cx="4040188" cy="3951288"/>
          </a:xfrm>
          <a:prstGeom prst="rect">
            <a:avLst/>
          </a:prstGeom>
          <a:noFill/>
          <a:ln>
            <a:noFill/>
          </a:ln>
        </p:spPr>
        <p:txBody>
          <a:bodyPr anchorCtr="0" anchor="t" bIns="45700" lIns="91400" spcFirstLastPara="1" rIns="91400"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4645025" y="1535114"/>
            <a:ext cx="4041775" cy="639762"/>
          </a:xfrm>
          <a:prstGeom prst="rect">
            <a:avLst/>
          </a:prstGeom>
          <a:noFill/>
          <a:ln>
            <a:noFill/>
          </a:ln>
        </p:spPr>
        <p:txBody>
          <a:bodyPr anchorCtr="0" anchor="b" bIns="45700" lIns="91400" spcFirstLastPara="1" rIns="91400"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4645025" y="2174875"/>
            <a:ext cx="4041775" cy="3951288"/>
          </a:xfrm>
          <a:prstGeom prst="rect">
            <a:avLst/>
          </a:prstGeom>
          <a:noFill/>
          <a:ln>
            <a:noFill/>
          </a:ln>
        </p:spPr>
        <p:txBody>
          <a:bodyPr anchorCtr="0" anchor="t" bIns="45700" lIns="91400" spcFirstLastPara="1" rIns="91400"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2" y="273050"/>
            <a:ext cx="3008313" cy="1162050"/>
          </a:xfrm>
          <a:prstGeom prst="rect">
            <a:avLst/>
          </a:prstGeom>
          <a:noFill/>
          <a:ln>
            <a:noFill/>
          </a:ln>
        </p:spPr>
        <p:txBody>
          <a:bodyPr anchorCtr="0" anchor="b" bIns="45700" lIns="91400" spcFirstLastPara="1" rIns="91400"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4" y="273054"/>
            <a:ext cx="5111750" cy="5853113"/>
          </a:xfrm>
          <a:prstGeom prst="rect">
            <a:avLst/>
          </a:prstGeom>
          <a:noFill/>
          <a:ln>
            <a:noFill/>
          </a:ln>
        </p:spPr>
        <p:txBody>
          <a:bodyPr anchorCtr="0" anchor="t" bIns="45700" lIns="91400" spcFirstLastPara="1" rIns="91400"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2" y="1435104"/>
            <a:ext cx="3008313" cy="4691063"/>
          </a:xfrm>
          <a:prstGeom prst="rect">
            <a:avLst/>
          </a:prstGeom>
          <a:noFill/>
          <a:ln>
            <a:noFill/>
          </a:ln>
        </p:spPr>
        <p:txBody>
          <a:bodyPr anchorCtr="0" anchor="t" bIns="45700" lIns="91400" spcFirstLastPara="1" rIns="91400"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00" spcFirstLastPara="1" rIns="91400"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txBody>
          <a:bodyPr anchorCtr="0" anchor="t" bIns="45700" lIns="91400" spcFirstLastPara="1" rIns="91400" wrap="square" tIns="45700">
            <a:no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00" spcFirstLastPara="1" rIns="91400"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8" y="-251616"/>
            <a:ext cx="4525963" cy="8229600"/>
          </a:xfrm>
          <a:prstGeom prst="rect">
            <a:avLst/>
          </a:prstGeom>
          <a:noFill/>
          <a:ln>
            <a:noFill/>
          </a:ln>
        </p:spPr>
        <p:txBody>
          <a:bodyPr anchorCtr="0" anchor="t" bIns="45700" lIns="91400" spcFirstLastPara="1" rIns="91400"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5"/>
            <a:ext cx="5851525" cy="2057400"/>
          </a:xfrm>
          <a:prstGeom prst="rect">
            <a:avLst/>
          </a:prstGeom>
          <a:noFill/>
          <a:ln>
            <a:noFill/>
          </a:ln>
        </p:spPr>
        <p:txBody>
          <a:bodyPr anchorCtr="0" anchor="ctr" bIns="45700" lIns="91400" spcFirstLastPara="1" rIns="9140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5"/>
            <a:ext cx="5851525" cy="6019800"/>
          </a:xfrm>
          <a:prstGeom prst="rect">
            <a:avLst/>
          </a:prstGeom>
          <a:noFill/>
          <a:ln>
            <a:noFill/>
          </a:ln>
        </p:spPr>
        <p:txBody>
          <a:bodyPr anchorCtr="0" anchor="t" bIns="45700" lIns="91400" spcFirstLastPara="1" rIns="91400"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 name="Shape 8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9" name="Shape 89"/>
        <p:cNvGrpSpPr/>
        <p:nvPr/>
      </p:nvGrpSpPr>
      <p:grpSpPr>
        <a:xfrm>
          <a:off x="0" y="0"/>
          <a:ext cx="0" cy="0"/>
          <a:chOff x="0" y="0"/>
          <a:chExt cx="0" cy="0"/>
        </a:xfrm>
      </p:grpSpPr>
      <p:sp>
        <p:nvSpPr>
          <p:cNvPr id="90" name="Google Shape;90;p15"/>
          <p:cNvSpPr txBox="1"/>
          <p:nvPr>
            <p:ph type="ctrTitle"/>
          </p:nvPr>
        </p:nvSpPr>
        <p:spPr>
          <a:xfrm>
            <a:off x="685440" y="2129984"/>
            <a:ext cx="7773120" cy="1470394"/>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91" name="Google Shape;91;p15"/>
          <p:cNvSpPr txBox="1"/>
          <p:nvPr>
            <p:ph idx="1" type="subTitle"/>
          </p:nvPr>
        </p:nvSpPr>
        <p:spPr>
          <a:xfrm>
            <a:off x="1372321" y="3885528"/>
            <a:ext cx="6400800" cy="1752664"/>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305"/>
              <a:buNone/>
              <a:defRPr/>
            </a:lvl1pPr>
            <a:lvl2pPr lvl="1" algn="ctr">
              <a:spcBef>
                <a:spcPts val="1247"/>
              </a:spcBef>
              <a:spcAft>
                <a:spcPts val="0"/>
              </a:spcAft>
              <a:buSzPts val="1875"/>
              <a:buNone/>
              <a:defRPr/>
            </a:lvl2pPr>
            <a:lvl3pPr lvl="2" algn="ctr">
              <a:spcBef>
                <a:spcPts val="987"/>
              </a:spcBef>
              <a:spcAft>
                <a:spcPts val="0"/>
              </a:spcAft>
              <a:buSzPts val="990"/>
              <a:buNone/>
              <a:defRPr/>
            </a:lvl3pPr>
            <a:lvl4pPr lvl="3" algn="ctr">
              <a:spcBef>
                <a:spcPts val="737"/>
              </a:spcBef>
              <a:spcAft>
                <a:spcPts val="0"/>
              </a:spcAft>
              <a:buSzPts val="1350"/>
              <a:buNone/>
              <a:defRPr/>
            </a:lvl4pPr>
            <a:lvl5pPr lvl="4" algn="ctr">
              <a:spcBef>
                <a:spcPts val="476"/>
              </a:spcBef>
              <a:spcAft>
                <a:spcPts val="0"/>
              </a:spcAft>
              <a:buSzPts val="810"/>
              <a:buNone/>
              <a:defRPr/>
            </a:lvl5pPr>
            <a:lvl6pPr lvl="5" algn="ctr">
              <a:lnSpc>
                <a:spcPct val="88000"/>
              </a:lnSpc>
              <a:spcBef>
                <a:spcPts val="216"/>
              </a:spcBef>
              <a:spcAft>
                <a:spcPts val="0"/>
              </a:spcAft>
              <a:buSzPts val="810"/>
              <a:buNone/>
              <a:defRPr/>
            </a:lvl6pPr>
            <a:lvl7pPr lvl="6" algn="ctr">
              <a:lnSpc>
                <a:spcPct val="88000"/>
              </a:lnSpc>
              <a:spcBef>
                <a:spcPts val="216"/>
              </a:spcBef>
              <a:spcAft>
                <a:spcPts val="0"/>
              </a:spcAft>
              <a:buSzPts val="810"/>
              <a:buNone/>
              <a:defRPr/>
            </a:lvl7pPr>
            <a:lvl8pPr lvl="7" algn="ctr">
              <a:lnSpc>
                <a:spcPct val="88000"/>
              </a:lnSpc>
              <a:spcBef>
                <a:spcPts val="216"/>
              </a:spcBef>
              <a:spcAft>
                <a:spcPts val="0"/>
              </a:spcAft>
              <a:buSzPts val="810"/>
              <a:buNone/>
              <a:defRPr/>
            </a:lvl8pPr>
            <a:lvl9pPr lvl="8" algn="ctr">
              <a:lnSpc>
                <a:spcPct val="88000"/>
              </a:lnSpc>
              <a:spcBef>
                <a:spcPts val="216"/>
              </a:spcBef>
              <a:spcAft>
                <a:spcPts val="216"/>
              </a:spcAft>
              <a:buSzPts val="81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2" name="Shape 92"/>
        <p:cNvGrpSpPr/>
        <p:nvPr/>
      </p:nvGrpSpPr>
      <p:grpSpPr>
        <a:xfrm>
          <a:off x="0" y="0"/>
          <a:ext cx="0" cy="0"/>
          <a:chOff x="0" y="0"/>
          <a:chExt cx="0" cy="0"/>
        </a:xfrm>
      </p:grpSpPr>
      <p:sp>
        <p:nvSpPr>
          <p:cNvPr id="93" name="Google Shape;93;p16"/>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b="1"/>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94" name="Google Shape;94;p16"/>
          <p:cNvSpPr txBox="1"/>
          <p:nvPr>
            <p:ph idx="1" type="body"/>
          </p:nvPr>
        </p:nvSpPr>
        <p:spPr>
          <a:xfrm>
            <a:off x="671042" y="1746904"/>
            <a:ext cx="7797600" cy="4308932"/>
          </a:xfrm>
          <a:prstGeom prst="rect">
            <a:avLst/>
          </a:prstGeom>
          <a:noFill/>
          <a:ln>
            <a:noFill/>
          </a:ln>
        </p:spPr>
        <p:txBody>
          <a:bodyPr anchorCtr="0" anchor="t" bIns="0" lIns="0" spcFirstLastPara="1" rIns="0" wrap="square" tIns="0">
            <a:noAutofit/>
          </a:bodyPr>
          <a:lstStyle>
            <a:lvl1pPr indent="-311467" lvl="0" marL="457200" algn="l">
              <a:spcBef>
                <a:spcPts val="0"/>
              </a:spcBef>
              <a:spcAft>
                <a:spcPts val="0"/>
              </a:spcAft>
              <a:buSzPts val="1305"/>
              <a:buChar char="●"/>
              <a:defRPr b="0"/>
            </a:lvl1pPr>
            <a:lvl2pPr indent="-347662" lvl="1" marL="914400" algn="l">
              <a:spcBef>
                <a:spcPts val="1247"/>
              </a:spcBef>
              <a:spcAft>
                <a:spcPts val="0"/>
              </a:spcAft>
              <a:buSzPts val="1875"/>
              <a:buChar char="−"/>
              <a:defRPr b="0"/>
            </a:lvl2pPr>
            <a:lvl3pPr indent="-291464" lvl="2" marL="1371600" algn="l">
              <a:spcBef>
                <a:spcPts val="987"/>
              </a:spcBef>
              <a:spcAft>
                <a:spcPts val="0"/>
              </a:spcAft>
              <a:buSzPts val="990"/>
              <a:buChar char="●"/>
              <a:defRPr b="0"/>
            </a:lvl3pPr>
            <a:lvl4pPr indent="-314325" lvl="3" marL="1828800" algn="l">
              <a:spcBef>
                <a:spcPts val="737"/>
              </a:spcBef>
              <a:spcAft>
                <a:spcPts val="0"/>
              </a:spcAft>
              <a:buSzPts val="1350"/>
              <a:buChar char="−"/>
              <a:defRPr b="0"/>
            </a:lvl4pPr>
            <a:lvl5pPr indent="-280035" lvl="4" marL="2286000" algn="l">
              <a:spcBef>
                <a:spcPts val="476"/>
              </a:spcBef>
              <a:spcAft>
                <a:spcPts val="0"/>
              </a:spcAft>
              <a:buSzPts val="810"/>
              <a:buChar char="●"/>
              <a:defRPr b="0"/>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sp>
        <p:nvSpPr>
          <p:cNvPr id="96" name="Google Shape;96;p17"/>
          <p:cNvSpPr txBox="1"/>
          <p:nvPr>
            <p:ph type="title"/>
          </p:nvPr>
        </p:nvSpPr>
        <p:spPr>
          <a:xfrm>
            <a:off x="722880" y="4406867"/>
            <a:ext cx="7771680" cy="1362383"/>
          </a:xfrm>
          <a:prstGeom prst="rect">
            <a:avLst/>
          </a:prstGeom>
          <a:noFill/>
          <a:ln>
            <a:noFill/>
          </a:ln>
        </p:spPr>
        <p:txBody>
          <a:bodyPr anchorCtr="0" anchor="t" bIns="0" lIns="0" spcFirstLastPara="1" rIns="0" wrap="square" tIns="0">
            <a:noAutofit/>
          </a:bodyPr>
          <a:lstStyle>
            <a:lvl1pPr lvl="0" algn="l">
              <a:lnSpc>
                <a:spcPct val="88000"/>
              </a:lnSpc>
              <a:spcBef>
                <a:spcPts val="0"/>
              </a:spcBef>
              <a:spcAft>
                <a:spcPts val="0"/>
              </a:spcAft>
              <a:buSzPts val="1400"/>
              <a:buNone/>
              <a:defRPr b="1" sz="3600" cap="none"/>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97" name="Google Shape;97;p17"/>
          <p:cNvSpPr txBox="1"/>
          <p:nvPr>
            <p:ph idx="1" type="body"/>
          </p:nvPr>
        </p:nvSpPr>
        <p:spPr>
          <a:xfrm>
            <a:off x="722880" y="2906225"/>
            <a:ext cx="7771680" cy="1500638"/>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810"/>
              <a:buNone/>
              <a:defRPr sz="1800"/>
            </a:lvl1pPr>
            <a:lvl2pPr indent="-228600" lvl="1" marL="914400" algn="l">
              <a:spcBef>
                <a:spcPts val="1247"/>
              </a:spcBef>
              <a:spcAft>
                <a:spcPts val="0"/>
              </a:spcAft>
              <a:buSzPts val="1200"/>
              <a:buNone/>
              <a:defRPr sz="1600"/>
            </a:lvl2pPr>
            <a:lvl3pPr indent="-228600" lvl="2" marL="1371600" algn="l">
              <a:spcBef>
                <a:spcPts val="987"/>
              </a:spcBef>
              <a:spcAft>
                <a:spcPts val="0"/>
              </a:spcAft>
              <a:buSzPts val="675"/>
              <a:buNone/>
              <a:defRPr sz="1500"/>
            </a:lvl3pPr>
            <a:lvl4pPr indent="-228600" lvl="3" marL="1828800" algn="l">
              <a:spcBef>
                <a:spcPts val="737"/>
              </a:spcBef>
              <a:spcAft>
                <a:spcPts val="0"/>
              </a:spcAft>
              <a:buSzPts val="975"/>
              <a:buNone/>
              <a:defRPr sz="1300"/>
            </a:lvl4pPr>
            <a:lvl5pPr indent="-228600" lvl="4" marL="2286000" algn="l">
              <a:spcBef>
                <a:spcPts val="476"/>
              </a:spcBef>
              <a:spcAft>
                <a:spcPts val="0"/>
              </a:spcAft>
              <a:buSzPts val="585"/>
              <a:buNone/>
              <a:defRPr sz="1300"/>
            </a:lvl5pPr>
            <a:lvl6pPr indent="-228600" lvl="5" marL="2743200" algn="l">
              <a:lnSpc>
                <a:spcPct val="88000"/>
              </a:lnSpc>
              <a:spcBef>
                <a:spcPts val="216"/>
              </a:spcBef>
              <a:spcAft>
                <a:spcPts val="0"/>
              </a:spcAft>
              <a:buSzPts val="585"/>
              <a:buNone/>
              <a:defRPr sz="1300"/>
            </a:lvl6pPr>
            <a:lvl7pPr indent="-228600" lvl="6" marL="3200400" algn="l">
              <a:lnSpc>
                <a:spcPct val="88000"/>
              </a:lnSpc>
              <a:spcBef>
                <a:spcPts val="216"/>
              </a:spcBef>
              <a:spcAft>
                <a:spcPts val="0"/>
              </a:spcAft>
              <a:buSzPts val="585"/>
              <a:buNone/>
              <a:defRPr sz="1300"/>
            </a:lvl7pPr>
            <a:lvl8pPr indent="-228600" lvl="7" marL="3657600" algn="l">
              <a:lnSpc>
                <a:spcPct val="88000"/>
              </a:lnSpc>
              <a:spcBef>
                <a:spcPts val="216"/>
              </a:spcBef>
              <a:spcAft>
                <a:spcPts val="0"/>
              </a:spcAft>
              <a:buSzPts val="585"/>
              <a:buNone/>
              <a:defRPr sz="1300"/>
            </a:lvl8pPr>
            <a:lvl9pPr indent="-228600" lvl="8" marL="4114800" algn="l">
              <a:lnSpc>
                <a:spcPct val="88000"/>
              </a:lnSpc>
              <a:spcBef>
                <a:spcPts val="216"/>
              </a:spcBef>
              <a:spcAft>
                <a:spcPts val="216"/>
              </a:spcAft>
              <a:buSzPts val="585"/>
              <a:buNone/>
              <a:defRPr sz="13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8" name="Shape 98"/>
        <p:cNvGrpSpPr/>
        <p:nvPr/>
      </p:nvGrpSpPr>
      <p:grpSpPr>
        <a:xfrm>
          <a:off x="0" y="0"/>
          <a:ext cx="0" cy="0"/>
          <a:chOff x="0" y="0"/>
          <a:chExt cx="0" cy="0"/>
        </a:xfrm>
      </p:grpSpPr>
      <p:sp>
        <p:nvSpPr>
          <p:cNvPr id="99" name="Google Shape;99;p18"/>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00" name="Google Shape;100;p18"/>
          <p:cNvSpPr txBox="1"/>
          <p:nvPr>
            <p:ph idx="1" type="body"/>
          </p:nvPr>
        </p:nvSpPr>
        <p:spPr>
          <a:xfrm>
            <a:off x="671042" y="1745463"/>
            <a:ext cx="3828960" cy="4310373"/>
          </a:xfrm>
          <a:prstGeom prst="rect">
            <a:avLst/>
          </a:prstGeom>
          <a:noFill/>
          <a:ln>
            <a:noFill/>
          </a:ln>
        </p:spPr>
        <p:txBody>
          <a:bodyPr anchorCtr="0" anchor="t" bIns="0" lIns="0" spcFirstLastPara="1" rIns="0" wrap="square" tIns="0">
            <a:noAutofit/>
          </a:bodyPr>
          <a:lstStyle>
            <a:lvl1pPr indent="-300037" lvl="0" marL="457200" algn="l">
              <a:spcBef>
                <a:spcPts val="0"/>
              </a:spcBef>
              <a:spcAft>
                <a:spcPts val="0"/>
              </a:spcAft>
              <a:buSzPts val="1125"/>
              <a:buChar char="●"/>
              <a:defRPr sz="2500"/>
            </a:lvl1pPr>
            <a:lvl2pPr indent="-333375" lvl="1" marL="914400" algn="l">
              <a:spcBef>
                <a:spcPts val="1247"/>
              </a:spcBef>
              <a:spcAft>
                <a:spcPts val="0"/>
              </a:spcAft>
              <a:buSzPts val="1650"/>
              <a:buChar char="−"/>
              <a:defRPr sz="2200"/>
            </a:lvl2pPr>
            <a:lvl3pPr indent="-280035" lvl="2" marL="1371600" algn="l">
              <a:spcBef>
                <a:spcPts val="987"/>
              </a:spcBef>
              <a:spcAft>
                <a:spcPts val="0"/>
              </a:spcAft>
              <a:buSzPts val="810"/>
              <a:buChar char="●"/>
              <a:defRPr sz="1800"/>
            </a:lvl3pPr>
            <a:lvl4pPr indent="-304800" lvl="3" marL="1828800" algn="l">
              <a:spcBef>
                <a:spcPts val="737"/>
              </a:spcBef>
              <a:spcAft>
                <a:spcPts val="0"/>
              </a:spcAft>
              <a:buSzPts val="1200"/>
              <a:buChar char="−"/>
              <a:defRPr sz="1600"/>
            </a:lvl4pPr>
            <a:lvl5pPr indent="-274320" lvl="4" marL="2286000" algn="l">
              <a:spcBef>
                <a:spcPts val="476"/>
              </a:spcBef>
              <a:spcAft>
                <a:spcPts val="0"/>
              </a:spcAft>
              <a:buSzPts val="720"/>
              <a:buChar char="●"/>
              <a:defRPr sz="1600"/>
            </a:lvl5pPr>
            <a:lvl6pPr indent="-274320" lvl="5" marL="2743200" algn="l">
              <a:lnSpc>
                <a:spcPct val="88000"/>
              </a:lnSpc>
              <a:spcBef>
                <a:spcPts val="216"/>
              </a:spcBef>
              <a:spcAft>
                <a:spcPts val="0"/>
              </a:spcAft>
              <a:buSzPts val="720"/>
              <a:buChar char="●"/>
              <a:defRPr sz="1600"/>
            </a:lvl6pPr>
            <a:lvl7pPr indent="-274320" lvl="6" marL="3200400" algn="l">
              <a:lnSpc>
                <a:spcPct val="88000"/>
              </a:lnSpc>
              <a:spcBef>
                <a:spcPts val="216"/>
              </a:spcBef>
              <a:spcAft>
                <a:spcPts val="0"/>
              </a:spcAft>
              <a:buSzPts val="720"/>
              <a:buChar char="●"/>
              <a:defRPr sz="1600"/>
            </a:lvl7pPr>
            <a:lvl8pPr indent="-274320" lvl="7" marL="3657600" algn="l">
              <a:lnSpc>
                <a:spcPct val="88000"/>
              </a:lnSpc>
              <a:spcBef>
                <a:spcPts val="216"/>
              </a:spcBef>
              <a:spcAft>
                <a:spcPts val="0"/>
              </a:spcAft>
              <a:buSzPts val="720"/>
              <a:buChar char="●"/>
              <a:defRPr sz="1600"/>
            </a:lvl8pPr>
            <a:lvl9pPr indent="-274320" lvl="8" marL="4114800" algn="l">
              <a:lnSpc>
                <a:spcPct val="88000"/>
              </a:lnSpc>
              <a:spcBef>
                <a:spcPts val="216"/>
              </a:spcBef>
              <a:spcAft>
                <a:spcPts val="216"/>
              </a:spcAft>
              <a:buSzPts val="720"/>
              <a:buChar char="●"/>
              <a:defRPr sz="1600"/>
            </a:lvl9pPr>
          </a:lstStyle>
          <a:p/>
        </p:txBody>
      </p:sp>
      <p:sp>
        <p:nvSpPr>
          <p:cNvPr id="101" name="Google Shape;101;p18"/>
          <p:cNvSpPr txBox="1"/>
          <p:nvPr>
            <p:ph idx="2" type="body"/>
          </p:nvPr>
        </p:nvSpPr>
        <p:spPr>
          <a:xfrm>
            <a:off x="4638240" y="1745463"/>
            <a:ext cx="3830400" cy="4310373"/>
          </a:xfrm>
          <a:prstGeom prst="rect">
            <a:avLst/>
          </a:prstGeom>
          <a:noFill/>
          <a:ln>
            <a:noFill/>
          </a:ln>
        </p:spPr>
        <p:txBody>
          <a:bodyPr anchorCtr="0" anchor="t" bIns="0" lIns="0" spcFirstLastPara="1" rIns="0" wrap="square" tIns="0">
            <a:noAutofit/>
          </a:bodyPr>
          <a:lstStyle>
            <a:lvl1pPr indent="-300037" lvl="0" marL="457200" algn="l">
              <a:spcBef>
                <a:spcPts val="0"/>
              </a:spcBef>
              <a:spcAft>
                <a:spcPts val="0"/>
              </a:spcAft>
              <a:buSzPts val="1125"/>
              <a:buChar char="●"/>
              <a:defRPr sz="2500"/>
            </a:lvl1pPr>
            <a:lvl2pPr indent="-333375" lvl="1" marL="914400" algn="l">
              <a:spcBef>
                <a:spcPts val="1247"/>
              </a:spcBef>
              <a:spcAft>
                <a:spcPts val="0"/>
              </a:spcAft>
              <a:buSzPts val="1650"/>
              <a:buChar char="−"/>
              <a:defRPr sz="2200"/>
            </a:lvl2pPr>
            <a:lvl3pPr indent="-280035" lvl="2" marL="1371600" algn="l">
              <a:spcBef>
                <a:spcPts val="987"/>
              </a:spcBef>
              <a:spcAft>
                <a:spcPts val="0"/>
              </a:spcAft>
              <a:buSzPts val="810"/>
              <a:buChar char="●"/>
              <a:defRPr sz="1800"/>
            </a:lvl3pPr>
            <a:lvl4pPr indent="-304800" lvl="3" marL="1828800" algn="l">
              <a:spcBef>
                <a:spcPts val="737"/>
              </a:spcBef>
              <a:spcAft>
                <a:spcPts val="0"/>
              </a:spcAft>
              <a:buSzPts val="1200"/>
              <a:buChar char="−"/>
              <a:defRPr sz="1600"/>
            </a:lvl4pPr>
            <a:lvl5pPr indent="-274320" lvl="4" marL="2286000" algn="l">
              <a:spcBef>
                <a:spcPts val="476"/>
              </a:spcBef>
              <a:spcAft>
                <a:spcPts val="0"/>
              </a:spcAft>
              <a:buSzPts val="720"/>
              <a:buChar char="●"/>
              <a:defRPr sz="1600"/>
            </a:lvl5pPr>
            <a:lvl6pPr indent="-274320" lvl="5" marL="2743200" algn="l">
              <a:lnSpc>
                <a:spcPct val="88000"/>
              </a:lnSpc>
              <a:spcBef>
                <a:spcPts val="216"/>
              </a:spcBef>
              <a:spcAft>
                <a:spcPts val="0"/>
              </a:spcAft>
              <a:buSzPts val="720"/>
              <a:buChar char="●"/>
              <a:defRPr sz="1600"/>
            </a:lvl6pPr>
            <a:lvl7pPr indent="-274320" lvl="6" marL="3200400" algn="l">
              <a:lnSpc>
                <a:spcPct val="88000"/>
              </a:lnSpc>
              <a:spcBef>
                <a:spcPts val="216"/>
              </a:spcBef>
              <a:spcAft>
                <a:spcPts val="0"/>
              </a:spcAft>
              <a:buSzPts val="720"/>
              <a:buChar char="●"/>
              <a:defRPr sz="1600"/>
            </a:lvl7pPr>
            <a:lvl8pPr indent="-274320" lvl="7" marL="3657600" algn="l">
              <a:lnSpc>
                <a:spcPct val="88000"/>
              </a:lnSpc>
              <a:spcBef>
                <a:spcPts val="216"/>
              </a:spcBef>
              <a:spcAft>
                <a:spcPts val="0"/>
              </a:spcAft>
              <a:buSzPts val="720"/>
              <a:buChar char="●"/>
              <a:defRPr sz="1600"/>
            </a:lvl8pPr>
            <a:lvl9pPr indent="-274320" lvl="8" marL="4114800" algn="l">
              <a:lnSpc>
                <a:spcPct val="88000"/>
              </a:lnSpc>
              <a:spcBef>
                <a:spcPts val="216"/>
              </a:spcBef>
              <a:spcAft>
                <a:spcPts val="216"/>
              </a:spcAft>
              <a:buSzPts val="720"/>
              <a:buChar char="●"/>
              <a:defRPr sz="16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2" name="Shape 102"/>
        <p:cNvGrpSpPr/>
        <p:nvPr/>
      </p:nvGrpSpPr>
      <p:grpSpPr>
        <a:xfrm>
          <a:off x="0" y="0"/>
          <a:ext cx="0" cy="0"/>
          <a:chOff x="0" y="0"/>
          <a:chExt cx="0" cy="0"/>
        </a:xfrm>
      </p:grpSpPr>
      <p:sp>
        <p:nvSpPr>
          <p:cNvPr id="103" name="Google Shape;103;p19"/>
          <p:cNvSpPr txBox="1"/>
          <p:nvPr>
            <p:ph type="title"/>
          </p:nvPr>
        </p:nvSpPr>
        <p:spPr>
          <a:xfrm>
            <a:off x="457922" y="275074"/>
            <a:ext cx="8229600" cy="1142039"/>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04" name="Google Shape;104;p19"/>
          <p:cNvSpPr txBox="1"/>
          <p:nvPr>
            <p:ph idx="1" type="body"/>
          </p:nvPr>
        </p:nvSpPr>
        <p:spPr>
          <a:xfrm>
            <a:off x="457920" y="1535201"/>
            <a:ext cx="4039200" cy="639427"/>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990"/>
              <a:buNone/>
              <a:defRPr b="1" sz="2200"/>
            </a:lvl1pPr>
            <a:lvl2pPr indent="-228600" lvl="1" marL="914400" algn="l">
              <a:spcBef>
                <a:spcPts val="1247"/>
              </a:spcBef>
              <a:spcAft>
                <a:spcPts val="0"/>
              </a:spcAft>
              <a:buSzPts val="1350"/>
              <a:buNone/>
              <a:defRPr b="1" sz="1800"/>
            </a:lvl2pPr>
            <a:lvl3pPr indent="-228600" lvl="2" marL="1371600" algn="l">
              <a:spcBef>
                <a:spcPts val="987"/>
              </a:spcBef>
              <a:spcAft>
                <a:spcPts val="0"/>
              </a:spcAft>
              <a:buSzPts val="720"/>
              <a:buNone/>
              <a:defRPr b="1" sz="1600"/>
            </a:lvl3pPr>
            <a:lvl4pPr indent="-228600" lvl="3" marL="1828800" algn="l">
              <a:spcBef>
                <a:spcPts val="737"/>
              </a:spcBef>
              <a:spcAft>
                <a:spcPts val="0"/>
              </a:spcAft>
              <a:buSzPts val="1125"/>
              <a:buNone/>
              <a:defRPr b="1" sz="1500"/>
            </a:lvl4pPr>
            <a:lvl5pPr indent="-228600" lvl="4" marL="2286000" algn="l">
              <a:spcBef>
                <a:spcPts val="476"/>
              </a:spcBef>
              <a:spcAft>
                <a:spcPts val="0"/>
              </a:spcAft>
              <a:buSzPts val="675"/>
              <a:buNone/>
              <a:defRPr b="1" sz="1500"/>
            </a:lvl5pPr>
            <a:lvl6pPr indent="-228600" lvl="5" marL="2743200" algn="l">
              <a:lnSpc>
                <a:spcPct val="88000"/>
              </a:lnSpc>
              <a:spcBef>
                <a:spcPts val="216"/>
              </a:spcBef>
              <a:spcAft>
                <a:spcPts val="0"/>
              </a:spcAft>
              <a:buSzPts val="675"/>
              <a:buNone/>
              <a:defRPr b="1" sz="1500"/>
            </a:lvl6pPr>
            <a:lvl7pPr indent="-228600" lvl="6" marL="3200400" algn="l">
              <a:lnSpc>
                <a:spcPct val="88000"/>
              </a:lnSpc>
              <a:spcBef>
                <a:spcPts val="216"/>
              </a:spcBef>
              <a:spcAft>
                <a:spcPts val="0"/>
              </a:spcAft>
              <a:buSzPts val="675"/>
              <a:buNone/>
              <a:defRPr b="1" sz="1500"/>
            </a:lvl7pPr>
            <a:lvl8pPr indent="-228600" lvl="7" marL="3657600" algn="l">
              <a:lnSpc>
                <a:spcPct val="88000"/>
              </a:lnSpc>
              <a:spcBef>
                <a:spcPts val="216"/>
              </a:spcBef>
              <a:spcAft>
                <a:spcPts val="0"/>
              </a:spcAft>
              <a:buSzPts val="675"/>
              <a:buNone/>
              <a:defRPr b="1" sz="1500"/>
            </a:lvl8pPr>
            <a:lvl9pPr indent="-228600" lvl="8" marL="4114800" algn="l">
              <a:lnSpc>
                <a:spcPct val="88000"/>
              </a:lnSpc>
              <a:spcBef>
                <a:spcPts val="216"/>
              </a:spcBef>
              <a:spcAft>
                <a:spcPts val="216"/>
              </a:spcAft>
              <a:buSzPts val="675"/>
              <a:buNone/>
              <a:defRPr b="1" sz="1500"/>
            </a:lvl9pPr>
          </a:lstStyle>
          <a:p/>
        </p:txBody>
      </p:sp>
      <p:sp>
        <p:nvSpPr>
          <p:cNvPr id="105" name="Google Shape;105;p19"/>
          <p:cNvSpPr txBox="1"/>
          <p:nvPr>
            <p:ph idx="2" type="body"/>
          </p:nvPr>
        </p:nvSpPr>
        <p:spPr>
          <a:xfrm>
            <a:off x="457920" y="2174628"/>
            <a:ext cx="4039200" cy="3951775"/>
          </a:xfrm>
          <a:prstGeom prst="rect">
            <a:avLst/>
          </a:prstGeom>
          <a:noFill/>
          <a:ln>
            <a:noFill/>
          </a:ln>
        </p:spPr>
        <p:txBody>
          <a:bodyPr anchorCtr="0" anchor="t" bIns="0" lIns="0" spcFirstLastPara="1" rIns="0" wrap="square" tIns="0">
            <a:noAutofit/>
          </a:bodyPr>
          <a:lstStyle>
            <a:lvl1pPr indent="-291465" lvl="0" marL="457200" algn="l">
              <a:spcBef>
                <a:spcPts val="0"/>
              </a:spcBef>
              <a:spcAft>
                <a:spcPts val="0"/>
              </a:spcAft>
              <a:buSzPts val="990"/>
              <a:buChar char="●"/>
              <a:defRPr sz="2200"/>
            </a:lvl1pPr>
            <a:lvl2pPr indent="-314325" lvl="1" marL="914400" algn="l">
              <a:spcBef>
                <a:spcPts val="1247"/>
              </a:spcBef>
              <a:spcAft>
                <a:spcPts val="0"/>
              </a:spcAft>
              <a:buSzPts val="1350"/>
              <a:buChar char="−"/>
              <a:defRPr sz="1800"/>
            </a:lvl2pPr>
            <a:lvl3pPr indent="-274319" lvl="2" marL="1371600" algn="l">
              <a:spcBef>
                <a:spcPts val="987"/>
              </a:spcBef>
              <a:spcAft>
                <a:spcPts val="0"/>
              </a:spcAft>
              <a:buSzPts val="720"/>
              <a:buChar char="●"/>
              <a:defRPr sz="1600"/>
            </a:lvl3pPr>
            <a:lvl4pPr indent="-300037" lvl="3" marL="1828800" algn="l">
              <a:spcBef>
                <a:spcPts val="737"/>
              </a:spcBef>
              <a:spcAft>
                <a:spcPts val="0"/>
              </a:spcAft>
              <a:buSzPts val="1125"/>
              <a:buChar char="−"/>
              <a:defRPr sz="1500"/>
            </a:lvl4pPr>
            <a:lvl5pPr indent="-271462" lvl="4" marL="2286000" algn="l">
              <a:spcBef>
                <a:spcPts val="476"/>
              </a:spcBef>
              <a:spcAft>
                <a:spcPts val="0"/>
              </a:spcAft>
              <a:buSzPts val="675"/>
              <a:buChar char="●"/>
              <a:defRPr sz="1500"/>
            </a:lvl5pPr>
            <a:lvl6pPr indent="-271462" lvl="5" marL="2743200" algn="l">
              <a:lnSpc>
                <a:spcPct val="88000"/>
              </a:lnSpc>
              <a:spcBef>
                <a:spcPts val="216"/>
              </a:spcBef>
              <a:spcAft>
                <a:spcPts val="0"/>
              </a:spcAft>
              <a:buSzPts val="675"/>
              <a:buChar char="●"/>
              <a:defRPr sz="1500"/>
            </a:lvl6pPr>
            <a:lvl7pPr indent="-271462" lvl="6" marL="3200400" algn="l">
              <a:lnSpc>
                <a:spcPct val="88000"/>
              </a:lnSpc>
              <a:spcBef>
                <a:spcPts val="216"/>
              </a:spcBef>
              <a:spcAft>
                <a:spcPts val="0"/>
              </a:spcAft>
              <a:buSzPts val="675"/>
              <a:buChar char="●"/>
              <a:defRPr sz="1500"/>
            </a:lvl7pPr>
            <a:lvl8pPr indent="-271462" lvl="7" marL="3657600" algn="l">
              <a:lnSpc>
                <a:spcPct val="88000"/>
              </a:lnSpc>
              <a:spcBef>
                <a:spcPts val="216"/>
              </a:spcBef>
              <a:spcAft>
                <a:spcPts val="0"/>
              </a:spcAft>
              <a:buSzPts val="675"/>
              <a:buChar char="●"/>
              <a:defRPr sz="1500"/>
            </a:lvl8pPr>
            <a:lvl9pPr indent="-271462" lvl="8" marL="4114800" algn="l">
              <a:lnSpc>
                <a:spcPct val="88000"/>
              </a:lnSpc>
              <a:spcBef>
                <a:spcPts val="216"/>
              </a:spcBef>
              <a:spcAft>
                <a:spcPts val="216"/>
              </a:spcAft>
              <a:buSzPts val="675"/>
              <a:buChar char="●"/>
              <a:defRPr sz="1500"/>
            </a:lvl9pPr>
          </a:lstStyle>
          <a:p/>
        </p:txBody>
      </p:sp>
      <p:sp>
        <p:nvSpPr>
          <p:cNvPr id="106" name="Google Shape;106;p19"/>
          <p:cNvSpPr txBox="1"/>
          <p:nvPr>
            <p:ph idx="3" type="body"/>
          </p:nvPr>
        </p:nvSpPr>
        <p:spPr>
          <a:xfrm>
            <a:off x="4645442" y="1535201"/>
            <a:ext cx="4042080" cy="639427"/>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990"/>
              <a:buNone/>
              <a:defRPr b="1" sz="2200"/>
            </a:lvl1pPr>
            <a:lvl2pPr indent="-228600" lvl="1" marL="914400" algn="l">
              <a:spcBef>
                <a:spcPts val="1247"/>
              </a:spcBef>
              <a:spcAft>
                <a:spcPts val="0"/>
              </a:spcAft>
              <a:buSzPts val="1350"/>
              <a:buNone/>
              <a:defRPr b="1" sz="1800"/>
            </a:lvl2pPr>
            <a:lvl3pPr indent="-228600" lvl="2" marL="1371600" algn="l">
              <a:spcBef>
                <a:spcPts val="987"/>
              </a:spcBef>
              <a:spcAft>
                <a:spcPts val="0"/>
              </a:spcAft>
              <a:buSzPts val="720"/>
              <a:buNone/>
              <a:defRPr b="1" sz="1600"/>
            </a:lvl3pPr>
            <a:lvl4pPr indent="-228600" lvl="3" marL="1828800" algn="l">
              <a:spcBef>
                <a:spcPts val="737"/>
              </a:spcBef>
              <a:spcAft>
                <a:spcPts val="0"/>
              </a:spcAft>
              <a:buSzPts val="1125"/>
              <a:buNone/>
              <a:defRPr b="1" sz="1500"/>
            </a:lvl4pPr>
            <a:lvl5pPr indent="-228600" lvl="4" marL="2286000" algn="l">
              <a:spcBef>
                <a:spcPts val="476"/>
              </a:spcBef>
              <a:spcAft>
                <a:spcPts val="0"/>
              </a:spcAft>
              <a:buSzPts val="675"/>
              <a:buNone/>
              <a:defRPr b="1" sz="1500"/>
            </a:lvl5pPr>
            <a:lvl6pPr indent="-228600" lvl="5" marL="2743200" algn="l">
              <a:lnSpc>
                <a:spcPct val="88000"/>
              </a:lnSpc>
              <a:spcBef>
                <a:spcPts val="216"/>
              </a:spcBef>
              <a:spcAft>
                <a:spcPts val="0"/>
              </a:spcAft>
              <a:buSzPts val="675"/>
              <a:buNone/>
              <a:defRPr b="1" sz="1500"/>
            </a:lvl6pPr>
            <a:lvl7pPr indent="-228600" lvl="6" marL="3200400" algn="l">
              <a:lnSpc>
                <a:spcPct val="88000"/>
              </a:lnSpc>
              <a:spcBef>
                <a:spcPts val="216"/>
              </a:spcBef>
              <a:spcAft>
                <a:spcPts val="0"/>
              </a:spcAft>
              <a:buSzPts val="675"/>
              <a:buNone/>
              <a:defRPr b="1" sz="1500"/>
            </a:lvl7pPr>
            <a:lvl8pPr indent="-228600" lvl="7" marL="3657600" algn="l">
              <a:lnSpc>
                <a:spcPct val="88000"/>
              </a:lnSpc>
              <a:spcBef>
                <a:spcPts val="216"/>
              </a:spcBef>
              <a:spcAft>
                <a:spcPts val="0"/>
              </a:spcAft>
              <a:buSzPts val="675"/>
              <a:buNone/>
              <a:defRPr b="1" sz="1500"/>
            </a:lvl8pPr>
            <a:lvl9pPr indent="-228600" lvl="8" marL="4114800" algn="l">
              <a:lnSpc>
                <a:spcPct val="88000"/>
              </a:lnSpc>
              <a:spcBef>
                <a:spcPts val="216"/>
              </a:spcBef>
              <a:spcAft>
                <a:spcPts val="216"/>
              </a:spcAft>
              <a:buSzPts val="675"/>
              <a:buNone/>
              <a:defRPr b="1" sz="1500"/>
            </a:lvl9pPr>
          </a:lstStyle>
          <a:p/>
        </p:txBody>
      </p:sp>
      <p:sp>
        <p:nvSpPr>
          <p:cNvPr id="107" name="Google Shape;107;p19"/>
          <p:cNvSpPr txBox="1"/>
          <p:nvPr>
            <p:ph idx="4" type="body"/>
          </p:nvPr>
        </p:nvSpPr>
        <p:spPr>
          <a:xfrm>
            <a:off x="4645442" y="2174628"/>
            <a:ext cx="4042080" cy="3951775"/>
          </a:xfrm>
          <a:prstGeom prst="rect">
            <a:avLst/>
          </a:prstGeom>
          <a:noFill/>
          <a:ln>
            <a:noFill/>
          </a:ln>
        </p:spPr>
        <p:txBody>
          <a:bodyPr anchorCtr="0" anchor="t" bIns="0" lIns="0" spcFirstLastPara="1" rIns="0" wrap="square" tIns="0">
            <a:noAutofit/>
          </a:bodyPr>
          <a:lstStyle>
            <a:lvl1pPr indent="-291465" lvl="0" marL="457200" algn="l">
              <a:spcBef>
                <a:spcPts val="0"/>
              </a:spcBef>
              <a:spcAft>
                <a:spcPts val="0"/>
              </a:spcAft>
              <a:buSzPts val="990"/>
              <a:buChar char="●"/>
              <a:defRPr sz="2200"/>
            </a:lvl1pPr>
            <a:lvl2pPr indent="-314325" lvl="1" marL="914400" algn="l">
              <a:spcBef>
                <a:spcPts val="1247"/>
              </a:spcBef>
              <a:spcAft>
                <a:spcPts val="0"/>
              </a:spcAft>
              <a:buSzPts val="1350"/>
              <a:buChar char="−"/>
              <a:defRPr sz="1800"/>
            </a:lvl2pPr>
            <a:lvl3pPr indent="-274319" lvl="2" marL="1371600" algn="l">
              <a:spcBef>
                <a:spcPts val="987"/>
              </a:spcBef>
              <a:spcAft>
                <a:spcPts val="0"/>
              </a:spcAft>
              <a:buSzPts val="720"/>
              <a:buChar char="●"/>
              <a:defRPr sz="1600"/>
            </a:lvl3pPr>
            <a:lvl4pPr indent="-300037" lvl="3" marL="1828800" algn="l">
              <a:spcBef>
                <a:spcPts val="737"/>
              </a:spcBef>
              <a:spcAft>
                <a:spcPts val="0"/>
              </a:spcAft>
              <a:buSzPts val="1125"/>
              <a:buChar char="−"/>
              <a:defRPr sz="1500"/>
            </a:lvl4pPr>
            <a:lvl5pPr indent="-271462" lvl="4" marL="2286000" algn="l">
              <a:spcBef>
                <a:spcPts val="476"/>
              </a:spcBef>
              <a:spcAft>
                <a:spcPts val="0"/>
              </a:spcAft>
              <a:buSzPts val="675"/>
              <a:buChar char="●"/>
              <a:defRPr sz="1500"/>
            </a:lvl5pPr>
            <a:lvl6pPr indent="-271462" lvl="5" marL="2743200" algn="l">
              <a:lnSpc>
                <a:spcPct val="88000"/>
              </a:lnSpc>
              <a:spcBef>
                <a:spcPts val="216"/>
              </a:spcBef>
              <a:spcAft>
                <a:spcPts val="0"/>
              </a:spcAft>
              <a:buSzPts val="675"/>
              <a:buChar char="●"/>
              <a:defRPr sz="1500"/>
            </a:lvl6pPr>
            <a:lvl7pPr indent="-271462" lvl="6" marL="3200400" algn="l">
              <a:lnSpc>
                <a:spcPct val="88000"/>
              </a:lnSpc>
              <a:spcBef>
                <a:spcPts val="216"/>
              </a:spcBef>
              <a:spcAft>
                <a:spcPts val="0"/>
              </a:spcAft>
              <a:buSzPts val="675"/>
              <a:buChar char="●"/>
              <a:defRPr sz="1500"/>
            </a:lvl7pPr>
            <a:lvl8pPr indent="-271462" lvl="7" marL="3657600" algn="l">
              <a:lnSpc>
                <a:spcPct val="88000"/>
              </a:lnSpc>
              <a:spcBef>
                <a:spcPts val="216"/>
              </a:spcBef>
              <a:spcAft>
                <a:spcPts val="0"/>
              </a:spcAft>
              <a:buSzPts val="675"/>
              <a:buChar char="●"/>
              <a:defRPr sz="1500"/>
            </a:lvl8pPr>
            <a:lvl9pPr indent="-271462" lvl="8" marL="4114800" algn="l">
              <a:lnSpc>
                <a:spcPct val="88000"/>
              </a:lnSpc>
              <a:spcBef>
                <a:spcPts val="216"/>
              </a:spcBef>
              <a:spcAft>
                <a:spcPts val="216"/>
              </a:spcAft>
              <a:buSzPts val="675"/>
              <a:buChar char="●"/>
              <a:defRPr sz="15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8" name="Shape 108"/>
        <p:cNvGrpSpPr/>
        <p:nvPr/>
      </p:nvGrpSpPr>
      <p:grpSpPr>
        <a:xfrm>
          <a:off x="0" y="0"/>
          <a:ext cx="0" cy="0"/>
          <a:chOff x="0" y="0"/>
          <a:chExt cx="0" cy="0"/>
        </a:xfrm>
      </p:grpSpPr>
      <p:sp>
        <p:nvSpPr>
          <p:cNvPr id="109" name="Google Shape;109;p20"/>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0" name="Shape 110"/>
        <p:cNvGrpSpPr/>
        <p:nvPr/>
      </p:nvGrpSpPr>
      <p:grpSpPr>
        <a:xfrm>
          <a:off x="0" y="0"/>
          <a:ext cx="0" cy="0"/>
          <a:chOff x="0" y="0"/>
          <a:chExt cx="0" cy="0"/>
        </a:xfrm>
      </p:grpSpPr>
      <p:sp>
        <p:nvSpPr>
          <p:cNvPr id="111" name="Google Shape;111;p21"/>
          <p:cNvSpPr txBox="1"/>
          <p:nvPr>
            <p:ph type="title"/>
          </p:nvPr>
        </p:nvSpPr>
        <p:spPr>
          <a:xfrm>
            <a:off x="457920" y="273629"/>
            <a:ext cx="3008160" cy="1160762"/>
          </a:xfrm>
          <a:prstGeom prst="rect">
            <a:avLst/>
          </a:prstGeom>
          <a:noFill/>
          <a:ln>
            <a:noFill/>
          </a:ln>
        </p:spPr>
        <p:txBody>
          <a:bodyPr anchorCtr="0" anchor="b" bIns="0" lIns="0" spcFirstLastPara="1" rIns="0" wrap="square" tIns="0">
            <a:noAutofit/>
          </a:bodyPr>
          <a:lstStyle>
            <a:lvl1pPr lvl="0" algn="l">
              <a:lnSpc>
                <a:spcPct val="88000"/>
              </a:lnSpc>
              <a:spcBef>
                <a:spcPts val="0"/>
              </a:spcBef>
              <a:spcAft>
                <a:spcPts val="0"/>
              </a:spcAft>
              <a:buSzPts val="1400"/>
              <a:buNone/>
              <a:defRPr b="1" sz="1800"/>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12" name="Google Shape;112;p21"/>
          <p:cNvSpPr txBox="1"/>
          <p:nvPr>
            <p:ph idx="1" type="body"/>
          </p:nvPr>
        </p:nvSpPr>
        <p:spPr>
          <a:xfrm>
            <a:off x="3575525" y="273633"/>
            <a:ext cx="5112000" cy="5852774"/>
          </a:xfrm>
          <a:prstGeom prst="rect">
            <a:avLst/>
          </a:prstGeom>
          <a:noFill/>
          <a:ln>
            <a:noFill/>
          </a:ln>
        </p:spPr>
        <p:txBody>
          <a:bodyPr anchorCtr="0" anchor="t" bIns="0" lIns="0" spcFirstLastPara="1" rIns="0" wrap="square" tIns="0">
            <a:noAutofit/>
          </a:bodyPr>
          <a:lstStyle>
            <a:lvl1pPr indent="-311467" lvl="0" marL="457200" algn="l">
              <a:spcBef>
                <a:spcPts val="0"/>
              </a:spcBef>
              <a:spcAft>
                <a:spcPts val="0"/>
              </a:spcAft>
              <a:buSzPts val="1305"/>
              <a:buChar char="●"/>
              <a:defRPr sz="2900"/>
            </a:lvl1pPr>
            <a:lvl2pPr indent="-347662" lvl="1" marL="914400" algn="l">
              <a:spcBef>
                <a:spcPts val="1247"/>
              </a:spcBef>
              <a:spcAft>
                <a:spcPts val="0"/>
              </a:spcAft>
              <a:buSzPts val="1875"/>
              <a:buChar char="−"/>
              <a:defRPr sz="2500"/>
            </a:lvl2pPr>
            <a:lvl3pPr indent="-291464" lvl="2" marL="1371600" algn="l">
              <a:spcBef>
                <a:spcPts val="987"/>
              </a:spcBef>
              <a:spcAft>
                <a:spcPts val="0"/>
              </a:spcAft>
              <a:buSzPts val="990"/>
              <a:buChar char="●"/>
              <a:defRPr sz="2200"/>
            </a:lvl3pPr>
            <a:lvl4pPr indent="-314325" lvl="3" marL="1828800" algn="l">
              <a:spcBef>
                <a:spcPts val="737"/>
              </a:spcBef>
              <a:spcAft>
                <a:spcPts val="0"/>
              </a:spcAft>
              <a:buSzPts val="1350"/>
              <a:buChar char="−"/>
              <a:defRPr sz="1800"/>
            </a:lvl4pPr>
            <a:lvl5pPr indent="-280035" lvl="4" marL="2286000" algn="l">
              <a:spcBef>
                <a:spcPts val="476"/>
              </a:spcBef>
              <a:spcAft>
                <a:spcPts val="0"/>
              </a:spcAft>
              <a:buSzPts val="810"/>
              <a:buChar char="●"/>
              <a:defRPr sz="1800"/>
            </a:lvl5pPr>
            <a:lvl6pPr indent="-280035" lvl="5" marL="2743200" algn="l">
              <a:lnSpc>
                <a:spcPct val="88000"/>
              </a:lnSpc>
              <a:spcBef>
                <a:spcPts val="216"/>
              </a:spcBef>
              <a:spcAft>
                <a:spcPts val="0"/>
              </a:spcAft>
              <a:buSzPts val="810"/>
              <a:buChar char="●"/>
              <a:defRPr sz="1800"/>
            </a:lvl6pPr>
            <a:lvl7pPr indent="-280035" lvl="6" marL="3200400" algn="l">
              <a:lnSpc>
                <a:spcPct val="88000"/>
              </a:lnSpc>
              <a:spcBef>
                <a:spcPts val="216"/>
              </a:spcBef>
              <a:spcAft>
                <a:spcPts val="0"/>
              </a:spcAft>
              <a:buSzPts val="810"/>
              <a:buChar char="●"/>
              <a:defRPr sz="1800"/>
            </a:lvl7pPr>
            <a:lvl8pPr indent="-280034" lvl="7" marL="3657600" algn="l">
              <a:lnSpc>
                <a:spcPct val="88000"/>
              </a:lnSpc>
              <a:spcBef>
                <a:spcPts val="216"/>
              </a:spcBef>
              <a:spcAft>
                <a:spcPts val="0"/>
              </a:spcAft>
              <a:buSzPts val="810"/>
              <a:buChar char="●"/>
              <a:defRPr sz="1800"/>
            </a:lvl8pPr>
            <a:lvl9pPr indent="-280034" lvl="8" marL="4114800" algn="l">
              <a:lnSpc>
                <a:spcPct val="88000"/>
              </a:lnSpc>
              <a:spcBef>
                <a:spcPts val="216"/>
              </a:spcBef>
              <a:spcAft>
                <a:spcPts val="216"/>
              </a:spcAft>
              <a:buSzPts val="810"/>
              <a:buChar char="●"/>
              <a:defRPr sz="1800"/>
            </a:lvl9pPr>
          </a:lstStyle>
          <a:p/>
        </p:txBody>
      </p:sp>
      <p:sp>
        <p:nvSpPr>
          <p:cNvPr id="113" name="Google Shape;113;p21"/>
          <p:cNvSpPr txBox="1"/>
          <p:nvPr>
            <p:ph idx="2" type="body"/>
          </p:nvPr>
        </p:nvSpPr>
        <p:spPr>
          <a:xfrm>
            <a:off x="457920" y="1434395"/>
            <a:ext cx="3008160" cy="4692013"/>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585"/>
              <a:buNone/>
              <a:defRPr sz="1300"/>
            </a:lvl1pPr>
            <a:lvl2pPr indent="-228600" lvl="1" marL="914400" algn="l">
              <a:spcBef>
                <a:spcPts val="1247"/>
              </a:spcBef>
              <a:spcAft>
                <a:spcPts val="0"/>
              </a:spcAft>
              <a:buSzPts val="825"/>
              <a:buNone/>
              <a:defRPr sz="1100"/>
            </a:lvl2pPr>
            <a:lvl3pPr indent="-228600" lvl="2" marL="1371600" algn="l">
              <a:spcBef>
                <a:spcPts val="987"/>
              </a:spcBef>
              <a:spcAft>
                <a:spcPts val="0"/>
              </a:spcAft>
              <a:buSzPts val="405"/>
              <a:buNone/>
              <a:defRPr sz="900"/>
            </a:lvl3pPr>
            <a:lvl4pPr indent="-228600" lvl="3" marL="1828800" algn="l">
              <a:spcBef>
                <a:spcPts val="737"/>
              </a:spcBef>
              <a:spcAft>
                <a:spcPts val="0"/>
              </a:spcAft>
              <a:buSzPts val="600"/>
              <a:buNone/>
              <a:defRPr sz="800"/>
            </a:lvl4pPr>
            <a:lvl5pPr indent="-228600" lvl="4" marL="2286000" algn="l">
              <a:spcBef>
                <a:spcPts val="476"/>
              </a:spcBef>
              <a:spcAft>
                <a:spcPts val="0"/>
              </a:spcAft>
              <a:buSzPts val="360"/>
              <a:buNone/>
              <a:defRPr sz="800"/>
            </a:lvl5pPr>
            <a:lvl6pPr indent="-228600" lvl="5" marL="2743200" algn="l">
              <a:lnSpc>
                <a:spcPct val="88000"/>
              </a:lnSpc>
              <a:spcBef>
                <a:spcPts val="216"/>
              </a:spcBef>
              <a:spcAft>
                <a:spcPts val="0"/>
              </a:spcAft>
              <a:buSzPts val="360"/>
              <a:buNone/>
              <a:defRPr sz="800"/>
            </a:lvl6pPr>
            <a:lvl7pPr indent="-228600" lvl="6" marL="3200400" algn="l">
              <a:lnSpc>
                <a:spcPct val="88000"/>
              </a:lnSpc>
              <a:spcBef>
                <a:spcPts val="216"/>
              </a:spcBef>
              <a:spcAft>
                <a:spcPts val="0"/>
              </a:spcAft>
              <a:buSzPts val="360"/>
              <a:buNone/>
              <a:defRPr sz="800"/>
            </a:lvl7pPr>
            <a:lvl8pPr indent="-228600" lvl="7" marL="3657600" algn="l">
              <a:lnSpc>
                <a:spcPct val="88000"/>
              </a:lnSpc>
              <a:spcBef>
                <a:spcPts val="216"/>
              </a:spcBef>
              <a:spcAft>
                <a:spcPts val="0"/>
              </a:spcAft>
              <a:buSzPts val="360"/>
              <a:buNone/>
              <a:defRPr sz="800"/>
            </a:lvl8pPr>
            <a:lvl9pPr indent="-228600" lvl="8" marL="4114800" algn="l">
              <a:lnSpc>
                <a:spcPct val="88000"/>
              </a:lnSpc>
              <a:spcBef>
                <a:spcPts val="216"/>
              </a:spcBef>
              <a:spcAft>
                <a:spcPts val="216"/>
              </a:spcAft>
              <a:buSzPts val="360"/>
              <a:buNone/>
              <a:defRPr sz="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4" name="Shape 114"/>
        <p:cNvGrpSpPr/>
        <p:nvPr/>
      </p:nvGrpSpPr>
      <p:grpSpPr>
        <a:xfrm>
          <a:off x="0" y="0"/>
          <a:ext cx="0" cy="0"/>
          <a:chOff x="0" y="0"/>
          <a:chExt cx="0" cy="0"/>
        </a:xfrm>
      </p:grpSpPr>
      <p:sp>
        <p:nvSpPr>
          <p:cNvPr id="115" name="Google Shape;115;p22"/>
          <p:cNvSpPr txBox="1"/>
          <p:nvPr>
            <p:ph type="title"/>
          </p:nvPr>
        </p:nvSpPr>
        <p:spPr>
          <a:xfrm>
            <a:off x="1792805" y="4800026"/>
            <a:ext cx="5486400" cy="567420"/>
          </a:xfrm>
          <a:prstGeom prst="rect">
            <a:avLst/>
          </a:prstGeom>
          <a:noFill/>
          <a:ln>
            <a:noFill/>
          </a:ln>
        </p:spPr>
        <p:txBody>
          <a:bodyPr anchorCtr="0" anchor="b" bIns="0" lIns="0" spcFirstLastPara="1" rIns="0" wrap="square" tIns="0">
            <a:noAutofit/>
          </a:bodyPr>
          <a:lstStyle>
            <a:lvl1pPr lvl="0" algn="l">
              <a:lnSpc>
                <a:spcPct val="88000"/>
              </a:lnSpc>
              <a:spcBef>
                <a:spcPts val="0"/>
              </a:spcBef>
              <a:spcAft>
                <a:spcPts val="0"/>
              </a:spcAft>
              <a:buSzPts val="1400"/>
              <a:buNone/>
              <a:defRPr b="1" sz="1800"/>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16" name="Google Shape;116;p22"/>
          <p:cNvSpPr/>
          <p:nvPr>
            <p:ph idx="2" type="pic"/>
          </p:nvPr>
        </p:nvSpPr>
        <p:spPr>
          <a:xfrm>
            <a:off x="1792805" y="612065"/>
            <a:ext cx="5486400" cy="4115952"/>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Clr>
                <a:srgbClr val="000000"/>
              </a:buClr>
              <a:buSzPts val="1305"/>
              <a:buFont typeface="Noto Sans Symbols"/>
              <a:buNone/>
              <a:defRPr b="0" i="0" sz="2900" u="none" cap="none" strike="noStrike">
                <a:solidFill>
                  <a:srgbClr val="000000"/>
                </a:solidFill>
                <a:latin typeface="Comic Sans MS"/>
                <a:ea typeface="Comic Sans MS"/>
                <a:cs typeface="Comic Sans MS"/>
                <a:sym typeface="Comic Sans MS"/>
              </a:defRPr>
            </a:lvl1pPr>
            <a:lvl2pPr lvl="1" marR="0" rtl="0" algn="l">
              <a:spcBef>
                <a:spcPts val="1247"/>
              </a:spcBef>
              <a:spcAft>
                <a:spcPts val="0"/>
              </a:spcAft>
              <a:buClr>
                <a:srgbClr val="000000"/>
              </a:buClr>
              <a:buSzPts val="1875"/>
              <a:buFont typeface="Noto Sans Symbols"/>
              <a:buNone/>
              <a:defRPr b="0" i="0" sz="2500" u="none" cap="none" strike="noStrike">
                <a:solidFill>
                  <a:srgbClr val="000000"/>
                </a:solidFill>
                <a:latin typeface="Comic Sans MS"/>
                <a:ea typeface="Comic Sans MS"/>
                <a:cs typeface="Comic Sans MS"/>
                <a:sym typeface="Comic Sans MS"/>
              </a:defRPr>
            </a:lvl2pPr>
            <a:lvl3pPr lvl="2" marR="0" rtl="0" algn="l">
              <a:spcBef>
                <a:spcPts val="987"/>
              </a:spcBef>
              <a:spcAft>
                <a:spcPts val="0"/>
              </a:spcAft>
              <a:buClr>
                <a:srgbClr val="000000"/>
              </a:buClr>
              <a:buSzPts val="990"/>
              <a:buFont typeface="Noto Sans Symbols"/>
              <a:buNone/>
              <a:defRPr b="0" i="0" sz="2200" u="none" cap="none" strike="noStrike">
                <a:solidFill>
                  <a:srgbClr val="000000"/>
                </a:solidFill>
                <a:latin typeface="Comic Sans MS"/>
                <a:ea typeface="Comic Sans MS"/>
                <a:cs typeface="Comic Sans MS"/>
                <a:sym typeface="Comic Sans MS"/>
              </a:defRPr>
            </a:lvl3pPr>
            <a:lvl4pPr lvl="3" marR="0" rtl="0" algn="l">
              <a:spcBef>
                <a:spcPts val="737"/>
              </a:spcBef>
              <a:spcAft>
                <a:spcPts val="0"/>
              </a:spcAft>
              <a:buClr>
                <a:srgbClr val="000000"/>
              </a:buClr>
              <a:buSzPts val="1350"/>
              <a:buFont typeface="Noto Sans Symbols"/>
              <a:buNone/>
              <a:defRPr b="0" i="0" sz="1800" u="none" cap="none" strike="noStrike">
                <a:solidFill>
                  <a:srgbClr val="000000"/>
                </a:solidFill>
                <a:latin typeface="Comic Sans MS"/>
                <a:ea typeface="Comic Sans MS"/>
                <a:cs typeface="Comic Sans MS"/>
                <a:sym typeface="Comic Sans MS"/>
              </a:defRPr>
            </a:lvl4pPr>
            <a:lvl5pPr lvl="4" marR="0" rtl="0" algn="l">
              <a:spcBef>
                <a:spcPts val="476"/>
              </a:spcBef>
              <a:spcAft>
                <a:spcPts val="0"/>
              </a:spcAft>
              <a:buClr>
                <a:srgbClr val="000000"/>
              </a:buClr>
              <a:buSzPts val="810"/>
              <a:buFont typeface="Noto Sans Symbols"/>
              <a:buNone/>
              <a:defRPr b="0" i="0" sz="1800" u="none" cap="none" strike="noStrike">
                <a:solidFill>
                  <a:srgbClr val="000000"/>
                </a:solidFill>
                <a:latin typeface="Comic Sans MS"/>
                <a:ea typeface="Comic Sans MS"/>
                <a:cs typeface="Comic Sans MS"/>
                <a:sym typeface="Comic Sans MS"/>
              </a:defRPr>
            </a:lvl5pPr>
            <a:lvl6pPr lvl="5" marR="0" rtl="0" algn="l">
              <a:lnSpc>
                <a:spcPct val="88000"/>
              </a:lnSpc>
              <a:spcBef>
                <a:spcPts val="216"/>
              </a:spcBef>
              <a:spcAft>
                <a:spcPts val="0"/>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6pPr>
            <a:lvl7pPr lvl="6" marR="0" rtl="0" algn="l">
              <a:lnSpc>
                <a:spcPct val="88000"/>
              </a:lnSpc>
              <a:spcBef>
                <a:spcPts val="216"/>
              </a:spcBef>
              <a:spcAft>
                <a:spcPts val="0"/>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7pPr>
            <a:lvl8pPr lvl="7" marR="0" rtl="0" algn="l">
              <a:lnSpc>
                <a:spcPct val="88000"/>
              </a:lnSpc>
              <a:spcBef>
                <a:spcPts val="216"/>
              </a:spcBef>
              <a:spcAft>
                <a:spcPts val="0"/>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8pPr>
            <a:lvl9pPr lvl="8" marR="0" rtl="0" algn="l">
              <a:lnSpc>
                <a:spcPct val="88000"/>
              </a:lnSpc>
              <a:spcBef>
                <a:spcPts val="216"/>
              </a:spcBef>
              <a:spcAft>
                <a:spcPts val="216"/>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9pPr>
          </a:lstStyle>
          <a:p/>
        </p:txBody>
      </p:sp>
      <p:sp>
        <p:nvSpPr>
          <p:cNvPr id="117" name="Google Shape;117;p22"/>
          <p:cNvSpPr txBox="1"/>
          <p:nvPr>
            <p:ph idx="1" type="body"/>
          </p:nvPr>
        </p:nvSpPr>
        <p:spPr>
          <a:xfrm>
            <a:off x="1792805" y="5367444"/>
            <a:ext cx="5486400" cy="805044"/>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585"/>
              <a:buNone/>
              <a:defRPr sz="1300"/>
            </a:lvl1pPr>
            <a:lvl2pPr indent="-228600" lvl="1" marL="914400" algn="l">
              <a:spcBef>
                <a:spcPts val="1247"/>
              </a:spcBef>
              <a:spcAft>
                <a:spcPts val="0"/>
              </a:spcAft>
              <a:buSzPts val="825"/>
              <a:buNone/>
              <a:defRPr sz="1100"/>
            </a:lvl2pPr>
            <a:lvl3pPr indent="-228600" lvl="2" marL="1371600" algn="l">
              <a:spcBef>
                <a:spcPts val="987"/>
              </a:spcBef>
              <a:spcAft>
                <a:spcPts val="0"/>
              </a:spcAft>
              <a:buSzPts val="405"/>
              <a:buNone/>
              <a:defRPr sz="900"/>
            </a:lvl3pPr>
            <a:lvl4pPr indent="-228600" lvl="3" marL="1828800" algn="l">
              <a:spcBef>
                <a:spcPts val="737"/>
              </a:spcBef>
              <a:spcAft>
                <a:spcPts val="0"/>
              </a:spcAft>
              <a:buSzPts val="600"/>
              <a:buNone/>
              <a:defRPr sz="800"/>
            </a:lvl4pPr>
            <a:lvl5pPr indent="-228600" lvl="4" marL="2286000" algn="l">
              <a:spcBef>
                <a:spcPts val="476"/>
              </a:spcBef>
              <a:spcAft>
                <a:spcPts val="0"/>
              </a:spcAft>
              <a:buSzPts val="360"/>
              <a:buNone/>
              <a:defRPr sz="800"/>
            </a:lvl5pPr>
            <a:lvl6pPr indent="-228600" lvl="5" marL="2743200" algn="l">
              <a:lnSpc>
                <a:spcPct val="88000"/>
              </a:lnSpc>
              <a:spcBef>
                <a:spcPts val="216"/>
              </a:spcBef>
              <a:spcAft>
                <a:spcPts val="0"/>
              </a:spcAft>
              <a:buSzPts val="360"/>
              <a:buNone/>
              <a:defRPr sz="800"/>
            </a:lvl6pPr>
            <a:lvl7pPr indent="-228600" lvl="6" marL="3200400" algn="l">
              <a:lnSpc>
                <a:spcPct val="88000"/>
              </a:lnSpc>
              <a:spcBef>
                <a:spcPts val="216"/>
              </a:spcBef>
              <a:spcAft>
                <a:spcPts val="0"/>
              </a:spcAft>
              <a:buSzPts val="360"/>
              <a:buNone/>
              <a:defRPr sz="800"/>
            </a:lvl7pPr>
            <a:lvl8pPr indent="-228600" lvl="7" marL="3657600" algn="l">
              <a:lnSpc>
                <a:spcPct val="88000"/>
              </a:lnSpc>
              <a:spcBef>
                <a:spcPts val="216"/>
              </a:spcBef>
              <a:spcAft>
                <a:spcPts val="0"/>
              </a:spcAft>
              <a:buSzPts val="360"/>
              <a:buNone/>
              <a:defRPr sz="800"/>
            </a:lvl8pPr>
            <a:lvl9pPr indent="-228600" lvl="8" marL="4114800" algn="l">
              <a:lnSpc>
                <a:spcPct val="88000"/>
              </a:lnSpc>
              <a:spcBef>
                <a:spcPts val="216"/>
              </a:spcBef>
              <a:spcAft>
                <a:spcPts val="216"/>
              </a:spcAft>
              <a:buSzPts val="360"/>
              <a:buNone/>
              <a:defRPr sz="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8" name="Shape 118"/>
        <p:cNvGrpSpPr/>
        <p:nvPr/>
      </p:nvGrpSpPr>
      <p:grpSpPr>
        <a:xfrm>
          <a:off x="0" y="0"/>
          <a:ext cx="0" cy="0"/>
          <a:chOff x="0" y="0"/>
          <a:chExt cx="0" cy="0"/>
        </a:xfrm>
      </p:grpSpPr>
      <p:sp>
        <p:nvSpPr>
          <p:cNvPr id="119" name="Google Shape;119;p23"/>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20" name="Google Shape;120;p23"/>
          <p:cNvSpPr txBox="1"/>
          <p:nvPr>
            <p:ph idx="1" type="body"/>
          </p:nvPr>
        </p:nvSpPr>
        <p:spPr>
          <a:xfrm rot="5400000">
            <a:off x="2415376" y="2570"/>
            <a:ext cx="4308932" cy="779760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1" name="Shape 121"/>
        <p:cNvGrpSpPr/>
        <p:nvPr/>
      </p:nvGrpSpPr>
      <p:grpSpPr>
        <a:xfrm>
          <a:off x="0" y="0"/>
          <a:ext cx="0" cy="0"/>
          <a:chOff x="0" y="0"/>
          <a:chExt cx="0" cy="0"/>
        </a:xfrm>
      </p:grpSpPr>
      <p:sp>
        <p:nvSpPr>
          <p:cNvPr id="122" name="Google Shape;122;p24"/>
          <p:cNvSpPr txBox="1"/>
          <p:nvPr>
            <p:ph type="title"/>
          </p:nvPr>
        </p:nvSpPr>
        <p:spPr>
          <a:xfrm rot="5400000">
            <a:off x="4629299" y="2216497"/>
            <a:ext cx="5730362" cy="194832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23" name="Google Shape;123;p24"/>
          <p:cNvSpPr txBox="1"/>
          <p:nvPr>
            <p:ph idx="1" type="body"/>
          </p:nvPr>
        </p:nvSpPr>
        <p:spPr>
          <a:xfrm rot="5400000">
            <a:off x="661379" y="335137"/>
            <a:ext cx="5730362" cy="571104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24" name="Shape 124"/>
        <p:cNvGrpSpPr/>
        <p:nvPr/>
      </p:nvGrpSpPr>
      <p:grpSpPr>
        <a:xfrm>
          <a:off x="0" y="0"/>
          <a:ext cx="0" cy="0"/>
          <a:chOff x="0" y="0"/>
          <a:chExt cx="0" cy="0"/>
        </a:xfrm>
      </p:grpSpPr>
      <p:sp>
        <p:nvSpPr>
          <p:cNvPr id="125" name="Google Shape;125;p25"/>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26" name="Google Shape;126;p25"/>
          <p:cNvSpPr txBox="1"/>
          <p:nvPr>
            <p:ph idx="1" type="body"/>
          </p:nvPr>
        </p:nvSpPr>
        <p:spPr>
          <a:xfrm>
            <a:off x="671042" y="1745463"/>
            <a:ext cx="3828960" cy="4310373"/>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127" name="Google Shape;127;p25"/>
          <p:cNvSpPr txBox="1"/>
          <p:nvPr>
            <p:ph idx="2" type="body"/>
          </p:nvPr>
        </p:nvSpPr>
        <p:spPr>
          <a:xfrm>
            <a:off x="4638240" y="1745463"/>
            <a:ext cx="3830400" cy="4310373"/>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type="fourObj">
  <p:cSld name="FOUR_OBJECTS">
    <p:spTree>
      <p:nvGrpSpPr>
        <p:cNvPr id="128" name="Shape 128"/>
        <p:cNvGrpSpPr/>
        <p:nvPr/>
      </p:nvGrpSpPr>
      <p:grpSpPr>
        <a:xfrm>
          <a:off x="0" y="0"/>
          <a:ext cx="0" cy="0"/>
          <a:chOff x="0" y="0"/>
          <a:chExt cx="0" cy="0"/>
        </a:xfrm>
      </p:grpSpPr>
      <p:sp>
        <p:nvSpPr>
          <p:cNvPr id="129" name="Google Shape;129;p26"/>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30" name="Google Shape;130;p26"/>
          <p:cNvSpPr txBox="1"/>
          <p:nvPr>
            <p:ph idx="1" type="body"/>
          </p:nvPr>
        </p:nvSpPr>
        <p:spPr>
          <a:xfrm>
            <a:off x="671042" y="1745463"/>
            <a:ext cx="3828960" cy="2085339"/>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131" name="Google Shape;131;p26"/>
          <p:cNvSpPr txBox="1"/>
          <p:nvPr>
            <p:ph idx="2" type="body"/>
          </p:nvPr>
        </p:nvSpPr>
        <p:spPr>
          <a:xfrm>
            <a:off x="4638240" y="1745463"/>
            <a:ext cx="3830400" cy="2085339"/>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132" name="Google Shape;132;p26"/>
          <p:cNvSpPr txBox="1"/>
          <p:nvPr>
            <p:ph idx="3" type="body"/>
          </p:nvPr>
        </p:nvSpPr>
        <p:spPr>
          <a:xfrm>
            <a:off x="671042" y="3969056"/>
            <a:ext cx="3828960" cy="208678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133" name="Google Shape;133;p26"/>
          <p:cNvSpPr txBox="1"/>
          <p:nvPr>
            <p:ph idx="4" type="body"/>
          </p:nvPr>
        </p:nvSpPr>
        <p:spPr>
          <a:xfrm>
            <a:off x="4638240" y="3969056"/>
            <a:ext cx="3830400" cy="208678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134" name="Shape 134"/>
        <p:cNvGrpSpPr/>
        <p:nvPr/>
      </p:nvGrpSpPr>
      <p:grpSpPr>
        <a:xfrm>
          <a:off x="0" y="0"/>
          <a:ext cx="0" cy="0"/>
          <a:chOff x="0" y="0"/>
          <a:chExt cx="0" cy="0"/>
        </a:xfrm>
      </p:grpSpPr>
      <p:sp>
        <p:nvSpPr>
          <p:cNvPr id="135" name="Google Shape;135;p27"/>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36" name="Google Shape;136;p27"/>
          <p:cNvSpPr/>
          <p:nvPr>
            <p:ph idx="2" type="dgm"/>
          </p:nvPr>
        </p:nvSpPr>
        <p:spPr>
          <a:xfrm>
            <a:off x="671042" y="1746904"/>
            <a:ext cx="7797600" cy="4308932"/>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Clr>
                <a:srgbClr val="000000"/>
              </a:buClr>
              <a:buSzPts val="1305"/>
              <a:buFont typeface="Noto Sans Symbols"/>
              <a:buChar char="●"/>
              <a:defRPr b="0" i="0" sz="2900" u="none" cap="none" strike="noStrike">
                <a:solidFill>
                  <a:srgbClr val="000000"/>
                </a:solidFill>
                <a:latin typeface="Comic Sans MS"/>
                <a:ea typeface="Comic Sans MS"/>
                <a:cs typeface="Comic Sans MS"/>
                <a:sym typeface="Comic Sans MS"/>
              </a:defRPr>
            </a:lvl1pPr>
            <a:lvl2pPr lvl="1" marR="0" rtl="0" algn="l">
              <a:spcBef>
                <a:spcPts val="1247"/>
              </a:spcBef>
              <a:spcAft>
                <a:spcPts val="0"/>
              </a:spcAft>
              <a:buClr>
                <a:srgbClr val="000000"/>
              </a:buClr>
              <a:buSzPts val="1875"/>
              <a:buFont typeface="Noto Sans Symbols"/>
              <a:buChar char="−"/>
              <a:defRPr b="0" i="0" sz="2500" u="none" cap="none" strike="noStrike">
                <a:solidFill>
                  <a:srgbClr val="000000"/>
                </a:solidFill>
                <a:latin typeface="Comic Sans MS"/>
                <a:ea typeface="Comic Sans MS"/>
                <a:cs typeface="Comic Sans MS"/>
                <a:sym typeface="Comic Sans MS"/>
              </a:defRPr>
            </a:lvl2pPr>
            <a:lvl3pPr lvl="2" marR="0" rtl="0" algn="l">
              <a:spcBef>
                <a:spcPts val="987"/>
              </a:spcBef>
              <a:spcAft>
                <a:spcPts val="0"/>
              </a:spcAft>
              <a:buClr>
                <a:srgbClr val="000000"/>
              </a:buClr>
              <a:buSzPts val="990"/>
              <a:buFont typeface="Noto Sans Symbols"/>
              <a:buChar char="●"/>
              <a:defRPr b="0" i="0" sz="2200" u="none" cap="none" strike="noStrike">
                <a:solidFill>
                  <a:srgbClr val="000000"/>
                </a:solidFill>
                <a:latin typeface="Comic Sans MS"/>
                <a:ea typeface="Comic Sans MS"/>
                <a:cs typeface="Comic Sans MS"/>
                <a:sym typeface="Comic Sans MS"/>
              </a:defRPr>
            </a:lvl3pPr>
            <a:lvl4pPr lvl="3" marR="0" rtl="0" algn="l">
              <a:spcBef>
                <a:spcPts val="737"/>
              </a:spcBef>
              <a:spcAft>
                <a:spcPts val="0"/>
              </a:spcAft>
              <a:buClr>
                <a:srgbClr val="000000"/>
              </a:buClr>
              <a:buSzPts val="1350"/>
              <a:buFont typeface="Noto Sans Symbols"/>
              <a:buChar char="−"/>
              <a:defRPr b="0" i="0" sz="1800" u="none" cap="none" strike="noStrike">
                <a:solidFill>
                  <a:srgbClr val="000000"/>
                </a:solidFill>
                <a:latin typeface="Comic Sans MS"/>
                <a:ea typeface="Comic Sans MS"/>
                <a:cs typeface="Comic Sans MS"/>
                <a:sym typeface="Comic Sans MS"/>
              </a:defRPr>
            </a:lvl4pPr>
            <a:lvl5pPr lvl="4" marR="0" rtl="0" algn="l">
              <a:spcBef>
                <a:spcPts val="476"/>
              </a:spcBef>
              <a:spcAft>
                <a:spcPts val="0"/>
              </a:spcAft>
              <a:buClr>
                <a:srgbClr val="000000"/>
              </a:buClr>
              <a:buSzPts val="810"/>
              <a:buFont typeface="Noto Sans Symbols"/>
              <a:buChar char="●"/>
              <a:defRPr b="0" i="0" sz="1800" u="none" cap="none" strike="noStrike">
                <a:solidFill>
                  <a:srgbClr val="000000"/>
                </a:solidFill>
                <a:latin typeface="Comic Sans MS"/>
                <a:ea typeface="Comic Sans MS"/>
                <a:cs typeface="Comic Sans MS"/>
                <a:sym typeface="Comic Sans MS"/>
              </a:defRPr>
            </a:lvl5pPr>
            <a:lvl6pPr lvl="5"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6pPr>
            <a:lvl7pPr lvl="6"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7pPr>
            <a:lvl8pPr lvl="7"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8pPr>
            <a:lvl9pPr lvl="8" marR="0" rtl="0" algn="l">
              <a:lnSpc>
                <a:spcPct val="88000"/>
              </a:lnSpc>
              <a:spcBef>
                <a:spcPts val="216"/>
              </a:spcBef>
              <a:spcAft>
                <a:spcPts val="216"/>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1" name="Shape 141"/>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2" name="Shape 142"/>
        <p:cNvGrpSpPr/>
        <p:nvPr/>
      </p:nvGrpSpPr>
      <p:grpSpPr>
        <a:xfrm>
          <a:off x="0" y="0"/>
          <a:ext cx="0" cy="0"/>
          <a:chOff x="0" y="0"/>
          <a:chExt cx="0" cy="0"/>
        </a:xfrm>
      </p:grpSpPr>
      <p:sp>
        <p:nvSpPr>
          <p:cNvPr id="143" name="Google Shape;143;p30"/>
          <p:cNvSpPr txBox="1"/>
          <p:nvPr>
            <p:ph type="ctrTitle"/>
          </p:nvPr>
        </p:nvSpPr>
        <p:spPr>
          <a:xfrm>
            <a:off x="685440" y="2129984"/>
            <a:ext cx="7773120" cy="1470394"/>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44" name="Google Shape;144;p30"/>
          <p:cNvSpPr txBox="1"/>
          <p:nvPr>
            <p:ph idx="1" type="subTitle"/>
          </p:nvPr>
        </p:nvSpPr>
        <p:spPr>
          <a:xfrm>
            <a:off x="1372321" y="3885528"/>
            <a:ext cx="6400800" cy="1752664"/>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305"/>
              <a:buNone/>
              <a:defRPr/>
            </a:lvl1pPr>
            <a:lvl2pPr lvl="1" algn="ctr">
              <a:spcBef>
                <a:spcPts val="1247"/>
              </a:spcBef>
              <a:spcAft>
                <a:spcPts val="0"/>
              </a:spcAft>
              <a:buSzPts val="1875"/>
              <a:buNone/>
              <a:defRPr/>
            </a:lvl2pPr>
            <a:lvl3pPr lvl="2" algn="ctr">
              <a:spcBef>
                <a:spcPts val="987"/>
              </a:spcBef>
              <a:spcAft>
                <a:spcPts val="0"/>
              </a:spcAft>
              <a:buSzPts val="990"/>
              <a:buNone/>
              <a:defRPr/>
            </a:lvl3pPr>
            <a:lvl4pPr lvl="3" algn="ctr">
              <a:spcBef>
                <a:spcPts val="737"/>
              </a:spcBef>
              <a:spcAft>
                <a:spcPts val="0"/>
              </a:spcAft>
              <a:buSzPts val="1350"/>
              <a:buNone/>
              <a:defRPr/>
            </a:lvl4pPr>
            <a:lvl5pPr lvl="4" algn="ctr">
              <a:spcBef>
                <a:spcPts val="476"/>
              </a:spcBef>
              <a:spcAft>
                <a:spcPts val="0"/>
              </a:spcAft>
              <a:buSzPts val="810"/>
              <a:buNone/>
              <a:defRPr/>
            </a:lvl5pPr>
            <a:lvl6pPr lvl="5" algn="ctr">
              <a:lnSpc>
                <a:spcPct val="88000"/>
              </a:lnSpc>
              <a:spcBef>
                <a:spcPts val="216"/>
              </a:spcBef>
              <a:spcAft>
                <a:spcPts val="0"/>
              </a:spcAft>
              <a:buSzPts val="810"/>
              <a:buNone/>
              <a:defRPr/>
            </a:lvl6pPr>
            <a:lvl7pPr lvl="6" algn="ctr">
              <a:lnSpc>
                <a:spcPct val="88000"/>
              </a:lnSpc>
              <a:spcBef>
                <a:spcPts val="216"/>
              </a:spcBef>
              <a:spcAft>
                <a:spcPts val="0"/>
              </a:spcAft>
              <a:buSzPts val="810"/>
              <a:buNone/>
              <a:defRPr/>
            </a:lvl7pPr>
            <a:lvl8pPr lvl="7" algn="ctr">
              <a:lnSpc>
                <a:spcPct val="88000"/>
              </a:lnSpc>
              <a:spcBef>
                <a:spcPts val="216"/>
              </a:spcBef>
              <a:spcAft>
                <a:spcPts val="0"/>
              </a:spcAft>
              <a:buSzPts val="810"/>
              <a:buNone/>
              <a:defRPr/>
            </a:lvl8pPr>
            <a:lvl9pPr lvl="8" algn="ctr">
              <a:lnSpc>
                <a:spcPct val="88000"/>
              </a:lnSpc>
              <a:spcBef>
                <a:spcPts val="216"/>
              </a:spcBef>
              <a:spcAft>
                <a:spcPts val="216"/>
              </a:spcAft>
              <a:buSzPts val="81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5" name="Shape 145"/>
        <p:cNvGrpSpPr/>
        <p:nvPr/>
      </p:nvGrpSpPr>
      <p:grpSpPr>
        <a:xfrm>
          <a:off x="0" y="0"/>
          <a:ext cx="0" cy="0"/>
          <a:chOff x="0" y="0"/>
          <a:chExt cx="0" cy="0"/>
        </a:xfrm>
      </p:grpSpPr>
      <p:sp>
        <p:nvSpPr>
          <p:cNvPr id="146" name="Google Shape;146;p31"/>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b="1"/>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47" name="Google Shape;147;p31"/>
          <p:cNvSpPr txBox="1"/>
          <p:nvPr>
            <p:ph idx="1" type="body"/>
          </p:nvPr>
        </p:nvSpPr>
        <p:spPr>
          <a:xfrm>
            <a:off x="671042" y="1746904"/>
            <a:ext cx="7797600" cy="4308932"/>
          </a:xfrm>
          <a:prstGeom prst="rect">
            <a:avLst/>
          </a:prstGeom>
          <a:noFill/>
          <a:ln>
            <a:noFill/>
          </a:ln>
        </p:spPr>
        <p:txBody>
          <a:bodyPr anchorCtr="0" anchor="t" bIns="0" lIns="0" spcFirstLastPara="1" rIns="0" wrap="square" tIns="0">
            <a:noAutofit/>
          </a:bodyPr>
          <a:lstStyle>
            <a:lvl1pPr indent="-311467" lvl="0" marL="457200" algn="l">
              <a:spcBef>
                <a:spcPts val="0"/>
              </a:spcBef>
              <a:spcAft>
                <a:spcPts val="0"/>
              </a:spcAft>
              <a:buSzPts val="1305"/>
              <a:buChar char="●"/>
              <a:defRPr b="0"/>
            </a:lvl1pPr>
            <a:lvl2pPr indent="-347662" lvl="1" marL="914400" algn="l">
              <a:spcBef>
                <a:spcPts val="1247"/>
              </a:spcBef>
              <a:spcAft>
                <a:spcPts val="0"/>
              </a:spcAft>
              <a:buSzPts val="1875"/>
              <a:buChar char="−"/>
              <a:defRPr b="0"/>
            </a:lvl2pPr>
            <a:lvl3pPr indent="-291464" lvl="2" marL="1371600" algn="l">
              <a:spcBef>
                <a:spcPts val="987"/>
              </a:spcBef>
              <a:spcAft>
                <a:spcPts val="0"/>
              </a:spcAft>
              <a:buSzPts val="990"/>
              <a:buChar char="●"/>
              <a:defRPr b="0"/>
            </a:lvl3pPr>
            <a:lvl4pPr indent="-314325" lvl="3" marL="1828800" algn="l">
              <a:spcBef>
                <a:spcPts val="737"/>
              </a:spcBef>
              <a:spcAft>
                <a:spcPts val="0"/>
              </a:spcAft>
              <a:buSzPts val="1350"/>
              <a:buChar char="−"/>
              <a:defRPr b="0"/>
            </a:lvl4pPr>
            <a:lvl5pPr indent="-280035" lvl="4" marL="2286000" algn="l">
              <a:spcBef>
                <a:spcPts val="476"/>
              </a:spcBef>
              <a:spcAft>
                <a:spcPts val="0"/>
              </a:spcAft>
              <a:buSzPts val="810"/>
              <a:buChar char="●"/>
              <a:defRPr b="0"/>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8" name="Shape 148"/>
        <p:cNvGrpSpPr/>
        <p:nvPr/>
      </p:nvGrpSpPr>
      <p:grpSpPr>
        <a:xfrm>
          <a:off x="0" y="0"/>
          <a:ext cx="0" cy="0"/>
          <a:chOff x="0" y="0"/>
          <a:chExt cx="0" cy="0"/>
        </a:xfrm>
      </p:grpSpPr>
      <p:sp>
        <p:nvSpPr>
          <p:cNvPr id="149" name="Google Shape;149;p32"/>
          <p:cNvSpPr txBox="1"/>
          <p:nvPr>
            <p:ph type="title"/>
          </p:nvPr>
        </p:nvSpPr>
        <p:spPr>
          <a:xfrm>
            <a:off x="722880" y="4406866"/>
            <a:ext cx="7771680" cy="1362383"/>
          </a:xfrm>
          <a:prstGeom prst="rect">
            <a:avLst/>
          </a:prstGeom>
          <a:noFill/>
          <a:ln>
            <a:noFill/>
          </a:ln>
        </p:spPr>
        <p:txBody>
          <a:bodyPr anchorCtr="0" anchor="t" bIns="0" lIns="0" spcFirstLastPara="1" rIns="0" wrap="square" tIns="0">
            <a:noAutofit/>
          </a:bodyPr>
          <a:lstStyle>
            <a:lvl1pPr lvl="0" algn="l">
              <a:lnSpc>
                <a:spcPct val="88000"/>
              </a:lnSpc>
              <a:spcBef>
                <a:spcPts val="0"/>
              </a:spcBef>
              <a:spcAft>
                <a:spcPts val="0"/>
              </a:spcAft>
              <a:buSzPts val="1400"/>
              <a:buNone/>
              <a:defRPr b="1" sz="3600" cap="none"/>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50" name="Google Shape;150;p32"/>
          <p:cNvSpPr txBox="1"/>
          <p:nvPr>
            <p:ph idx="1" type="body"/>
          </p:nvPr>
        </p:nvSpPr>
        <p:spPr>
          <a:xfrm>
            <a:off x="722880" y="2906225"/>
            <a:ext cx="7771680" cy="1500638"/>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810"/>
              <a:buNone/>
              <a:defRPr sz="1800"/>
            </a:lvl1pPr>
            <a:lvl2pPr indent="-228600" lvl="1" marL="914400" algn="l">
              <a:spcBef>
                <a:spcPts val="1247"/>
              </a:spcBef>
              <a:spcAft>
                <a:spcPts val="0"/>
              </a:spcAft>
              <a:buSzPts val="1200"/>
              <a:buNone/>
              <a:defRPr sz="1600"/>
            </a:lvl2pPr>
            <a:lvl3pPr indent="-228600" lvl="2" marL="1371600" algn="l">
              <a:spcBef>
                <a:spcPts val="987"/>
              </a:spcBef>
              <a:spcAft>
                <a:spcPts val="0"/>
              </a:spcAft>
              <a:buSzPts val="675"/>
              <a:buNone/>
              <a:defRPr sz="1500"/>
            </a:lvl3pPr>
            <a:lvl4pPr indent="-228600" lvl="3" marL="1828800" algn="l">
              <a:spcBef>
                <a:spcPts val="737"/>
              </a:spcBef>
              <a:spcAft>
                <a:spcPts val="0"/>
              </a:spcAft>
              <a:buSzPts val="975"/>
              <a:buNone/>
              <a:defRPr sz="1300"/>
            </a:lvl4pPr>
            <a:lvl5pPr indent="-228600" lvl="4" marL="2286000" algn="l">
              <a:spcBef>
                <a:spcPts val="476"/>
              </a:spcBef>
              <a:spcAft>
                <a:spcPts val="0"/>
              </a:spcAft>
              <a:buSzPts val="585"/>
              <a:buNone/>
              <a:defRPr sz="1300"/>
            </a:lvl5pPr>
            <a:lvl6pPr indent="-228600" lvl="5" marL="2743200" algn="l">
              <a:lnSpc>
                <a:spcPct val="88000"/>
              </a:lnSpc>
              <a:spcBef>
                <a:spcPts val="216"/>
              </a:spcBef>
              <a:spcAft>
                <a:spcPts val="0"/>
              </a:spcAft>
              <a:buSzPts val="585"/>
              <a:buNone/>
              <a:defRPr sz="1300"/>
            </a:lvl6pPr>
            <a:lvl7pPr indent="-228600" lvl="6" marL="3200400" algn="l">
              <a:lnSpc>
                <a:spcPct val="88000"/>
              </a:lnSpc>
              <a:spcBef>
                <a:spcPts val="216"/>
              </a:spcBef>
              <a:spcAft>
                <a:spcPts val="0"/>
              </a:spcAft>
              <a:buSzPts val="585"/>
              <a:buNone/>
              <a:defRPr sz="1300"/>
            </a:lvl7pPr>
            <a:lvl8pPr indent="-228600" lvl="7" marL="3657600" algn="l">
              <a:lnSpc>
                <a:spcPct val="88000"/>
              </a:lnSpc>
              <a:spcBef>
                <a:spcPts val="216"/>
              </a:spcBef>
              <a:spcAft>
                <a:spcPts val="0"/>
              </a:spcAft>
              <a:buSzPts val="585"/>
              <a:buNone/>
              <a:defRPr sz="1300"/>
            </a:lvl8pPr>
            <a:lvl9pPr indent="-228600" lvl="8" marL="4114800" algn="l">
              <a:lnSpc>
                <a:spcPct val="88000"/>
              </a:lnSpc>
              <a:spcBef>
                <a:spcPts val="216"/>
              </a:spcBef>
              <a:spcAft>
                <a:spcPts val="216"/>
              </a:spcAft>
              <a:buSzPts val="585"/>
              <a:buNone/>
              <a:defRPr sz="13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1" name="Shape 151"/>
        <p:cNvGrpSpPr/>
        <p:nvPr/>
      </p:nvGrpSpPr>
      <p:grpSpPr>
        <a:xfrm>
          <a:off x="0" y="0"/>
          <a:ext cx="0" cy="0"/>
          <a:chOff x="0" y="0"/>
          <a:chExt cx="0" cy="0"/>
        </a:xfrm>
      </p:grpSpPr>
      <p:sp>
        <p:nvSpPr>
          <p:cNvPr id="152" name="Google Shape;152;p33"/>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53" name="Google Shape;153;p33"/>
          <p:cNvSpPr txBox="1"/>
          <p:nvPr>
            <p:ph idx="1" type="body"/>
          </p:nvPr>
        </p:nvSpPr>
        <p:spPr>
          <a:xfrm>
            <a:off x="671042" y="1745463"/>
            <a:ext cx="3828960" cy="4310373"/>
          </a:xfrm>
          <a:prstGeom prst="rect">
            <a:avLst/>
          </a:prstGeom>
          <a:noFill/>
          <a:ln>
            <a:noFill/>
          </a:ln>
        </p:spPr>
        <p:txBody>
          <a:bodyPr anchorCtr="0" anchor="t" bIns="0" lIns="0" spcFirstLastPara="1" rIns="0" wrap="square" tIns="0">
            <a:noAutofit/>
          </a:bodyPr>
          <a:lstStyle>
            <a:lvl1pPr indent="-300037" lvl="0" marL="457200" algn="l">
              <a:spcBef>
                <a:spcPts val="0"/>
              </a:spcBef>
              <a:spcAft>
                <a:spcPts val="0"/>
              </a:spcAft>
              <a:buSzPts val="1125"/>
              <a:buChar char="●"/>
              <a:defRPr sz="2500"/>
            </a:lvl1pPr>
            <a:lvl2pPr indent="-333375" lvl="1" marL="914400" algn="l">
              <a:spcBef>
                <a:spcPts val="1247"/>
              </a:spcBef>
              <a:spcAft>
                <a:spcPts val="0"/>
              </a:spcAft>
              <a:buSzPts val="1650"/>
              <a:buChar char="−"/>
              <a:defRPr sz="2200"/>
            </a:lvl2pPr>
            <a:lvl3pPr indent="-280035" lvl="2" marL="1371600" algn="l">
              <a:spcBef>
                <a:spcPts val="987"/>
              </a:spcBef>
              <a:spcAft>
                <a:spcPts val="0"/>
              </a:spcAft>
              <a:buSzPts val="810"/>
              <a:buChar char="●"/>
              <a:defRPr sz="1800"/>
            </a:lvl3pPr>
            <a:lvl4pPr indent="-304800" lvl="3" marL="1828800" algn="l">
              <a:spcBef>
                <a:spcPts val="737"/>
              </a:spcBef>
              <a:spcAft>
                <a:spcPts val="0"/>
              </a:spcAft>
              <a:buSzPts val="1200"/>
              <a:buChar char="−"/>
              <a:defRPr sz="1600"/>
            </a:lvl4pPr>
            <a:lvl5pPr indent="-274320" lvl="4" marL="2286000" algn="l">
              <a:spcBef>
                <a:spcPts val="476"/>
              </a:spcBef>
              <a:spcAft>
                <a:spcPts val="0"/>
              </a:spcAft>
              <a:buSzPts val="720"/>
              <a:buChar char="●"/>
              <a:defRPr sz="1600"/>
            </a:lvl5pPr>
            <a:lvl6pPr indent="-274320" lvl="5" marL="2743200" algn="l">
              <a:lnSpc>
                <a:spcPct val="88000"/>
              </a:lnSpc>
              <a:spcBef>
                <a:spcPts val="216"/>
              </a:spcBef>
              <a:spcAft>
                <a:spcPts val="0"/>
              </a:spcAft>
              <a:buSzPts val="720"/>
              <a:buChar char="●"/>
              <a:defRPr sz="1600"/>
            </a:lvl6pPr>
            <a:lvl7pPr indent="-274320" lvl="6" marL="3200400" algn="l">
              <a:lnSpc>
                <a:spcPct val="88000"/>
              </a:lnSpc>
              <a:spcBef>
                <a:spcPts val="216"/>
              </a:spcBef>
              <a:spcAft>
                <a:spcPts val="0"/>
              </a:spcAft>
              <a:buSzPts val="720"/>
              <a:buChar char="●"/>
              <a:defRPr sz="1600"/>
            </a:lvl7pPr>
            <a:lvl8pPr indent="-274320" lvl="7" marL="3657600" algn="l">
              <a:lnSpc>
                <a:spcPct val="88000"/>
              </a:lnSpc>
              <a:spcBef>
                <a:spcPts val="216"/>
              </a:spcBef>
              <a:spcAft>
                <a:spcPts val="0"/>
              </a:spcAft>
              <a:buSzPts val="720"/>
              <a:buChar char="●"/>
              <a:defRPr sz="1600"/>
            </a:lvl8pPr>
            <a:lvl9pPr indent="-274320" lvl="8" marL="4114800" algn="l">
              <a:lnSpc>
                <a:spcPct val="88000"/>
              </a:lnSpc>
              <a:spcBef>
                <a:spcPts val="216"/>
              </a:spcBef>
              <a:spcAft>
                <a:spcPts val="216"/>
              </a:spcAft>
              <a:buSzPts val="720"/>
              <a:buChar char="●"/>
              <a:defRPr sz="1600"/>
            </a:lvl9pPr>
          </a:lstStyle>
          <a:p/>
        </p:txBody>
      </p:sp>
      <p:sp>
        <p:nvSpPr>
          <p:cNvPr id="154" name="Google Shape;154;p33"/>
          <p:cNvSpPr txBox="1"/>
          <p:nvPr>
            <p:ph idx="2" type="body"/>
          </p:nvPr>
        </p:nvSpPr>
        <p:spPr>
          <a:xfrm>
            <a:off x="4638240" y="1745463"/>
            <a:ext cx="3830400" cy="4310373"/>
          </a:xfrm>
          <a:prstGeom prst="rect">
            <a:avLst/>
          </a:prstGeom>
          <a:noFill/>
          <a:ln>
            <a:noFill/>
          </a:ln>
        </p:spPr>
        <p:txBody>
          <a:bodyPr anchorCtr="0" anchor="t" bIns="0" lIns="0" spcFirstLastPara="1" rIns="0" wrap="square" tIns="0">
            <a:noAutofit/>
          </a:bodyPr>
          <a:lstStyle>
            <a:lvl1pPr indent="-300037" lvl="0" marL="457200" algn="l">
              <a:spcBef>
                <a:spcPts val="0"/>
              </a:spcBef>
              <a:spcAft>
                <a:spcPts val="0"/>
              </a:spcAft>
              <a:buSzPts val="1125"/>
              <a:buChar char="●"/>
              <a:defRPr sz="2500"/>
            </a:lvl1pPr>
            <a:lvl2pPr indent="-333375" lvl="1" marL="914400" algn="l">
              <a:spcBef>
                <a:spcPts val="1247"/>
              </a:spcBef>
              <a:spcAft>
                <a:spcPts val="0"/>
              </a:spcAft>
              <a:buSzPts val="1650"/>
              <a:buChar char="−"/>
              <a:defRPr sz="2200"/>
            </a:lvl2pPr>
            <a:lvl3pPr indent="-280035" lvl="2" marL="1371600" algn="l">
              <a:spcBef>
                <a:spcPts val="987"/>
              </a:spcBef>
              <a:spcAft>
                <a:spcPts val="0"/>
              </a:spcAft>
              <a:buSzPts val="810"/>
              <a:buChar char="●"/>
              <a:defRPr sz="1800"/>
            </a:lvl3pPr>
            <a:lvl4pPr indent="-304800" lvl="3" marL="1828800" algn="l">
              <a:spcBef>
                <a:spcPts val="737"/>
              </a:spcBef>
              <a:spcAft>
                <a:spcPts val="0"/>
              </a:spcAft>
              <a:buSzPts val="1200"/>
              <a:buChar char="−"/>
              <a:defRPr sz="1600"/>
            </a:lvl4pPr>
            <a:lvl5pPr indent="-274320" lvl="4" marL="2286000" algn="l">
              <a:spcBef>
                <a:spcPts val="476"/>
              </a:spcBef>
              <a:spcAft>
                <a:spcPts val="0"/>
              </a:spcAft>
              <a:buSzPts val="720"/>
              <a:buChar char="●"/>
              <a:defRPr sz="1600"/>
            </a:lvl5pPr>
            <a:lvl6pPr indent="-274320" lvl="5" marL="2743200" algn="l">
              <a:lnSpc>
                <a:spcPct val="88000"/>
              </a:lnSpc>
              <a:spcBef>
                <a:spcPts val="216"/>
              </a:spcBef>
              <a:spcAft>
                <a:spcPts val="0"/>
              </a:spcAft>
              <a:buSzPts val="720"/>
              <a:buChar char="●"/>
              <a:defRPr sz="1600"/>
            </a:lvl6pPr>
            <a:lvl7pPr indent="-274320" lvl="6" marL="3200400" algn="l">
              <a:lnSpc>
                <a:spcPct val="88000"/>
              </a:lnSpc>
              <a:spcBef>
                <a:spcPts val="216"/>
              </a:spcBef>
              <a:spcAft>
                <a:spcPts val="0"/>
              </a:spcAft>
              <a:buSzPts val="720"/>
              <a:buChar char="●"/>
              <a:defRPr sz="1600"/>
            </a:lvl7pPr>
            <a:lvl8pPr indent="-274320" lvl="7" marL="3657600" algn="l">
              <a:lnSpc>
                <a:spcPct val="88000"/>
              </a:lnSpc>
              <a:spcBef>
                <a:spcPts val="216"/>
              </a:spcBef>
              <a:spcAft>
                <a:spcPts val="0"/>
              </a:spcAft>
              <a:buSzPts val="720"/>
              <a:buChar char="●"/>
              <a:defRPr sz="1600"/>
            </a:lvl8pPr>
            <a:lvl9pPr indent="-274320" lvl="8" marL="4114800" algn="l">
              <a:lnSpc>
                <a:spcPct val="88000"/>
              </a:lnSpc>
              <a:spcBef>
                <a:spcPts val="216"/>
              </a:spcBef>
              <a:spcAft>
                <a:spcPts val="216"/>
              </a:spcAft>
              <a:buSzPts val="720"/>
              <a:buChar char="●"/>
              <a:defRPr sz="1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5" name="Shape 155"/>
        <p:cNvGrpSpPr/>
        <p:nvPr/>
      </p:nvGrpSpPr>
      <p:grpSpPr>
        <a:xfrm>
          <a:off x="0" y="0"/>
          <a:ext cx="0" cy="0"/>
          <a:chOff x="0" y="0"/>
          <a:chExt cx="0" cy="0"/>
        </a:xfrm>
      </p:grpSpPr>
      <p:sp>
        <p:nvSpPr>
          <p:cNvPr id="156" name="Google Shape;156;p34"/>
          <p:cNvSpPr txBox="1"/>
          <p:nvPr>
            <p:ph type="title"/>
          </p:nvPr>
        </p:nvSpPr>
        <p:spPr>
          <a:xfrm>
            <a:off x="457922" y="275073"/>
            <a:ext cx="8229600" cy="1142039"/>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57" name="Google Shape;157;p34"/>
          <p:cNvSpPr txBox="1"/>
          <p:nvPr>
            <p:ph idx="1" type="body"/>
          </p:nvPr>
        </p:nvSpPr>
        <p:spPr>
          <a:xfrm>
            <a:off x="457920" y="1535201"/>
            <a:ext cx="4039200" cy="639427"/>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990"/>
              <a:buNone/>
              <a:defRPr b="1" sz="2200"/>
            </a:lvl1pPr>
            <a:lvl2pPr indent="-228600" lvl="1" marL="914400" algn="l">
              <a:spcBef>
                <a:spcPts val="1247"/>
              </a:spcBef>
              <a:spcAft>
                <a:spcPts val="0"/>
              </a:spcAft>
              <a:buSzPts val="1350"/>
              <a:buNone/>
              <a:defRPr b="1" sz="1800"/>
            </a:lvl2pPr>
            <a:lvl3pPr indent="-228600" lvl="2" marL="1371600" algn="l">
              <a:spcBef>
                <a:spcPts val="987"/>
              </a:spcBef>
              <a:spcAft>
                <a:spcPts val="0"/>
              </a:spcAft>
              <a:buSzPts val="720"/>
              <a:buNone/>
              <a:defRPr b="1" sz="1600"/>
            </a:lvl3pPr>
            <a:lvl4pPr indent="-228600" lvl="3" marL="1828800" algn="l">
              <a:spcBef>
                <a:spcPts val="737"/>
              </a:spcBef>
              <a:spcAft>
                <a:spcPts val="0"/>
              </a:spcAft>
              <a:buSzPts val="1125"/>
              <a:buNone/>
              <a:defRPr b="1" sz="1500"/>
            </a:lvl4pPr>
            <a:lvl5pPr indent="-228600" lvl="4" marL="2286000" algn="l">
              <a:spcBef>
                <a:spcPts val="476"/>
              </a:spcBef>
              <a:spcAft>
                <a:spcPts val="0"/>
              </a:spcAft>
              <a:buSzPts val="675"/>
              <a:buNone/>
              <a:defRPr b="1" sz="1500"/>
            </a:lvl5pPr>
            <a:lvl6pPr indent="-228600" lvl="5" marL="2743200" algn="l">
              <a:lnSpc>
                <a:spcPct val="88000"/>
              </a:lnSpc>
              <a:spcBef>
                <a:spcPts val="216"/>
              </a:spcBef>
              <a:spcAft>
                <a:spcPts val="0"/>
              </a:spcAft>
              <a:buSzPts val="675"/>
              <a:buNone/>
              <a:defRPr b="1" sz="1500"/>
            </a:lvl6pPr>
            <a:lvl7pPr indent="-228600" lvl="6" marL="3200400" algn="l">
              <a:lnSpc>
                <a:spcPct val="88000"/>
              </a:lnSpc>
              <a:spcBef>
                <a:spcPts val="216"/>
              </a:spcBef>
              <a:spcAft>
                <a:spcPts val="0"/>
              </a:spcAft>
              <a:buSzPts val="675"/>
              <a:buNone/>
              <a:defRPr b="1" sz="1500"/>
            </a:lvl7pPr>
            <a:lvl8pPr indent="-228600" lvl="7" marL="3657600" algn="l">
              <a:lnSpc>
                <a:spcPct val="88000"/>
              </a:lnSpc>
              <a:spcBef>
                <a:spcPts val="216"/>
              </a:spcBef>
              <a:spcAft>
                <a:spcPts val="0"/>
              </a:spcAft>
              <a:buSzPts val="675"/>
              <a:buNone/>
              <a:defRPr b="1" sz="1500"/>
            </a:lvl8pPr>
            <a:lvl9pPr indent="-228600" lvl="8" marL="4114800" algn="l">
              <a:lnSpc>
                <a:spcPct val="88000"/>
              </a:lnSpc>
              <a:spcBef>
                <a:spcPts val="216"/>
              </a:spcBef>
              <a:spcAft>
                <a:spcPts val="216"/>
              </a:spcAft>
              <a:buSzPts val="675"/>
              <a:buNone/>
              <a:defRPr b="1" sz="1500"/>
            </a:lvl9pPr>
          </a:lstStyle>
          <a:p/>
        </p:txBody>
      </p:sp>
      <p:sp>
        <p:nvSpPr>
          <p:cNvPr id="158" name="Google Shape;158;p34"/>
          <p:cNvSpPr txBox="1"/>
          <p:nvPr>
            <p:ph idx="2" type="body"/>
          </p:nvPr>
        </p:nvSpPr>
        <p:spPr>
          <a:xfrm>
            <a:off x="457920" y="2174628"/>
            <a:ext cx="4039200" cy="3951775"/>
          </a:xfrm>
          <a:prstGeom prst="rect">
            <a:avLst/>
          </a:prstGeom>
          <a:noFill/>
          <a:ln>
            <a:noFill/>
          </a:ln>
        </p:spPr>
        <p:txBody>
          <a:bodyPr anchorCtr="0" anchor="t" bIns="0" lIns="0" spcFirstLastPara="1" rIns="0" wrap="square" tIns="0">
            <a:noAutofit/>
          </a:bodyPr>
          <a:lstStyle>
            <a:lvl1pPr indent="-291465" lvl="0" marL="457200" algn="l">
              <a:spcBef>
                <a:spcPts val="0"/>
              </a:spcBef>
              <a:spcAft>
                <a:spcPts val="0"/>
              </a:spcAft>
              <a:buSzPts val="990"/>
              <a:buChar char="●"/>
              <a:defRPr sz="2200"/>
            </a:lvl1pPr>
            <a:lvl2pPr indent="-314325" lvl="1" marL="914400" algn="l">
              <a:spcBef>
                <a:spcPts val="1247"/>
              </a:spcBef>
              <a:spcAft>
                <a:spcPts val="0"/>
              </a:spcAft>
              <a:buSzPts val="1350"/>
              <a:buChar char="−"/>
              <a:defRPr sz="1800"/>
            </a:lvl2pPr>
            <a:lvl3pPr indent="-274319" lvl="2" marL="1371600" algn="l">
              <a:spcBef>
                <a:spcPts val="987"/>
              </a:spcBef>
              <a:spcAft>
                <a:spcPts val="0"/>
              </a:spcAft>
              <a:buSzPts val="720"/>
              <a:buChar char="●"/>
              <a:defRPr sz="1600"/>
            </a:lvl3pPr>
            <a:lvl4pPr indent="-300037" lvl="3" marL="1828800" algn="l">
              <a:spcBef>
                <a:spcPts val="737"/>
              </a:spcBef>
              <a:spcAft>
                <a:spcPts val="0"/>
              </a:spcAft>
              <a:buSzPts val="1125"/>
              <a:buChar char="−"/>
              <a:defRPr sz="1500"/>
            </a:lvl4pPr>
            <a:lvl5pPr indent="-271462" lvl="4" marL="2286000" algn="l">
              <a:spcBef>
                <a:spcPts val="476"/>
              </a:spcBef>
              <a:spcAft>
                <a:spcPts val="0"/>
              </a:spcAft>
              <a:buSzPts val="675"/>
              <a:buChar char="●"/>
              <a:defRPr sz="1500"/>
            </a:lvl5pPr>
            <a:lvl6pPr indent="-271462" lvl="5" marL="2743200" algn="l">
              <a:lnSpc>
                <a:spcPct val="88000"/>
              </a:lnSpc>
              <a:spcBef>
                <a:spcPts val="216"/>
              </a:spcBef>
              <a:spcAft>
                <a:spcPts val="0"/>
              </a:spcAft>
              <a:buSzPts val="675"/>
              <a:buChar char="●"/>
              <a:defRPr sz="1500"/>
            </a:lvl6pPr>
            <a:lvl7pPr indent="-271462" lvl="6" marL="3200400" algn="l">
              <a:lnSpc>
                <a:spcPct val="88000"/>
              </a:lnSpc>
              <a:spcBef>
                <a:spcPts val="216"/>
              </a:spcBef>
              <a:spcAft>
                <a:spcPts val="0"/>
              </a:spcAft>
              <a:buSzPts val="675"/>
              <a:buChar char="●"/>
              <a:defRPr sz="1500"/>
            </a:lvl7pPr>
            <a:lvl8pPr indent="-271462" lvl="7" marL="3657600" algn="l">
              <a:lnSpc>
                <a:spcPct val="88000"/>
              </a:lnSpc>
              <a:spcBef>
                <a:spcPts val="216"/>
              </a:spcBef>
              <a:spcAft>
                <a:spcPts val="0"/>
              </a:spcAft>
              <a:buSzPts val="675"/>
              <a:buChar char="●"/>
              <a:defRPr sz="1500"/>
            </a:lvl8pPr>
            <a:lvl9pPr indent="-271462" lvl="8" marL="4114800" algn="l">
              <a:lnSpc>
                <a:spcPct val="88000"/>
              </a:lnSpc>
              <a:spcBef>
                <a:spcPts val="216"/>
              </a:spcBef>
              <a:spcAft>
                <a:spcPts val="216"/>
              </a:spcAft>
              <a:buSzPts val="675"/>
              <a:buChar char="●"/>
              <a:defRPr sz="1500"/>
            </a:lvl9pPr>
          </a:lstStyle>
          <a:p/>
        </p:txBody>
      </p:sp>
      <p:sp>
        <p:nvSpPr>
          <p:cNvPr id="159" name="Google Shape;159;p34"/>
          <p:cNvSpPr txBox="1"/>
          <p:nvPr>
            <p:ph idx="3" type="body"/>
          </p:nvPr>
        </p:nvSpPr>
        <p:spPr>
          <a:xfrm>
            <a:off x="4645442" y="1535201"/>
            <a:ext cx="4042080" cy="639427"/>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990"/>
              <a:buNone/>
              <a:defRPr b="1" sz="2200"/>
            </a:lvl1pPr>
            <a:lvl2pPr indent="-228600" lvl="1" marL="914400" algn="l">
              <a:spcBef>
                <a:spcPts val="1247"/>
              </a:spcBef>
              <a:spcAft>
                <a:spcPts val="0"/>
              </a:spcAft>
              <a:buSzPts val="1350"/>
              <a:buNone/>
              <a:defRPr b="1" sz="1800"/>
            </a:lvl2pPr>
            <a:lvl3pPr indent="-228600" lvl="2" marL="1371600" algn="l">
              <a:spcBef>
                <a:spcPts val="987"/>
              </a:spcBef>
              <a:spcAft>
                <a:spcPts val="0"/>
              </a:spcAft>
              <a:buSzPts val="720"/>
              <a:buNone/>
              <a:defRPr b="1" sz="1600"/>
            </a:lvl3pPr>
            <a:lvl4pPr indent="-228600" lvl="3" marL="1828800" algn="l">
              <a:spcBef>
                <a:spcPts val="737"/>
              </a:spcBef>
              <a:spcAft>
                <a:spcPts val="0"/>
              </a:spcAft>
              <a:buSzPts val="1125"/>
              <a:buNone/>
              <a:defRPr b="1" sz="1500"/>
            </a:lvl4pPr>
            <a:lvl5pPr indent="-228600" lvl="4" marL="2286000" algn="l">
              <a:spcBef>
                <a:spcPts val="476"/>
              </a:spcBef>
              <a:spcAft>
                <a:spcPts val="0"/>
              </a:spcAft>
              <a:buSzPts val="675"/>
              <a:buNone/>
              <a:defRPr b="1" sz="1500"/>
            </a:lvl5pPr>
            <a:lvl6pPr indent="-228600" lvl="5" marL="2743200" algn="l">
              <a:lnSpc>
                <a:spcPct val="88000"/>
              </a:lnSpc>
              <a:spcBef>
                <a:spcPts val="216"/>
              </a:spcBef>
              <a:spcAft>
                <a:spcPts val="0"/>
              </a:spcAft>
              <a:buSzPts val="675"/>
              <a:buNone/>
              <a:defRPr b="1" sz="1500"/>
            </a:lvl6pPr>
            <a:lvl7pPr indent="-228600" lvl="6" marL="3200400" algn="l">
              <a:lnSpc>
                <a:spcPct val="88000"/>
              </a:lnSpc>
              <a:spcBef>
                <a:spcPts val="216"/>
              </a:spcBef>
              <a:spcAft>
                <a:spcPts val="0"/>
              </a:spcAft>
              <a:buSzPts val="675"/>
              <a:buNone/>
              <a:defRPr b="1" sz="1500"/>
            </a:lvl7pPr>
            <a:lvl8pPr indent="-228600" lvl="7" marL="3657600" algn="l">
              <a:lnSpc>
                <a:spcPct val="88000"/>
              </a:lnSpc>
              <a:spcBef>
                <a:spcPts val="216"/>
              </a:spcBef>
              <a:spcAft>
                <a:spcPts val="0"/>
              </a:spcAft>
              <a:buSzPts val="675"/>
              <a:buNone/>
              <a:defRPr b="1" sz="1500"/>
            </a:lvl8pPr>
            <a:lvl9pPr indent="-228600" lvl="8" marL="4114800" algn="l">
              <a:lnSpc>
                <a:spcPct val="88000"/>
              </a:lnSpc>
              <a:spcBef>
                <a:spcPts val="216"/>
              </a:spcBef>
              <a:spcAft>
                <a:spcPts val="216"/>
              </a:spcAft>
              <a:buSzPts val="675"/>
              <a:buNone/>
              <a:defRPr b="1" sz="1500"/>
            </a:lvl9pPr>
          </a:lstStyle>
          <a:p/>
        </p:txBody>
      </p:sp>
      <p:sp>
        <p:nvSpPr>
          <p:cNvPr id="160" name="Google Shape;160;p34"/>
          <p:cNvSpPr txBox="1"/>
          <p:nvPr>
            <p:ph idx="4" type="body"/>
          </p:nvPr>
        </p:nvSpPr>
        <p:spPr>
          <a:xfrm>
            <a:off x="4645442" y="2174628"/>
            <a:ext cx="4042080" cy="3951775"/>
          </a:xfrm>
          <a:prstGeom prst="rect">
            <a:avLst/>
          </a:prstGeom>
          <a:noFill/>
          <a:ln>
            <a:noFill/>
          </a:ln>
        </p:spPr>
        <p:txBody>
          <a:bodyPr anchorCtr="0" anchor="t" bIns="0" lIns="0" spcFirstLastPara="1" rIns="0" wrap="square" tIns="0">
            <a:noAutofit/>
          </a:bodyPr>
          <a:lstStyle>
            <a:lvl1pPr indent="-291465" lvl="0" marL="457200" algn="l">
              <a:spcBef>
                <a:spcPts val="0"/>
              </a:spcBef>
              <a:spcAft>
                <a:spcPts val="0"/>
              </a:spcAft>
              <a:buSzPts val="990"/>
              <a:buChar char="●"/>
              <a:defRPr sz="2200"/>
            </a:lvl1pPr>
            <a:lvl2pPr indent="-314325" lvl="1" marL="914400" algn="l">
              <a:spcBef>
                <a:spcPts val="1247"/>
              </a:spcBef>
              <a:spcAft>
                <a:spcPts val="0"/>
              </a:spcAft>
              <a:buSzPts val="1350"/>
              <a:buChar char="−"/>
              <a:defRPr sz="1800"/>
            </a:lvl2pPr>
            <a:lvl3pPr indent="-274319" lvl="2" marL="1371600" algn="l">
              <a:spcBef>
                <a:spcPts val="987"/>
              </a:spcBef>
              <a:spcAft>
                <a:spcPts val="0"/>
              </a:spcAft>
              <a:buSzPts val="720"/>
              <a:buChar char="●"/>
              <a:defRPr sz="1600"/>
            </a:lvl3pPr>
            <a:lvl4pPr indent="-300037" lvl="3" marL="1828800" algn="l">
              <a:spcBef>
                <a:spcPts val="737"/>
              </a:spcBef>
              <a:spcAft>
                <a:spcPts val="0"/>
              </a:spcAft>
              <a:buSzPts val="1125"/>
              <a:buChar char="−"/>
              <a:defRPr sz="1500"/>
            </a:lvl4pPr>
            <a:lvl5pPr indent="-271462" lvl="4" marL="2286000" algn="l">
              <a:spcBef>
                <a:spcPts val="476"/>
              </a:spcBef>
              <a:spcAft>
                <a:spcPts val="0"/>
              </a:spcAft>
              <a:buSzPts val="675"/>
              <a:buChar char="●"/>
              <a:defRPr sz="1500"/>
            </a:lvl5pPr>
            <a:lvl6pPr indent="-271462" lvl="5" marL="2743200" algn="l">
              <a:lnSpc>
                <a:spcPct val="88000"/>
              </a:lnSpc>
              <a:spcBef>
                <a:spcPts val="216"/>
              </a:spcBef>
              <a:spcAft>
                <a:spcPts val="0"/>
              </a:spcAft>
              <a:buSzPts val="675"/>
              <a:buChar char="●"/>
              <a:defRPr sz="1500"/>
            </a:lvl6pPr>
            <a:lvl7pPr indent="-271462" lvl="6" marL="3200400" algn="l">
              <a:lnSpc>
                <a:spcPct val="88000"/>
              </a:lnSpc>
              <a:spcBef>
                <a:spcPts val="216"/>
              </a:spcBef>
              <a:spcAft>
                <a:spcPts val="0"/>
              </a:spcAft>
              <a:buSzPts val="675"/>
              <a:buChar char="●"/>
              <a:defRPr sz="1500"/>
            </a:lvl7pPr>
            <a:lvl8pPr indent="-271462" lvl="7" marL="3657600" algn="l">
              <a:lnSpc>
                <a:spcPct val="88000"/>
              </a:lnSpc>
              <a:spcBef>
                <a:spcPts val="216"/>
              </a:spcBef>
              <a:spcAft>
                <a:spcPts val="0"/>
              </a:spcAft>
              <a:buSzPts val="675"/>
              <a:buChar char="●"/>
              <a:defRPr sz="1500"/>
            </a:lvl8pPr>
            <a:lvl9pPr indent="-271462" lvl="8" marL="4114800" algn="l">
              <a:lnSpc>
                <a:spcPct val="88000"/>
              </a:lnSpc>
              <a:spcBef>
                <a:spcPts val="216"/>
              </a:spcBef>
              <a:spcAft>
                <a:spcPts val="216"/>
              </a:spcAft>
              <a:buSzPts val="675"/>
              <a:buChar char="●"/>
              <a:defRPr sz="15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1" name="Shape 161"/>
        <p:cNvGrpSpPr/>
        <p:nvPr/>
      </p:nvGrpSpPr>
      <p:grpSpPr>
        <a:xfrm>
          <a:off x="0" y="0"/>
          <a:ext cx="0" cy="0"/>
          <a:chOff x="0" y="0"/>
          <a:chExt cx="0" cy="0"/>
        </a:xfrm>
      </p:grpSpPr>
      <p:sp>
        <p:nvSpPr>
          <p:cNvPr id="162" name="Google Shape;162;p35"/>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3" name="Shape 163"/>
        <p:cNvGrpSpPr/>
        <p:nvPr/>
      </p:nvGrpSpPr>
      <p:grpSpPr>
        <a:xfrm>
          <a:off x="0" y="0"/>
          <a:ext cx="0" cy="0"/>
          <a:chOff x="0" y="0"/>
          <a:chExt cx="0" cy="0"/>
        </a:xfrm>
      </p:grpSpPr>
      <p:sp>
        <p:nvSpPr>
          <p:cNvPr id="164" name="Google Shape;164;p36"/>
          <p:cNvSpPr txBox="1"/>
          <p:nvPr>
            <p:ph type="title"/>
          </p:nvPr>
        </p:nvSpPr>
        <p:spPr>
          <a:xfrm>
            <a:off x="457920" y="273629"/>
            <a:ext cx="3008160" cy="1160762"/>
          </a:xfrm>
          <a:prstGeom prst="rect">
            <a:avLst/>
          </a:prstGeom>
          <a:noFill/>
          <a:ln>
            <a:noFill/>
          </a:ln>
        </p:spPr>
        <p:txBody>
          <a:bodyPr anchorCtr="0" anchor="b" bIns="0" lIns="0" spcFirstLastPara="1" rIns="0" wrap="square" tIns="0">
            <a:noAutofit/>
          </a:bodyPr>
          <a:lstStyle>
            <a:lvl1pPr lvl="0" algn="l">
              <a:lnSpc>
                <a:spcPct val="88000"/>
              </a:lnSpc>
              <a:spcBef>
                <a:spcPts val="0"/>
              </a:spcBef>
              <a:spcAft>
                <a:spcPts val="0"/>
              </a:spcAft>
              <a:buSzPts val="1400"/>
              <a:buNone/>
              <a:defRPr b="1" sz="1800"/>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65" name="Google Shape;165;p36"/>
          <p:cNvSpPr txBox="1"/>
          <p:nvPr>
            <p:ph idx="1" type="body"/>
          </p:nvPr>
        </p:nvSpPr>
        <p:spPr>
          <a:xfrm>
            <a:off x="3575524" y="273632"/>
            <a:ext cx="5112000" cy="5852774"/>
          </a:xfrm>
          <a:prstGeom prst="rect">
            <a:avLst/>
          </a:prstGeom>
          <a:noFill/>
          <a:ln>
            <a:noFill/>
          </a:ln>
        </p:spPr>
        <p:txBody>
          <a:bodyPr anchorCtr="0" anchor="t" bIns="0" lIns="0" spcFirstLastPara="1" rIns="0" wrap="square" tIns="0">
            <a:noAutofit/>
          </a:bodyPr>
          <a:lstStyle>
            <a:lvl1pPr indent="-311467" lvl="0" marL="457200" algn="l">
              <a:spcBef>
                <a:spcPts val="0"/>
              </a:spcBef>
              <a:spcAft>
                <a:spcPts val="0"/>
              </a:spcAft>
              <a:buSzPts val="1305"/>
              <a:buChar char="●"/>
              <a:defRPr sz="2900"/>
            </a:lvl1pPr>
            <a:lvl2pPr indent="-347662" lvl="1" marL="914400" algn="l">
              <a:spcBef>
                <a:spcPts val="1247"/>
              </a:spcBef>
              <a:spcAft>
                <a:spcPts val="0"/>
              </a:spcAft>
              <a:buSzPts val="1875"/>
              <a:buChar char="−"/>
              <a:defRPr sz="2500"/>
            </a:lvl2pPr>
            <a:lvl3pPr indent="-291464" lvl="2" marL="1371600" algn="l">
              <a:spcBef>
                <a:spcPts val="987"/>
              </a:spcBef>
              <a:spcAft>
                <a:spcPts val="0"/>
              </a:spcAft>
              <a:buSzPts val="990"/>
              <a:buChar char="●"/>
              <a:defRPr sz="2200"/>
            </a:lvl3pPr>
            <a:lvl4pPr indent="-314325" lvl="3" marL="1828800" algn="l">
              <a:spcBef>
                <a:spcPts val="737"/>
              </a:spcBef>
              <a:spcAft>
                <a:spcPts val="0"/>
              </a:spcAft>
              <a:buSzPts val="1350"/>
              <a:buChar char="−"/>
              <a:defRPr sz="1800"/>
            </a:lvl4pPr>
            <a:lvl5pPr indent="-280035" lvl="4" marL="2286000" algn="l">
              <a:spcBef>
                <a:spcPts val="476"/>
              </a:spcBef>
              <a:spcAft>
                <a:spcPts val="0"/>
              </a:spcAft>
              <a:buSzPts val="810"/>
              <a:buChar char="●"/>
              <a:defRPr sz="1800"/>
            </a:lvl5pPr>
            <a:lvl6pPr indent="-280035" lvl="5" marL="2743200" algn="l">
              <a:lnSpc>
                <a:spcPct val="88000"/>
              </a:lnSpc>
              <a:spcBef>
                <a:spcPts val="216"/>
              </a:spcBef>
              <a:spcAft>
                <a:spcPts val="0"/>
              </a:spcAft>
              <a:buSzPts val="810"/>
              <a:buChar char="●"/>
              <a:defRPr sz="1800"/>
            </a:lvl6pPr>
            <a:lvl7pPr indent="-280035" lvl="6" marL="3200400" algn="l">
              <a:lnSpc>
                <a:spcPct val="88000"/>
              </a:lnSpc>
              <a:spcBef>
                <a:spcPts val="216"/>
              </a:spcBef>
              <a:spcAft>
                <a:spcPts val="0"/>
              </a:spcAft>
              <a:buSzPts val="810"/>
              <a:buChar char="●"/>
              <a:defRPr sz="1800"/>
            </a:lvl7pPr>
            <a:lvl8pPr indent="-280034" lvl="7" marL="3657600" algn="l">
              <a:lnSpc>
                <a:spcPct val="88000"/>
              </a:lnSpc>
              <a:spcBef>
                <a:spcPts val="216"/>
              </a:spcBef>
              <a:spcAft>
                <a:spcPts val="0"/>
              </a:spcAft>
              <a:buSzPts val="810"/>
              <a:buChar char="●"/>
              <a:defRPr sz="1800"/>
            </a:lvl8pPr>
            <a:lvl9pPr indent="-280034" lvl="8" marL="4114800" algn="l">
              <a:lnSpc>
                <a:spcPct val="88000"/>
              </a:lnSpc>
              <a:spcBef>
                <a:spcPts val="216"/>
              </a:spcBef>
              <a:spcAft>
                <a:spcPts val="216"/>
              </a:spcAft>
              <a:buSzPts val="810"/>
              <a:buChar char="●"/>
              <a:defRPr sz="1800"/>
            </a:lvl9pPr>
          </a:lstStyle>
          <a:p/>
        </p:txBody>
      </p:sp>
      <p:sp>
        <p:nvSpPr>
          <p:cNvPr id="166" name="Google Shape;166;p36"/>
          <p:cNvSpPr txBox="1"/>
          <p:nvPr>
            <p:ph idx="2" type="body"/>
          </p:nvPr>
        </p:nvSpPr>
        <p:spPr>
          <a:xfrm>
            <a:off x="457920" y="1434394"/>
            <a:ext cx="3008160" cy="4692013"/>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585"/>
              <a:buNone/>
              <a:defRPr sz="1300"/>
            </a:lvl1pPr>
            <a:lvl2pPr indent="-228600" lvl="1" marL="914400" algn="l">
              <a:spcBef>
                <a:spcPts val="1247"/>
              </a:spcBef>
              <a:spcAft>
                <a:spcPts val="0"/>
              </a:spcAft>
              <a:buSzPts val="825"/>
              <a:buNone/>
              <a:defRPr sz="1100"/>
            </a:lvl2pPr>
            <a:lvl3pPr indent="-228600" lvl="2" marL="1371600" algn="l">
              <a:spcBef>
                <a:spcPts val="987"/>
              </a:spcBef>
              <a:spcAft>
                <a:spcPts val="0"/>
              </a:spcAft>
              <a:buSzPts val="405"/>
              <a:buNone/>
              <a:defRPr sz="900"/>
            </a:lvl3pPr>
            <a:lvl4pPr indent="-228600" lvl="3" marL="1828800" algn="l">
              <a:spcBef>
                <a:spcPts val="737"/>
              </a:spcBef>
              <a:spcAft>
                <a:spcPts val="0"/>
              </a:spcAft>
              <a:buSzPts val="600"/>
              <a:buNone/>
              <a:defRPr sz="800"/>
            </a:lvl4pPr>
            <a:lvl5pPr indent="-228600" lvl="4" marL="2286000" algn="l">
              <a:spcBef>
                <a:spcPts val="476"/>
              </a:spcBef>
              <a:spcAft>
                <a:spcPts val="0"/>
              </a:spcAft>
              <a:buSzPts val="360"/>
              <a:buNone/>
              <a:defRPr sz="800"/>
            </a:lvl5pPr>
            <a:lvl6pPr indent="-228600" lvl="5" marL="2743200" algn="l">
              <a:lnSpc>
                <a:spcPct val="88000"/>
              </a:lnSpc>
              <a:spcBef>
                <a:spcPts val="216"/>
              </a:spcBef>
              <a:spcAft>
                <a:spcPts val="0"/>
              </a:spcAft>
              <a:buSzPts val="360"/>
              <a:buNone/>
              <a:defRPr sz="800"/>
            </a:lvl6pPr>
            <a:lvl7pPr indent="-228600" lvl="6" marL="3200400" algn="l">
              <a:lnSpc>
                <a:spcPct val="88000"/>
              </a:lnSpc>
              <a:spcBef>
                <a:spcPts val="216"/>
              </a:spcBef>
              <a:spcAft>
                <a:spcPts val="0"/>
              </a:spcAft>
              <a:buSzPts val="360"/>
              <a:buNone/>
              <a:defRPr sz="800"/>
            </a:lvl7pPr>
            <a:lvl8pPr indent="-228600" lvl="7" marL="3657600" algn="l">
              <a:lnSpc>
                <a:spcPct val="88000"/>
              </a:lnSpc>
              <a:spcBef>
                <a:spcPts val="216"/>
              </a:spcBef>
              <a:spcAft>
                <a:spcPts val="0"/>
              </a:spcAft>
              <a:buSzPts val="360"/>
              <a:buNone/>
              <a:defRPr sz="800"/>
            </a:lvl8pPr>
            <a:lvl9pPr indent="-228600" lvl="8" marL="4114800" algn="l">
              <a:lnSpc>
                <a:spcPct val="88000"/>
              </a:lnSpc>
              <a:spcBef>
                <a:spcPts val="216"/>
              </a:spcBef>
              <a:spcAft>
                <a:spcPts val="216"/>
              </a:spcAft>
              <a:buSzPts val="360"/>
              <a:buNone/>
              <a:defRPr sz="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7" name="Shape 167"/>
        <p:cNvGrpSpPr/>
        <p:nvPr/>
      </p:nvGrpSpPr>
      <p:grpSpPr>
        <a:xfrm>
          <a:off x="0" y="0"/>
          <a:ext cx="0" cy="0"/>
          <a:chOff x="0" y="0"/>
          <a:chExt cx="0" cy="0"/>
        </a:xfrm>
      </p:grpSpPr>
      <p:sp>
        <p:nvSpPr>
          <p:cNvPr id="168" name="Google Shape;168;p37"/>
          <p:cNvSpPr txBox="1"/>
          <p:nvPr>
            <p:ph type="title"/>
          </p:nvPr>
        </p:nvSpPr>
        <p:spPr>
          <a:xfrm>
            <a:off x="1792804" y="4800026"/>
            <a:ext cx="5486400" cy="567420"/>
          </a:xfrm>
          <a:prstGeom prst="rect">
            <a:avLst/>
          </a:prstGeom>
          <a:noFill/>
          <a:ln>
            <a:noFill/>
          </a:ln>
        </p:spPr>
        <p:txBody>
          <a:bodyPr anchorCtr="0" anchor="b" bIns="0" lIns="0" spcFirstLastPara="1" rIns="0" wrap="square" tIns="0">
            <a:noAutofit/>
          </a:bodyPr>
          <a:lstStyle>
            <a:lvl1pPr lvl="0" algn="l">
              <a:lnSpc>
                <a:spcPct val="88000"/>
              </a:lnSpc>
              <a:spcBef>
                <a:spcPts val="0"/>
              </a:spcBef>
              <a:spcAft>
                <a:spcPts val="0"/>
              </a:spcAft>
              <a:buSzPts val="1400"/>
              <a:buNone/>
              <a:defRPr b="1" sz="1800"/>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69" name="Google Shape;169;p37"/>
          <p:cNvSpPr/>
          <p:nvPr>
            <p:ph idx="2" type="pic"/>
          </p:nvPr>
        </p:nvSpPr>
        <p:spPr>
          <a:xfrm>
            <a:off x="1792804" y="612065"/>
            <a:ext cx="5486400" cy="4115952"/>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Clr>
                <a:srgbClr val="000000"/>
              </a:buClr>
              <a:buSzPts val="1305"/>
              <a:buFont typeface="Noto Sans Symbols"/>
              <a:buNone/>
              <a:defRPr b="0" i="0" sz="2900" u="none" cap="none" strike="noStrike">
                <a:solidFill>
                  <a:srgbClr val="000000"/>
                </a:solidFill>
                <a:latin typeface="Comic Sans MS"/>
                <a:ea typeface="Comic Sans MS"/>
                <a:cs typeface="Comic Sans MS"/>
                <a:sym typeface="Comic Sans MS"/>
              </a:defRPr>
            </a:lvl1pPr>
            <a:lvl2pPr lvl="1" marR="0" rtl="0" algn="l">
              <a:spcBef>
                <a:spcPts val="1247"/>
              </a:spcBef>
              <a:spcAft>
                <a:spcPts val="0"/>
              </a:spcAft>
              <a:buClr>
                <a:srgbClr val="000000"/>
              </a:buClr>
              <a:buSzPts val="1875"/>
              <a:buFont typeface="Noto Sans Symbols"/>
              <a:buNone/>
              <a:defRPr b="0" i="0" sz="2500" u="none" cap="none" strike="noStrike">
                <a:solidFill>
                  <a:srgbClr val="000000"/>
                </a:solidFill>
                <a:latin typeface="Comic Sans MS"/>
                <a:ea typeface="Comic Sans MS"/>
                <a:cs typeface="Comic Sans MS"/>
                <a:sym typeface="Comic Sans MS"/>
              </a:defRPr>
            </a:lvl2pPr>
            <a:lvl3pPr lvl="2" marR="0" rtl="0" algn="l">
              <a:spcBef>
                <a:spcPts val="987"/>
              </a:spcBef>
              <a:spcAft>
                <a:spcPts val="0"/>
              </a:spcAft>
              <a:buClr>
                <a:srgbClr val="000000"/>
              </a:buClr>
              <a:buSzPts val="990"/>
              <a:buFont typeface="Noto Sans Symbols"/>
              <a:buNone/>
              <a:defRPr b="0" i="0" sz="2200" u="none" cap="none" strike="noStrike">
                <a:solidFill>
                  <a:srgbClr val="000000"/>
                </a:solidFill>
                <a:latin typeface="Comic Sans MS"/>
                <a:ea typeface="Comic Sans MS"/>
                <a:cs typeface="Comic Sans MS"/>
                <a:sym typeface="Comic Sans MS"/>
              </a:defRPr>
            </a:lvl3pPr>
            <a:lvl4pPr lvl="3" marR="0" rtl="0" algn="l">
              <a:spcBef>
                <a:spcPts val="737"/>
              </a:spcBef>
              <a:spcAft>
                <a:spcPts val="0"/>
              </a:spcAft>
              <a:buClr>
                <a:srgbClr val="000000"/>
              </a:buClr>
              <a:buSzPts val="1350"/>
              <a:buFont typeface="Noto Sans Symbols"/>
              <a:buNone/>
              <a:defRPr b="0" i="0" sz="1800" u="none" cap="none" strike="noStrike">
                <a:solidFill>
                  <a:srgbClr val="000000"/>
                </a:solidFill>
                <a:latin typeface="Comic Sans MS"/>
                <a:ea typeface="Comic Sans MS"/>
                <a:cs typeface="Comic Sans MS"/>
                <a:sym typeface="Comic Sans MS"/>
              </a:defRPr>
            </a:lvl4pPr>
            <a:lvl5pPr lvl="4" marR="0" rtl="0" algn="l">
              <a:spcBef>
                <a:spcPts val="476"/>
              </a:spcBef>
              <a:spcAft>
                <a:spcPts val="0"/>
              </a:spcAft>
              <a:buClr>
                <a:srgbClr val="000000"/>
              </a:buClr>
              <a:buSzPts val="810"/>
              <a:buFont typeface="Noto Sans Symbols"/>
              <a:buNone/>
              <a:defRPr b="0" i="0" sz="1800" u="none" cap="none" strike="noStrike">
                <a:solidFill>
                  <a:srgbClr val="000000"/>
                </a:solidFill>
                <a:latin typeface="Comic Sans MS"/>
                <a:ea typeface="Comic Sans MS"/>
                <a:cs typeface="Comic Sans MS"/>
                <a:sym typeface="Comic Sans MS"/>
              </a:defRPr>
            </a:lvl5pPr>
            <a:lvl6pPr lvl="5" marR="0" rtl="0" algn="l">
              <a:lnSpc>
                <a:spcPct val="88000"/>
              </a:lnSpc>
              <a:spcBef>
                <a:spcPts val="216"/>
              </a:spcBef>
              <a:spcAft>
                <a:spcPts val="0"/>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6pPr>
            <a:lvl7pPr lvl="6" marR="0" rtl="0" algn="l">
              <a:lnSpc>
                <a:spcPct val="88000"/>
              </a:lnSpc>
              <a:spcBef>
                <a:spcPts val="216"/>
              </a:spcBef>
              <a:spcAft>
                <a:spcPts val="0"/>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7pPr>
            <a:lvl8pPr lvl="7" marR="0" rtl="0" algn="l">
              <a:lnSpc>
                <a:spcPct val="88000"/>
              </a:lnSpc>
              <a:spcBef>
                <a:spcPts val="216"/>
              </a:spcBef>
              <a:spcAft>
                <a:spcPts val="0"/>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8pPr>
            <a:lvl9pPr lvl="8" marR="0" rtl="0" algn="l">
              <a:lnSpc>
                <a:spcPct val="88000"/>
              </a:lnSpc>
              <a:spcBef>
                <a:spcPts val="216"/>
              </a:spcBef>
              <a:spcAft>
                <a:spcPts val="216"/>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9pPr>
          </a:lstStyle>
          <a:p/>
        </p:txBody>
      </p:sp>
      <p:sp>
        <p:nvSpPr>
          <p:cNvPr id="170" name="Google Shape;170;p37"/>
          <p:cNvSpPr txBox="1"/>
          <p:nvPr>
            <p:ph idx="1" type="body"/>
          </p:nvPr>
        </p:nvSpPr>
        <p:spPr>
          <a:xfrm>
            <a:off x="1792804" y="5367444"/>
            <a:ext cx="5486400" cy="805044"/>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585"/>
              <a:buNone/>
              <a:defRPr sz="1300"/>
            </a:lvl1pPr>
            <a:lvl2pPr indent="-228600" lvl="1" marL="914400" algn="l">
              <a:spcBef>
                <a:spcPts val="1247"/>
              </a:spcBef>
              <a:spcAft>
                <a:spcPts val="0"/>
              </a:spcAft>
              <a:buSzPts val="825"/>
              <a:buNone/>
              <a:defRPr sz="1100"/>
            </a:lvl2pPr>
            <a:lvl3pPr indent="-228600" lvl="2" marL="1371600" algn="l">
              <a:spcBef>
                <a:spcPts val="987"/>
              </a:spcBef>
              <a:spcAft>
                <a:spcPts val="0"/>
              </a:spcAft>
              <a:buSzPts val="405"/>
              <a:buNone/>
              <a:defRPr sz="900"/>
            </a:lvl3pPr>
            <a:lvl4pPr indent="-228600" lvl="3" marL="1828800" algn="l">
              <a:spcBef>
                <a:spcPts val="737"/>
              </a:spcBef>
              <a:spcAft>
                <a:spcPts val="0"/>
              </a:spcAft>
              <a:buSzPts val="600"/>
              <a:buNone/>
              <a:defRPr sz="800"/>
            </a:lvl4pPr>
            <a:lvl5pPr indent="-228600" lvl="4" marL="2286000" algn="l">
              <a:spcBef>
                <a:spcPts val="476"/>
              </a:spcBef>
              <a:spcAft>
                <a:spcPts val="0"/>
              </a:spcAft>
              <a:buSzPts val="360"/>
              <a:buNone/>
              <a:defRPr sz="800"/>
            </a:lvl5pPr>
            <a:lvl6pPr indent="-228600" lvl="5" marL="2743200" algn="l">
              <a:lnSpc>
                <a:spcPct val="88000"/>
              </a:lnSpc>
              <a:spcBef>
                <a:spcPts val="216"/>
              </a:spcBef>
              <a:spcAft>
                <a:spcPts val="0"/>
              </a:spcAft>
              <a:buSzPts val="360"/>
              <a:buNone/>
              <a:defRPr sz="800"/>
            </a:lvl6pPr>
            <a:lvl7pPr indent="-228600" lvl="6" marL="3200400" algn="l">
              <a:lnSpc>
                <a:spcPct val="88000"/>
              </a:lnSpc>
              <a:spcBef>
                <a:spcPts val="216"/>
              </a:spcBef>
              <a:spcAft>
                <a:spcPts val="0"/>
              </a:spcAft>
              <a:buSzPts val="360"/>
              <a:buNone/>
              <a:defRPr sz="800"/>
            </a:lvl7pPr>
            <a:lvl8pPr indent="-228600" lvl="7" marL="3657600" algn="l">
              <a:lnSpc>
                <a:spcPct val="88000"/>
              </a:lnSpc>
              <a:spcBef>
                <a:spcPts val="216"/>
              </a:spcBef>
              <a:spcAft>
                <a:spcPts val="0"/>
              </a:spcAft>
              <a:buSzPts val="360"/>
              <a:buNone/>
              <a:defRPr sz="800"/>
            </a:lvl8pPr>
            <a:lvl9pPr indent="-228600" lvl="8" marL="4114800" algn="l">
              <a:lnSpc>
                <a:spcPct val="88000"/>
              </a:lnSpc>
              <a:spcBef>
                <a:spcPts val="216"/>
              </a:spcBef>
              <a:spcAft>
                <a:spcPts val="216"/>
              </a:spcAft>
              <a:buSzPts val="360"/>
              <a:buNone/>
              <a:defRPr sz="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1" name="Shape 171"/>
        <p:cNvGrpSpPr/>
        <p:nvPr/>
      </p:nvGrpSpPr>
      <p:grpSpPr>
        <a:xfrm>
          <a:off x="0" y="0"/>
          <a:ext cx="0" cy="0"/>
          <a:chOff x="0" y="0"/>
          <a:chExt cx="0" cy="0"/>
        </a:xfrm>
      </p:grpSpPr>
      <p:sp>
        <p:nvSpPr>
          <p:cNvPr id="172" name="Google Shape;172;p38"/>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73" name="Google Shape;173;p38"/>
          <p:cNvSpPr txBox="1"/>
          <p:nvPr>
            <p:ph idx="1" type="body"/>
          </p:nvPr>
        </p:nvSpPr>
        <p:spPr>
          <a:xfrm rot="5400000">
            <a:off x="2415376" y="2570"/>
            <a:ext cx="4308932" cy="779760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4" name="Shape 174"/>
        <p:cNvGrpSpPr/>
        <p:nvPr/>
      </p:nvGrpSpPr>
      <p:grpSpPr>
        <a:xfrm>
          <a:off x="0" y="0"/>
          <a:ext cx="0" cy="0"/>
          <a:chOff x="0" y="0"/>
          <a:chExt cx="0" cy="0"/>
        </a:xfrm>
      </p:grpSpPr>
      <p:sp>
        <p:nvSpPr>
          <p:cNvPr id="175" name="Google Shape;175;p39"/>
          <p:cNvSpPr txBox="1"/>
          <p:nvPr>
            <p:ph type="title"/>
          </p:nvPr>
        </p:nvSpPr>
        <p:spPr>
          <a:xfrm rot="5400000">
            <a:off x="4629299" y="2216497"/>
            <a:ext cx="5730362" cy="194832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76" name="Google Shape;176;p39"/>
          <p:cNvSpPr txBox="1"/>
          <p:nvPr>
            <p:ph idx="1" type="body"/>
          </p:nvPr>
        </p:nvSpPr>
        <p:spPr>
          <a:xfrm rot="5400000">
            <a:off x="661379" y="335137"/>
            <a:ext cx="5730362" cy="571104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77" name="Shape 177"/>
        <p:cNvGrpSpPr/>
        <p:nvPr/>
      </p:nvGrpSpPr>
      <p:grpSpPr>
        <a:xfrm>
          <a:off x="0" y="0"/>
          <a:ext cx="0" cy="0"/>
          <a:chOff x="0" y="0"/>
          <a:chExt cx="0" cy="0"/>
        </a:xfrm>
      </p:grpSpPr>
      <p:sp>
        <p:nvSpPr>
          <p:cNvPr id="178" name="Google Shape;178;p40"/>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79" name="Google Shape;179;p40"/>
          <p:cNvSpPr txBox="1"/>
          <p:nvPr>
            <p:ph idx="1" type="body"/>
          </p:nvPr>
        </p:nvSpPr>
        <p:spPr>
          <a:xfrm>
            <a:off x="671042" y="1745463"/>
            <a:ext cx="3828960" cy="4310373"/>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180" name="Google Shape;180;p40"/>
          <p:cNvSpPr txBox="1"/>
          <p:nvPr>
            <p:ph idx="2" type="body"/>
          </p:nvPr>
        </p:nvSpPr>
        <p:spPr>
          <a:xfrm>
            <a:off x="4638240" y="1745463"/>
            <a:ext cx="3830400" cy="4310373"/>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type="fourObj">
  <p:cSld name="FOUR_OBJECTS">
    <p:spTree>
      <p:nvGrpSpPr>
        <p:cNvPr id="181" name="Shape 181"/>
        <p:cNvGrpSpPr/>
        <p:nvPr/>
      </p:nvGrpSpPr>
      <p:grpSpPr>
        <a:xfrm>
          <a:off x="0" y="0"/>
          <a:ext cx="0" cy="0"/>
          <a:chOff x="0" y="0"/>
          <a:chExt cx="0" cy="0"/>
        </a:xfrm>
      </p:grpSpPr>
      <p:sp>
        <p:nvSpPr>
          <p:cNvPr id="182" name="Google Shape;182;p41"/>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83" name="Google Shape;183;p41"/>
          <p:cNvSpPr txBox="1"/>
          <p:nvPr>
            <p:ph idx="1" type="body"/>
          </p:nvPr>
        </p:nvSpPr>
        <p:spPr>
          <a:xfrm>
            <a:off x="671042" y="1745463"/>
            <a:ext cx="3828960" cy="2085339"/>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184" name="Google Shape;184;p41"/>
          <p:cNvSpPr txBox="1"/>
          <p:nvPr>
            <p:ph idx="2" type="body"/>
          </p:nvPr>
        </p:nvSpPr>
        <p:spPr>
          <a:xfrm>
            <a:off x="4638240" y="1745463"/>
            <a:ext cx="3830400" cy="2085339"/>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185" name="Google Shape;185;p41"/>
          <p:cNvSpPr txBox="1"/>
          <p:nvPr>
            <p:ph idx="3" type="body"/>
          </p:nvPr>
        </p:nvSpPr>
        <p:spPr>
          <a:xfrm>
            <a:off x="671042" y="3969056"/>
            <a:ext cx="3828960" cy="208678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186" name="Google Shape;186;p41"/>
          <p:cNvSpPr txBox="1"/>
          <p:nvPr>
            <p:ph idx="4" type="body"/>
          </p:nvPr>
        </p:nvSpPr>
        <p:spPr>
          <a:xfrm>
            <a:off x="4638240" y="3969056"/>
            <a:ext cx="3830400" cy="208678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187" name="Shape 187"/>
        <p:cNvGrpSpPr/>
        <p:nvPr/>
      </p:nvGrpSpPr>
      <p:grpSpPr>
        <a:xfrm>
          <a:off x="0" y="0"/>
          <a:ext cx="0" cy="0"/>
          <a:chOff x="0" y="0"/>
          <a:chExt cx="0" cy="0"/>
        </a:xfrm>
      </p:grpSpPr>
      <p:sp>
        <p:nvSpPr>
          <p:cNvPr id="188" name="Google Shape;188;p42"/>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89" name="Google Shape;189;p42"/>
          <p:cNvSpPr/>
          <p:nvPr>
            <p:ph idx="2" type="dgm"/>
          </p:nvPr>
        </p:nvSpPr>
        <p:spPr>
          <a:xfrm>
            <a:off x="671042" y="1746904"/>
            <a:ext cx="7797600" cy="4308932"/>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Clr>
                <a:srgbClr val="000000"/>
              </a:buClr>
              <a:buSzPts val="1305"/>
              <a:buFont typeface="Noto Sans Symbols"/>
              <a:buChar char="●"/>
              <a:defRPr b="0" i="0" sz="2900" u="none" cap="none" strike="noStrike">
                <a:solidFill>
                  <a:srgbClr val="000000"/>
                </a:solidFill>
                <a:latin typeface="Comic Sans MS"/>
                <a:ea typeface="Comic Sans MS"/>
                <a:cs typeface="Comic Sans MS"/>
                <a:sym typeface="Comic Sans MS"/>
              </a:defRPr>
            </a:lvl1pPr>
            <a:lvl2pPr lvl="1" marR="0" rtl="0" algn="l">
              <a:spcBef>
                <a:spcPts val="1247"/>
              </a:spcBef>
              <a:spcAft>
                <a:spcPts val="0"/>
              </a:spcAft>
              <a:buClr>
                <a:srgbClr val="000000"/>
              </a:buClr>
              <a:buSzPts val="1875"/>
              <a:buFont typeface="Noto Sans Symbols"/>
              <a:buChar char="−"/>
              <a:defRPr b="0" i="0" sz="2500" u="none" cap="none" strike="noStrike">
                <a:solidFill>
                  <a:srgbClr val="000000"/>
                </a:solidFill>
                <a:latin typeface="Comic Sans MS"/>
                <a:ea typeface="Comic Sans MS"/>
                <a:cs typeface="Comic Sans MS"/>
                <a:sym typeface="Comic Sans MS"/>
              </a:defRPr>
            </a:lvl2pPr>
            <a:lvl3pPr lvl="2" marR="0" rtl="0" algn="l">
              <a:spcBef>
                <a:spcPts val="987"/>
              </a:spcBef>
              <a:spcAft>
                <a:spcPts val="0"/>
              </a:spcAft>
              <a:buClr>
                <a:srgbClr val="000000"/>
              </a:buClr>
              <a:buSzPts val="990"/>
              <a:buFont typeface="Noto Sans Symbols"/>
              <a:buChar char="●"/>
              <a:defRPr b="0" i="0" sz="2200" u="none" cap="none" strike="noStrike">
                <a:solidFill>
                  <a:srgbClr val="000000"/>
                </a:solidFill>
                <a:latin typeface="Comic Sans MS"/>
                <a:ea typeface="Comic Sans MS"/>
                <a:cs typeface="Comic Sans MS"/>
                <a:sym typeface="Comic Sans MS"/>
              </a:defRPr>
            </a:lvl3pPr>
            <a:lvl4pPr lvl="3" marR="0" rtl="0" algn="l">
              <a:spcBef>
                <a:spcPts val="737"/>
              </a:spcBef>
              <a:spcAft>
                <a:spcPts val="0"/>
              </a:spcAft>
              <a:buClr>
                <a:srgbClr val="000000"/>
              </a:buClr>
              <a:buSzPts val="1350"/>
              <a:buFont typeface="Noto Sans Symbols"/>
              <a:buChar char="−"/>
              <a:defRPr b="0" i="0" sz="1800" u="none" cap="none" strike="noStrike">
                <a:solidFill>
                  <a:srgbClr val="000000"/>
                </a:solidFill>
                <a:latin typeface="Comic Sans MS"/>
                <a:ea typeface="Comic Sans MS"/>
                <a:cs typeface="Comic Sans MS"/>
                <a:sym typeface="Comic Sans MS"/>
              </a:defRPr>
            </a:lvl4pPr>
            <a:lvl5pPr lvl="4" marR="0" rtl="0" algn="l">
              <a:spcBef>
                <a:spcPts val="476"/>
              </a:spcBef>
              <a:spcAft>
                <a:spcPts val="0"/>
              </a:spcAft>
              <a:buClr>
                <a:srgbClr val="000000"/>
              </a:buClr>
              <a:buSzPts val="810"/>
              <a:buFont typeface="Noto Sans Symbols"/>
              <a:buChar char="●"/>
              <a:defRPr b="0" i="0" sz="1800" u="none" cap="none" strike="noStrike">
                <a:solidFill>
                  <a:srgbClr val="000000"/>
                </a:solidFill>
                <a:latin typeface="Comic Sans MS"/>
                <a:ea typeface="Comic Sans MS"/>
                <a:cs typeface="Comic Sans MS"/>
                <a:sym typeface="Comic Sans MS"/>
              </a:defRPr>
            </a:lvl5pPr>
            <a:lvl6pPr lvl="5"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6pPr>
            <a:lvl7pPr lvl="6"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7pPr>
            <a:lvl8pPr lvl="7"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8pPr>
            <a:lvl9pPr lvl="8" marR="0" rtl="0" algn="l">
              <a:lnSpc>
                <a:spcPct val="88000"/>
              </a:lnSpc>
              <a:spcBef>
                <a:spcPts val="216"/>
              </a:spcBef>
              <a:spcAft>
                <a:spcPts val="216"/>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4" name="Shape 194"/>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5" name="Shape 195"/>
        <p:cNvGrpSpPr/>
        <p:nvPr/>
      </p:nvGrpSpPr>
      <p:grpSpPr>
        <a:xfrm>
          <a:off x="0" y="0"/>
          <a:ext cx="0" cy="0"/>
          <a:chOff x="0" y="0"/>
          <a:chExt cx="0" cy="0"/>
        </a:xfrm>
      </p:grpSpPr>
      <p:sp>
        <p:nvSpPr>
          <p:cNvPr id="196" name="Google Shape;196;p45"/>
          <p:cNvSpPr txBox="1"/>
          <p:nvPr>
            <p:ph type="title"/>
          </p:nvPr>
        </p:nvSpPr>
        <p:spPr>
          <a:xfrm>
            <a:off x="671041" y="325475"/>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b="1"/>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197" name="Google Shape;197;p45"/>
          <p:cNvSpPr txBox="1"/>
          <p:nvPr>
            <p:ph idx="1" type="body"/>
          </p:nvPr>
        </p:nvSpPr>
        <p:spPr>
          <a:xfrm>
            <a:off x="671041" y="1746904"/>
            <a:ext cx="7797600" cy="4308932"/>
          </a:xfrm>
          <a:prstGeom prst="rect">
            <a:avLst/>
          </a:prstGeom>
          <a:noFill/>
          <a:ln>
            <a:noFill/>
          </a:ln>
        </p:spPr>
        <p:txBody>
          <a:bodyPr anchorCtr="0" anchor="t" bIns="0" lIns="0" spcFirstLastPara="1" rIns="0" wrap="square" tIns="0">
            <a:noAutofit/>
          </a:bodyPr>
          <a:lstStyle>
            <a:lvl1pPr indent="-311467" lvl="0" marL="457200" algn="l">
              <a:spcBef>
                <a:spcPts val="0"/>
              </a:spcBef>
              <a:spcAft>
                <a:spcPts val="0"/>
              </a:spcAft>
              <a:buSzPts val="1305"/>
              <a:buChar char="●"/>
              <a:defRPr b="0"/>
            </a:lvl1pPr>
            <a:lvl2pPr indent="-347662" lvl="1" marL="914400" algn="l">
              <a:spcBef>
                <a:spcPts val="1247"/>
              </a:spcBef>
              <a:spcAft>
                <a:spcPts val="0"/>
              </a:spcAft>
              <a:buSzPts val="1875"/>
              <a:buChar char="−"/>
              <a:defRPr b="0"/>
            </a:lvl2pPr>
            <a:lvl3pPr indent="-291464" lvl="2" marL="1371600" algn="l">
              <a:spcBef>
                <a:spcPts val="987"/>
              </a:spcBef>
              <a:spcAft>
                <a:spcPts val="0"/>
              </a:spcAft>
              <a:buSzPts val="990"/>
              <a:buChar char="●"/>
              <a:defRPr b="0"/>
            </a:lvl3pPr>
            <a:lvl4pPr indent="-314325" lvl="3" marL="1828800" algn="l">
              <a:spcBef>
                <a:spcPts val="737"/>
              </a:spcBef>
              <a:spcAft>
                <a:spcPts val="0"/>
              </a:spcAft>
              <a:buSzPts val="1350"/>
              <a:buChar char="−"/>
              <a:defRPr b="0"/>
            </a:lvl4pPr>
            <a:lvl5pPr indent="-280035" lvl="4" marL="2286000" algn="l">
              <a:spcBef>
                <a:spcPts val="476"/>
              </a:spcBef>
              <a:spcAft>
                <a:spcPts val="0"/>
              </a:spcAft>
              <a:buSzPts val="810"/>
              <a:buChar char="●"/>
              <a:defRPr b="0"/>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8" name="Shape 198"/>
        <p:cNvGrpSpPr/>
        <p:nvPr/>
      </p:nvGrpSpPr>
      <p:grpSpPr>
        <a:xfrm>
          <a:off x="0" y="0"/>
          <a:ext cx="0" cy="0"/>
          <a:chOff x="0" y="0"/>
          <a:chExt cx="0" cy="0"/>
        </a:xfrm>
      </p:grpSpPr>
      <p:sp>
        <p:nvSpPr>
          <p:cNvPr id="199" name="Google Shape;199;p46"/>
          <p:cNvSpPr txBox="1"/>
          <p:nvPr>
            <p:ph type="ctrTitle"/>
          </p:nvPr>
        </p:nvSpPr>
        <p:spPr>
          <a:xfrm>
            <a:off x="685440" y="2129984"/>
            <a:ext cx="7773120" cy="1470394"/>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00" name="Google Shape;200;p46"/>
          <p:cNvSpPr txBox="1"/>
          <p:nvPr>
            <p:ph idx="1" type="subTitle"/>
          </p:nvPr>
        </p:nvSpPr>
        <p:spPr>
          <a:xfrm>
            <a:off x="1372321" y="3885528"/>
            <a:ext cx="6400800" cy="1752664"/>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305"/>
              <a:buNone/>
              <a:defRPr/>
            </a:lvl1pPr>
            <a:lvl2pPr lvl="1" algn="ctr">
              <a:spcBef>
                <a:spcPts val="1247"/>
              </a:spcBef>
              <a:spcAft>
                <a:spcPts val="0"/>
              </a:spcAft>
              <a:buSzPts val="1875"/>
              <a:buNone/>
              <a:defRPr/>
            </a:lvl2pPr>
            <a:lvl3pPr lvl="2" algn="ctr">
              <a:spcBef>
                <a:spcPts val="987"/>
              </a:spcBef>
              <a:spcAft>
                <a:spcPts val="0"/>
              </a:spcAft>
              <a:buSzPts val="990"/>
              <a:buNone/>
              <a:defRPr/>
            </a:lvl3pPr>
            <a:lvl4pPr lvl="3" algn="ctr">
              <a:spcBef>
                <a:spcPts val="737"/>
              </a:spcBef>
              <a:spcAft>
                <a:spcPts val="0"/>
              </a:spcAft>
              <a:buSzPts val="1350"/>
              <a:buNone/>
              <a:defRPr/>
            </a:lvl4pPr>
            <a:lvl5pPr lvl="4" algn="ctr">
              <a:spcBef>
                <a:spcPts val="476"/>
              </a:spcBef>
              <a:spcAft>
                <a:spcPts val="0"/>
              </a:spcAft>
              <a:buSzPts val="810"/>
              <a:buNone/>
              <a:defRPr/>
            </a:lvl5pPr>
            <a:lvl6pPr lvl="5" algn="ctr">
              <a:lnSpc>
                <a:spcPct val="88000"/>
              </a:lnSpc>
              <a:spcBef>
                <a:spcPts val="216"/>
              </a:spcBef>
              <a:spcAft>
                <a:spcPts val="0"/>
              </a:spcAft>
              <a:buSzPts val="810"/>
              <a:buNone/>
              <a:defRPr/>
            </a:lvl6pPr>
            <a:lvl7pPr lvl="6" algn="ctr">
              <a:lnSpc>
                <a:spcPct val="88000"/>
              </a:lnSpc>
              <a:spcBef>
                <a:spcPts val="216"/>
              </a:spcBef>
              <a:spcAft>
                <a:spcPts val="0"/>
              </a:spcAft>
              <a:buSzPts val="810"/>
              <a:buNone/>
              <a:defRPr/>
            </a:lvl7pPr>
            <a:lvl8pPr lvl="7" algn="ctr">
              <a:lnSpc>
                <a:spcPct val="88000"/>
              </a:lnSpc>
              <a:spcBef>
                <a:spcPts val="216"/>
              </a:spcBef>
              <a:spcAft>
                <a:spcPts val="0"/>
              </a:spcAft>
              <a:buSzPts val="810"/>
              <a:buNone/>
              <a:defRPr/>
            </a:lvl8pPr>
            <a:lvl9pPr lvl="8" algn="ctr">
              <a:lnSpc>
                <a:spcPct val="88000"/>
              </a:lnSpc>
              <a:spcBef>
                <a:spcPts val="216"/>
              </a:spcBef>
              <a:spcAft>
                <a:spcPts val="216"/>
              </a:spcAft>
              <a:buSzPts val="81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1" name="Shape 201"/>
        <p:cNvGrpSpPr/>
        <p:nvPr/>
      </p:nvGrpSpPr>
      <p:grpSpPr>
        <a:xfrm>
          <a:off x="0" y="0"/>
          <a:ext cx="0" cy="0"/>
          <a:chOff x="0" y="0"/>
          <a:chExt cx="0" cy="0"/>
        </a:xfrm>
      </p:grpSpPr>
      <p:sp>
        <p:nvSpPr>
          <p:cNvPr id="202" name="Google Shape;202;p47"/>
          <p:cNvSpPr txBox="1"/>
          <p:nvPr>
            <p:ph type="title"/>
          </p:nvPr>
        </p:nvSpPr>
        <p:spPr>
          <a:xfrm>
            <a:off x="722880" y="4406863"/>
            <a:ext cx="7771680" cy="1362383"/>
          </a:xfrm>
          <a:prstGeom prst="rect">
            <a:avLst/>
          </a:prstGeom>
          <a:noFill/>
          <a:ln>
            <a:noFill/>
          </a:ln>
        </p:spPr>
        <p:txBody>
          <a:bodyPr anchorCtr="0" anchor="t" bIns="0" lIns="0" spcFirstLastPara="1" rIns="0" wrap="square" tIns="0">
            <a:noAutofit/>
          </a:bodyPr>
          <a:lstStyle>
            <a:lvl1pPr lvl="0" algn="l">
              <a:lnSpc>
                <a:spcPct val="88000"/>
              </a:lnSpc>
              <a:spcBef>
                <a:spcPts val="0"/>
              </a:spcBef>
              <a:spcAft>
                <a:spcPts val="0"/>
              </a:spcAft>
              <a:buSzPts val="1400"/>
              <a:buNone/>
              <a:defRPr b="1" sz="3600" cap="none"/>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03" name="Google Shape;203;p47"/>
          <p:cNvSpPr txBox="1"/>
          <p:nvPr>
            <p:ph idx="1" type="body"/>
          </p:nvPr>
        </p:nvSpPr>
        <p:spPr>
          <a:xfrm>
            <a:off x="722880" y="2906225"/>
            <a:ext cx="7771680" cy="1500638"/>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810"/>
              <a:buNone/>
              <a:defRPr sz="1800"/>
            </a:lvl1pPr>
            <a:lvl2pPr indent="-228600" lvl="1" marL="914400" algn="l">
              <a:spcBef>
                <a:spcPts val="1247"/>
              </a:spcBef>
              <a:spcAft>
                <a:spcPts val="0"/>
              </a:spcAft>
              <a:buSzPts val="1200"/>
              <a:buNone/>
              <a:defRPr sz="1600"/>
            </a:lvl2pPr>
            <a:lvl3pPr indent="-228600" lvl="2" marL="1371600" algn="l">
              <a:spcBef>
                <a:spcPts val="987"/>
              </a:spcBef>
              <a:spcAft>
                <a:spcPts val="0"/>
              </a:spcAft>
              <a:buSzPts val="675"/>
              <a:buNone/>
              <a:defRPr sz="1500"/>
            </a:lvl3pPr>
            <a:lvl4pPr indent="-228600" lvl="3" marL="1828800" algn="l">
              <a:spcBef>
                <a:spcPts val="737"/>
              </a:spcBef>
              <a:spcAft>
                <a:spcPts val="0"/>
              </a:spcAft>
              <a:buSzPts val="975"/>
              <a:buNone/>
              <a:defRPr sz="1300"/>
            </a:lvl4pPr>
            <a:lvl5pPr indent="-228600" lvl="4" marL="2286000" algn="l">
              <a:spcBef>
                <a:spcPts val="476"/>
              </a:spcBef>
              <a:spcAft>
                <a:spcPts val="0"/>
              </a:spcAft>
              <a:buSzPts val="585"/>
              <a:buNone/>
              <a:defRPr sz="1300"/>
            </a:lvl5pPr>
            <a:lvl6pPr indent="-228600" lvl="5" marL="2743200" algn="l">
              <a:lnSpc>
                <a:spcPct val="88000"/>
              </a:lnSpc>
              <a:spcBef>
                <a:spcPts val="216"/>
              </a:spcBef>
              <a:spcAft>
                <a:spcPts val="0"/>
              </a:spcAft>
              <a:buSzPts val="585"/>
              <a:buNone/>
              <a:defRPr sz="1300"/>
            </a:lvl6pPr>
            <a:lvl7pPr indent="-228600" lvl="6" marL="3200400" algn="l">
              <a:lnSpc>
                <a:spcPct val="88000"/>
              </a:lnSpc>
              <a:spcBef>
                <a:spcPts val="216"/>
              </a:spcBef>
              <a:spcAft>
                <a:spcPts val="0"/>
              </a:spcAft>
              <a:buSzPts val="585"/>
              <a:buNone/>
              <a:defRPr sz="1300"/>
            </a:lvl7pPr>
            <a:lvl8pPr indent="-228600" lvl="7" marL="3657600" algn="l">
              <a:lnSpc>
                <a:spcPct val="88000"/>
              </a:lnSpc>
              <a:spcBef>
                <a:spcPts val="216"/>
              </a:spcBef>
              <a:spcAft>
                <a:spcPts val="0"/>
              </a:spcAft>
              <a:buSzPts val="585"/>
              <a:buNone/>
              <a:defRPr sz="1300"/>
            </a:lvl8pPr>
            <a:lvl9pPr indent="-228600" lvl="8" marL="4114800" algn="l">
              <a:lnSpc>
                <a:spcPct val="88000"/>
              </a:lnSpc>
              <a:spcBef>
                <a:spcPts val="216"/>
              </a:spcBef>
              <a:spcAft>
                <a:spcPts val="216"/>
              </a:spcAft>
              <a:buSzPts val="585"/>
              <a:buNone/>
              <a:defRPr sz="13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4" name="Shape 204"/>
        <p:cNvGrpSpPr/>
        <p:nvPr/>
      </p:nvGrpSpPr>
      <p:grpSpPr>
        <a:xfrm>
          <a:off x="0" y="0"/>
          <a:ext cx="0" cy="0"/>
          <a:chOff x="0" y="0"/>
          <a:chExt cx="0" cy="0"/>
        </a:xfrm>
      </p:grpSpPr>
      <p:sp>
        <p:nvSpPr>
          <p:cNvPr id="205" name="Google Shape;205;p48"/>
          <p:cNvSpPr txBox="1"/>
          <p:nvPr>
            <p:ph type="title"/>
          </p:nvPr>
        </p:nvSpPr>
        <p:spPr>
          <a:xfrm>
            <a:off x="671041" y="325475"/>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06" name="Google Shape;206;p48"/>
          <p:cNvSpPr txBox="1"/>
          <p:nvPr>
            <p:ph idx="1" type="body"/>
          </p:nvPr>
        </p:nvSpPr>
        <p:spPr>
          <a:xfrm>
            <a:off x="671041" y="1745463"/>
            <a:ext cx="3828960" cy="4310373"/>
          </a:xfrm>
          <a:prstGeom prst="rect">
            <a:avLst/>
          </a:prstGeom>
          <a:noFill/>
          <a:ln>
            <a:noFill/>
          </a:ln>
        </p:spPr>
        <p:txBody>
          <a:bodyPr anchorCtr="0" anchor="t" bIns="0" lIns="0" spcFirstLastPara="1" rIns="0" wrap="square" tIns="0">
            <a:noAutofit/>
          </a:bodyPr>
          <a:lstStyle>
            <a:lvl1pPr indent="-300037" lvl="0" marL="457200" algn="l">
              <a:spcBef>
                <a:spcPts val="0"/>
              </a:spcBef>
              <a:spcAft>
                <a:spcPts val="0"/>
              </a:spcAft>
              <a:buSzPts val="1125"/>
              <a:buChar char="●"/>
              <a:defRPr sz="2500"/>
            </a:lvl1pPr>
            <a:lvl2pPr indent="-333375" lvl="1" marL="914400" algn="l">
              <a:spcBef>
                <a:spcPts val="1247"/>
              </a:spcBef>
              <a:spcAft>
                <a:spcPts val="0"/>
              </a:spcAft>
              <a:buSzPts val="1650"/>
              <a:buChar char="−"/>
              <a:defRPr sz="2200"/>
            </a:lvl2pPr>
            <a:lvl3pPr indent="-280035" lvl="2" marL="1371600" algn="l">
              <a:spcBef>
                <a:spcPts val="987"/>
              </a:spcBef>
              <a:spcAft>
                <a:spcPts val="0"/>
              </a:spcAft>
              <a:buSzPts val="810"/>
              <a:buChar char="●"/>
              <a:defRPr sz="1800"/>
            </a:lvl3pPr>
            <a:lvl4pPr indent="-304800" lvl="3" marL="1828800" algn="l">
              <a:spcBef>
                <a:spcPts val="737"/>
              </a:spcBef>
              <a:spcAft>
                <a:spcPts val="0"/>
              </a:spcAft>
              <a:buSzPts val="1200"/>
              <a:buChar char="−"/>
              <a:defRPr sz="1600"/>
            </a:lvl4pPr>
            <a:lvl5pPr indent="-274320" lvl="4" marL="2286000" algn="l">
              <a:spcBef>
                <a:spcPts val="476"/>
              </a:spcBef>
              <a:spcAft>
                <a:spcPts val="0"/>
              </a:spcAft>
              <a:buSzPts val="720"/>
              <a:buChar char="●"/>
              <a:defRPr sz="1600"/>
            </a:lvl5pPr>
            <a:lvl6pPr indent="-274320" lvl="5" marL="2743200" algn="l">
              <a:lnSpc>
                <a:spcPct val="88000"/>
              </a:lnSpc>
              <a:spcBef>
                <a:spcPts val="216"/>
              </a:spcBef>
              <a:spcAft>
                <a:spcPts val="0"/>
              </a:spcAft>
              <a:buSzPts val="720"/>
              <a:buChar char="●"/>
              <a:defRPr sz="1600"/>
            </a:lvl6pPr>
            <a:lvl7pPr indent="-274320" lvl="6" marL="3200400" algn="l">
              <a:lnSpc>
                <a:spcPct val="88000"/>
              </a:lnSpc>
              <a:spcBef>
                <a:spcPts val="216"/>
              </a:spcBef>
              <a:spcAft>
                <a:spcPts val="0"/>
              </a:spcAft>
              <a:buSzPts val="720"/>
              <a:buChar char="●"/>
              <a:defRPr sz="1600"/>
            </a:lvl7pPr>
            <a:lvl8pPr indent="-274320" lvl="7" marL="3657600" algn="l">
              <a:lnSpc>
                <a:spcPct val="88000"/>
              </a:lnSpc>
              <a:spcBef>
                <a:spcPts val="216"/>
              </a:spcBef>
              <a:spcAft>
                <a:spcPts val="0"/>
              </a:spcAft>
              <a:buSzPts val="720"/>
              <a:buChar char="●"/>
              <a:defRPr sz="1600"/>
            </a:lvl8pPr>
            <a:lvl9pPr indent="-274320" lvl="8" marL="4114800" algn="l">
              <a:lnSpc>
                <a:spcPct val="88000"/>
              </a:lnSpc>
              <a:spcBef>
                <a:spcPts val="216"/>
              </a:spcBef>
              <a:spcAft>
                <a:spcPts val="216"/>
              </a:spcAft>
              <a:buSzPts val="720"/>
              <a:buChar char="●"/>
              <a:defRPr sz="1600"/>
            </a:lvl9pPr>
          </a:lstStyle>
          <a:p/>
        </p:txBody>
      </p:sp>
      <p:sp>
        <p:nvSpPr>
          <p:cNvPr id="207" name="Google Shape;207;p48"/>
          <p:cNvSpPr txBox="1"/>
          <p:nvPr>
            <p:ph idx="2" type="body"/>
          </p:nvPr>
        </p:nvSpPr>
        <p:spPr>
          <a:xfrm>
            <a:off x="4638240" y="1745463"/>
            <a:ext cx="3830400" cy="4310373"/>
          </a:xfrm>
          <a:prstGeom prst="rect">
            <a:avLst/>
          </a:prstGeom>
          <a:noFill/>
          <a:ln>
            <a:noFill/>
          </a:ln>
        </p:spPr>
        <p:txBody>
          <a:bodyPr anchorCtr="0" anchor="t" bIns="0" lIns="0" spcFirstLastPara="1" rIns="0" wrap="square" tIns="0">
            <a:noAutofit/>
          </a:bodyPr>
          <a:lstStyle>
            <a:lvl1pPr indent="-300037" lvl="0" marL="457200" algn="l">
              <a:spcBef>
                <a:spcPts val="0"/>
              </a:spcBef>
              <a:spcAft>
                <a:spcPts val="0"/>
              </a:spcAft>
              <a:buSzPts val="1125"/>
              <a:buChar char="●"/>
              <a:defRPr sz="2500"/>
            </a:lvl1pPr>
            <a:lvl2pPr indent="-333375" lvl="1" marL="914400" algn="l">
              <a:spcBef>
                <a:spcPts val="1247"/>
              </a:spcBef>
              <a:spcAft>
                <a:spcPts val="0"/>
              </a:spcAft>
              <a:buSzPts val="1650"/>
              <a:buChar char="−"/>
              <a:defRPr sz="2200"/>
            </a:lvl2pPr>
            <a:lvl3pPr indent="-280035" lvl="2" marL="1371600" algn="l">
              <a:spcBef>
                <a:spcPts val="987"/>
              </a:spcBef>
              <a:spcAft>
                <a:spcPts val="0"/>
              </a:spcAft>
              <a:buSzPts val="810"/>
              <a:buChar char="●"/>
              <a:defRPr sz="1800"/>
            </a:lvl3pPr>
            <a:lvl4pPr indent="-304800" lvl="3" marL="1828800" algn="l">
              <a:spcBef>
                <a:spcPts val="737"/>
              </a:spcBef>
              <a:spcAft>
                <a:spcPts val="0"/>
              </a:spcAft>
              <a:buSzPts val="1200"/>
              <a:buChar char="−"/>
              <a:defRPr sz="1600"/>
            </a:lvl4pPr>
            <a:lvl5pPr indent="-274320" lvl="4" marL="2286000" algn="l">
              <a:spcBef>
                <a:spcPts val="476"/>
              </a:spcBef>
              <a:spcAft>
                <a:spcPts val="0"/>
              </a:spcAft>
              <a:buSzPts val="720"/>
              <a:buChar char="●"/>
              <a:defRPr sz="1600"/>
            </a:lvl5pPr>
            <a:lvl6pPr indent="-274320" lvl="5" marL="2743200" algn="l">
              <a:lnSpc>
                <a:spcPct val="88000"/>
              </a:lnSpc>
              <a:spcBef>
                <a:spcPts val="216"/>
              </a:spcBef>
              <a:spcAft>
                <a:spcPts val="0"/>
              </a:spcAft>
              <a:buSzPts val="720"/>
              <a:buChar char="●"/>
              <a:defRPr sz="1600"/>
            </a:lvl6pPr>
            <a:lvl7pPr indent="-274320" lvl="6" marL="3200400" algn="l">
              <a:lnSpc>
                <a:spcPct val="88000"/>
              </a:lnSpc>
              <a:spcBef>
                <a:spcPts val="216"/>
              </a:spcBef>
              <a:spcAft>
                <a:spcPts val="0"/>
              </a:spcAft>
              <a:buSzPts val="720"/>
              <a:buChar char="●"/>
              <a:defRPr sz="1600"/>
            </a:lvl7pPr>
            <a:lvl8pPr indent="-274320" lvl="7" marL="3657600" algn="l">
              <a:lnSpc>
                <a:spcPct val="88000"/>
              </a:lnSpc>
              <a:spcBef>
                <a:spcPts val="216"/>
              </a:spcBef>
              <a:spcAft>
                <a:spcPts val="0"/>
              </a:spcAft>
              <a:buSzPts val="720"/>
              <a:buChar char="●"/>
              <a:defRPr sz="1600"/>
            </a:lvl8pPr>
            <a:lvl9pPr indent="-274320" lvl="8" marL="4114800" algn="l">
              <a:lnSpc>
                <a:spcPct val="88000"/>
              </a:lnSpc>
              <a:spcBef>
                <a:spcPts val="216"/>
              </a:spcBef>
              <a:spcAft>
                <a:spcPts val="216"/>
              </a:spcAft>
              <a:buSzPts val="720"/>
              <a:buChar char="●"/>
              <a:defRPr sz="16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8" name="Shape 208"/>
        <p:cNvGrpSpPr/>
        <p:nvPr/>
      </p:nvGrpSpPr>
      <p:grpSpPr>
        <a:xfrm>
          <a:off x="0" y="0"/>
          <a:ext cx="0" cy="0"/>
          <a:chOff x="0" y="0"/>
          <a:chExt cx="0" cy="0"/>
        </a:xfrm>
      </p:grpSpPr>
      <p:sp>
        <p:nvSpPr>
          <p:cNvPr id="209" name="Google Shape;209;p49"/>
          <p:cNvSpPr txBox="1"/>
          <p:nvPr>
            <p:ph type="title"/>
          </p:nvPr>
        </p:nvSpPr>
        <p:spPr>
          <a:xfrm>
            <a:off x="457921" y="275070"/>
            <a:ext cx="8229600" cy="1142039"/>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10" name="Google Shape;210;p49"/>
          <p:cNvSpPr txBox="1"/>
          <p:nvPr>
            <p:ph idx="1" type="body"/>
          </p:nvPr>
        </p:nvSpPr>
        <p:spPr>
          <a:xfrm>
            <a:off x="457920" y="1535201"/>
            <a:ext cx="4039200" cy="639427"/>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990"/>
              <a:buNone/>
              <a:defRPr b="1" sz="2200"/>
            </a:lvl1pPr>
            <a:lvl2pPr indent="-228600" lvl="1" marL="914400" algn="l">
              <a:spcBef>
                <a:spcPts val="1247"/>
              </a:spcBef>
              <a:spcAft>
                <a:spcPts val="0"/>
              </a:spcAft>
              <a:buSzPts val="1350"/>
              <a:buNone/>
              <a:defRPr b="1" sz="1800"/>
            </a:lvl2pPr>
            <a:lvl3pPr indent="-228600" lvl="2" marL="1371600" algn="l">
              <a:spcBef>
                <a:spcPts val="987"/>
              </a:spcBef>
              <a:spcAft>
                <a:spcPts val="0"/>
              </a:spcAft>
              <a:buSzPts val="720"/>
              <a:buNone/>
              <a:defRPr b="1" sz="1600"/>
            </a:lvl3pPr>
            <a:lvl4pPr indent="-228600" lvl="3" marL="1828800" algn="l">
              <a:spcBef>
                <a:spcPts val="737"/>
              </a:spcBef>
              <a:spcAft>
                <a:spcPts val="0"/>
              </a:spcAft>
              <a:buSzPts val="1125"/>
              <a:buNone/>
              <a:defRPr b="1" sz="1500"/>
            </a:lvl4pPr>
            <a:lvl5pPr indent="-228600" lvl="4" marL="2286000" algn="l">
              <a:spcBef>
                <a:spcPts val="476"/>
              </a:spcBef>
              <a:spcAft>
                <a:spcPts val="0"/>
              </a:spcAft>
              <a:buSzPts val="675"/>
              <a:buNone/>
              <a:defRPr b="1" sz="1500"/>
            </a:lvl5pPr>
            <a:lvl6pPr indent="-228600" lvl="5" marL="2743200" algn="l">
              <a:lnSpc>
                <a:spcPct val="88000"/>
              </a:lnSpc>
              <a:spcBef>
                <a:spcPts val="216"/>
              </a:spcBef>
              <a:spcAft>
                <a:spcPts val="0"/>
              </a:spcAft>
              <a:buSzPts val="675"/>
              <a:buNone/>
              <a:defRPr b="1" sz="1500"/>
            </a:lvl6pPr>
            <a:lvl7pPr indent="-228600" lvl="6" marL="3200400" algn="l">
              <a:lnSpc>
                <a:spcPct val="88000"/>
              </a:lnSpc>
              <a:spcBef>
                <a:spcPts val="216"/>
              </a:spcBef>
              <a:spcAft>
                <a:spcPts val="0"/>
              </a:spcAft>
              <a:buSzPts val="675"/>
              <a:buNone/>
              <a:defRPr b="1" sz="1500"/>
            </a:lvl7pPr>
            <a:lvl8pPr indent="-228600" lvl="7" marL="3657600" algn="l">
              <a:lnSpc>
                <a:spcPct val="88000"/>
              </a:lnSpc>
              <a:spcBef>
                <a:spcPts val="216"/>
              </a:spcBef>
              <a:spcAft>
                <a:spcPts val="0"/>
              </a:spcAft>
              <a:buSzPts val="675"/>
              <a:buNone/>
              <a:defRPr b="1" sz="1500"/>
            </a:lvl8pPr>
            <a:lvl9pPr indent="-228600" lvl="8" marL="4114800" algn="l">
              <a:lnSpc>
                <a:spcPct val="88000"/>
              </a:lnSpc>
              <a:spcBef>
                <a:spcPts val="216"/>
              </a:spcBef>
              <a:spcAft>
                <a:spcPts val="216"/>
              </a:spcAft>
              <a:buSzPts val="675"/>
              <a:buNone/>
              <a:defRPr b="1" sz="1500"/>
            </a:lvl9pPr>
          </a:lstStyle>
          <a:p/>
        </p:txBody>
      </p:sp>
      <p:sp>
        <p:nvSpPr>
          <p:cNvPr id="211" name="Google Shape;211;p49"/>
          <p:cNvSpPr txBox="1"/>
          <p:nvPr>
            <p:ph idx="2" type="body"/>
          </p:nvPr>
        </p:nvSpPr>
        <p:spPr>
          <a:xfrm>
            <a:off x="457920" y="2174628"/>
            <a:ext cx="4039200" cy="3951775"/>
          </a:xfrm>
          <a:prstGeom prst="rect">
            <a:avLst/>
          </a:prstGeom>
          <a:noFill/>
          <a:ln>
            <a:noFill/>
          </a:ln>
        </p:spPr>
        <p:txBody>
          <a:bodyPr anchorCtr="0" anchor="t" bIns="0" lIns="0" spcFirstLastPara="1" rIns="0" wrap="square" tIns="0">
            <a:noAutofit/>
          </a:bodyPr>
          <a:lstStyle>
            <a:lvl1pPr indent="-291465" lvl="0" marL="457200" algn="l">
              <a:spcBef>
                <a:spcPts val="0"/>
              </a:spcBef>
              <a:spcAft>
                <a:spcPts val="0"/>
              </a:spcAft>
              <a:buSzPts val="990"/>
              <a:buChar char="●"/>
              <a:defRPr sz="2200"/>
            </a:lvl1pPr>
            <a:lvl2pPr indent="-314325" lvl="1" marL="914400" algn="l">
              <a:spcBef>
                <a:spcPts val="1247"/>
              </a:spcBef>
              <a:spcAft>
                <a:spcPts val="0"/>
              </a:spcAft>
              <a:buSzPts val="1350"/>
              <a:buChar char="−"/>
              <a:defRPr sz="1800"/>
            </a:lvl2pPr>
            <a:lvl3pPr indent="-274319" lvl="2" marL="1371600" algn="l">
              <a:spcBef>
                <a:spcPts val="987"/>
              </a:spcBef>
              <a:spcAft>
                <a:spcPts val="0"/>
              </a:spcAft>
              <a:buSzPts val="720"/>
              <a:buChar char="●"/>
              <a:defRPr sz="1600"/>
            </a:lvl3pPr>
            <a:lvl4pPr indent="-300037" lvl="3" marL="1828800" algn="l">
              <a:spcBef>
                <a:spcPts val="737"/>
              </a:spcBef>
              <a:spcAft>
                <a:spcPts val="0"/>
              </a:spcAft>
              <a:buSzPts val="1125"/>
              <a:buChar char="−"/>
              <a:defRPr sz="1500"/>
            </a:lvl4pPr>
            <a:lvl5pPr indent="-271462" lvl="4" marL="2286000" algn="l">
              <a:spcBef>
                <a:spcPts val="476"/>
              </a:spcBef>
              <a:spcAft>
                <a:spcPts val="0"/>
              </a:spcAft>
              <a:buSzPts val="675"/>
              <a:buChar char="●"/>
              <a:defRPr sz="1500"/>
            </a:lvl5pPr>
            <a:lvl6pPr indent="-271462" lvl="5" marL="2743200" algn="l">
              <a:lnSpc>
                <a:spcPct val="88000"/>
              </a:lnSpc>
              <a:spcBef>
                <a:spcPts val="216"/>
              </a:spcBef>
              <a:spcAft>
                <a:spcPts val="0"/>
              </a:spcAft>
              <a:buSzPts val="675"/>
              <a:buChar char="●"/>
              <a:defRPr sz="1500"/>
            </a:lvl6pPr>
            <a:lvl7pPr indent="-271462" lvl="6" marL="3200400" algn="l">
              <a:lnSpc>
                <a:spcPct val="88000"/>
              </a:lnSpc>
              <a:spcBef>
                <a:spcPts val="216"/>
              </a:spcBef>
              <a:spcAft>
                <a:spcPts val="0"/>
              </a:spcAft>
              <a:buSzPts val="675"/>
              <a:buChar char="●"/>
              <a:defRPr sz="1500"/>
            </a:lvl7pPr>
            <a:lvl8pPr indent="-271462" lvl="7" marL="3657600" algn="l">
              <a:lnSpc>
                <a:spcPct val="88000"/>
              </a:lnSpc>
              <a:spcBef>
                <a:spcPts val="216"/>
              </a:spcBef>
              <a:spcAft>
                <a:spcPts val="0"/>
              </a:spcAft>
              <a:buSzPts val="675"/>
              <a:buChar char="●"/>
              <a:defRPr sz="1500"/>
            </a:lvl8pPr>
            <a:lvl9pPr indent="-271462" lvl="8" marL="4114800" algn="l">
              <a:lnSpc>
                <a:spcPct val="88000"/>
              </a:lnSpc>
              <a:spcBef>
                <a:spcPts val="216"/>
              </a:spcBef>
              <a:spcAft>
                <a:spcPts val="216"/>
              </a:spcAft>
              <a:buSzPts val="675"/>
              <a:buChar char="●"/>
              <a:defRPr sz="1500"/>
            </a:lvl9pPr>
          </a:lstStyle>
          <a:p/>
        </p:txBody>
      </p:sp>
      <p:sp>
        <p:nvSpPr>
          <p:cNvPr id="212" name="Google Shape;212;p49"/>
          <p:cNvSpPr txBox="1"/>
          <p:nvPr>
            <p:ph idx="3" type="body"/>
          </p:nvPr>
        </p:nvSpPr>
        <p:spPr>
          <a:xfrm>
            <a:off x="4645441" y="1535201"/>
            <a:ext cx="4042080" cy="639427"/>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990"/>
              <a:buNone/>
              <a:defRPr b="1" sz="2200"/>
            </a:lvl1pPr>
            <a:lvl2pPr indent="-228600" lvl="1" marL="914400" algn="l">
              <a:spcBef>
                <a:spcPts val="1247"/>
              </a:spcBef>
              <a:spcAft>
                <a:spcPts val="0"/>
              </a:spcAft>
              <a:buSzPts val="1350"/>
              <a:buNone/>
              <a:defRPr b="1" sz="1800"/>
            </a:lvl2pPr>
            <a:lvl3pPr indent="-228600" lvl="2" marL="1371600" algn="l">
              <a:spcBef>
                <a:spcPts val="987"/>
              </a:spcBef>
              <a:spcAft>
                <a:spcPts val="0"/>
              </a:spcAft>
              <a:buSzPts val="720"/>
              <a:buNone/>
              <a:defRPr b="1" sz="1600"/>
            </a:lvl3pPr>
            <a:lvl4pPr indent="-228600" lvl="3" marL="1828800" algn="l">
              <a:spcBef>
                <a:spcPts val="737"/>
              </a:spcBef>
              <a:spcAft>
                <a:spcPts val="0"/>
              </a:spcAft>
              <a:buSzPts val="1125"/>
              <a:buNone/>
              <a:defRPr b="1" sz="1500"/>
            </a:lvl4pPr>
            <a:lvl5pPr indent="-228600" lvl="4" marL="2286000" algn="l">
              <a:spcBef>
                <a:spcPts val="476"/>
              </a:spcBef>
              <a:spcAft>
                <a:spcPts val="0"/>
              </a:spcAft>
              <a:buSzPts val="675"/>
              <a:buNone/>
              <a:defRPr b="1" sz="1500"/>
            </a:lvl5pPr>
            <a:lvl6pPr indent="-228600" lvl="5" marL="2743200" algn="l">
              <a:lnSpc>
                <a:spcPct val="88000"/>
              </a:lnSpc>
              <a:spcBef>
                <a:spcPts val="216"/>
              </a:spcBef>
              <a:spcAft>
                <a:spcPts val="0"/>
              </a:spcAft>
              <a:buSzPts val="675"/>
              <a:buNone/>
              <a:defRPr b="1" sz="1500"/>
            </a:lvl6pPr>
            <a:lvl7pPr indent="-228600" lvl="6" marL="3200400" algn="l">
              <a:lnSpc>
                <a:spcPct val="88000"/>
              </a:lnSpc>
              <a:spcBef>
                <a:spcPts val="216"/>
              </a:spcBef>
              <a:spcAft>
                <a:spcPts val="0"/>
              </a:spcAft>
              <a:buSzPts val="675"/>
              <a:buNone/>
              <a:defRPr b="1" sz="1500"/>
            </a:lvl7pPr>
            <a:lvl8pPr indent="-228600" lvl="7" marL="3657600" algn="l">
              <a:lnSpc>
                <a:spcPct val="88000"/>
              </a:lnSpc>
              <a:spcBef>
                <a:spcPts val="216"/>
              </a:spcBef>
              <a:spcAft>
                <a:spcPts val="0"/>
              </a:spcAft>
              <a:buSzPts val="675"/>
              <a:buNone/>
              <a:defRPr b="1" sz="1500"/>
            </a:lvl8pPr>
            <a:lvl9pPr indent="-228600" lvl="8" marL="4114800" algn="l">
              <a:lnSpc>
                <a:spcPct val="88000"/>
              </a:lnSpc>
              <a:spcBef>
                <a:spcPts val="216"/>
              </a:spcBef>
              <a:spcAft>
                <a:spcPts val="216"/>
              </a:spcAft>
              <a:buSzPts val="675"/>
              <a:buNone/>
              <a:defRPr b="1" sz="1500"/>
            </a:lvl9pPr>
          </a:lstStyle>
          <a:p/>
        </p:txBody>
      </p:sp>
      <p:sp>
        <p:nvSpPr>
          <p:cNvPr id="213" name="Google Shape;213;p49"/>
          <p:cNvSpPr txBox="1"/>
          <p:nvPr>
            <p:ph idx="4" type="body"/>
          </p:nvPr>
        </p:nvSpPr>
        <p:spPr>
          <a:xfrm>
            <a:off x="4645441" y="2174628"/>
            <a:ext cx="4042080" cy="3951775"/>
          </a:xfrm>
          <a:prstGeom prst="rect">
            <a:avLst/>
          </a:prstGeom>
          <a:noFill/>
          <a:ln>
            <a:noFill/>
          </a:ln>
        </p:spPr>
        <p:txBody>
          <a:bodyPr anchorCtr="0" anchor="t" bIns="0" lIns="0" spcFirstLastPara="1" rIns="0" wrap="square" tIns="0">
            <a:noAutofit/>
          </a:bodyPr>
          <a:lstStyle>
            <a:lvl1pPr indent="-291465" lvl="0" marL="457200" algn="l">
              <a:spcBef>
                <a:spcPts val="0"/>
              </a:spcBef>
              <a:spcAft>
                <a:spcPts val="0"/>
              </a:spcAft>
              <a:buSzPts val="990"/>
              <a:buChar char="●"/>
              <a:defRPr sz="2200"/>
            </a:lvl1pPr>
            <a:lvl2pPr indent="-314325" lvl="1" marL="914400" algn="l">
              <a:spcBef>
                <a:spcPts val="1247"/>
              </a:spcBef>
              <a:spcAft>
                <a:spcPts val="0"/>
              </a:spcAft>
              <a:buSzPts val="1350"/>
              <a:buChar char="−"/>
              <a:defRPr sz="1800"/>
            </a:lvl2pPr>
            <a:lvl3pPr indent="-274319" lvl="2" marL="1371600" algn="l">
              <a:spcBef>
                <a:spcPts val="987"/>
              </a:spcBef>
              <a:spcAft>
                <a:spcPts val="0"/>
              </a:spcAft>
              <a:buSzPts val="720"/>
              <a:buChar char="●"/>
              <a:defRPr sz="1600"/>
            </a:lvl3pPr>
            <a:lvl4pPr indent="-300037" lvl="3" marL="1828800" algn="l">
              <a:spcBef>
                <a:spcPts val="737"/>
              </a:spcBef>
              <a:spcAft>
                <a:spcPts val="0"/>
              </a:spcAft>
              <a:buSzPts val="1125"/>
              <a:buChar char="−"/>
              <a:defRPr sz="1500"/>
            </a:lvl4pPr>
            <a:lvl5pPr indent="-271462" lvl="4" marL="2286000" algn="l">
              <a:spcBef>
                <a:spcPts val="476"/>
              </a:spcBef>
              <a:spcAft>
                <a:spcPts val="0"/>
              </a:spcAft>
              <a:buSzPts val="675"/>
              <a:buChar char="●"/>
              <a:defRPr sz="1500"/>
            </a:lvl5pPr>
            <a:lvl6pPr indent="-271462" lvl="5" marL="2743200" algn="l">
              <a:lnSpc>
                <a:spcPct val="88000"/>
              </a:lnSpc>
              <a:spcBef>
                <a:spcPts val="216"/>
              </a:spcBef>
              <a:spcAft>
                <a:spcPts val="0"/>
              </a:spcAft>
              <a:buSzPts val="675"/>
              <a:buChar char="●"/>
              <a:defRPr sz="1500"/>
            </a:lvl6pPr>
            <a:lvl7pPr indent="-271462" lvl="6" marL="3200400" algn="l">
              <a:lnSpc>
                <a:spcPct val="88000"/>
              </a:lnSpc>
              <a:spcBef>
                <a:spcPts val="216"/>
              </a:spcBef>
              <a:spcAft>
                <a:spcPts val="0"/>
              </a:spcAft>
              <a:buSzPts val="675"/>
              <a:buChar char="●"/>
              <a:defRPr sz="1500"/>
            </a:lvl7pPr>
            <a:lvl8pPr indent="-271462" lvl="7" marL="3657600" algn="l">
              <a:lnSpc>
                <a:spcPct val="88000"/>
              </a:lnSpc>
              <a:spcBef>
                <a:spcPts val="216"/>
              </a:spcBef>
              <a:spcAft>
                <a:spcPts val="0"/>
              </a:spcAft>
              <a:buSzPts val="675"/>
              <a:buChar char="●"/>
              <a:defRPr sz="1500"/>
            </a:lvl8pPr>
            <a:lvl9pPr indent="-271462" lvl="8" marL="4114800" algn="l">
              <a:lnSpc>
                <a:spcPct val="88000"/>
              </a:lnSpc>
              <a:spcBef>
                <a:spcPts val="216"/>
              </a:spcBef>
              <a:spcAft>
                <a:spcPts val="216"/>
              </a:spcAft>
              <a:buSzPts val="675"/>
              <a:buChar char="●"/>
              <a:defRPr sz="15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4" name="Shape 214"/>
        <p:cNvGrpSpPr/>
        <p:nvPr/>
      </p:nvGrpSpPr>
      <p:grpSpPr>
        <a:xfrm>
          <a:off x="0" y="0"/>
          <a:ext cx="0" cy="0"/>
          <a:chOff x="0" y="0"/>
          <a:chExt cx="0" cy="0"/>
        </a:xfrm>
      </p:grpSpPr>
      <p:sp>
        <p:nvSpPr>
          <p:cNvPr id="215" name="Google Shape;215;p50"/>
          <p:cNvSpPr txBox="1"/>
          <p:nvPr>
            <p:ph type="title"/>
          </p:nvPr>
        </p:nvSpPr>
        <p:spPr>
          <a:xfrm>
            <a:off x="671041" y="325475"/>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6" name="Shape 216"/>
        <p:cNvGrpSpPr/>
        <p:nvPr/>
      </p:nvGrpSpPr>
      <p:grpSpPr>
        <a:xfrm>
          <a:off x="0" y="0"/>
          <a:ext cx="0" cy="0"/>
          <a:chOff x="0" y="0"/>
          <a:chExt cx="0" cy="0"/>
        </a:xfrm>
      </p:grpSpPr>
      <p:sp>
        <p:nvSpPr>
          <p:cNvPr id="217" name="Google Shape;217;p51"/>
          <p:cNvSpPr txBox="1"/>
          <p:nvPr>
            <p:ph type="title"/>
          </p:nvPr>
        </p:nvSpPr>
        <p:spPr>
          <a:xfrm>
            <a:off x="457920" y="273629"/>
            <a:ext cx="3008160" cy="1160762"/>
          </a:xfrm>
          <a:prstGeom prst="rect">
            <a:avLst/>
          </a:prstGeom>
          <a:noFill/>
          <a:ln>
            <a:noFill/>
          </a:ln>
        </p:spPr>
        <p:txBody>
          <a:bodyPr anchorCtr="0" anchor="b" bIns="0" lIns="0" spcFirstLastPara="1" rIns="0" wrap="square" tIns="0">
            <a:noAutofit/>
          </a:bodyPr>
          <a:lstStyle>
            <a:lvl1pPr lvl="0" algn="l">
              <a:lnSpc>
                <a:spcPct val="88000"/>
              </a:lnSpc>
              <a:spcBef>
                <a:spcPts val="0"/>
              </a:spcBef>
              <a:spcAft>
                <a:spcPts val="0"/>
              </a:spcAft>
              <a:buSzPts val="1400"/>
              <a:buNone/>
              <a:defRPr b="1" sz="1800"/>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18" name="Google Shape;218;p51"/>
          <p:cNvSpPr txBox="1"/>
          <p:nvPr>
            <p:ph idx="1" type="body"/>
          </p:nvPr>
        </p:nvSpPr>
        <p:spPr>
          <a:xfrm>
            <a:off x="3575521" y="273629"/>
            <a:ext cx="5112000" cy="5852774"/>
          </a:xfrm>
          <a:prstGeom prst="rect">
            <a:avLst/>
          </a:prstGeom>
          <a:noFill/>
          <a:ln>
            <a:noFill/>
          </a:ln>
        </p:spPr>
        <p:txBody>
          <a:bodyPr anchorCtr="0" anchor="t" bIns="0" lIns="0" spcFirstLastPara="1" rIns="0" wrap="square" tIns="0">
            <a:noAutofit/>
          </a:bodyPr>
          <a:lstStyle>
            <a:lvl1pPr indent="-311467" lvl="0" marL="457200" algn="l">
              <a:spcBef>
                <a:spcPts val="0"/>
              </a:spcBef>
              <a:spcAft>
                <a:spcPts val="0"/>
              </a:spcAft>
              <a:buSzPts val="1305"/>
              <a:buChar char="●"/>
              <a:defRPr sz="2900"/>
            </a:lvl1pPr>
            <a:lvl2pPr indent="-347662" lvl="1" marL="914400" algn="l">
              <a:spcBef>
                <a:spcPts val="1247"/>
              </a:spcBef>
              <a:spcAft>
                <a:spcPts val="0"/>
              </a:spcAft>
              <a:buSzPts val="1875"/>
              <a:buChar char="−"/>
              <a:defRPr sz="2500"/>
            </a:lvl2pPr>
            <a:lvl3pPr indent="-291464" lvl="2" marL="1371600" algn="l">
              <a:spcBef>
                <a:spcPts val="987"/>
              </a:spcBef>
              <a:spcAft>
                <a:spcPts val="0"/>
              </a:spcAft>
              <a:buSzPts val="990"/>
              <a:buChar char="●"/>
              <a:defRPr sz="2200"/>
            </a:lvl3pPr>
            <a:lvl4pPr indent="-314325" lvl="3" marL="1828800" algn="l">
              <a:spcBef>
                <a:spcPts val="737"/>
              </a:spcBef>
              <a:spcAft>
                <a:spcPts val="0"/>
              </a:spcAft>
              <a:buSzPts val="1350"/>
              <a:buChar char="−"/>
              <a:defRPr sz="1800"/>
            </a:lvl4pPr>
            <a:lvl5pPr indent="-280035" lvl="4" marL="2286000" algn="l">
              <a:spcBef>
                <a:spcPts val="476"/>
              </a:spcBef>
              <a:spcAft>
                <a:spcPts val="0"/>
              </a:spcAft>
              <a:buSzPts val="810"/>
              <a:buChar char="●"/>
              <a:defRPr sz="1800"/>
            </a:lvl5pPr>
            <a:lvl6pPr indent="-280035" lvl="5" marL="2743200" algn="l">
              <a:lnSpc>
                <a:spcPct val="88000"/>
              </a:lnSpc>
              <a:spcBef>
                <a:spcPts val="216"/>
              </a:spcBef>
              <a:spcAft>
                <a:spcPts val="0"/>
              </a:spcAft>
              <a:buSzPts val="810"/>
              <a:buChar char="●"/>
              <a:defRPr sz="1800"/>
            </a:lvl6pPr>
            <a:lvl7pPr indent="-280035" lvl="6" marL="3200400" algn="l">
              <a:lnSpc>
                <a:spcPct val="88000"/>
              </a:lnSpc>
              <a:spcBef>
                <a:spcPts val="216"/>
              </a:spcBef>
              <a:spcAft>
                <a:spcPts val="0"/>
              </a:spcAft>
              <a:buSzPts val="810"/>
              <a:buChar char="●"/>
              <a:defRPr sz="1800"/>
            </a:lvl7pPr>
            <a:lvl8pPr indent="-280034" lvl="7" marL="3657600" algn="l">
              <a:lnSpc>
                <a:spcPct val="88000"/>
              </a:lnSpc>
              <a:spcBef>
                <a:spcPts val="216"/>
              </a:spcBef>
              <a:spcAft>
                <a:spcPts val="0"/>
              </a:spcAft>
              <a:buSzPts val="810"/>
              <a:buChar char="●"/>
              <a:defRPr sz="1800"/>
            </a:lvl8pPr>
            <a:lvl9pPr indent="-280034" lvl="8" marL="4114800" algn="l">
              <a:lnSpc>
                <a:spcPct val="88000"/>
              </a:lnSpc>
              <a:spcBef>
                <a:spcPts val="216"/>
              </a:spcBef>
              <a:spcAft>
                <a:spcPts val="216"/>
              </a:spcAft>
              <a:buSzPts val="810"/>
              <a:buChar char="●"/>
              <a:defRPr sz="1800"/>
            </a:lvl9pPr>
          </a:lstStyle>
          <a:p/>
        </p:txBody>
      </p:sp>
      <p:sp>
        <p:nvSpPr>
          <p:cNvPr id="219" name="Google Shape;219;p51"/>
          <p:cNvSpPr txBox="1"/>
          <p:nvPr>
            <p:ph idx="2" type="body"/>
          </p:nvPr>
        </p:nvSpPr>
        <p:spPr>
          <a:xfrm>
            <a:off x="457920" y="1434391"/>
            <a:ext cx="3008160" cy="4692013"/>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585"/>
              <a:buNone/>
              <a:defRPr sz="1300"/>
            </a:lvl1pPr>
            <a:lvl2pPr indent="-228600" lvl="1" marL="914400" algn="l">
              <a:spcBef>
                <a:spcPts val="1247"/>
              </a:spcBef>
              <a:spcAft>
                <a:spcPts val="0"/>
              </a:spcAft>
              <a:buSzPts val="825"/>
              <a:buNone/>
              <a:defRPr sz="1100"/>
            </a:lvl2pPr>
            <a:lvl3pPr indent="-228600" lvl="2" marL="1371600" algn="l">
              <a:spcBef>
                <a:spcPts val="987"/>
              </a:spcBef>
              <a:spcAft>
                <a:spcPts val="0"/>
              </a:spcAft>
              <a:buSzPts val="405"/>
              <a:buNone/>
              <a:defRPr sz="900"/>
            </a:lvl3pPr>
            <a:lvl4pPr indent="-228600" lvl="3" marL="1828800" algn="l">
              <a:spcBef>
                <a:spcPts val="737"/>
              </a:spcBef>
              <a:spcAft>
                <a:spcPts val="0"/>
              </a:spcAft>
              <a:buSzPts val="600"/>
              <a:buNone/>
              <a:defRPr sz="800"/>
            </a:lvl4pPr>
            <a:lvl5pPr indent="-228600" lvl="4" marL="2286000" algn="l">
              <a:spcBef>
                <a:spcPts val="476"/>
              </a:spcBef>
              <a:spcAft>
                <a:spcPts val="0"/>
              </a:spcAft>
              <a:buSzPts val="360"/>
              <a:buNone/>
              <a:defRPr sz="800"/>
            </a:lvl5pPr>
            <a:lvl6pPr indent="-228600" lvl="5" marL="2743200" algn="l">
              <a:lnSpc>
                <a:spcPct val="88000"/>
              </a:lnSpc>
              <a:spcBef>
                <a:spcPts val="216"/>
              </a:spcBef>
              <a:spcAft>
                <a:spcPts val="0"/>
              </a:spcAft>
              <a:buSzPts val="360"/>
              <a:buNone/>
              <a:defRPr sz="800"/>
            </a:lvl6pPr>
            <a:lvl7pPr indent="-228600" lvl="6" marL="3200400" algn="l">
              <a:lnSpc>
                <a:spcPct val="88000"/>
              </a:lnSpc>
              <a:spcBef>
                <a:spcPts val="216"/>
              </a:spcBef>
              <a:spcAft>
                <a:spcPts val="0"/>
              </a:spcAft>
              <a:buSzPts val="360"/>
              <a:buNone/>
              <a:defRPr sz="800"/>
            </a:lvl7pPr>
            <a:lvl8pPr indent="-228600" lvl="7" marL="3657600" algn="l">
              <a:lnSpc>
                <a:spcPct val="88000"/>
              </a:lnSpc>
              <a:spcBef>
                <a:spcPts val="216"/>
              </a:spcBef>
              <a:spcAft>
                <a:spcPts val="0"/>
              </a:spcAft>
              <a:buSzPts val="360"/>
              <a:buNone/>
              <a:defRPr sz="800"/>
            </a:lvl8pPr>
            <a:lvl9pPr indent="-228600" lvl="8" marL="4114800" algn="l">
              <a:lnSpc>
                <a:spcPct val="88000"/>
              </a:lnSpc>
              <a:spcBef>
                <a:spcPts val="216"/>
              </a:spcBef>
              <a:spcAft>
                <a:spcPts val="216"/>
              </a:spcAft>
              <a:buSzPts val="360"/>
              <a:buNone/>
              <a:defRPr sz="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0" name="Shape 220"/>
        <p:cNvGrpSpPr/>
        <p:nvPr/>
      </p:nvGrpSpPr>
      <p:grpSpPr>
        <a:xfrm>
          <a:off x="0" y="0"/>
          <a:ext cx="0" cy="0"/>
          <a:chOff x="0" y="0"/>
          <a:chExt cx="0" cy="0"/>
        </a:xfrm>
      </p:grpSpPr>
      <p:sp>
        <p:nvSpPr>
          <p:cNvPr id="221" name="Google Shape;221;p52"/>
          <p:cNvSpPr txBox="1"/>
          <p:nvPr>
            <p:ph type="title"/>
          </p:nvPr>
        </p:nvSpPr>
        <p:spPr>
          <a:xfrm>
            <a:off x="1792801" y="4800025"/>
            <a:ext cx="5486400" cy="567420"/>
          </a:xfrm>
          <a:prstGeom prst="rect">
            <a:avLst/>
          </a:prstGeom>
          <a:noFill/>
          <a:ln>
            <a:noFill/>
          </a:ln>
        </p:spPr>
        <p:txBody>
          <a:bodyPr anchorCtr="0" anchor="b" bIns="0" lIns="0" spcFirstLastPara="1" rIns="0" wrap="square" tIns="0">
            <a:noAutofit/>
          </a:bodyPr>
          <a:lstStyle>
            <a:lvl1pPr lvl="0" algn="l">
              <a:lnSpc>
                <a:spcPct val="88000"/>
              </a:lnSpc>
              <a:spcBef>
                <a:spcPts val="0"/>
              </a:spcBef>
              <a:spcAft>
                <a:spcPts val="0"/>
              </a:spcAft>
              <a:buSzPts val="1400"/>
              <a:buNone/>
              <a:defRPr b="1" sz="1800"/>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22" name="Google Shape;222;p52"/>
          <p:cNvSpPr/>
          <p:nvPr>
            <p:ph idx="2" type="pic"/>
          </p:nvPr>
        </p:nvSpPr>
        <p:spPr>
          <a:xfrm>
            <a:off x="1792801" y="612065"/>
            <a:ext cx="5486400" cy="4115952"/>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Clr>
                <a:srgbClr val="000000"/>
              </a:buClr>
              <a:buSzPts val="1305"/>
              <a:buFont typeface="Noto Sans Symbols"/>
              <a:buNone/>
              <a:defRPr b="0" i="0" sz="2900" u="none" cap="none" strike="noStrike">
                <a:solidFill>
                  <a:srgbClr val="000000"/>
                </a:solidFill>
                <a:latin typeface="Comic Sans MS"/>
                <a:ea typeface="Comic Sans MS"/>
                <a:cs typeface="Comic Sans MS"/>
                <a:sym typeface="Comic Sans MS"/>
              </a:defRPr>
            </a:lvl1pPr>
            <a:lvl2pPr lvl="1" marR="0" rtl="0" algn="l">
              <a:spcBef>
                <a:spcPts val="1247"/>
              </a:spcBef>
              <a:spcAft>
                <a:spcPts val="0"/>
              </a:spcAft>
              <a:buClr>
                <a:srgbClr val="000000"/>
              </a:buClr>
              <a:buSzPts val="1875"/>
              <a:buFont typeface="Noto Sans Symbols"/>
              <a:buNone/>
              <a:defRPr b="0" i="0" sz="2500" u="none" cap="none" strike="noStrike">
                <a:solidFill>
                  <a:srgbClr val="000000"/>
                </a:solidFill>
                <a:latin typeface="Comic Sans MS"/>
                <a:ea typeface="Comic Sans MS"/>
                <a:cs typeface="Comic Sans MS"/>
                <a:sym typeface="Comic Sans MS"/>
              </a:defRPr>
            </a:lvl2pPr>
            <a:lvl3pPr lvl="2" marR="0" rtl="0" algn="l">
              <a:spcBef>
                <a:spcPts val="987"/>
              </a:spcBef>
              <a:spcAft>
                <a:spcPts val="0"/>
              </a:spcAft>
              <a:buClr>
                <a:srgbClr val="000000"/>
              </a:buClr>
              <a:buSzPts val="990"/>
              <a:buFont typeface="Noto Sans Symbols"/>
              <a:buNone/>
              <a:defRPr b="0" i="0" sz="2200" u="none" cap="none" strike="noStrike">
                <a:solidFill>
                  <a:srgbClr val="000000"/>
                </a:solidFill>
                <a:latin typeface="Comic Sans MS"/>
                <a:ea typeface="Comic Sans MS"/>
                <a:cs typeface="Comic Sans MS"/>
                <a:sym typeface="Comic Sans MS"/>
              </a:defRPr>
            </a:lvl3pPr>
            <a:lvl4pPr lvl="3" marR="0" rtl="0" algn="l">
              <a:spcBef>
                <a:spcPts val="737"/>
              </a:spcBef>
              <a:spcAft>
                <a:spcPts val="0"/>
              </a:spcAft>
              <a:buClr>
                <a:srgbClr val="000000"/>
              </a:buClr>
              <a:buSzPts val="1350"/>
              <a:buFont typeface="Noto Sans Symbols"/>
              <a:buNone/>
              <a:defRPr b="0" i="0" sz="1800" u="none" cap="none" strike="noStrike">
                <a:solidFill>
                  <a:srgbClr val="000000"/>
                </a:solidFill>
                <a:latin typeface="Comic Sans MS"/>
                <a:ea typeface="Comic Sans MS"/>
                <a:cs typeface="Comic Sans MS"/>
                <a:sym typeface="Comic Sans MS"/>
              </a:defRPr>
            </a:lvl4pPr>
            <a:lvl5pPr lvl="4" marR="0" rtl="0" algn="l">
              <a:spcBef>
                <a:spcPts val="476"/>
              </a:spcBef>
              <a:spcAft>
                <a:spcPts val="0"/>
              </a:spcAft>
              <a:buClr>
                <a:srgbClr val="000000"/>
              </a:buClr>
              <a:buSzPts val="810"/>
              <a:buFont typeface="Noto Sans Symbols"/>
              <a:buNone/>
              <a:defRPr b="0" i="0" sz="1800" u="none" cap="none" strike="noStrike">
                <a:solidFill>
                  <a:srgbClr val="000000"/>
                </a:solidFill>
                <a:latin typeface="Comic Sans MS"/>
                <a:ea typeface="Comic Sans MS"/>
                <a:cs typeface="Comic Sans MS"/>
                <a:sym typeface="Comic Sans MS"/>
              </a:defRPr>
            </a:lvl5pPr>
            <a:lvl6pPr lvl="5" marR="0" rtl="0" algn="l">
              <a:lnSpc>
                <a:spcPct val="88000"/>
              </a:lnSpc>
              <a:spcBef>
                <a:spcPts val="216"/>
              </a:spcBef>
              <a:spcAft>
                <a:spcPts val="0"/>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6pPr>
            <a:lvl7pPr lvl="6" marR="0" rtl="0" algn="l">
              <a:lnSpc>
                <a:spcPct val="88000"/>
              </a:lnSpc>
              <a:spcBef>
                <a:spcPts val="216"/>
              </a:spcBef>
              <a:spcAft>
                <a:spcPts val="0"/>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7pPr>
            <a:lvl8pPr lvl="7" marR="0" rtl="0" algn="l">
              <a:lnSpc>
                <a:spcPct val="88000"/>
              </a:lnSpc>
              <a:spcBef>
                <a:spcPts val="216"/>
              </a:spcBef>
              <a:spcAft>
                <a:spcPts val="0"/>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8pPr>
            <a:lvl9pPr lvl="8" marR="0" rtl="0" algn="l">
              <a:lnSpc>
                <a:spcPct val="88000"/>
              </a:lnSpc>
              <a:spcBef>
                <a:spcPts val="216"/>
              </a:spcBef>
              <a:spcAft>
                <a:spcPts val="216"/>
              </a:spcAft>
              <a:buClr>
                <a:srgbClr val="000000"/>
              </a:buClr>
              <a:buSzPts val="810"/>
              <a:buFont typeface="Noto Sans Symbols"/>
              <a:buNone/>
              <a:defRPr b="1" i="0" sz="1800" u="none" cap="none" strike="noStrike">
                <a:solidFill>
                  <a:srgbClr val="000000"/>
                </a:solidFill>
                <a:latin typeface="Comic Sans MS"/>
                <a:ea typeface="Comic Sans MS"/>
                <a:cs typeface="Comic Sans MS"/>
                <a:sym typeface="Comic Sans MS"/>
              </a:defRPr>
            </a:lvl9pPr>
          </a:lstStyle>
          <a:p/>
        </p:txBody>
      </p:sp>
      <p:sp>
        <p:nvSpPr>
          <p:cNvPr id="223" name="Google Shape;223;p52"/>
          <p:cNvSpPr txBox="1"/>
          <p:nvPr>
            <p:ph idx="1" type="body"/>
          </p:nvPr>
        </p:nvSpPr>
        <p:spPr>
          <a:xfrm>
            <a:off x="1792801" y="5367444"/>
            <a:ext cx="5486400" cy="805044"/>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585"/>
              <a:buNone/>
              <a:defRPr sz="1300"/>
            </a:lvl1pPr>
            <a:lvl2pPr indent="-228600" lvl="1" marL="914400" algn="l">
              <a:spcBef>
                <a:spcPts val="1247"/>
              </a:spcBef>
              <a:spcAft>
                <a:spcPts val="0"/>
              </a:spcAft>
              <a:buSzPts val="825"/>
              <a:buNone/>
              <a:defRPr sz="1100"/>
            </a:lvl2pPr>
            <a:lvl3pPr indent="-228600" lvl="2" marL="1371600" algn="l">
              <a:spcBef>
                <a:spcPts val="987"/>
              </a:spcBef>
              <a:spcAft>
                <a:spcPts val="0"/>
              </a:spcAft>
              <a:buSzPts val="405"/>
              <a:buNone/>
              <a:defRPr sz="900"/>
            </a:lvl3pPr>
            <a:lvl4pPr indent="-228600" lvl="3" marL="1828800" algn="l">
              <a:spcBef>
                <a:spcPts val="737"/>
              </a:spcBef>
              <a:spcAft>
                <a:spcPts val="0"/>
              </a:spcAft>
              <a:buSzPts val="600"/>
              <a:buNone/>
              <a:defRPr sz="800"/>
            </a:lvl4pPr>
            <a:lvl5pPr indent="-228600" lvl="4" marL="2286000" algn="l">
              <a:spcBef>
                <a:spcPts val="476"/>
              </a:spcBef>
              <a:spcAft>
                <a:spcPts val="0"/>
              </a:spcAft>
              <a:buSzPts val="360"/>
              <a:buNone/>
              <a:defRPr sz="800"/>
            </a:lvl5pPr>
            <a:lvl6pPr indent="-228600" lvl="5" marL="2743200" algn="l">
              <a:lnSpc>
                <a:spcPct val="88000"/>
              </a:lnSpc>
              <a:spcBef>
                <a:spcPts val="216"/>
              </a:spcBef>
              <a:spcAft>
                <a:spcPts val="0"/>
              </a:spcAft>
              <a:buSzPts val="360"/>
              <a:buNone/>
              <a:defRPr sz="800"/>
            </a:lvl6pPr>
            <a:lvl7pPr indent="-228600" lvl="6" marL="3200400" algn="l">
              <a:lnSpc>
                <a:spcPct val="88000"/>
              </a:lnSpc>
              <a:spcBef>
                <a:spcPts val="216"/>
              </a:spcBef>
              <a:spcAft>
                <a:spcPts val="0"/>
              </a:spcAft>
              <a:buSzPts val="360"/>
              <a:buNone/>
              <a:defRPr sz="800"/>
            </a:lvl7pPr>
            <a:lvl8pPr indent="-228600" lvl="7" marL="3657600" algn="l">
              <a:lnSpc>
                <a:spcPct val="88000"/>
              </a:lnSpc>
              <a:spcBef>
                <a:spcPts val="216"/>
              </a:spcBef>
              <a:spcAft>
                <a:spcPts val="0"/>
              </a:spcAft>
              <a:buSzPts val="360"/>
              <a:buNone/>
              <a:defRPr sz="800"/>
            </a:lvl8pPr>
            <a:lvl9pPr indent="-228600" lvl="8" marL="4114800" algn="l">
              <a:lnSpc>
                <a:spcPct val="88000"/>
              </a:lnSpc>
              <a:spcBef>
                <a:spcPts val="216"/>
              </a:spcBef>
              <a:spcAft>
                <a:spcPts val="216"/>
              </a:spcAft>
              <a:buSzPts val="360"/>
              <a:buNone/>
              <a:defRPr sz="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4" name="Shape 224"/>
        <p:cNvGrpSpPr/>
        <p:nvPr/>
      </p:nvGrpSpPr>
      <p:grpSpPr>
        <a:xfrm>
          <a:off x="0" y="0"/>
          <a:ext cx="0" cy="0"/>
          <a:chOff x="0" y="0"/>
          <a:chExt cx="0" cy="0"/>
        </a:xfrm>
      </p:grpSpPr>
      <p:sp>
        <p:nvSpPr>
          <p:cNvPr id="225" name="Google Shape;225;p53"/>
          <p:cNvSpPr txBox="1"/>
          <p:nvPr>
            <p:ph type="title"/>
          </p:nvPr>
        </p:nvSpPr>
        <p:spPr>
          <a:xfrm>
            <a:off x="671041" y="325475"/>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26" name="Google Shape;226;p53"/>
          <p:cNvSpPr txBox="1"/>
          <p:nvPr>
            <p:ph idx="1" type="body"/>
          </p:nvPr>
        </p:nvSpPr>
        <p:spPr>
          <a:xfrm rot="5400000">
            <a:off x="2415375" y="2570"/>
            <a:ext cx="4308932" cy="779760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7" name="Shape 227"/>
        <p:cNvGrpSpPr/>
        <p:nvPr/>
      </p:nvGrpSpPr>
      <p:grpSpPr>
        <a:xfrm>
          <a:off x="0" y="0"/>
          <a:ext cx="0" cy="0"/>
          <a:chOff x="0" y="0"/>
          <a:chExt cx="0" cy="0"/>
        </a:xfrm>
      </p:grpSpPr>
      <p:sp>
        <p:nvSpPr>
          <p:cNvPr id="228" name="Google Shape;228;p54"/>
          <p:cNvSpPr txBox="1"/>
          <p:nvPr>
            <p:ph type="title"/>
          </p:nvPr>
        </p:nvSpPr>
        <p:spPr>
          <a:xfrm rot="5400000">
            <a:off x="4629299" y="2216496"/>
            <a:ext cx="5730362" cy="194832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29" name="Google Shape;229;p54"/>
          <p:cNvSpPr txBox="1"/>
          <p:nvPr>
            <p:ph idx="1" type="body"/>
          </p:nvPr>
        </p:nvSpPr>
        <p:spPr>
          <a:xfrm rot="5400000">
            <a:off x="661379" y="335136"/>
            <a:ext cx="5730362" cy="571104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30" name="Shape 230"/>
        <p:cNvGrpSpPr/>
        <p:nvPr/>
      </p:nvGrpSpPr>
      <p:grpSpPr>
        <a:xfrm>
          <a:off x="0" y="0"/>
          <a:ext cx="0" cy="0"/>
          <a:chOff x="0" y="0"/>
          <a:chExt cx="0" cy="0"/>
        </a:xfrm>
      </p:grpSpPr>
      <p:sp>
        <p:nvSpPr>
          <p:cNvPr id="231" name="Google Shape;231;p55"/>
          <p:cNvSpPr txBox="1"/>
          <p:nvPr>
            <p:ph type="title"/>
          </p:nvPr>
        </p:nvSpPr>
        <p:spPr>
          <a:xfrm>
            <a:off x="671041" y="325475"/>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32" name="Google Shape;232;p55"/>
          <p:cNvSpPr txBox="1"/>
          <p:nvPr>
            <p:ph idx="1" type="body"/>
          </p:nvPr>
        </p:nvSpPr>
        <p:spPr>
          <a:xfrm>
            <a:off x="671041" y="1745463"/>
            <a:ext cx="3828960" cy="4310373"/>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233" name="Google Shape;233;p55"/>
          <p:cNvSpPr txBox="1"/>
          <p:nvPr>
            <p:ph idx="2" type="body"/>
          </p:nvPr>
        </p:nvSpPr>
        <p:spPr>
          <a:xfrm>
            <a:off x="4638240" y="1745463"/>
            <a:ext cx="3830400" cy="4310373"/>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type="fourObj">
  <p:cSld name="FOUR_OBJECTS">
    <p:spTree>
      <p:nvGrpSpPr>
        <p:cNvPr id="234" name="Shape 234"/>
        <p:cNvGrpSpPr/>
        <p:nvPr/>
      </p:nvGrpSpPr>
      <p:grpSpPr>
        <a:xfrm>
          <a:off x="0" y="0"/>
          <a:ext cx="0" cy="0"/>
          <a:chOff x="0" y="0"/>
          <a:chExt cx="0" cy="0"/>
        </a:xfrm>
      </p:grpSpPr>
      <p:sp>
        <p:nvSpPr>
          <p:cNvPr id="235" name="Google Shape;235;p56"/>
          <p:cNvSpPr txBox="1"/>
          <p:nvPr>
            <p:ph type="title"/>
          </p:nvPr>
        </p:nvSpPr>
        <p:spPr>
          <a:xfrm>
            <a:off x="671041" y="325475"/>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36" name="Google Shape;236;p56"/>
          <p:cNvSpPr txBox="1"/>
          <p:nvPr>
            <p:ph idx="1" type="body"/>
          </p:nvPr>
        </p:nvSpPr>
        <p:spPr>
          <a:xfrm>
            <a:off x="671041" y="1745463"/>
            <a:ext cx="3828960" cy="2085339"/>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237" name="Google Shape;237;p56"/>
          <p:cNvSpPr txBox="1"/>
          <p:nvPr>
            <p:ph idx="2" type="body"/>
          </p:nvPr>
        </p:nvSpPr>
        <p:spPr>
          <a:xfrm>
            <a:off x="4638240" y="1745463"/>
            <a:ext cx="3830400" cy="2085339"/>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238" name="Google Shape;238;p56"/>
          <p:cNvSpPr txBox="1"/>
          <p:nvPr>
            <p:ph idx="3" type="body"/>
          </p:nvPr>
        </p:nvSpPr>
        <p:spPr>
          <a:xfrm>
            <a:off x="671041" y="3969056"/>
            <a:ext cx="3828960" cy="208678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
        <p:nvSpPr>
          <p:cNvPr id="239" name="Google Shape;239;p56"/>
          <p:cNvSpPr txBox="1"/>
          <p:nvPr>
            <p:ph idx="4" type="body"/>
          </p:nvPr>
        </p:nvSpPr>
        <p:spPr>
          <a:xfrm>
            <a:off x="4638240" y="3969056"/>
            <a:ext cx="3830400" cy="2086780"/>
          </a:xfrm>
          <a:prstGeom prst="rect">
            <a:avLst/>
          </a:prstGeom>
          <a:noFill/>
          <a:ln>
            <a:noFill/>
          </a:ln>
        </p:spPr>
        <p:txBody>
          <a:bodyPr anchorCtr="0" anchor="t" bIns="0" lIns="0" spcFirstLastPara="1" rIns="0" wrap="square" tIns="0">
            <a:noAutofit/>
          </a:bodyPr>
          <a:lstStyle>
            <a:lvl1pPr indent="-280035" lvl="0" marL="457200" algn="l">
              <a:spcBef>
                <a:spcPts val="0"/>
              </a:spcBef>
              <a:spcAft>
                <a:spcPts val="0"/>
              </a:spcAft>
              <a:buSzPts val="810"/>
              <a:buChar char="●"/>
              <a:defRPr/>
            </a:lvl1pPr>
            <a:lvl2pPr indent="-314325" lvl="1" marL="914400" algn="l">
              <a:spcBef>
                <a:spcPts val="1247"/>
              </a:spcBef>
              <a:spcAft>
                <a:spcPts val="0"/>
              </a:spcAft>
              <a:buSzPts val="1350"/>
              <a:buChar char="−"/>
              <a:defRPr/>
            </a:lvl2pPr>
            <a:lvl3pPr indent="-280035" lvl="2" marL="1371600" algn="l">
              <a:spcBef>
                <a:spcPts val="987"/>
              </a:spcBef>
              <a:spcAft>
                <a:spcPts val="0"/>
              </a:spcAft>
              <a:buSzPts val="810"/>
              <a:buChar char="●"/>
              <a:defRPr/>
            </a:lvl3pPr>
            <a:lvl4pPr indent="-314325" lvl="3" marL="1828800" algn="l">
              <a:spcBef>
                <a:spcPts val="737"/>
              </a:spcBef>
              <a:spcAft>
                <a:spcPts val="0"/>
              </a:spcAft>
              <a:buSzPts val="1350"/>
              <a:buChar char="−"/>
              <a:defRPr/>
            </a:lvl4pPr>
            <a:lvl5pPr indent="-280035" lvl="4" marL="2286000" algn="l">
              <a:spcBef>
                <a:spcPts val="476"/>
              </a:spcBef>
              <a:spcAft>
                <a:spcPts val="0"/>
              </a:spcAft>
              <a:buSzPts val="810"/>
              <a:buChar char="●"/>
              <a:defRPr/>
            </a:lvl5pPr>
            <a:lvl6pPr indent="-280035" lvl="5" marL="2743200" algn="l">
              <a:lnSpc>
                <a:spcPct val="88000"/>
              </a:lnSpc>
              <a:spcBef>
                <a:spcPts val="216"/>
              </a:spcBef>
              <a:spcAft>
                <a:spcPts val="0"/>
              </a:spcAft>
              <a:buSzPts val="810"/>
              <a:buChar char="●"/>
              <a:defRPr/>
            </a:lvl6pPr>
            <a:lvl7pPr indent="-280035" lvl="6" marL="3200400" algn="l">
              <a:lnSpc>
                <a:spcPct val="88000"/>
              </a:lnSpc>
              <a:spcBef>
                <a:spcPts val="216"/>
              </a:spcBef>
              <a:spcAft>
                <a:spcPts val="0"/>
              </a:spcAft>
              <a:buSzPts val="810"/>
              <a:buChar char="●"/>
              <a:defRPr/>
            </a:lvl7pPr>
            <a:lvl8pPr indent="-280034" lvl="7" marL="3657600" algn="l">
              <a:lnSpc>
                <a:spcPct val="88000"/>
              </a:lnSpc>
              <a:spcBef>
                <a:spcPts val="216"/>
              </a:spcBef>
              <a:spcAft>
                <a:spcPts val="0"/>
              </a:spcAft>
              <a:buSzPts val="810"/>
              <a:buChar char="●"/>
              <a:defRPr/>
            </a:lvl8pPr>
            <a:lvl9pPr indent="-280034" lvl="8" marL="4114800" algn="l">
              <a:lnSpc>
                <a:spcPct val="88000"/>
              </a:lnSpc>
              <a:spcBef>
                <a:spcPts val="216"/>
              </a:spcBef>
              <a:spcAft>
                <a:spcPts val="216"/>
              </a:spcAft>
              <a:buSzPts val="81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240" name="Shape 240"/>
        <p:cNvGrpSpPr/>
        <p:nvPr/>
      </p:nvGrpSpPr>
      <p:grpSpPr>
        <a:xfrm>
          <a:off x="0" y="0"/>
          <a:ext cx="0" cy="0"/>
          <a:chOff x="0" y="0"/>
          <a:chExt cx="0" cy="0"/>
        </a:xfrm>
      </p:grpSpPr>
      <p:sp>
        <p:nvSpPr>
          <p:cNvPr id="241" name="Google Shape;241;p57"/>
          <p:cNvSpPr txBox="1"/>
          <p:nvPr>
            <p:ph type="title"/>
          </p:nvPr>
        </p:nvSpPr>
        <p:spPr>
          <a:xfrm>
            <a:off x="671041" y="325475"/>
            <a:ext cx="7797600" cy="1139160"/>
          </a:xfrm>
          <a:prstGeom prst="rect">
            <a:avLst/>
          </a:prstGeom>
          <a:noFill/>
          <a:ln>
            <a:noFill/>
          </a:ln>
        </p:spPr>
        <p:txBody>
          <a:bodyPr anchorCtr="0" anchor="ctr" bIns="0" lIns="0" spcFirstLastPara="1" rIns="0" wrap="square" tIns="0">
            <a:noAutofit/>
          </a:bodyPr>
          <a:lstStyle>
            <a:lvl1pPr lvl="0" algn="ctr">
              <a:lnSpc>
                <a:spcPct val="88000"/>
              </a:lnSpc>
              <a:spcBef>
                <a:spcPts val="0"/>
              </a:spcBef>
              <a:spcAft>
                <a:spcPts val="0"/>
              </a:spcAft>
              <a:buSzPts val="1400"/>
              <a:buNone/>
              <a:defRPr/>
            </a:lvl1pPr>
            <a:lvl2pPr lvl="1" algn="ctr">
              <a:lnSpc>
                <a:spcPct val="88000"/>
              </a:lnSpc>
              <a:spcBef>
                <a:spcPts val="0"/>
              </a:spcBef>
              <a:spcAft>
                <a:spcPts val="0"/>
              </a:spcAft>
              <a:buSzPts val="1400"/>
              <a:buNone/>
              <a:defRPr/>
            </a:lvl2pPr>
            <a:lvl3pPr lvl="2" algn="ctr">
              <a:lnSpc>
                <a:spcPct val="88000"/>
              </a:lnSpc>
              <a:spcBef>
                <a:spcPts val="0"/>
              </a:spcBef>
              <a:spcAft>
                <a:spcPts val="0"/>
              </a:spcAft>
              <a:buSzPts val="1400"/>
              <a:buNone/>
              <a:defRPr/>
            </a:lvl3pPr>
            <a:lvl4pPr lvl="3" algn="ctr">
              <a:lnSpc>
                <a:spcPct val="88000"/>
              </a:lnSpc>
              <a:spcBef>
                <a:spcPts val="0"/>
              </a:spcBef>
              <a:spcAft>
                <a:spcPts val="0"/>
              </a:spcAft>
              <a:buSzPts val="1400"/>
              <a:buNone/>
              <a:defRPr/>
            </a:lvl4pPr>
            <a:lvl5pPr lvl="4" algn="ctr">
              <a:lnSpc>
                <a:spcPct val="88000"/>
              </a:lnSpc>
              <a:spcBef>
                <a:spcPts val="0"/>
              </a:spcBef>
              <a:spcAft>
                <a:spcPts val="0"/>
              </a:spcAft>
              <a:buSzPts val="1400"/>
              <a:buNone/>
              <a:defRPr/>
            </a:lvl5pPr>
            <a:lvl6pPr lvl="5" algn="ctr">
              <a:lnSpc>
                <a:spcPct val="88000"/>
              </a:lnSpc>
              <a:spcBef>
                <a:spcPts val="0"/>
              </a:spcBef>
              <a:spcAft>
                <a:spcPts val="0"/>
              </a:spcAft>
              <a:buSzPts val="1400"/>
              <a:buNone/>
              <a:defRPr/>
            </a:lvl6pPr>
            <a:lvl7pPr lvl="6" algn="ctr">
              <a:lnSpc>
                <a:spcPct val="88000"/>
              </a:lnSpc>
              <a:spcBef>
                <a:spcPts val="0"/>
              </a:spcBef>
              <a:spcAft>
                <a:spcPts val="0"/>
              </a:spcAft>
              <a:buSzPts val="1400"/>
              <a:buNone/>
              <a:defRPr/>
            </a:lvl7pPr>
            <a:lvl8pPr lvl="7" algn="ctr">
              <a:lnSpc>
                <a:spcPct val="88000"/>
              </a:lnSpc>
              <a:spcBef>
                <a:spcPts val="0"/>
              </a:spcBef>
              <a:spcAft>
                <a:spcPts val="0"/>
              </a:spcAft>
              <a:buSzPts val="1400"/>
              <a:buNone/>
              <a:defRPr/>
            </a:lvl8pPr>
            <a:lvl9pPr lvl="8" algn="ctr">
              <a:lnSpc>
                <a:spcPct val="88000"/>
              </a:lnSpc>
              <a:spcBef>
                <a:spcPts val="0"/>
              </a:spcBef>
              <a:spcAft>
                <a:spcPts val="0"/>
              </a:spcAft>
              <a:buSzPts val="1400"/>
              <a:buNone/>
              <a:defRPr/>
            </a:lvl9pPr>
          </a:lstStyle>
          <a:p/>
        </p:txBody>
      </p:sp>
      <p:sp>
        <p:nvSpPr>
          <p:cNvPr id="242" name="Google Shape;242;p57"/>
          <p:cNvSpPr/>
          <p:nvPr>
            <p:ph idx="2" type="dgm"/>
          </p:nvPr>
        </p:nvSpPr>
        <p:spPr>
          <a:xfrm>
            <a:off x="671041" y="1746904"/>
            <a:ext cx="7797600" cy="4308932"/>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Clr>
                <a:srgbClr val="000000"/>
              </a:buClr>
              <a:buSzPts val="1305"/>
              <a:buFont typeface="Noto Sans Symbols"/>
              <a:buChar char="●"/>
              <a:defRPr b="0" i="0" sz="2900" u="none" cap="none" strike="noStrike">
                <a:solidFill>
                  <a:srgbClr val="000000"/>
                </a:solidFill>
                <a:latin typeface="Comic Sans MS"/>
                <a:ea typeface="Comic Sans MS"/>
                <a:cs typeface="Comic Sans MS"/>
                <a:sym typeface="Comic Sans MS"/>
              </a:defRPr>
            </a:lvl1pPr>
            <a:lvl2pPr lvl="1" marR="0" rtl="0" algn="l">
              <a:spcBef>
                <a:spcPts val="1247"/>
              </a:spcBef>
              <a:spcAft>
                <a:spcPts val="0"/>
              </a:spcAft>
              <a:buClr>
                <a:srgbClr val="000000"/>
              </a:buClr>
              <a:buSzPts val="1875"/>
              <a:buFont typeface="Noto Sans Symbols"/>
              <a:buChar char="−"/>
              <a:defRPr b="0" i="0" sz="2500" u="none" cap="none" strike="noStrike">
                <a:solidFill>
                  <a:srgbClr val="000000"/>
                </a:solidFill>
                <a:latin typeface="Comic Sans MS"/>
                <a:ea typeface="Comic Sans MS"/>
                <a:cs typeface="Comic Sans MS"/>
                <a:sym typeface="Comic Sans MS"/>
              </a:defRPr>
            </a:lvl2pPr>
            <a:lvl3pPr lvl="2" marR="0" rtl="0" algn="l">
              <a:spcBef>
                <a:spcPts val="987"/>
              </a:spcBef>
              <a:spcAft>
                <a:spcPts val="0"/>
              </a:spcAft>
              <a:buClr>
                <a:srgbClr val="000000"/>
              </a:buClr>
              <a:buSzPts val="990"/>
              <a:buFont typeface="Noto Sans Symbols"/>
              <a:buChar char="●"/>
              <a:defRPr b="0" i="0" sz="2200" u="none" cap="none" strike="noStrike">
                <a:solidFill>
                  <a:srgbClr val="000000"/>
                </a:solidFill>
                <a:latin typeface="Comic Sans MS"/>
                <a:ea typeface="Comic Sans MS"/>
                <a:cs typeface="Comic Sans MS"/>
                <a:sym typeface="Comic Sans MS"/>
              </a:defRPr>
            </a:lvl3pPr>
            <a:lvl4pPr lvl="3" marR="0" rtl="0" algn="l">
              <a:spcBef>
                <a:spcPts val="737"/>
              </a:spcBef>
              <a:spcAft>
                <a:spcPts val="0"/>
              </a:spcAft>
              <a:buClr>
                <a:srgbClr val="000000"/>
              </a:buClr>
              <a:buSzPts val="1350"/>
              <a:buFont typeface="Noto Sans Symbols"/>
              <a:buChar char="−"/>
              <a:defRPr b="0" i="0" sz="1800" u="none" cap="none" strike="noStrike">
                <a:solidFill>
                  <a:srgbClr val="000000"/>
                </a:solidFill>
                <a:latin typeface="Comic Sans MS"/>
                <a:ea typeface="Comic Sans MS"/>
                <a:cs typeface="Comic Sans MS"/>
                <a:sym typeface="Comic Sans MS"/>
              </a:defRPr>
            </a:lvl4pPr>
            <a:lvl5pPr lvl="4" marR="0" rtl="0" algn="l">
              <a:spcBef>
                <a:spcPts val="476"/>
              </a:spcBef>
              <a:spcAft>
                <a:spcPts val="0"/>
              </a:spcAft>
              <a:buClr>
                <a:srgbClr val="000000"/>
              </a:buClr>
              <a:buSzPts val="810"/>
              <a:buFont typeface="Noto Sans Symbols"/>
              <a:buChar char="●"/>
              <a:defRPr b="0" i="0" sz="1800" u="none" cap="none" strike="noStrike">
                <a:solidFill>
                  <a:srgbClr val="000000"/>
                </a:solidFill>
                <a:latin typeface="Comic Sans MS"/>
                <a:ea typeface="Comic Sans MS"/>
                <a:cs typeface="Comic Sans MS"/>
                <a:sym typeface="Comic Sans MS"/>
              </a:defRPr>
            </a:lvl5pPr>
            <a:lvl6pPr lvl="5"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6pPr>
            <a:lvl7pPr lvl="6"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7pPr>
            <a:lvl8pPr lvl="7"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8pPr>
            <a:lvl9pPr lvl="8" marR="0" rtl="0" algn="l">
              <a:lnSpc>
                <a:spcPct val="88000"/>
              </a:lnSpc>
              <a:spcBef>
                <a:spcPts val="216"/>
              </a:spcBef>
              <a:spcAft>
                <a:spcPts val="216"/>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4.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6.xml"/><Relationship Id="rId10" Type="http://schemas.openxmlformats.org/officeDocument/2006/relationships/slideLayout" Target="../slideLayouts/slideLayout35.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5" Type="http://schemas.openxmlformats.org/officeDocument/2006/relationships/theme" Target="../theme/theme3.xml"/><Relationship Id="rId14" Type="http://schemas.openxmlformats.org/officeDocument/2006/relationships/slideLayout" Target="../slideLayouts/slideLayout3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5" Type="http://schemas.openxmlformats.org/officeDocument/2006/relationships/theme" Target="../theme/theme2.xml"/><Relationship Id="rId14" Type="http://schemas.openxmlformats.org/officeDocument/2006/relationships/slideLayout" Target="../slideLayouts/slideLayout5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3"/>
            <a:ext cx="8229600" cy="4525963"/>
          </a:xfrm>
          <a:prstGeom prst="rect">
            <a:avLst/>
          </a:prstGeom>
          <a:noFill/>
          <a:ln>
            <a:noFill/>
          </a:ln>
        </p:spPr>
        <p:txBody>
          <a:bodyPr anchorCtr="0" anchor="t" bIns="45700" lIns="91400" spcFirstLastPara="1" rIns="91400"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4"/>
            <a:ext cx="2133600" cy="365125"/>
          </a:xfrm>
          <a:prstGeom prst="rect">
            <a:avLst/>
          </a:prstGeom>
          <a:noFill/>
          <a:ln>
            <a:noFill/>
          </a:ln>
        </p:spPr>
        <p:txBody>
          <a:bodyPr anchorCtr="0" anchor="ctr" bIns="45700" lIns="91400" spcFirstLastPara="1" rIns="91400"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3"/>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1pPr>
            <a:lvl2pPr lvl="1"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2pPr>
            <a:lvl3pPr lvl="2"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3pPr>
            <a:lvl4pPr lvl="3"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4pPr>
            <a:lvl5pPr lvl="4"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5pPr>
            <a:lvl6pPr lvl="5"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6pPr>
            <a:lvl7pPr lvl="6"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7pPr>
            <a:lvl8pPr lvl="7"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8pPr>
            <a:lvl9pPr lvl="8"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9pPr>
          </a:lstStyle>
          <a:p/>
        </p:txBody>
      </p:sp>
      <p:sp>
        <p:nvSpPr>
          <p:cNvPr id="86" name="Google Shape;86;p13"/>
          <p:cNvSpPr txBox="1"/>
          <p:nvPr>
            <p:ph idx="1" type="body"/>
          </p:nvPr>
        </p:nvSpPr>
        <p:spPr>
          <a:xfrm>
            <a:off x="671042" y="1746904"/>
            <a:ext cx="7797600" cy="4308932"/>
          </a:xfrm>
          <a:prstGeom prst="rect">
            <a:avLst/>
          </a:prstGeom>
          <a:noFill/>
          <a:ln>
            <a:noFill/>
          </a:ln>
        </p:spPr>
        <p:txBody>
          <a:bodyPr anchorCtr="0" anchor="t" bIns="0" lIns="0" spcFirstLastPara="1" rIns="0" wrap="square" tIns="0">
            <a:noAutofit/>
          </a:bodyPr>
          <a:lstStyle>
            <a:lvl1pPr indent="-311467" lvl="0" marL="457200" marR="0" rtl="0" algn="l">
              <a:spcBef>
                <a:spcPts val="0"/>
              </a:spcBef>
              <a:spcAft>
                <a:spcPts val="0"/>
              </a:spcAft>
              <a:buClr>
                <a:srgbClr val="000000"/>
              </a:buClr>
              <a:buSzPts val="1305"/>
              <a:buFont typeface="Noto Sans Symbols"/>
              <a:buChar char="●"/>
              <a:defRPr b="0" i="0" sz="2900" u="none" cap="none" strike="noStrike">
                <a:solidFill>
                  <a:srgbClr val="000000"/>
                </a:solidFill>
                <a:latin typeface="Comic Sans MS"/>
                <a:ea typeface="Comic Sans MS"/>
                <a:cs typeface="Comic Sans MS"/>
                <a:sym typeface="Comic Sans MS"/>
              </a:defRPr>
            </a:lvl1pPr>
            <a:lvl2pPr indent="-347662" lvl="1" marL="914400" marR="0" rtl="0" algn="l">
              <a:spcBef>
                <a:spcPts val="1247"/>
              </a:spcBef>
              <a:spcAft>
                <a:spcPts val="0"/>
              </a:spcAft>
              <a:buClr>
                <a:srgbClr val="000000"/>
              </a:buClr>
              <a:buSzPts val="1875"/>
              <a:buFont typeface="Noto Sans Symbols"/>
              <a:buChar char="−"/>
              <a:defRPr b="0" i="0" sz="2500" u="none" cap="none" strike="noStrike">
                <a:solidFill>
                  <a:srgbClr val="000000"/>
                </a:solidFill>
                <a:latin typeface="Comic Sans MS"/>
                <a:ea typeface="Comic Sans MS"/>
                <a:cs typeface="Comic Sans MS"/>
                <a:sym typeface="Comic Sans MS"/>
              </a:defRPr>
            </a:lvl2pPr>
            <a:lvl3pPr indent="-291464" lvl="2" marL="1371600" marR="0" rtl="0" algn="l">
              <a:spcBef>
                <a:spcPts val="987"/>
              </a:spcBef>
              <a:spcAft>
                <a:spcPts val="0"/>
              </a:spcAft>
              <a:buClr>
                <a:srgbClr val="000000"/>
              </a:buClr>
              <a:buSzPts val="990"/>
              <a:buFont typeface="Noto Sans Symbols"/>
              <a:buChar char="●"/>
              <a:defRPr b="0" i="0" sz="2200" u="none" cap="none" strike="noStrike">
                <a:solidFill>
                  <a:srgbClr val="000000"/>
                </a:solidFill>
                <a:latin typeface="Comic Sans MS"/>
                <a:ea typeface="Comic Sans MS"/>
                <a:cs typeface="Comic Sans MS"/>
                <a:sym typeface="Comic Sans MS"/>
              </a:defRPr>
            </a:lvl3pPr>
            <a:lvl4pPr indent="-314325" lvl="3" marL="1828800" marR="0" rtl="0" algn="l">
              <a:spcBef>
                <a:spcPts val="737"/>
              </a:spcBef>
              <a:spcAft>
                <a:spcPts val="0"/>
              </a:spcAft>
              <a:buClr>
                <a:srgbClr val="000000"/>
              </a:buClr>
              <a:buSzPts val="1350"/>
              <a:buFont typeface="Noto Sans Symbols"/>
              <a:buChar char="−"/>
              <a:defRPr b="0" i="0" sz="1800" u="none" cap="none" strike="noStrike">
                <a:solidFill>
                  <a:srgbClr val="000000"/>
                </a:solidFill>
                <a:latin typeface="Comic Sans MS"/>
                <a:ea typeface="Comic Sans MS"/>
                <a:cs typeface="Comic Sans MS"/>
                <a:sym typeface="Comic Sans MS"/>
              </a:defRPr>
            </a:lvl4pPr>
            <a:lvl5pPr indent="-280035" lvl="4" marL="2286000" marR="0" rtl="0" algn="l">
              <a:spcBef>
                <a:spcPts val="476"/>
              </a:spcBef>
              <a:spcAft>
                <a:spcPts val="0"/>
              </a:spcAft>
              <a:buClr>
                <a:srgbClr val="000000"/>
              </a:buClr>
              <a:buSzPts val="810"/>
              <a:buFont typeface="Noto Sans Symbols"/>
              <a:buChar char="●"/>
              <a:defRPr b="0" i="0" sz="1800" u="none" cap="none" strike="noStrike">
                <a:solidFill>
                  <a:srgbClr val="000000"/>
                </a:solidFill>
                <a:latin typeface="Comic Sans MS"/>
                <a:ea typeface="Comic Sans MS"/>
                <a:cs typeface="Comic Sans MS"/>
                <a:sym typeface="Comic Sans MS"/>
              </a:defRPr>
            </a:lvl5pPr>
            <a:lvl6pPr indent="-280035" lvl="5" marL="2743200"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6pPr>
            <a:lvl7pPr indent="-280035" lvl="6" marL="3200400"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7pPr>
            <a:lvl8pPr indent="-280034" lvl="7" marL="3657600"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8pPr>
            <a:lvl9pPr indent="-280034" lvl="8" marL="4114800" marR="0" rtl="0" algn="l">
              <a:lnSpc>
                <a:spcPct val="88000"/>
              </a:lnSpc>
              <a:spcBef>
                <a:spcPts val="216"/>
              </a:spcBef>
              <a:spcAft>
                <a:spcPts val="216"/>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9pPr>
          </a:lstStyle>
          <a:p/>
        </p:txBody>
      </p:sp>
      <p:sp>
        <p:nvSpPr>
          <p:cNvPr id="87" name="Google Shape;87;p13"/>
          <p:cNvSpPr/>
          <p:nvPr/>
        </p:nvSpPr>
        <p:spPr>
          <a:xfrm>
            <a:off x="6553445" y="6245938"/>
            <a:ext cx="2134080" cy="475250"/>
          </a:xfrm>
          <a:prstGeom prst="rect">
            <a:avLst/>
          </a:prstGeom>
          <a:noFill/>
          <a:ln>
            <a:noFill/>
          </a:ln>
        </p:spPr>
        <p:txBody>
          <a:bodyPr anchorCtr="0" anchor="t" bIns="42425" lIns="81575" spcFirstLastPara="1" rIns="81575" wrap="square" tIns="42425">
            <a:noAutofit/>
          </a:bodyPr>
          <a:lstStyle/>
          <a:p>
            <a:pPr indent="0" lvl="0" marL="0" marR="0" rtl="0" algn="r">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3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28"/>
          <p:cNvSpPr txBox="1"/>
          <p:nvPr>
            <p:ph type="title"/>
          </p:nvPr>
        </p:nvSpPr>
        <p:spPr>
          <a:xfrm>
            <a:off x="671042" y="325476"/>
            <a:ext cx="7797600" cy="1139160"/>
          </a:xfrm>
          <a:prstGeom prst="rect">
            <a:avLst/>
          </a:prstGeom>
          <a:noFill/>
          <a:ln>
            <a:noFill/>
          </a:ln>
        </p:spPr>
        <p:txBody>
          <a:bodyPr anchorCtr="0" anchor="ctr" bIns="0" lIns="0" spcFirstLastPara="1" rIns="0" wrap="square" tIns="0">
            <a:noAutofit/>
          </a:bodyPr>
          <a:lstStyle>
            <a:lvl1pPr lvl="0"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1pPr>
            <a:lvl2pPr lvl="1"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2pPr>
            <a:lvl3pPr lvl="2"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3pPr>
            <a:lvl4pPr lvl="3"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4pPr>
            <a:lvl5pPr lvl="4"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5pPr>
            <a:lvl6pPr lvl="5"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6pPr>
            <a:lvl7pPr lvl="6"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7pPr>
            <a:lvl8pPr lvl="7"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8pPr>
            <a:lvl9pPr lvl="8"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9pPr>
          </a:lstStyle>
          <a:p/>
        </p:txBody>
      </p:sp>
      <p:sp>
        <p:nvSpPr>
          <p:cNvPr id="139" name="Google Shape;139;p28"/>
          <p:cNvSpPr txBox="1"/>
          <p:nvPr>
            <p:ph idx="1" type="body"/>
          </p:nvPr>
        </p:nvSpPr>
        <p:spPr>
          <a:xfrm>
            <a:off x="671042" y="1746904"/>
            <a:ext cx="7797600" cy="4308932"/>
          </a:xfrm>
          <a:prstGeom prst="rect">
            <a:avLst/>
          </a:prstGeom>
          <a:noFill/>
          <a:ln>
            <a:noFill/>
          </a:ln>
        </p:spPr>
        <p:txBody>
          <a:bodyPr anchorCtr="0" anchor="t" bIns="0" lIns="0" spcFirstLastPara="1" rIns="0" wrap="square" tIns="0">
            <a:noAutofit/>
          </a:bodyPr>
          <a:lstStyle>
            <a:lvl1pPr indent="-311467" lvl="0" marL="457200" marR="0" rtl="0" algn="l">
              <a:spcBef>
                <a:spcPts val="0"/>
              </a:spcBef>
              <a:spcAft>
                <a:spcPts val="0"/>
              </a:spcAft>
              <a:buClr>
                <a:srgbClr val="000000"/>
              </a:buClr>
              <a:buSzPts val="1305"/>
              <a:buFont typeface="Noto Sans Symbols"/>
              <a:buChar char="●"/>
              <a:defRPr b="0" i="0" sz="2900" u="none" cap="none" strike="noStrike">
                <a:solidFill>
                  <a:srgbClr val="000000"/>
                </a:solidFill>
                <a:latin typeface="Comic Sans MS"/>
                <a:ea typeface="Comic Sans MS"/>
                <a:cs typeface="Comic Sans MS"/>
                <a:sym typeface="Comic Sans MS"/>
              </a:defRPr>
            </a:lvl1pPr>
            <a:lvl2pPr indent="-347662" lvl="1" marL="914400" marR="0" rtl="0" algn="l">
              <a:spcBef>
                <a:spcPts val="1247"/>
              </a:spcBef>
              <a:spcAft>
                <a:spcPts val="0"/>
              </a:spcAft>
              <a:buClr>
                <a:srgbClr val="000000"/>
              </a:buClr>
              <a:buSzPts val="1875"/>
              <a:buFont typeface="Noto Sans Symbols"/>
              <a:buChar char="−"/>
              <a:defRPr b="0" i="0" sz="2500" u="none" cap="none" strike="noStrike">
                <a:solidFill>
                  <a:srgbClr val="000000"/>
                </a:solidFill>
                <a:latin typeface="Comic Sans MS"/>
                <a:ea typeface="Comic Sans MS"/>
                <a:cs typeface="Comic Sans MS"/>
                <a:sym typeface="Comic Sans MS"/>
              </a:defRPr>
            </a:lvl2pPr>
            <a:lvl3pPr indent="-291464" lvl="2" marL="1371600" marR="0" rtl="0" algn="l">
              <a:spcBef>
                <a:spcPts val="987"/>
              </a:spcBef>
              <a:spcAft>
                <a:spcPts val="0"/>
              </a:spcAft>
              <a:buClr>
                <a:srgbClr val="000000"/>
              </a:buClr>
              <a:buSzPts val="990"/>
              <a:buFont typeface="Noto Sans Symbols"/>
              <a:buChar char="●"/>
              <a:defRPr b="0" i="0" sz="2200" u="none" cap="none" strike="noStrike">
                <a:solidFill>
                  <a:srgbClr val="000000"/>
                </a:solidFill>
                <a:latin typeface="Comic Sans MS"/>
                <a:ea typeface="Comic Sans MS"/>
                <a:cs typeface="Comic Sans MS"/>
                <a:sym typeface="Comic Sans MS"/>
              </a:defRPr>
            </a:lvl3pPr>
            <a:lvl4pPr indent="-314325" lvl="3" marL="1828800" marR="0" rtl="0" algn="l">
              <a:spcBef>
                <a:spcPts val="737"/>
              </a:spcBef>
              <a:spcAft>
                <a:spcPts val="0"/>
              </a:spcAft>
              <a:buClr>
                <a:srgbClr val="000000"/>
              </a:buClr>
              <a:buSzPts val="1350"/>
              <a:buFont typeface="Noto Sans Symbols"/>
              <a:buChar char="−"/>
              <a:defRPr b="0" i="0" sz="1800" u="none" cap="none" strike="noStrike">
                <a:solidFill>
                  <a:srgbClr val="000000"/>
                </a:solidFill>
                <a:latin typeface="Comic Sans MS"/>
                <a:ea typeface="Comic Sans MS"/>
                <a:cs typeface="Comic Sans MS"/>
                <a:sym typeface="Comic Sans MS"/>
              </a:defRPr>
            </a:lvl4pPr>
            <a:lvl5pPr indent="-280035" lvl="4" marL="2286000" marR="0" rtl="0" algn="l">
              <a:spcBef>
                <a:spcPts val="476"/>
              </a:spcBef>
              <a:spcAft>
                <a:spcPts val="0"/>
              </a:spcAft>
              <a:buClr>
                <a:srgbClr val="000000"/>
              </a:buClr>
              <a:buSzPts val="810"/>
              <a:buFont typeface="Noto Sans Symbols"/>
              <a:buChar char="●"/>
              <a:defRPr b="0" i="0" sz="1800" u="none" cap="none" strike="noStrike">
                <a:solidFill>
                  <a:srgbClr val="000000"/>
                </a:solidFill>
                <a:latin typeface="Comic Sans MS"/>
                <a:ea typeface="Comic Sans MS"/>
                <a:cs typeface="Comic Sans MS"/>
                <a:sym typeface="Comic Sans MS"/>
              </a:defRPr>
            </a:lvl5pPr>
            <a:lvl6pPr indent="-280035" lvl="5" marL="2743200"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6pPr>
            <a:lvl7pPr indent="-280035" lvl="6" marL="3200400"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7pPr>
            <a:lvl8pPr indent="-280034" lvl="7" marL="3657600"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8pPr>
            <a:lvl9pPr indent="-280034" lvl="8" marL="4114800" marR="0" rtl="0" algn="l">
              <a:lnSpc>
                <a:spcPct val="88000"/>
              </a:lnSpc>
              <a:spcBef>
                <a:spcPts val="216"/>
              </a:spcBef>
              <a:spcAft>
                <a:spcPts val="216"/>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9pPr>
          </a:lstStyle>
          <a:p/>
        </p:txBody>
      </p:sp>
      <p:sp>
        <p:nvSpPr>
          <p:cNvPr id="140" name="Google Shape;140;p28"/>
          <p:cNvSpPr/>
          <p:nvPr/>
        </p:nvSpPr>
        <p:spPr>
          <a:xfrm>
            <a:off x="6553444" y="6245938"/>
            <a:ext cx="2134080" cy="475250"/>
          </a:xfrm>
          <a:prstGeom prst="rect">
            <a:avLst/>
          </a:prstGeom>
          <a:noFill/>
          <a:ln>
            <a:noFill/>
          </a:ln>
        </p:spPr>
        <p:txBody>
          <a:bodyPr anchorCtr="0" anchor="t" bIns="42425" lIns="81575" spcFirstLastPara="1" rIns="81575" wrap="square" tIns="42425">
            <a:noAutofit/>
          </a:bodyPr>
          <a:lstStyle/>
          <a:p>
            <a:pPr indent="0" lvl="0" marL="0" marR="0" rtl="0" algn="r">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3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43"/>
          <p:cNvSpPr txBox="1"/>
          <p:nvPr>
            <p:ph type="title"/>
          </p:nvPr>
        </p:nvSpPr>
        <p:spPr>
          <a:xfrm>
            <a:off x="671041" y="325475"/>
            <a:ext cx="7797600" cy="1139160"/>
          </a:xfrm>
          <a:prstGeom prst="rect">
            <a:avLst/>
          </a:prstGeom>
          <a:noFill/>
          <a:ln>
            <a:noFill/>
          </a:ln>
        </p:spPr>
        <p:txBody>
          <a:bodyPr anchorCtr="0" anchor="ctr" bIns="0" lIns="0" spcFirstLastPara="1" rIns="0" wrap="square" tIns="0">
            <a:noAutofit/>
          </a:bodyPr>
          <a:lstStyle>
            <a:lvl1pPr lvl="0"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1pPr>
            <a:lvl2pPr lvl="1"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2pPr>
            <a:lvl3pPr lvl="2"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3pPr>
            <a:lvl4pPr lvl="3"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4pPr>
            <a:lvl5pPr lvl="4" marR="0" rtl="0" algn="ctr">
              <a:lnSpc>
                <a:spcPct val="88000"/>
              </a:lnSpc>
              <a:spcBef>
                <a:spcPts val="0"/>
              </a:spcBef>
              <a:spcAft>
                <a:spcPts val="0"/>
              </a:spcAft>
              <a:buSzPts val="1400"/>
              <a:buNone/>
              <a:defRPr b="1" i="0" sz="4000" u="none" cap="none" strike="noStrike">
                <a:solidFill>
                  <a:srgbClr val="000000"/>
                </a:solidFill>
                <a:latin typeface="Comic Sans MS"/>
                <a:ea typeface="Comic Sans MS"/>
                <a:cs typeface="Comic Sans MS"/>
                <a:sym typeface="Comic Sans MS"/>
              </a:defRPr>
            </a:lvl5pPr>
            <a:lvl6pPr lvl="5"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6pPr>
            <a:lvl7pPr lvl="6"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7pPr>
            <a:lvl8pPr lvl="7"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8pPr>
            <a:lvl9pPr lvl="8" marR="0" rtl="0" algn="ctr">
              <a:lnSpc>
                <a:spcPct val="88000"/>
              </a:lnSpc>
              <a:spcBef>
                <a:spcPts val="0"/>
              </a:spcBef>
              <a:spcAft>
                <a:spcPts val="0"/>
              </a:spcAft>
              <a:buSzPts val="1400"/>
              <a:buNone/>
              <a:defRPr b="0" i="0" sz="4000" u="none" cap="none" strike="noStrike">
                <a:solidFill>
                  <a:srgbClr val="000000"/>
                </a:solidFill>
                <a:latin typeface="Comic Sans MS"/>
                <a:ea typeface="Comic Sans MS"/>
                <a:cs typeface="Comic Sans MS"/>
                <a:sym typeface="Comic Sans MS"/>
              </a:defRPr>
            </a:lvl9pPr>
          </a:lstStyle>
          <a:p/>
        </p:txBody>
      </p:sp>
      <p:sp>
        <p:nvSpPr>
          <p:cNvPr id="192" name="Google Shape;192;p43"/>
          <p:cNvSpPr txBox="1"/>
          <p:nvPr>
            <p:ph idx="1" type="body"/>
          </p:nvPr>
        </p:nvSpPr>
        <p:spPr>
          <a:xfrm>
            <a:off x="671041" y="1746904"/>
            <a:ext cx="7797600" cy="4308932"/>
          </a:xfrm>
          <a:prstGeom prst="rect">
            <a:avLst/>
          </a:prstGeom>
          <a:noFill/>
          <a:ln>
            <a:noFill/>
          </a:ln>
        </p:spPr>
        <p:txBody>
          <a:bodyPr anchorCtr="0" anchor="t" bIns="0" lIns="0" spcFirstLastPara="1" rIns="0" wrap="square" tIns="0">
            <a:noAutofit/>
          </a:bodyPr>
          <a:lstStyle>
            <a:lvl1pPr indent="-311467" lvl="0" marL="457200" marR="0" rtl="0" algn="l">
              <a:spcBef>
                <a:spcPts val="0"/>
              </a:spcBef>
              <a:spcAft>
                <a:spcPts val="0"/>
              </a:spcAft>
              <a:buClr>
                <a:srgbClr val="000000"/>
              </a:buClr>
              <a:buSzPts val="1305"/>
              <a:buFont typeface="Noto Sans Symbols"/>
              <a:buChar char="●"/>
              <a:defRPr b="0" i="0" sz="2900" u="none" cap="none" strike="noStrike">
                <a:solidFill>
                  <a:srgbClr val="000000"/>
                </a:solidFill>
                <a:latin typeface="Comic Sans MS"/>
                <a:ea typeface="Comic Sans MS"/>
                <a:cs typeface="Comic Sans MS"/>
                <a:sym typeface="Comic Sans MS"/>
              </a:defRPr>
            </a:lvl1pPr>
            <a:lvl2pPr indent="-347662" lvl="1" marL="914400" marR="0" rtl="0" algn="l">
              <a:spcBef>
                <a:spcPts val="1247"/>
              </a:spcBef>
              <a:spcAft>
                <a:spcPts val="0"/>
              </a:spcAft>
              <a:buClr>
                <a:srgbClr val="000000"/>
              </a:buClr>
              <a:buSzPts val="1875"/>
              <a:buFont typeface="Noto Sans Symbols"/>
              <a:buChar char="−"/>
              <a:defRPr b="0" i="0" sz="2500" u="none" cap="none" strike="noStrike">
                <a:solidFill>
                  <a:srgbClr val="000000"/>
                </a:solidFill>
                <a:latin typeface="Comic Sans MS"/>
                <a:ea typeface="Comic Sans MS"/>
                <a:cs typeface="Comic Sans MS"/>
                <a:sym typeface="Comic Sans MS"/>
              </a:defRPr>
            </a:lvl2pPr>
            <a:lvl3pPr indent="-291464" lvl="2" marL="1371600" marR="0" rtl="0" algn="l">
              <a:spcBef>
                <a:spcPts val="987"/>
              </a:spcBef>
              <a:spcAft>
                <a:spcPts val="0"/>
              </a:spcAft>
              <a:buClr>
                <a:srgbClr val="000000"/>
              </a:buClr>
              <a:buSzPts val="990"/>
              <a:buFont typeface="Noto Sans Symbols"/>
              <a:buChar char="●"/>
              <a:defRPr b="0" i="0" sz="2200" u="none" cap="none" strike="noStrike">
                <a:solidFill>
                  <a:srgbClr val="000000"/>
                </a:solidFill>
                <a:latin typeface="Comic Sans MS"/>
                <a:ea typeface="Comic Sans MS"/>
                <a:cs typeface="Comic Sans MS"/>
                <a:sym typeface="Comic Sans MS"/>
              </a:defRPr>
            </a:lvl3pPr>
            <a:lvl4pPr indent="-314325" lvl="3" marL="1828800" marR="0" rtl="0" algn="l">
              <a:spcBef>
                <a:spcPts val="737"/>
              </a:spcBef>
              <a:spcAft>
                <a:spcPts val="0"/>
              </a:spcAft>
              <a:buClr>
                <a:srgbClr val="000000"/>
              </a:buClr>
              <a:buSzPts val="1350"/>
              <a:buFont typeface="Noto Sans Symbols"/>
              <a:buChar char="−"/>
              <a:defRPr b="0" i="0" sz="1800" u="none" cap="none" strike="noStrike">
                <a:solidFill>
                  <a:srgbClr val="000000"/>
                </a:solidFill>
                <a:latin typeface="Comic Sans MS"/>
                <a:ea typeface="Comic Sans MS"/>
                <a:cs typeface="Comic Sans MS"/>
                <a:sym typeface="Comic Sans MS"/>
              </a:defRPr>
            </a:lvl4pPr>
            <a:lvl5pPr indent="-280035" lvl="4" marL="2286000" marR="0" rtl="0" algn="l">
              <a:spcBef>
                <a:spcPts val="476"/>
              </a:spcBef>
              <a:spcAft>
                <a:spcPts val="0"/>
              </a:spcAft>
              <a:buClr>
                <a:srgbClr val="000000"/>
              </a:buClr>
              <a:buSzPts val="810"/>
              <a:buFont typeface="Noto Sans Symbols"/>
              <a:buChar char="●"/>
              <a:defRPr b="0" i="0" sz="1800" u="none" cap="none" strike="noStrike">
                <a:solidFill>
                  <a:srgbClr val="000000"/>
                </a:solidFill>
                <a:latin typeface="Comic Sans MS"/>
                <a:ea typeface="Comic Sans MS"/>
                <a:cs typeface="Comic Sans MS"/>
                <a:sym typeface="Comic Sans MS"/>
              </a:defRPr>
            </a:lvl5pPr>
            <a:lvl6pPr indent="-280035" lvl="5" marL="2743200"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6pPr>
            <a:lvl7pPr indent="-280035" lvl="6" marL="3200400"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7pPr>
            <a:lvl8pPr indent="-280034" lvl="7" marL="3657600" marR="0" rtl="0" algn="l">
              <a:lnSpc>
                <a:spcPct val="88000"/>
              </a:lnSpc>
              <a:spcBef>
                <a:spcPts val="216"/>
              </a:spcBef>
              <a:spcAft>
                <a:spcPts val="0"/>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8pPr>
            <a:lvl9pPr indent="-280034" lvl="8" marL="4114800" marR="0" rtl="0" algn="l">
              <a:lnSpc>
                <a:spcPct val="88000"/>
              </a:lnSpc>
              <a:spcBef>
                <a:spcPts val="216"/>
              </a:spcBef>
              <a:spcAft>
                <a:spcPts val="216"/>
              </a:spcAft>
              <a:buClr>
                <a:srgbClr val="000000"/>
              </a:buClr>
              <a:buSzPts val="810"/>
              <a:buFont typeface="Noto Sans Symbols"/>
              <a:buChar char="●"/>
              <a:defRPr b="1" i="0" sz="1800" u="none" cap="none" strike="noStrike">
                <a:solidFill>
                  <a:srgbClr val="000000"/>
                </a:solidFill>
                <a:latin typeface="Comic Sans MS"/>
                <a:ea typeface="Comic Sans MS"/>
                <a:cs typeface="Comic Sans MS"/>
                <a:sym typeface="Comic Sans MS"/>
              </a:defRPr>
            </a:lvl9pPr>
          </a:lstStyle>
          <a:p/>
        </p:txBody>
      </p:sp>
      <p:sp>
        <p:nvSpPr>
          <p:cNvPr id="193" name="Google Shape;193;p43"/>
          <p:cNvSpPr/>
          <p:nvPr/>
        </p:nvSpPr>
        <p:spPr>
          <a:xfrm>
            <a:off x="6553441" y="6245937"/>
            <a:ext cx="2134080" cy="475250"/>
          </a:xfrm>
          <a:prstGeom prst="rect">
            <a:avLst/>
          </a:prstGeom>
          <a:noFill/>
          <a:ln>
            <a:noFill/>
          </a:ln>
        </p:spPr>
        <p:txBody>
          <a:bodyPr anchorCtr="0" anchor="t" bIns="42425" lIns="81600" spcFirstLastPara="1" rIns="81600" wrap="square" tIns="42425">
            <a:noAutofit/>
          </a:bodyPr>
          <a:lstStyle/>
          <a:p>
            <a:pPr indent="0" lvl="0" marL="0" marR="0" rtl="0" algn="r">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3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58"/>
          <p:cNvSpPr txBox="1"/>
          <p:nvPr>
            <p:ph type="ctrTitle"/>
          </p:nvPr>
        </p:nvSpPr>
        <p:spPr>
          <a:xfrm>
            <a:off x="304800" y="2130428"/>
            <a:ext cx="8610600" cy="1755772"/>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chemeClr val="dk1"/>
              </a:buClr>
              <a:buSzPts val="4800"/>
              <a:buFont typeface="Comic Sans MS"/>
              <a:buNone/>
            </a:pPr>
            <a:r>
              <a:rPr lang="en-US" sz="4800">
                <a:latin typeface="Comic Sans MS"/>
                <a:ea typeface="Comic Sans MS"/>
                <a:cs typeface="Comic Sans MS"/>
                <a:sym typeface="Comic Sans MS"/>
              </a:rPr>
              <a:t>Mutation Testing – A White Box Testing Technique</a:t>
            </a:r>
            <a:endParaRPr sz="4800">
              <a:latin typeface="Comic Sans MS"/>
              <a:ea typeface="Comic Sans MS"/>
              <a:cs typeface="Comic Sans MS"/>
              <a:sym typeface="Comic Sans MS"/>
            </a:endParaRPr>
          </a:p>
        </p:txBody>
      </p:sp>
      <p:sp>
        <p:nvSpPr>
          <p:cNvPr id="248" name="Google Shape;248;p58"/>
          <p:cNvSpPr txBox="1"/>
          <p:nvPr>
            <p:ph idx="1" type="subTitle"/>
          </p:nvPr>
        </p:nvSpPr>
        <p:spPr>
          <a:xfrm>
            <a:off x="1371600" y="3886202"/>
            <a:ext cx="7467600" cy="1752600"/>
          </a:xfrm>
          <a:prstGeom prst="rect">
            <a:avLst/>
          </a:prstGeom>
          <a:noFill/>
          <a:ln>
            <a:noFill/>
          </a:ln>
        </p:spPr>
        <p:txBody>
          <a:bodyPr anchorCtr="0" anchor="t" bIns="45700" lIns="91400" spcFirstLastPara="1" rIns="91400" wrap="square" tIns="45700">
            <a:normAutofit/>
          </a:bodyPr>
          <a:lstStyle/>
          <a:p>
            <a:pPr indent="0" lvl="0" marL="0" rtl="0" algn="ctr">
              <a:spcBef>
                <a:spcPts val="0"/>
              </a:spcBef>
              <a:spcAft>
                <a:spcPts val="0"/>
              </a:spcAft>
              <a:buClr>
                <a:srgbClr val="888888"/>
              </a:buClr>
              <a:buSzPts val="3200"/>
              <a:buNone/>
            </a:pPr>
            <a:r>
              <a:rPr lang="en-US"/>
              <a:t>Dr. Durga Prasad Mohapatra</a:t>
            </a:r>
            <a:endParaRPr/>
          </a:p>
          <a:p>
            <a:pPr indent="0" lvl="0" marL="0" rtl="0" algn="ctr">
              <a:spcBef>
                <a:spcPts val="640"/>
              </a:spcBef>
              <a:spcAft>
                <a:spcPts val="0"/>
              </a:spcAft>
              <a:buClr>
                <a:srgbClr val="888888"/>
              </a:buClr>
              <a:buSzPts val="3200"/>
              <a:buNone/>
            </a:pPr>
            <a:r>
              <a:rPr lang="en-US"/>
              <a:t>Dept. of Computer Science &amp; Engineering</a:t>
            </a:r>
            <a:endParaRPr/>
          </a:p>
          <a:p>
            <a:pPr indent="0" lvl="0" marL="0" rtl="0" algn="ctr">
              <a:spcBef>
                <a:spcPts val="640"/>
              </a:spcBef>
              <a:spcAft>
                <a:spcPts val="0"/>
              </a:spcAft>
              <a:buClr>
                <a:srgbClr val="888888"/>
              </a:buClr>
              <a:buSzPts val="3200"/>
              <a:buNone/>
            </a:pPr>
            <a:r>
              <a:rPr lang="en-US"/>
              <a:t>NIT Rourkela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59"/>
          <p:cNvSpPr txBox="1"/>
          <p:nvPr>
            <p:ph type="title"/>
          </p:nvPr>
        </p:nvSpPr>
        <p:spPr>
          <a:xfrm>
            <a:off x="1046881" y="76200"/>
            <a:ext cx="8222400" cy="1771500"/>
          </a:xfrm>
          <a:prstGeom prst="rect">
            <a:avLst/>
          </a:prstGeom>
          <a:noFill/>
          <a:ln>
            <a:noFill/>
          </a:ln>
        </p:spPr>
        <p:txBody>
          <a:bodyPr anchorCtr="0" anchor="ctr" bIns="46775" lIns="17975" spcFirstLastPara="1" rIns="17975" wrap="square" tIns="46775">
            <a:normAutofit/>
          </a:bodyPr>
          <a:lstStyle/>
          <a:p>
            <a:pPr indent="0" lvl="0" marL="0" rtl="0" algn="ctr">
              <a:spcBef>
                <a:spcPts val="0"/>
              </a:spcBef>
              <a:spcAft>
                <a:spcPts val="0"/>
              </a:spcAft>
              <a:buClr>
                <a:srgbClr val="10478B"/>
              </a:buClr>
              <a:buSzPts val="4400"/>
              <a:buFont typeface="Calibri"/>
              <a:buNone/>
            </a:pPr>
            <a:r>
              <a:rPr lang="en-US">
                <a:solidFill>
                  <a:srgbClr val="10478B"/>
                </a:solidFill>
              </a:rPr>
              <a:t>White-box Testing</a:t>
            </a:r>
            <a:endParaRPr/>
          </a:p>
        </p:txBody>
      </p:sp>
      <p:sp>
        <p:nvSpPr>
          <p:cNvPr id="255" name="Google Shape;255;p59"/>
          <p:cNvSpPr txBox="1"/>
          <p:nvPr>
            <p:ph idx="1" type="body"/>
          </p:nvPr>
        </p:nvSpPr>
        <p:spPr>
          <a:xfrm>
            <a:off x="304800" y="1371600"/>
            <a:ext cx="8570880" cy="4769781"/>
          </a:xfrm>
          <a:prstGeom prst="rect">
            <a:avLst/>
          </a:prstGeom>
          <a:noFill/>
          <a:ln>
            <a:noFill/>
          </a:ln>
        </p:spPr>
        <p:txBody>
          <a:bodyPr anchorCtr="0" anchor="t" bIns="46775" lIns="17975" spcFirstLastPara="1" rIns="17975" wrap="square" tIns="46775">
            <a:normAutofit/>
          </a:bodyPr>
          <a:lstStyle/>
          <a:p>
            <a:pPr indent="-309605" lvl="0" marL="309605" rtl="0" algn="l">
              <a:lnSpc>
                <a:spcPct val="105000"/>
              </a:lnSpc>
              <a:spcBef>
                <a:spcPts val="0"/>
              </a:spcBef>
              <a:spcAft>
                <a:spcPts val="0"/>
              </a:spcAft>
              <a:buClr>
                <a:schemeClr val="dk1"/>
              </a:buClr>
              <a:buSzPts val="4400"/>
              <a:buChar char="•"/>
            </a:pPr>
            <a:r>
              <a:rPr lang="en-US" sz="4400"/>
              <a:t>Designing white-box test cases: </a:t>
            </a:r>
            <a:endParaRPr/>
          </a:p>
          <a:p>
            <a:pPr indent="-257764" lvl="1" marL="672490" rtl="0" algn="l">
              <a:lnSpc>
                <a:spcPct val="105000"/>
              </a:lnSpc>
              <a:spcBef>
                <a:spcPts val="726"/>
              </a:spcBef>
              <a:spcAft>
                <a:spcPts val="0"/>
              </a:spcAft>
              <a:buClr>
                <a:schemeClr val="dk1"/>
              </a:buClr>
              <a:buSzPts val="4000"/>
              <a:buChar char="–"/>
            </a:pPr>
            <a:r>
              <a:rPr lang="en-US" sz="4000"/>
              <a:t>Requires knowledge about the internal structure of software. </a:t>
            </a:r>
            <a:endParaRPr/>
          </a:p>
          <a:p>
            <a:pPr indent="-257764" lvl="1" marL="672490" rtl="0" algn="l">
              <a:lnSpc>
                <a:spcPct val="105000"/>
              </a:lnSpc>
              <a:spcBef>
                <a:spcPts val="726"/>
              </a:spcBef>
              <a:spcAft>
                <a:spcPts val="0"/>
              </a:spcAft>
              <a:buClr>
                <a:srgbClr val="0000FF"/>
              </a:buClr>
              <a:buSzPts val="4000"/>
              <a:buChar char="–"/>
            </a:pPr>
            <a:r>
              <a:rPr lang="en-US" sz="4000">
                <a:solidFill>
                  <a:srgbClr val="0000FF"/>
                </a:solidFill>
              </a:rPr>
              <a:t>White-box testing is also called structural testing.</a:t>
            </a:r>
            <a:endParaRPr/>
          </a:p>
          <a:p>
            <a:pPr indent="-257764" lvl="1" marL="672490" rtl="0" algn="l">
              <a:lnSpc>
                <a:spcPct val="105000"/>
              </a:lnSpc>
              <a:spcBef>
                <a:spcPts val="658"/>
              </a:spcBef>
              <a:spcAft>
                <a:spcPts val="0"/>
              </a:spcAft>
              <a:buClr>
                <a:schemeClr val="dk1"/>
              </a:buClr>
              <a:buSzPts val="3500"/>
              <a:buChar char="–"/>
            </a:pPr>
            <a:r>
              <a:rPr lang="en-US" sz="3500"/>
              <a:t>In this unit we will study white-box testing.</a:t>
            </a:r>
            <a:endParaRPr/>
          </a:p>
        </p:txBody>
      </p:sp>
      <p:sp>
        <p:nvSpPr>
          <p:cNvPr id="256" name="Google Shape;256;p59"/>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p>
            <a:pPr indent="0" lvl="0" marL="0" rtl="0" algn="r">
              <a:spcBef>
                <a:spcPts val="0"/>
              </a:spcBef>
              <a:spcAft>
                <a:spcPts val="0"/>
              </a:spcAft>
              <a:buNone/>
            </a:pPr>
            <a:fld id="{00000000-1234-1234-1234-123412341234}" type="slidenum">
              <a:rPr lang="en-US"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60"/>
          <p:cNvSpPr txBox="1"/>
          <p:nvPr>
            <p:ph type="title"/>
          </p:nvPr>
        </p:nvSpPr>
        <p:spPr>
          <a:xfrm>
            <a:off x="920160" y="-303872"/>
            <a:ext cx="8223840" cy="1774267"/>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rgbClr val="10478B"/>
              </a:buClr>
              <a:buSzPts val="4400"/>
              <a:buFont typeface="Calibri"/>
              <a:buNone/>
            </a:pPr>
            <a:r>
              <a:rPr lang="en-US">
                <a:solidFill>
                  <a:srgbClr val="10478B"/>
                </a:solidFill>
              </a:rPr>
              <a:t>White-Box Testing Methodologies</a:t>
            </a:r>
            <a:endParaRPr/>
          </a:p>
        </p:txBody>
      </p:sp>
      <p:sp>
        <p:nvSpPr>
          <p:cNvPr id="262" name="Google Shape;262;p60"/>
          <p:cNvSpPr txBox="1"/>
          <p:nvPr>
            <p:ph idx="1" type="body"/>
          </p:nvPr>
        </p:nvSpPr>
        <p:spPr>
          <a:xfrm>
            <a:off x="908640" y="1286055"/>
            <a:ext cx="8235360" cy="4752499"/>
          </a:xfrm>
          <a:prstGeom prst="rect">
            <a:avLst/>
          </a:prstGeom>
          <a:noFill/>
          <a:ln>
            <a:noFill/>
          </a:ln>
        </p:spPr>
        <p:txBody>
          <a:bodyPr anchorCtr="0" anchor="t" bIns="45700" lIns="91400" spcFirstLastPara="1" rIns="91400" wrap="square" tIns="45700">
            <a:normAutofit lnSpcReduction="10000"/>
          </a:bodyPr>
          <a:lstStyle/>
          <a:p>
            <a:pPr indent="-310981" lvl="0" marL="310981" rtl="0" algn="l">
              <a:lnSpc>
                <a:spcPct val="105000"/>
              </a:lnSpc>
              <a:spcBef>
                <a:spcPts val="0"/>
              </a:spcBef>
              <a:spcAft>
                <a:spcPts val="0"/>
              </a:spcAft>
              <a:buClr>
                <a:schemeClr val="dk1"/>
              </a:buClr>
              <a:buSzPts val="3300"/>
              <a:buFont typeface="Noto Sans Symbols"/>
              <a:buChar char="⚫"/>
            </a:pPr>
            <a:r>
              <a:rPr lang="en-US" sz="3300"/>
              <a:t>There exist several popular white-box testing methodologies:</a:t>
            </a:r>
            <a:endParaRPr/>
          </a:p>
          <a:p>
            <a:pPr indent="-259151" lvl="1" marL="673790" rtl="0" algn="l">
              <a:lnSpc>
                <a:spcPct val="105000"/>
              </a:lnSpc>
              <a:spcBef>
                <a:spcPts val="620"/>
              </a:spcBef>
              <a:spcAft>
                <a:spcPts val="0"/>
              </a:spcAft>
              <a:buClr>
                <a:srgbClr val="0000CC"/>
              </a:buClr>
              <a:buSzPts val="2900"/>
              <a:buFont typeface="Verdana"/>
              <a:buChar char="◦"/>
            </a:pPr>
            <a:r>
              <a:rPr lang="en-US" sz="2900">
                <a:solidFill>
                  <a:srgbClr val="0000CC"/>
                </a:solidFill>
              </a:rPr>
              <a:t>Statement coverage</a:t>
            </a:r>
            <a:endParaRPr/>
          </a:p>
          <a:p>
            <a:pPr indent="-259151" lvl="1" marL="673790" rtl="0" algn="l">
              <a:lnSpc>
                <a:spcPct val="105000"/>
              </a:lnSpc>
              <a:spcBef>
                <a:spcPts val="580"/>
              </a:spcBef>
              <a:spcAft>
                <a:spcPts val="0"/>
              </a:spcAft>
              <a:buClr>
                <a:srgbClr val="0000CC"/>
              </a:buClr>
              <a:buSzPts val="2900"/>
              <a:buFont typeface="Verdana"/>
              <a:buChar char="◦"/>
            </a:pPr>
            <a:r>
              <a:rPr lang="en-US" sz="2900">
                <a:solidFill>
                  <a:srgbClr val="0000CC"/>
                </a:solidFill>
              </a:rPr>
              <a:t>Branch coverage</a:t>
            </a:r>
            <a:endParaRPr/>
          </a:p>
          <a:p>
            <a:pPr indent="-259151" lvl="1" marL="673790" rtl="0" algn="l">
              <a:lnSpc>
                <a:spcPct val="105000"/>
              </a:lnSpc>
              <a:spcBef>
                <a:spcPts val="580"/>
              </a:spcBef>
              <a:spcAft>
                <a:spcPts val="0"/>
              </a:spcAft>
              <a:buClr>
                <a:srgbClr val="0000CC"/>
              </a:buClr>
              <a:buSzPts val="2900"/>
              <a:buFont typeface="Verdana"/>
              <a:buChar char="◦"/>
            </a:pPr>
            <a:r>
              <a:rPr lang="en-US" sz="2900">
                <a:solidFill>
                  <a:srgbClr val="0000CC"/>
                </a:solidFill>
              </a:rPr>
              <a:t>Condition coverage</a:t>
            </a:r>
            <a:endParaRPr/>
          </a:p>
          <a:p>
            <a:pPr indent="-259151" lvl="1" marL="673790" rtl="0" algn="l">
              <a:lnSpc>
                <a:spcPct val="105000"/>
              </a:lnSpc>
              <a:spcBef>
                <a:spcPts val="580"/>
              </a:spcBef>
              <a:spcAft>
                <a:spcPts val="0"/>
              </a:spcAft>
              <a:buClr>
                <a:srgbClr val="0000CC"/>
              </a:buClr>
              <a:buSzPts val="2900"/>
              <a:buFont typeface="Verdana"/>
              <a:buChar char="◦"/>
            </a:pPr>
            <a:r>
              <a:rPr lang="en-US" sz="2900">
                <a:solidFill>
                  <a:srgbClr val="0000CC"/>
                </a:solidFill>
              </a:rPr>
              <a:t>MC/DC coverage</a:t>
            </a:r>
            <a:endParaRPr/>
          </a:p>
          <a:p>
            <a:pPr indent="-259151" lvl="1" marL="673790" rtl="0" algn="l">
              <a:lnSpc>
                <a:spcPct val="105000"/>
              </a:lnSpc>
              <a:spcBef>
                <a:spcPts val="580"/>
              </a:spcBef>
              <a:spcAft>
                <a:spcPts val="0"/>
              </a:spcAft>
              <a:buClr>
                <a:srgbClr val="0000CC"/>
              </a:buClr>
              <a:buSzPts val="2900"/>
              <a:buFont typeface="Verdana"/>
              <a:buChar char="◦"/>
            </a:pPr>
            <a:r>
              <a:rPr lang="en-US" sz="2900">
                <a:solidFill>
                  <a:srgbClr val="0000CC"/>
                </a:solidFill>
              </a:rPr>
              <a:t>Path coverage</a:t>
            </a:r>
            <a:endParaRPr/>
          </a:p>
          <a:p>
            <a:pPr indent="-259151" lvl="1" marL="673790" rtl="0" algn="l">
              <a:lnSpc>
                <a:spcPct val="105000"/>
              </a:lnSpc>
              <a:spcBef>
                <a:spcPts val="580"/>
              </a:spcBef>
              <a:spcAft>
                <a:spcPts val="0"/>
              </a:spcAft>
              <a:buClr>
                <a:srgbClr val="0000CC"/>
              </a:buClr>
              <a:buSzPts val="2900"/>
              <a:buFont typeface="Verdana"/>
              <a:buChar char="◦"/>
            </a:pPr>
            <a:r>
              <a:rPr lang="en-US" sz="2900">
                <a:solidFill>
                  <a:srgbClr val="0000CC"/>
                </a:solidFill>
              </a:rPr>
              <a:t>Data flow-based testing</a:t>
            </a:r>
            <a:endParaRPr/>
          </a:p>
          <a:p>
            <a:pPr indent="-259151" lvl="1" marL="673790" rtl="0" algn="l">
              <a:lnSpc>
                <a:spcPct val="105000"/>
              </a:lnSpc>
              <a:spcBef>
                <a:spcPts val="580"/>
              </a:spcBef>
              <a:spcAft>
                <a:spcPts val="0"/>
              </a:spcAft>
              <a:buClr>
                <a:srgbClr val="FF0000"/>
              </a:buClr>
              <a:buSzPts val="2900"/>
              <a:buFont typeface="Verdana"/>
              <a:buChar char="◦"/>
            </a:pPr>
            <a:r>
              <a:rPr lang="en-US" sz="2900">
                <a:solidFill>
                  <a:srgbClr val="FF0000"/>
                </a:solidFill>
              </a:rPr>
              <a:t>Mutation testing</a:t>
            </a:r>
            <a:endParaRPr/>
          </a:p>
          <a:p>
            <a:pPr indent="-75000" lvl="1" marL="673790" rtl="0" algn="l">
              <a:lnSpc>
                <a:spcPct val="105000"/>
              </a:lnSpc>
              <a:spcBef>
                <a:spcPts val="580"/>
              </a:spcBef>
              <a:spcAft>
                <a:spcPts val="0"/>
              </a:spcAft>
              <a:buClr>
                <a:schemeClr val="dk1"/>
              </a:buClr>
              <a:buSzPts val="2900"/>
              <a:buFont typeface="Verdana"/>
              <a:buNone/>
            </a:pPr>
            <a:r>
              <a:t/>
            </a:r>
            <a:endParaRPr sz="2900">
              <a:solidFill>
                <a:srgbClr val="0000CC"/>
              </a:solidFill>
            </a:endParaRPr>
          </a:p>
        </p:txBody>
      </p:sp>
      <p:sp>
        <p:nvSpPr>
          <p:cNvPr id="263" name="Google Shape;263;p60"/>
          <p:cNvSpPr txBox="1"/>
          <p:nvPr>
            <p:ph idx="12" type="sldNum"/>
          </p:nvPr>
        </p:nvSpPr>
        <p:spPr>
          <a:xfrm>
            <a:off x="6553200" y="6356354"/>
            <a:ext cx="2133600" cy="365125"/>
          </a:xfrm>
          <a:prstGeom prst="rect">
            <a:avLst/>
          </a:prstGeom>
          <a:noFill/>
          <a:ln>
            <a:noFill/>
          </a:ln>
        </p:spPr>
        <p:txBody>
          <a:bodyPr anchorCtr="0" anchor="ctr" bIns="45700" lIns="91400" spcFirstLastPara="1" rIns="91400" wrap="square" tIns="45700">
            <a:noAutofit/>
          </a:bodyPr>
          <a:lstStyle/>
          <a:p>
            <a:pPr indent="0" lvl="0" marL="0" rtl="0" algn="r">
              <a:spcBef>
                <a:spcPts val="0"/>
              </a:spcBef>
              <a:spcAft>
                <a:spcPts val="0"/>
              </a:spcAft>
              <a:buNone/>
            </a:pPr>
            <a:fld id="{00000000-1234-1234-1234-123412341234}" type="slidenum">
              <a:rPr lang="en-US"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61"/>
          <p:cNvSpPr txBox="1"/>
          <p:nvPr>
            <p:ph type="ctrTitle"/>
          </p:nvPr>
        </p:nvSpPr>
        <p:spPr>
          <a:xfrm>
            <a:off x="609602" y="-20663"/>
            <a:ext cx="7772400" cy="1163664"/>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chemeClr val="dk1"/>
              </a:buClr>
              <a:buSzPts val="4400"/>
              <a:buFont typeface="Comic Sans MS"/>
              <a:buNone/>
            </a:pPr>
            <a:r>
              <a:rPr lang="en-US">
                <a:latin typeface="Comic Sans MS"/>
                <a:ea typeface="Comic Sans MS"/>
                <a:cs typeface="Comic Sans MS"/>
                <a:sym typeface="Comic Sans MS"/>
              </a:rPr>
              <a:t>Introduction </a:t>
            </a:r>
            <a:endParaRPr>
              <a:latin typeface="Comic Sans MS"/>
              <a:ea typeface="Comic Sans MS"/>
              <a:cs typeface="Comic Sans MS"/>
              <a:sym typeface="Comic Sans MS"/>
            </a:endParaRPr>
          </a:p>
        </p:txBody>
      </p:sp>
      <p:sp>
        <p:nvSpPr>
          <p:cNvPr id="269" name="Google Shape;269;p61"/>
          <p:cNvSpPr txBox="1"/>
          <p:nvPr>
            <p:ph idx="1" type="subTitle"/>
          </p:nvPr>
        </p:nvSpPr>
        <p:spPr>
          <a:xfrm>
            <a:off x="152400" y="1066800"/>
            <a:ext cx="8839200" cy="5791200"/>
          </a:xfrm>
          <a:prstGeom prst="rect">
            <a:avLst/>
          </a:prstGeom>
          <a:noFill/>
          <a:ln>
            <a:noFill/>
          </a:ln>
        </p:spPr>
        <p:txBody>
          <a:bodyPr anchorCtr="0" anchor="t" bIns="45700" lIns="91400" spcFirstLastPara="1" rIns="91400" wrap="square" tIns="45700">
            <a:normAutofit fontScale="62500" lnSpcReduction="20000"/>
          </a:bodyPr>
          <a:lstStyle/>
          <a:p>
            <a:pPr indent="-342758" lvl="0" marL="342758" rtl="0" algn="just">
              <a:lnSpc>
                <a:spcPct val="130000"/>
              </a:lnSpc>
              <a:spcBef>
                <a:spcPts val="0"/>
              </a:spcBef>
              <a:spcAft>
                <a:spcPts val="0"/>
              </a:spcAft>
              <a:buClr>
                <a:schemeClr val="dk1"/>
              </a:buClr>
              <a:buSzPct val="100000"/>
              <a:buFont typeface="Arial"/>
              <a:buChar char="•"/>
            </a:pPr>
            <a:r>
              <a:rPr lang="en-US" sz="5800">
                <a:solidFill>
                  <a:schemeClr val="dk1"/>
                </a:solidFill>
                <a:latin typeface="Comic Sans MS"/>
                <a:ea typeface="Comic Sans MS"/>
                <a:cs typeface="Comic Sans MS"/>
                <a:sym typeface="Comic Sans MS"/>
              </a:rPr>
              <a:t>Mutation testing is the process of mutating some segment of   code (putting some error in the code) and then, testing this mutated code with some data.</a:t>
            </a:r>
            <a:endParaRPr/>
          </a:p>
          <a:p>
            <a:pPr indent="-342758" lvl="0" marL="342758" rtl="0" algn="just">
              <a:lnSpc>
                <a:spcPct val="130000"/>
              </a:lnSpc>
              <a:spcBef>
                <a:spcPts val="725"/>
              </a:spcBef>
              <a:spcAft>
                <a:spcPts val="0"/>
              </a:spcAft>
              <a:buClr>
                <a:schemeClr val="dk1"/>
              </a:buClr>
              <a:buSzPct val="100000"/>
              <a:buFont typeface="Arial"/>
              <a:buChar char="•"/>
            </a:pPr>
            <a:r>
              <a:rPr lang="en-US" sz="5800">
                <a:solidFill>
                  <a:schemeClr val="dk1"/>
                </a:solidFill>
                <a:latin typeface="Comic Sans MS"/>
                <a:ea typeface="Comic Sans MS"/>
                <a:cs typeface="Comic Sans MS"/>
                <a:sym typeface="Comic Sans MS"/>
              </a:rPr>
              <a:t>If the test data is able to detect the mutations in the code, then the test data is quite good, otherwise we must focus on the quality of the test data.</a:t>
            </a:r>
            <a:endParaRPr/>
          </a:p>
          <a:p>
            <a:pPr indent="0" lvl="0" marL="0" rtl="0" algn="just">
              <a:spcBef>
                <a:spcPts val="275"/>
              </a:spcBef>
              <a:spcAft>
                <a:spcPts val="0"/>
              </a:spcAft>
              <a:buClr>
                <a:srgbClr val="888888"/>
              </a:buClr>
              <a:buSzPct val="100000"/>
              <a:buFont typeface="Courier New"/>
              <a:buNone/>
            </a:pPr>
            <a:r>
              <a:t/>
            </a:r>
            <a:endParaRPr sz="2200">
              <a:solidFill>
                <a:schemeClr val="dk1"/>
              </a:solidFill>
            </a:endParaRPr>
          </a:p>
          <a:p>
            <a:pPr indent="0" lvl="0" marL="0" rtl="0" algn="just">
              <a:spcBef>
                <a:spcPts val="250"/>
              </a:spcBef>
              <a:spcAft>
                <a:spcPts val="0"/>
              </a:spcAft>
              <a:buClr>
                <a:srgbClr val="888888"/>
              </a:buClr>
              <a:buSzPct val="100000"/>
              <a:buNone/>
            </a:pPr>
            <a:r>
              <a:t/>
            </a:r>
            <a:endParaRPr sz="2000">
              <a:solidFill>
                <a:schemeClr val="dk1"/>
              </a:solidFill>
            </a:endParaRPr>
          </a:p>
          <a:p>
            <a:pPr indent="0" lvl="0" marL="0" rtl="0" algn="just">
              <a:spcBef>
                <a:spcPts val="250"/>
              </a:spcBef>
              <a:spcAft>
                <a:spcPts val="0"/>
              </a:spcAft>
              <a:buClr>
                <a:srgbClr val="888888"/>
              </a:buClr>
              <a:buSzPct val="100000"/>
              <a:buNone/>
            </a:pPr>
            <a:r>
              <a:t/>
            </a:r>
            <a:endParaRPr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62"/>
          <p:cNvSpPr txBox="1"/>
          <p:nvPr>
            <p:ph type="title"/>
          </p:nvPr>
        </p:nvSpPr>
        <p:spPr>
          <a:xfrm>
            <a:off x="533400" y="10332"/>
            <a:ext cx="8229600" cy="980268"/>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Introduction       cont...</a:t>
            </a:r>
            <a:endParaRPr sz="4000">
              <a:latin typeface="Comic Sans MS"/>
              <a:ea typeface="Comic Sans MS"/>
              <a:cs typeface="Comic Sans MS"/>
              <a:sym typeface="Comic Sans MS"/>
            </a:endParaRPr>
          </a:p>
        </p:txBody>
      </p:sp>
      <p:sp>
        <p:nvSpPr>
          <p:cNvPr id="275" name="Google Shape;275;p62"/>
          <p:cNvSpPr txBox="1"/>
          <p:nvPr>
            <p:ph idx="1" type="body"/>
          </p:nvPr>
        </p:nvSpPr>
        <p:spPr>
          <a:xfrm>
            <a:off x="228600" y="762000"/>
            <a:ext cx="8839200" cy="5943600"/>
          </a:xfrm>
          <a:prstGeom prst="rect">
            <a:avLst/>
          </a:prstGeom>
          <a:noFill/>
          <a:ln>
            <a:noFill/>
          </a:ln>
        </p:spPr>
        <p:txBody>
          <a:bodyPr anchorCtr="0" anchor="t" bIns="45700" lIns="91400" spcFirstLastPara="1" rIns="91400" wrap="square" tIns="45700">
            <a:noAutofit/>
          </a:bodyPr>
          <a:lstStyle/>
          <a:p>
            <a:pPr indent="-342758" lvl="0" marL="342758" rtl="0" algn="just">
              <a:lnSpc>
                <a:spcPct val="110000"/>
              </a:lnSpc>
              <a:spcBef>
                <a:spcPts val="0"/>
              </a:spcBef>
              <a:spcAft>
                <a:spcPts val="0"/>
              </a:spcAft>
              <a:buClr>
                <a:schemeClr val="dk1"/>
              </a:buClr>
              <a:buSzPts val="3200"/>
              <a:buChar char="•"/>
            </a:pPr>
            <a:r>
              <a:rPr lang="en-US">
                <a:latin typeface="Comic Sans MS"/>
                <a:ea typeface="Comic Sans MS"/>
                <a:cs typeface="Comic Sans MS"/>
                <a:sym typeface="Comic Sans MS"/>
              </a:rPr>
              <a:t>Mutation testing helps a user create test data by interacting with user to iteratively strengthen quality of test data. </a:t>
            </a:r>
            <a:endParaRPr/>
          </a:p>
          <a:p>
            <a:pPr indent="-342758" lvl="0" marL="342758" rtl="0" algn="just">
              <a:lnSpc>
                <a:spcPct val="110000"/>
              </a:lnSpc>
              <a:spcBef>
                <a:spcPts val="640"/>
              </a:spcBef>
              <a:spcAft>
                <a:spcPts val="0"/>
              </a:spcAft>
              <a:buClr>
                <a:schemeClr val="dk1"/>
              </a:buClr>
              <a:buSzPts val="3200"/>
              <a:buChar char="•"/>
            </a:pPr>
            <a:r>
              <a:rPr lang="en-US">
                <a:latin typeface="Comic Sans MS"/>
                <a:ea typeface="Comic Sans MS"/>
                <a:cs typeface="Comic Sans MS"/>
                <a:sym typeface="Comic Sans MS"/>
              </a:rPr>
              <a:t>During mutation testing, faults are introduced into a program.</a:t>
            </a:r>
            <a:endParaRPr/>
          </a:p>
          <a:p>
            <a:pPr indent="-342758" lvl="0" marL="342758" rtl="0" algn="just">
              <a:lnSpc>
                <a:spcPct val="110000"/>
              </a:lnSpc>
              <a:spcBef>
                <a:spcPts val="640"/>
              </a:spcBef>
              <a:spcAft>
                <a:spcPts val="0"/>
              </a:spcAft>
              <a:buClr>
                <a:schemeClr val="dk1"/>
              </a:buClr>
              <a:buSzPts val="3200"/>
              <a:buChar char="•"/>
            </a:pPr>
            <a:r>
              <a:rPr lang="en-US">
                <a:latin typeface="Comic Sans MS"/>
                <a:ea typeface="Comic Sans MS"/>
                <a:cs typeface="Comic Sans MS"/>
                <a:sym typeface="Comic Sans MS"/>
              </a:rPr>
              <a:t>Test data are used to execute these faulty programs with the goal of causing each faulty program to fail. </a:t>
            </a:r>
            <a:endParaRPr>
              <a:latin typeface="Comic Sans MS"/>
              <a:ea typeface="Comic Sans MS"/>
              <a:cs typeface="Comic Sans MS"/>
              <a:sym typeface="Comic Sans MS"/>
            </a:endParaRPr>
          </a:p>
          <a:p>
            <a:pPr indent="-342758" lvl="0" marL="342758" rtl="0" algn="just">
              <a:lnSpc>
                <a:spcPct val="110000"/>
              </a:lnSpc>
              <a:spcBef>
                <a:spcPts val="640"/>
              </a:spcBef>
              <a:spcAft>
                <a:spcPts val="0"/>
              </a:spcAft>
              <a:buClr>
                <a:schemeClr val="dk1"/>
              </a:buClr>
              <a:buSzPts val="3200"/>
              <a:buChar char="•"/>
            </a:pPr>
            <a:r>
              <a:rPr lang="en-US">
                <a:latin typeface="Comic Sans MS"/>
                <a:ea typeface="Comic Sans MS"/>
                <a:cs typeface="Comic Sans MS"/>
                <a:sym typeface="Comic Sans MS"/>
              </a:rPr>
              <a:t>Faulty programs are called </a:t>
            </a:r>
            <a:r>
              <a:rPr lang="en-US">
                <a:solidFill>
                  <a:srgbClr val="00B0F0"/>
                </a:solidFill>
                <a:latin typeface="Comic Sans MS"/>
                <a:ea typeface="Comic Sans MS"/>
                <a:cs typeface="Comic Sans MS"/>
                <a:sym typeface="Comic Sans MS"/>
              </a:rPr>
              <a:t>mutants</a:t>
            </a:r>
            <a:r>
              <a:rPr lang="en-US">
                <a:latin typeface="Comic Sans MS"/>
                <a:ea typeface="Comic Sans MS"/>
                <a:cs typeface="Comic Sans MS"/>
                <a:sym typeface="Comic Sans MS"/>
              </a:rPr>
              <a:t> of the original program.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63"/>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Introduction       cont...</a:t>
            </a:r>
            <a:endParaRPr/>
          </a:p>
        </p:txBody>
      </p:sp>
      <p:sp>
        <p:nvSpPr>
          <p:cNvPr id="281" name="Google Shape;281;p63"/>
          <p:cNvSpPr txBox="1"/>
          <p:nvPr>
            <p:ph idx="1" type="body"/>
          </p:nvPr>
        </p:nvSpPr>
        <p:spPr>
          <a:xfrm>
            <a:off x="457200" y="1600203"/>
            <a:ext cx="8229600" cy="4525963"/>
          </a:xfrm>
          <a:prstGeom prst="rect">
            <a:avLst/>
          </a:prstGeom>
          <a:noFill/>
          <a:ln>
            <a:noFill/>
          </a:ln>
        </p:spPr>
        <p:txBody>
          <a:bodyPr anchorCtr="0" anchor="t" bIns="45700" lIns="91400" spcFirstLastPara="1" rIns="91400" wrap="square" tIns="45700">
            <a:noAutofit/>
          </a:bodyPr>
          <a:lstStyle/>
          <a:p>
            <a:pPr indent="-342758" lvl="0" marL="342758" rtl="0" algn="just">
              <a:lnSpc>
                <a:spcPct val="110000"/>
              </a:lnSpc>
              <a:spcBef>
                <a:spcPts val="0"/>
              </a:spcBef>
              <a:spcAft>
                <a:spcPts val="0"/>
              </a:spcAft>
              <a:buClr>
                <a:srgbClr val="000000"/>
              </a:buClr>
              <a:buSzPts val="3600"/>
              <a:buChar char="•"/>
            </a:pPr>
            <a:r>
              <a:rPr lang="en-US" sz="3600">
                <a:solidFill>
                  <a:srgbClr val="000000"/>
                </a:solidFill>
                <a:latin typeface="Comic Sans MS"/>
                <a:ea typeface="Comic Sans MS"/>
                <a:cs typeface="Comic Sans MS"/>
                <a:sym typeface="Comic Sans MS"/>
              </a:rPr>
              <a:t>A mutant is said to be killed when a </a:t>
            </a:r>
            <a:r>
              <a:rPr lang="en-US" sz="3600">
                <a:solidFill>
                  <a:srgbClr val="FF0000"/>
                </a:solidFill>
                <a:latin typeface="Comic Sans MS"/>
                <a:ea typeface="Comic Sans MS"/>
                <a:cs typeface="Comic Sans MS"/>
                <a:sym typeface="Comic Sans MS"/>
              </a:rPr>
              <a:t>test case causes it to fail</a:t>
            </a:r>
            <a:r>
              <a:rPr lang="en-US" sz="3600">
                <a:solidFill>
                  <a:srgbClr val="000000"/>
                </a:solidFill>
                <a:latin typeface="Comic Sans MS"/>
                <a:ea typeface="Comic Sans MS"/>
                <a:cs typeface="Comic Sans MS"/>
                <a:sym typeface="Comic Sans MS"/>
              </a:rPr>
              <a:t>.</a:t>
            </a:r>
            <a:endParaRPr/>
          </a:p>
          <a:p>
            <a:pPr indent="-342758" lvl="0" marL="342758" rtl="0" algn="just">
              <a:lnSpc>
                <a:spcPct val="110000"/>
              </a:lnSpc>
              <a:spcBef>
                <a:spcPts val="720"/>
              </a:spcBef>
              <a:spcAft>
                <a:spcPts val="0"/>
              </a:spcAft>
              <a:buClr>
                <a:srgbClr val="000000"/>
              </a:buClr>
              <a:buSzPts val="3600"/>
              <a:buChar char="•"/>
            </a:pPr>
            <a:r>
              <a:rPr lang="en-US" sz="3600">
                <a:solidFill>
                  <a:srgbClr val="000000"/>
                </a:solidFill>
                <a:latin typeface="Comic Sans MS"/>
                <a:ea typeface="Comic Sans MS"/>
                <a:cs typeface="Comic Sans MS"/>
                <a:sym typeface="Comic Sans MS"/>
              </a:rPr>
              <a:t>When this happens, the mutant is considered dead and no longer needs to remain in the testing process, since the faults represented by that mutant have been detected.</a:t>
            </a:r>
            <a:endParaRPr sz="3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64"/>
          <p:cNvSpPr txBox="1"/>
          <p:nvPr>
            <p:ph idx="12" type="sldNum"/>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p>
            <a:pPr indent="0" lvl="0" marL="0" marR="0" rtl="0" algn="ctr">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8" name="Google Shape;288;p64"/>
          <p:cNvSpPr txBox="1"/>
          <p:nvPr>
            <p:ph type="title"/>
          </p:nvPr>
        </p:nvSpPr>
        <p:spPr>
          <a:xfrm>
            <a:off x="406080" y="182902"/>
            <a:ext cx="7770240" cy="1139159"/>
          </a:xfrm>
          <a:prstGeom prst="rect">
            <a:avLst/>
          </a:prstGeom>
          <a:noFill/>
          <a:ln>
            <a:noFill/>
          </a:ln>
        </p:spPr>
        <p:txBody>
          <a:bodyPr anchorCtr="0" anchor="ctr" bIns="46775" lIns="17975" spcFirstLastPara="1" rIns="17975" wrap="square" tIns="46775">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Introduction       cont...</a:t>
            </a:r>
            <a:endParaRPr/>
          </a:p>
        </p:txBody>
      </p:sp>
      <p:sp>
        <p:nvSpPr>
          <p:cNvPr id="289" name="Google Shape;289;p64"/>
          <p:cNvSpPr txBox="1"/>
          <p:nvPr>
            <p:ph idx="1" type="body"/>
          </p:nvPr>
        </p:nvSpPr>
        <p:spPr>
          <a:xfrm>
            <a:off x="381000" y="1143000"/>
            <a:ext cx="8527680" cy="4717935"/>
          </a:xfrm>
          <a:prstGeom prst="rect">
            <a:avLst/>
          </a:prstGeom>
          <a:noFill/>
          <a:ln>
            <a:noFill/>
          </a:ln>
        </p:spPr>
        <p:txBody>
          <a:bodyPr anchorCtr="0" anchor="t" bIns="46775" lIns="17975" spcFirstLastPara="1" rIns="17975" wrap="square" tIns="46775">
            <a:noAutofit/>
          </a:bodyPr>
          <a:lstStyle/>
          <a:p>
            <a:pPr indent="-310916" lvl="0" marL="310916" rtl="0" algn="l">
              <a:spcBef>
                <a:spcPts val="0"/>
              </a:spcBef>
              <a:spcAft>
                <a:spcPts val="0"/>
              </a:spcAft>
              <a:buClr>
                <a:schemeClr val="dk1"/>
              </a:buClr>
              <a:buSzPts val="3600"/>
              <a:buChar char="•"/>
            </a:pPr>
            <a:r>
              <a:rPr lang="en-US" sz="3600">
                <a:latin typeface="Comic Sans MS"/>
                <a:ea typeface="Comic Sans MS"/>
                <a:cs typeface="Comic Sans MS"/>
                <a:sym typeface="Comic Sans MS"/>
              </a:rPr>
              <a:t>The software is first tested:</a:t>
            </a:r>
            <a:endParaRPr/>
          </a:p>
          <a:p>
            <a:pPr indent="-259096" lvl="1" marL="673651" rtl="0" algn="l">
              <a:spcBef>
                <a:spcPts val="647"/>
              </a:spcBef>
              <a:spcAft>
                <a:spcPts val="0"/>
              </a:spcAft>
              <a:buClr>
                <a:schemeClr val="dk1"/>
              </a:buClr>
              <a:buSzPts val="3600"/>
              <a:buChar char="–"/>
            </a:pPr>
            <a:r>
              <a:rPr lang="en-US" sz="3600">
                <a:latin typeface="Comic Sans MS"/>
                <a:ea typeface="Comic Sans MS"/>
                <a:cs typeface="Comic Sans MS"/>
                <a:sym typeface="Comic Sans MS"/>
              </a:rPr>
              <a:t>using an initial testing method based on white-box strategies.</a:t>
            </a:r>
            <a:endParaRPr/>
          </a:p>
          <a:p>
            <a:pPr indent="0" lvl="1" marL="414554" rtl="0" algn="l">
              <a:spcBef>
                <a:spcPts val="647"/>
              </a:spcBef>
              <a:spcAft>
                <a:spcPts val="0"/>
              </a:spcAft>
              <a:buClr>
                <a:schemeClr val="dk1"/>
              </a:buClr>
              <a:buSzPts val="3600"/>
              <a:buNone/>
            </a:pPr>
            <a:r>
              <a:t/>
            </a:r>
            <a:endParaRPr sz="3600">
              <a:latin typeface="Comic Sans MS"/>
              <a:ea typeface="Comic Sans MS"/>
              <a:cs typeface="Comic Sans MS"/>
              <a:sym typeface="Comic Sans MS"/>
            </a:endParaRPr>
          </a:p>
          <a:p>
            <a:pPr indent="-310916" lvl="0" marL="310916" rtl="0" algn="l">
              <a:spcBef>
                <a:spcPts val="896"/>
              </a:spcBef>
              <a:spcAft>
                <a:spcPts val="0"/>
              </a:spcAft>
              <a:buClr>
                <a:schemeClr val="dk1"/>
              </a:buClr>
              <a:buSzPts val="3600"/>
              <a:buChar char="•"/>
            </a:pPr>
            <a:r>
              <a:rPr lang="en-US" sz="3600">
                <a:latin typeface="Comic Sans MS"/>
                <a:ea typeface="Comic Sans MS"/>
                <a:cs typeface="Comic Sans MS"/>
                <a:sym typeface="Comic Sans MS"/>
              </a:rPr>
              <a:t>After the initial testing is complete,</a:t>
            </a:r>
            <a:endParaRPr/>
          </a:p>
          <a:p>
            <a:pPr indent="-259096" lvl="1" marL="673651" rtl="0" algn="l">
              <a:spcBef>
                <a:spcPts val="647"/>
              </a:spcBef>
              <a:spcAft>
                <a:spcPts val="0"/>
              </a:spcAft>
              <a:buClr>
                <a:schemeClr val="dk1"/>
              </a:buClr>
              <a:buSzPts val="3600"/>
              <a:buChar char="–"/>
            </a:pPr>
            <a:r>
              <a:rPr lang="en-US" sz="3600">
                <a:latin typeface="Comic Sans MS"/>
                <a:ea typeface="Comic Sans MS"/>
                <a:cs typeface="Comic Sans MS"/>
                <a:sym typeface="Comic Sans MS"/>
              </a:rPr>
              <a:t>mutation testing is taken up.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65"/>
          <p:cNvSpPr txBox="1"/>
          <p:nvPr>
            <p:ph idx="12" type="sldNum"/>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p>
            <a:pPr indent="0" lvl="0" marL="0" marR="0" rtl="0" algn="ctr">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96" name="Google Shape;296;p65"/>
          <p:cNvSpPr txBox="1"/>
          <p:nvPr>
            <p:ph type="title"/>
          </p:nvPr>
        </p:nvSpPr>
        <p:spPr>
          <a:xfrm>
            <a:off x="406080" y="182902"/>
            <a:ext cx="7770240" cy="1139159"/>
          </a:xfrm>
          <a:prstGeom prst="rect">
            <a:avLst/>
          </a:prstGeom>
          <a:noFill/>
          <a:ln>
            <a:noFill/>
          </a:ln>
        </p:spPr>
        <p:txBody>
          <a:bodyPr anchorCtr="0" anchor="ctr" bIns="46775" lIns="17975" spcFirstLastPara="1" rIns="17975" wrap="square" tIns="46775">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Main Idea</a:t>
            </a:r>
            <a:endParaRPr/>
          </a:p>
        </p:txBody>
      </p:sp>
      <p:sp>
        <p:nvSpPr>
          <p:cNvPr id="297" name="Google Shape;297;p65"/>
          <p:cNvSpPr txBox="1"/>
          <p:nvPr>
            <p:ph idx="1" type="body"/>
          </p:nvPr>
        </p:nvSpPr>
        <p:spPr>
          <a:xfrm>
            <a:off x="457200" y="1600203"/>
            <a:ext cx="8229600" cy="4525963"/>
          </a:xfrm>
          <a:prstGeom prst="rect">
            <a:avLst/>
          </a:prstGeom>
          <a:noFill/>
          <a:ln>
            <a:noFill/>
          </a:ln>
        </p:spPr>
        <p:txBody>
          <a:bodyPr anchorCtr="0" anchor="t" bIns="46775" lIns="17975" spcFirstLastPara="1" rIns="17975" wrap="square" tIns="46775">
            <a:normAutofit/>
          </a:bodyPr>
          <a:lstStyle/>
          <a:p>
            <a:pPr indent="-310916" lvl="0" marL="310916" rtl="0" algn="l">
              <a:spcBef>
                <a:spcPts val="0"/>
              </a:spcBef>
              <a:spcAft>
                <a:spcPts val="0"/>
              </a:spcAft>
              <a:buClr>
                <a:schemeClr val="dk1"/>
              </a:buClr>
              <a:buSzPts val="3600"/>
              <a:buChar char="•"/>
            </a:pPr>
            <a:r>
              <a:rPr lang="en-US" sz="3600">
                <a:latin typeface="Comic Sans MS"/>
                <a:ea typeface="Comic Sans MS"/>
                <a:cs typeface="Comic Sans MS"/>
                <a:sym typeface="Comic Sans MS"/>
              </a:rPr>
              <a:t>The idea behind mutation testing: </a:t>
            </a:r>
            <a:endParaRPr/>
          </a:p>
          <a:p>
            <a:pPr indent="0" lvl="0" marL="0" rtl="0" algn="l">
              <a:spcBef>
                <a:spcPts val="896"/>
              </a:spcBef>
              <a:spcAft>
                <a:spcPts val="0"/>
              </a:spcAft>
              <a:buClr>
                <a:schemeClr val="dk1"/>
              </a:buClr>
              <a:buSzPts val="3600"/>
              <a:buNone/>
            </a:pPr>
            <a:r>
              <a:rPr lang="en-US" sz="3600">
                <a:latin typeface="Comic Sans MS"/>
                <a:ea typeface="Comic Sans MS"/>
                <a:cs typeface="Comic Sans MS"/>
                <a:sym typeface="Comic Sans MS"/>
              </a:rPr>
              <a:t>      - make a few arbitrary small</a:t>
            </a:r>
            <a:endParaRPr/>
          </a:p>
          <a:p>
            <a:pPr indent="0" lvl="0" marL="0" rtl="0" algn="l">
              <a:spcBef>
                <a:spcPts val="896"/>
              </a:spcBef>
              <a:spcAft>
                <a:spcPts val="0"/>
              </a:spcAft>
              <a:buClr>
                <a:schemeClr val="dk1"/>
              </a:buClr>
              <a:buSzPts val="3600"/>
              <a:buNone/>
            </a:pPr>
            <a:r>
              <a:rPr lang="en-US" sz="3600">
                <a:latin typeface="Comic Sans MS"/>
                <a:ea typeface="Comic Sans MS"/>
                <a:cs typeface="Comic Sans MS"/>
                <a:sym typeface="Comic Sans MS"/>
              </a:rPr>
              <a:t>         changes to a program at a time.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66"/>
          <p:cNvSpPr txBox="1"/>
          <p:nvPr>
            <p:ph idx="4294967295" type="title"/>
          </p:nvPr>
        </p:nvSpPr>
        <p:spPr>
          <a:xfrm>
            <a:off x="1046884" y="-165613"/>
            <a:ext cx="6496920" cy="1330701"/>
          </a:xfrm>
          <a:prstGeom prst="rect">
            <a:avLst/>
          </a:prstGeom>
          <a:noFill/>
          <a:ln>
            <a:noFill/>
          </a:ln>
        </p:spPr>
        <p:txBody>
          <a:bodyPr anchorCtr="0" anchor="ctr" bIns="0" lIns="0" spcFirstLastPara="1" rIns="0" wrap="square" tIns="0">
            <a:noAutofit/>
          </a:bodyPr>
          <a:lstStyle/>
          <a:p>
            <a:pPr indent="0" lvl="0" marL="0" rtl="0" algn="ctr">
              <a:lnSpc>
                <a:spcPct val="88000"/>
              </a:lnSpc>
              <a:spcBef>
                <a:spcPts val="0"/>
              </a:spcBef>
              <a:spcAft>
                <a:spcPts val="0"/>
              </a:spcAft>
              <a:buNone/>
            </a:pPr>
            <a:r>
              <a:rPr b="0" lang="en-US">
                <a:latin typeface="Comic Sans MS"/>
                <a:ea typeface="Comic Sans MS"/>
                <a:cs typeface="Comic Sans MS"/>
                <a:sym typeface="Comic Sans MS"/>
              </a:rPr>
              <a:t>Main Idea     cont …</a:t>
            </a:r>
            <a:endParaRPr b="0">
              <a:latin typeface="Comic Sans MS"/>
              <a:ea typeface="Comic Sans MS"/>
              <a:cs typeface="Comic Sans MS"/>
              <a:sym typeface="Comic Sans MS"/>
            </a:endParaRPr>
          </a:p>
        </p:txBody>
      </p:sp>
      <p:sp>
        <p:nvSpPr>
          <p:cNvPr id="303" name="Google Shape;303;p66"/>
          <p:cNvSpPr txBox="1"/>
          <p:nvPr>
            <p:ph idx="4294967295" type="body"/>
          </p:nvPr>
        </p:nvSpPr>
        <p:spPr>
          <a:xfrm>
            <a:off x="217440" y="940419"/>
            <a:ext cx="8640000" cy="5253672"/>
          </a:xfrm>
          <a:prstGeom prst="rect">
            <a:avLst/>
          </a:prstGeom>
          <a:noFill/>
          <a:ln>
            <a:noFill/>
          </a:ln>
        </p:spPr>
        <p:txBody>
          <a:bodyPr anchorCtr="0" anchor="t" bIns="0" lIns="0" spcFirstLastPara="1" rIns="0" wrap="square" tIns="0">
            <a:noAutofit/>
          </a:bodyPr>
          <a:lstStyle/>
          <a:p>
            <a:pPr indent="-287885" lvl="0" marL="382890" rtl="0" algn="l">
              <a:lnSpc>
                <a:spcPct val="135000"/>
              </a:lnSpc>
              <a:spcBef>
                <a:spcPts val="0"/>
              </a:spcBef>
              <a:spcAft>
                <a:spcPts val="0"/>
              </a:spcAft>
              <a:buSzPts val="1485"/>
              <a:buChar char="●"/>
            </a:pPr>
            <a:r>
              <a:rPr lang="en-US" sz="3300">
                <a:solidFill>
                  <a:srgbClr val="800040"/>
                </a:solidFill>
              </a:rPr>
              <a:t>Insert faults</a:t>
            </a:r>
            <a:r>
              <a:rPr lang="en-US" sz="3300"/>
              <a:t> into a program:</a:t>
            </a:r>
            <a:endParaRPr/>
          </a:p>
          <a:p>
            <a:pPr indent="-257657" lvl="1" marL="774410" rtl="0" algn="l">
              <a:lnSpc>
                <a:spcPct val="135000"/>
              </a:lnSpc>
              <a:spcBef>
                <a:spcPts val="2450"/>
              </a:spcBef>
              <a:spcAft>
                <a:spcPts val="0"/>
              </a:spcAft>
              <a:buSzPts val="2250"/>
              <a:buChar char="−"/>
            </a:pPr>
            <a:r>
              <a:rPr lang="en-US" sz="3000"/>
              <a:t>Check whether the test suite is able to detect these.</a:t>
            </a:r>
            <a:endParaRPr/>
          </a:p>
          <a:p>
            <a:pPr indent="-257657" lvl="1" marL="774410" rtl="0" algn="l">
              <a:lnSpc>
                <a:spcPct val="135000"/>
              </a:lnSpc>
              <a:spcBef>
                <a:spcPts val="2450"/>
              </a:spcBef>
              <a:spcAft>
                <a:spcPts val="0"/>
              </a:spcAft>
              <a:buSzPts val="2250"/>
              <a:buChar char="−"/>
            </a:pPr>
            <a:r>
              <a:rPr lang="en-US" sz="3000">
                <a:solidFill>
                  <a:srgbClr val="0000CC"/>
                </a:solidFill>
              </a:rPr>
              <a:t>This either validates or invalidates the test suite.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67"/>
          <p:cNvSpPr txBox="1"/>
          <p:nvPr>
            <p:ph idx="12" type="sldNum"/>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p>
            <a:pPr indent="0" lvl="0" marL="0" marR="0" rtl="0" algn="ctr">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0" name="Google Shape;310;p67"/>
          <p:cNvSpPr txBox="1"/>
          <p:nvPr>
            <p:ph type="title"/>
          </p:nvPr>
        </p:nvSpPr>
        <p:spPr>
          <a:xfrm>
            <a:off x="406080" y="182902"/>
            <a:ext cx="7770240" cy="1139159"/>
          </a:xfrm>
          <a:prstGeom prst="rect">
            <a:avLst/>
          </a:prstGeom>
          <a:noFill/>
          <a:ln>
            <a:noFill/>
          </a:ln>
        </p:spPr>
        <p:txBody>
          <a:bodyPr anchorCtr="0" anchor="ctr" bIns="46775" lIns="17975" spcFirstLastPara="1" rIns="17975" wrap="square" tIns="46775">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Main Idea   cont …</a:t>
            </a:r>
            <a:endParaRPr/>
          </a:p>
        </p:txBody>
      </p:sp>
      <p:sp>
        <p:nvSpPr>
          <p:cNvPr id="311" name="Google Shape;311;p67"/>
          <p:cNvSpPr txBox="1"/>
          <p:nvPr>
            <p:ph idx="1" type="body"/>
          </p:nvPr>
        </p:nvSpPr>
        <p:spPr>
          <a:xfrm>
            <a:off x="457200" y="1600203"/>
            <a:ext cx="8229600" cy="4525963"/>
          </a:xfrm>
          <a:prstGeom prst="rect">
            <a:avLst/>
          </a:prstGeom>
          <a:noFill/>
          <a:ln>
            <a:noFill/>
          </a:ln>
        </p:spPr>
        <p:txBody>
          <a:bodyPr anchorCtr="0" anchor="t" bIns="46775" lIns="17975" spcFirstLastPara="1" rIns="17975" wrap="square" tIns="46775">
            <a:normAutofit/>
          </a:bodyPr>
          <a:lstStyle/>
          <a:p>
            <a:pPr indent="-310916" lvl="0" marL="310916" rtl="0" algn="l">
              <a:spcBef>
                <a:spcPts val="0"/>
              </a:spcBef>
              <a:spcAft>
                <a:spcPts val="0"/>
              </a:spcAft>
              <a:buClr>
                <a:schemeClr val="dk1"/>
              </a:buClr>
              <a:buSzPts val="3600"/>
              <a:buChar char="•"/>
            </a:pPr>
            <a:r>
              <a:rPr lang="en-US" sz="3600">
                <a:latin typeface="Comic Sans MS"/>
                <a:ea typeface="Comic Sans MS"/>
                <a:cs typeface="Comic Sans MS"/>
                <a:sym typeface="Comic Sans MS"/>
              </a:rPr>
              <a:t>Each time the program is changed,</a:t>
            </a:r>
            <a:endParaRPr/>
          </a:p>
          <a:p>
            <a:pPr indent="0" lvl="0" marL="0" rtl="0" algn="l">
              <a:spcBef>
                <a:spcPts val="896"/>
              </a:spcBef>
              <a:spcAft>
                <a:spcPts val="0"/>
              </a:spcAft>
              <a:buClr>
                <a:schemeClr val="dk1"/>
              </a:buClr>
              <a:buSzPts val="3600"/>
              <a:buNone/>
            </a:pPr>
            <a:r>
              <a:rPr lang="en-US" sz="3600">
                <a:latin typeface="Comic Sans MS"/>
                <a:ea typeface="Comic Sans MS"/>
                <a:cs typeface="Comic Sans MS"/>
                <a:sym typeface="Comic Sans MS"/>
              </a:rPr>
              <a:t> </a:t>
            </a:r>
            <a:endParaRPr sz="3600">
              <a:latin typeface="Comic Sans MS"/>
              <a:ea typeface="Comic Sans MS"/>
              <a:cs typeface="Comic Sans MS"/>
              <a:sym typeface="Comic Sans MS"/>
            </a:endParaRPr>
          </a:p>
          <a:p>
            <a:pPr indent="-259096" lvl="1" marL="673651" rtl="0" algn="l">
              <a:spcBef>
                <a:spcPts val="794"/>
              </a:spcBef>
              <a:spcAft>
                <a:spcPts val="0"/>
              </a:spcAft>
              <a:buClr>
                <a:schemeClr val="dk1"/>
              </a:buClr>
              <a:buSzPts val="3600"/>
              <a:buChar char="–"/>
            </a:pPr>
            <a:r>
              <a:rPr lang="en-US" sz="3600">
                <a:latin typeface="Comic Sans MS"/>
                <a:ea typeface="Comic Sans MS"/>
                <a:cs typeface="Comic Sans MS"/>
                <a:sym typeface="Comic Sans MS"/>
              </a:rPr>
              <a:t>it is called a </a:t>
            </a:r>
            <a:r>
              <a:rPr lang="en-US" sz="3600">
                <a:solidFill>
                  <a:srgbClr val="0000CC"/>
                </a:solidFill>
                <a:latin typeface="Comic Sans MS"/>
                <a:ea typeface="Comic Sans MS"/>
                <a:cs typeface="Comic Sans MS"/>
                <a:sym typeface="Comic Sans MS"/>
              </a:rPr>
              <a:t>mutated program</a:t>
            </a:r>
            <a:r>
              <a:rPr lang="en-US" sz="3600">
                <a:latin typeface="Comic Sans MS"/>
                <a:ea typeface="Comic Sans MS"/>
                <a:cs typeface="Comic Sans MS"/>
                <a:sym typeface="Comic Sans MS"/>
              </a:rPr>
              <a:t> </a:t>
            </a:r>
            <a:endParaRPr sz="3600">
              <a:latin typeface="Comic Sans MS"/>
              <a:ea typeface="Comic Sans MS"/>
              <a:cs typeface="Comic Sans MS"/>
              <a:sym typeface="Comic Sans MS"/>
            </a:endParaRPr>
          </a:p>
          <a:p>
            <a:pPr indent="0" lvl="1" marL="414554" rtl="0" algn="l">
              <a:spcBef>
                <a:spcPts val="794"/>
              </a:spcBef>
              <a:spcAft>
                <a:spcPts val="0"/>
              </a:spcAft>
              <a:buClr>
                <a:schemeClr val="dk1"/>
              </a:buClr>
              <a:buSzPts val="3600"/>
              <a:buNone/>
            </a:pPr>
            <a:r>
              <a:t/>
            </a:r>
            <a:endParaRPr sz="3600">
              <a:latin typeface="Comic Sans MS"/>
              <a:ea typeface="Comic Sans MS"/>
              <a:cs typeface="Comic Sans MS"/>
              <a:sym typeface="Comic Sans MS"/>
            </a:endParaRPr>
          </a:p>
          <a:p>
            <a:pPr indent="-259096" lvl="1" marL="673651" rtl="0" algn="l">
              <a:spcBef>
                <a:spcPts val="794"/>
              </a:spcBef>
              <a:spcAft>
                <a:spcPts val="0"/>
              </a:spcAft>
              <a:buClr>
                <a:schemeClr val="dk1"/>
              </a:buClr>
              <a:buSzPts val="3600"/>
              <a:buChar char="–"/>
            </a:pPr>
            <a:r>
              <a:rPr lang="en-US" sz="3600">
                <a:latin typeface="Comic Sans MS"/>
                <a:ea typeface="Comic Sans MS"/>
                <a:cs typeface="Comic Sans MS"/>
                <a:sym typeface="Comic Sans MS"/>
              </a:rPr>
              <a:t>the change is called a </a:t>
            </a:r>
            <a:r>
              <a:rPr lang="en-US" sz="3600">
                <a:solidFill>
                  <a:srgbClr val="0000CC"/>
                </a:solidFill>
                <a:latin typeface="Comic Sans MS"/>
                <a:ea typeface="Comic Sans MS"/>
                <a:cs typeface="Comic Sans MS"/>
                <a:sym typeface="Comic Sans MS"/>
              </a:rPr>
              <a:t>mutant</a:t>
            </a:r>
            <a:r>
              <a:rPr lang="en-US" sz="3600">
                <a:latin typeface="Comic Sans MS"/>
                <a:ea typeface="Comic Sans MS"/>
                <a:cs typeface="Comic Sans MS"/>
                <a:sym typeface="Comic Sans MS"/>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68"/>
          <p:cNvSpPr txBox="1"/>
          <p:nvPr>
            <p:ph idx="12" type="sldNum"/>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p>
            <a:pPr indent="0" lvl="0" marL="0" marR="0" rtl="0" algn="ctr">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8" name="Google Shape;318;p68"/>
          <p:cNvSpPr txBox="1"/>
          <p:nvPr>
            <p:ph type="title"/>
          </p:nvPr>
        </p:nvSpPr>
        <p:spPr>
          <a:xfrm>
            <a:off x="406080" y="182902"/>
            <a:ext cx="7770240" cy="1139159"/>
          </a:xfrm>
          <a:prstGeom prst="rect">
            <a:avLst/>
          </a:prstGeom>
          <a:noFill/>
          <a:ln>
            <a:noFill/>
          </a:ln>
        </p:spPr>
        <p:txBody>
          <a:bodyPr anchorCtr="0" anchor="ctr" bIns="46775" lIns="17975" spcFirstLastPara="1" rIns="17975" wrap="square" tIns="46775">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Main Idea   cont …</a:t>
            </a:r>
            <a:endParaRPr/>
          </a:p>
        </p:txBody>
      </p:sp>
      <p:sp>
        <p:nvSpPr>
          <p:cNvPr id="319" name="Google Shape;319;p68"/>
          <p:cNvSpPr txBox="1"/>
          <p:nvPr>
            <p:ph idx="1" type="body"/>
          </p:nvPr>
        </p:nvSpPr>
        <p:spPr>
          <a:xfrm>
            <a:off x="325440" y="1388310"/>
            <a:ext cx="8470080" cy="4671850"/>
          </a:xfrm>
          <a:prstGeom prst="rect">
            <a:avLst/>
          </a:prstGeom>
          <a:noFill/>
          <a:ln>
            <a:noFill/>
          </a:ln>
        </p:spPr>
        <p:txBody>
          <a:bodyPr anchorCtr="0" anchor="t" bIns="46775" lIns="17975" spcFirstLastPara="1" rIns="17975" wrap="square" tIns="46775">
            <a:noAutofit/>
          </a:bodyPr>
          <a:lstStyle/>
          <a:p>
            <a:pPr indent="-310916" lvl="0" marL="310916" rtl="0" algn="l">
              <a:lnSpc>
                <a:spcPct val="110000"/>
              </a:lnSpc>
              <a:spcBef>
                <a:spcPts val="0"/>
              </a:spcBef>
              <a:spcAft>
                <a:spcPts val="0"/>
              </a:spcAft>
              <a:buClr>
                <a:schemeClr val="dk1"/>
              </a:buClr>
              <a:buSzPts val="3600"/>
              <a:buChar char="•"/>
            </a:pPr>
            <a:r>
              <a:rPr lang="en-US" sz="3600">
                <a:latin typeface="Comic Sans MS"/>
                <a:ea typeface="Comic Sans MS"/>
                <a:cs typeface="Comic Sans MS"/>
                <a:sym typeface="Comic Sans MS"/>
              </a:rPr>
              <a:t>A  mutated program:</a:t>
            </a:r>
            <a:endParaRPr/>
          </a:p>
          <a:p>
            <a:pPr indent="-259096" lvl="1" marL="673651" rtl="0" algn="l">
              <a:lnSpc>
                <a:spcPct val="110000"/>
              </a:lnSpc>
              <a:spcBef>
                <a:spcPts val="360"/>
              </a:spcBef>
              <a:spcAft>
                <a:spcPts val="0"/>
              </a:spcAft>
              <a:buClr>
                <a:schemeClr val="dk1"/>
              </a:buClr>
              <a:buSzPts val="3600"/>
              <a:buChar char="–"/>
            </a:pPr>
            <a:r>
              <a:rPr lang="en-US" sz="3600">
                <a:latin typeface="Comic Sans MS"/>
                <a:ea typeface="Comic Sans MS"/>
                <a:cs typeface="Comic Sans MS"/>
                <a:sym typeface="Comic Sans MS"/>
              </a:rPr>
              <a:t>Tested against the full test suite of the program. </a:t>
            </a:r>
            <a:endParaRPr/>
          </a:p>
          <a:p>
            <a:pPr indent="-310916" lvl="0" marL="310916" rtl="0" algn="l">
              <a:lnSpc>
                <a:spcPct val="110000"/>
              </a:lnSpc>
              <a:spcBef>
                <a:spcPts val="360"/>
              </a:spcBef>
              <a:spcAft>
                <a:spcPts val="0"/>
              </a:spcAft>
              <a:buClr>
                <a:schemeClr val="dk1"/>
              </a:buClr>
              <a:buSzPts val="3600"/>
              <a:buChar char="•"/>
            </a:pPr>
            <a:r>
              <a:rPr lang="en-US" sz="3600">
                <a:highlight>
                  <a:srgbClr val="00FF00"/>
                </a:highlight>
                <a:latin typeface="Comic Sans MS"/>
                <a:ea typeface="Comic Sans MS"/>
                <a:cs typeface="Comic Sans MS"/>
                <a:sym typeface="Comic Sans MS"/>
              </a:rPr>
              <a:t>If there exists at least one test case in the test suite for which:</a:t>
            </a:r>
            <a:endParaRPr>
              <a:highlight>
                <a:srgbClr val="00FF00"/>
              </a:highlight>
            </a:endParaRPr>
          </a:p>
          <a:p>
            <a:pPr indent="-259096" lvl="1" marL="673651" rtl="0" algn="l">
              <a:lnSpc>
                <a:spcPct val="110000"/>
              </a:lnSpc>
              <a:spcBef>
                <a:spcPts val="360"/>
              </a:spcBef>
              <a:spcAft>
                <a:spcPts val="0"/>
              </a:spcAft>
              <a:buClr>
                <a:schemeClr val="dk1"/>
              </a:buClr>
              <a:buSzPts val="3600"/>
              <a:buChar char="–"/>
            </a:pPr>
            <a:r>
              <a:rPr lang="en-US" sz="3600">
                <a:highlight>
                  <a:srgbClr val="00FF00"/>
                </a:highlight>
                <a:latin typeface="Comic Sans MS"/>
                <a:ea typeface="Comic Sans MS"/>
                <a:cs typeface="Comic Sans MS"/>
                <a:sym typeface="Comic Sans MS"/>
              </a:rPr>
              <a:t>A mutant gives an incorrect result, </a:t>
            </a:r>
            <a:endParaRPr>
              <a:highlight>
                <a:srgbClr val="00FF00"/>
              </a:highlight>
            </a:endParaRPr>
          </a:p>
          <a:p>
            <a:pPr indent="-259096" lvl="1" marL="673651" rtl="0" algn="l">
              <a:lnSpc>
                <a:spcPct val="110000"/>
              </a:lnSpc>
              <a:spcBef>
                <a:spcPts val="360"/>
              </a:spcBef>
              <a:spcAft>
                <a:spcPts val="0"/>
              </a:spcAft>
              <a:buClr>
                <a:schemeClr val="dk1"/>
              </a:buClr>
              <a:buSzPts val="3600"/>
              <a:buChar char="–"/>
            </a:pPr>
            <a:r>
              <a:rPr lang="en-US" sz="3600">
                <a:highlight>
                  <a:srgbClr val="00FF00"/>
                </a:highlight>
                <a:latin typeface="Comic Sans MS"/>
                <a:ea typeface="Comic Sans MS"/>
                <a:cs typeface="Comic Sans MS"/>
                <a:sym typeface="Comic Sans MS"/>
              </a:rPr>
              <a:t>Then the mutant is said to be dead. </a:t>
            </a:r>
            <a:endParaRPr>
              <a:highlight>
                <a:srgbClr val="00FF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69"/>
          <p:cNvSpPr txBox="1"/>
          <p:nvPr>
            <p:ph idx="12" type="sldNum"/>
          </p:nvPr>
        </p:nvSpPr>
        <p:spPr>
          <a:xfrm>
            <a:off x="3124200" y="6356354"/>
            <a:ext cx="2895600" cy="365125"/>
          </a:xfrm>
          <a:prstGeom prst="rect">
            <a:avLst/>
          </a:prstGeom>
          <a:noFill/>
          <a:ln>
            <a:noFill/>
          </a:ln>
        </p:spPr>
        <p:txBody>
          <a:bodyPr anchorCtr="0" anchor="ctr" bIns="45700" lIns="91400" spcFirstLastPara="1" rIns="91400" wrap="square" tIns="45700">
            <a:noAutofit/>
          </a:bodyPr>
          <a:lstStyle/>
          <a:p>
            <a:pPr indent="0" lvl="0" marL="0" marR="0" rtl="0" algn="ctr">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6" name="Google Shape;326;p69"/>
          <p:cNvSpPr txBox="1"/>
          <p:nvPr>
            <p:ph type="title"/>
          </p:nvPr>
        </p:nvSpPr>
        <p:spPr>
          <a:xfrm>
            <a:off x="457200" y="0"/>
            <a:ext cx="7770240" cy="1139159"/>
          </a:xfrm>
          <a:prstGeom prst="rect">
            <a:avLst/>
          </a:prstGeom>
          <a:noFill/>
          <a:ln>
            <a:noFill/>
          </a:ln>
        </p:spPr>
        <p:txBody>
          <a:bodyPr anchorCtr="0" anchor="ctr" bIns="46775" lIns="17975" spcFirstLastPara="1" rIns="17975" wrap="square" tIns="46775">
            <a:normAutofit/>
          </a:bodyPr>
          <a:lstStyle/>
          <a:p>
            <a:pPr indent="0" lvl="0" marL="0" rtl="0" algn="ctr">
              <a:spcBef>
                <a:spcPts val="0"/>
              </a:spcBef>
              <a:spcAft>
                <a:spcPts val="0"/>
              </a:spcAft>
              <a:buClr>
                <a:srgbClr val="000000"/>
              </a:buClr>
              <a:buSzPts val="4000"/>
              <a:buFont typeface="Comic Sans MS"/>
              <a:buNone/>
            </a:pPr>
            <a:r>
              <a:rPr lang="en-US" sz="4000">
                <a:solidFill>
                  <a:srgbClr val="000000"/>
                </a:solidFill>
                <a:latin typeface="Comic Sans MS"/>
                <a:ea typeface="Comic Sans MS"/>
                <a:cs typeface="Comic Sans MS"/>
                <a:sym typeface="Comic Sans MS"/>
              </a:rPr>
              <a:t>Main Idea   cont …</a:t>
            </a:r>
            <a:endParaRPr sz="6100"/>
          </a:p>
        </p:txBody>
      </p:sp>
      <p:sp>
        <p:nvSpPr>
          <p:cNvPr id="327" name="Google Shape;327;p69"/>
          <p:cNvSpPr txBox="1"/>
          <p:nvPr>
            <p:ph idx="1" type="body"/>
          </p:nvPr>
        </p:nvSpPr>
        <p:spPr>
          <a:xfrm>
            <a:off x="381000" y="914402"/>
            <a:ext cx="8534400" cy="5715000"/>
          </a:xfrm>
          <a:prstGeom prst="rect">
            <a:avLst/>
          </a:prstGeom>
          <a:noFill/>
          <a:ln>
            <a:noFill/>
          </a:ln>
        </p:spPr>
        <p:txBody>
          <a:bodyPr anchorCtr="0" anchor="t" bIns="46775" lIns="17975" spcFirstLastPara="1" rIns="17975" wrap="square" tIns="46775">
            <a:noAutofit/>
          </a:bodyPr>
          <a:lstStyle/>
          <a:p>
            <a:pPr indent="-310916" lvl="0" marL="310916" rtl="0" algn="l">
              <a:spcBef>
                <a:spcPts val="0"/>
              </a:spcBef>
              <a:spcAft>
                <a:spcPts val="0"/>
              </a:spcAft>
              <a:buClr>
                <a:schemeClr val="dk1"/>
              </a:buClr>
              <a:buSzPts val="3600"/>
              <a:buChar char="•"/>
            </a:pPr>
            <a:r>
              <a:rPr lang="en-US" sz="3600">
                <a:latin typeface="Comic Sans MS"/>
                <a:ea typeface="Comic Sans MS"/>
                <a:cs typeface="Comic Sans MS"/>
                <a:sym typeface="Comic Sans MS"/>
              </a:rPr>
              <a:t>If a mutant remains alive: </a:t>
            </a:r>
            <a:endParaRPr/>
          </a:p>
          <a:p>
            <a:pPr indent="-259096" lvl="1" marL="673651" rtl="0" algn="l">
              <a:spcBef>
                <a:spcPts val="647"/>
              </a:spcBef>
              <a:spcAft>
                <a:spcPts val="0"/>
              </a:spcAft>
              <a:buClr>
                <a:schemeClr val="dk1"/>
              </a:buClr>
              <a:buSzPts val="3600"/>
              <a:buChar char="–"/>
            </a:pPr>
            <a:r>
              <a:rPr lang="en-US" sz="3600">
                <a:latin typeface="Comic Sans MS"/>
                <a:ea typeface="Comic Sans MS"/>
                <a:cs typeface="Comic Sans MS"/>
                <a:sym typeface="Comic Sans MS"/>
              </a:rPr>
              <a:t>even after all test cases have been exhausted, </a:t>
            </a:r>
            <a:endParaRPr/>
          </a:p>
          <a:p>
            <a:pPr indent="-259096" lvl="1" marL="673651" rtl="0" algn="l">
              <a:spcBef>
                <a:spcPts val="647"/>
              </a:spcBef>
              <a:spcAft>
                <a:spcPts val="0"/>
              </a:spcAft>
              <a:buClr>
                <a:srgbClr val="0000CC"/>
              </a:buClr>
              <a:buSzPts val="3600"/>
              <a:buChar char="–"/>
            </a:pPr>
            <a:r>
              <a:rPr lang="en-US" sz="3600">
                <a:solidFill>
                  <a:srgbClr val="0000CC"/>
                </a:solidFill>
                <a:latin typeface="Comic Sans MS"/>
                <a:ea typeface="Comic Sans MS"/>
                <a:cs typeface="Comic Sans MS"/>
                <a:sym typeface="Comic Sans MS"/>
              </a:rPr>
              <a:t>the test suite is enhanced to kill the mutant.</a:t>
            </a:r>
            <a:r>
              <a:rPr lang="en-US" sz="3600">
                <a:latin typeface="Comic Sans MS"/>
                <a:ea typeface="Comic Sans MS"/>
                <a:cs typeface="Comic Sans MS"/>
                <a:sym typeface="Comic Sans MS"/>
              </a:rPr>
              <a:t> </a:t>
            </a:r>
            <a:endParaRPr/>
          </a:p>
          <a:p>
            <a:pPr indent="-310916" lvl="0" marL="310916" rtl="0" algn="l">
              <a:spcBef>
                <a:spcPts val="896"/>
              </a:spcBef>
              <a:spcAft>
                <a:spcPts val="0"/>
              </a:spcAft>
              <a:buClr>
                <a:schemeClr val="dk1"/>
              </a:buClr>
              <a:buSzPts val="3600"/>
              <a:buChar char="•"/>
            </a:pPr>
            <a:r>
              <a:rPr lang="en-US" sz="3600">
                <a:latin typeface="Comic Sans MS"/>
                <a:ea typeface="Comic Sans MS"/>
                <a:cs typeface="Comic Sans MS"/>
                <a:sym typeface="Comic Sans MS"/>
              </a:rPr>
              <a:t>The process of generation and killing of mutants: </a:t>
            </a:r>
            <a:endParaRPr/>
          </a:p>
          <a:p>
            <a:pPr indent="-259096" lvl="1" marL="673651" rtl="0" algn="l">
              <a:spcBef>
                <a:spcPts val="647"/>
              </a:spcBef>
              <a:spcAft>
                <a:spcPts val="0"/>
              </a:spcAft>
              <a:buClr>
                <a:srgbClr val="0000CC"/>
              </a:buClr>
              <a:buSzPts val="3600"/>
              <a:buChar char="–"/>
            </a:pPr>
            <a:r>
              <a:rPr lang="en-US" sz="3600">
                <a:solidFill>
                  <a:srgbClr val="0000CC"/>
                </a:solidFill>
                <a:latin typeface="Comic Sans MS"/>
                <a:ea typeface="Comic Sans MS"/>
                <a:cs typeface="Comic Sans MS"/>
                <a:sym typeface="Comic Sans MS"/>
              </a:rPr>
              <a:t>can be automated by predefining a set of primitive changes that can be applied to the program.</a:t>
            </a:r>
            <a:r>
              <a:rPr lang="en-US" sz="3600">
                <a:latin typeface="Comic Sans MS"/>
                <a:ea typeface="Comic Sans MS"/>
                <a:cs typeface="Comic Sans MS"/>
                <a:sym typeface="Comic Sans MS"/>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0"/>
          <p:cNvSpPr txBox="1"/>
          <p:nvPr>
            <p:ph idx="12" type="sldNum"/>
          </p:nvPr>
        </p:nvSpPr>
        <p:spPr>
          <a:xfrm>
            <a:off x="2865250" y="6356348"/>
            <a:ext cx="3154500" cy="594600"/>
          </a:xfrm>
          <a:prstGeom prst="rect">
            <a:avLst/>
          </a:prstGeom>
          <a:noFill/>
          <a:ln>
            <a:noFill/>
          </a:ln>
        </p:spPr>
        <p:txBody>
          <a:bodyPr anchorCtr="0" anchor="ctr" bIns="45700" lIns="91400" spcFirstLastPara="1" rIns="91400" wrap="square" tIns="45700">
            <a:noAutofit/>
          </a:bodyPr>
          <a:lstStyle/>
          <a:p>
            <a:pPr indent="0" lvl="0" marL="0" marR="0" rtl="0" algn="ctr">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4" name="Google Shape;334;p70"/>
          <p:cNvSpPr txBox="1"/>
          <p:nvPr>
            <p:ph type="title"/>
          </p:nvPr>
        </p:nvSpPr>
        <p:spPr>
          <a:xfrm>
            <a:off x="406080" y="182902"/>
            <a:ext cx="7770240" cy="1139159"/>
          </a:xfrm>
          <a:prstGeom prst="rect">
            <a:avLst/>
          </a:prstGeom>
          <a:noFill/>
          <a:ln>
            <a:noFill/>
          </a:ln>
        </p:spPr>
        <p:txBody>
          <a:bodyPr anchorCtr="0" anchor="ctr" bIns="46775" lIns="17975" spcFirstLastPara="1" rIns="17975" wrap="square" tIns="46775">
            <a:normAutofit/>
          </a:bodyPr>
          <a:lstStyle/>
          <a:p>
            <a:pPr indent="0" lvl="0" marL="0" rtl="0" algn="ctr">
              <a:spcBef>
                <a:spcPts val="0"/>
              </a:spcBef>
              <a:spcAft>
                <a:spcPts val="0"/>
              </a:spcAft>
              <a:buClr>
                <a:srgbClr val="000000"/>
              </a:buClr>
              <a:buSzPts val="4000"/>
              <a:buFont typeface="Comic Sans MS"/>
              <a:buNone/>
            </a:pPr>
            <a:r>
              <a:rPr lang="en-US" sz="4000">
                <a:solidFill>
                  <a:srgbClr val="000000"/>
                </a:solidFill>
                <a:latin typeface="Comic Sans MS"/>
                <a:ea typeface="Comic Sans MS"/>
                <a:cs typeface="Comic Sans MS"/>
                <a:sym typeface="Comic Sans MS"/>
              </a:rPr>
              <a:t>Primitive changes</a:t>
            </a:r>
            <a:endParaRPr sz="4000">
              <a:latin typeface="Comic Sans MS"/>
              <a:ea typeface="Comic Sans MS"/>
              <a:cs typeface="Comic Sans MS"/>
              <a:sym typeface="Comic Sans MS"/>
            </a:endParaRPr>
          </a:p>
        </p:txBody>
      </p:sp>
      <p:sp>
        <p:nvSpPr>
          <p:cNvPr id="335" name="Google Shape;335;p70"/>
          <p:cNvSpPr txBox="1"/>
          <p:nvPr>
            <p:ph idx="1" type="body"/>
          </p:nvPr>
        </p:nvSpPr>
        <p:spPr>
          <a:xfrm>
            <a:off x="288000" y="1424310"/>
            <a:ext cx="8393760" cy="5029008"/>
          </a:xfrm>
          <a:prstGeom prst="rect">
            <a:avLst/>
          </a:prstGeom>
          <a:noFill/>
          <a:ln>
            <a:noFill/>
          </a:ln>
        </p:spPr>
        <p:txBody>
          <a:bodyPr anchorCtr="0" anchor="t" bIns="46775" lIns="17975" spcFirstLastPara="1" rIns="17975" wrap="square" tIns="46775">
            <a:normAutofit/>
          </a:bodyPr>
          <a:lstStyle/>
          <a:p>
            <a:pPr indent="-310916" lvl="0" marL="310916" rtl="0" algn="l">
              <a:lnSpc>
                <a:spcPct val="105000"/>
              </a:lnSpc>
              <a:spcBef>
                <a:spcPts val="0"/>
              </a:spcBef>
              <a:spcAft>
                <a:spcPts val="0"/>
              </a:spcAft>
              <a:buClr>
                <a:schemeClr val="dk1"/>
              </a:buClr>
              <a:buSzPts val="3600"/>
              <a:buChar char="•"/>
            </a:pPr>
            <a:r>
              <a:rPr lang="en-US" sz="3600">
                <a:latin typeface="Comic Sans MS"/>
                <a:ea typeface="Comic Sans MS"/>
                <a:cs typeface="Comic Sans MS"/>
                <a:sym typeface="Comic Sans MS"/>
              </a:rPr>
              <a:t>The primitive changes can be:</a:t>
            </a:r>
            <a:endParaRPr/>
          </a:p>
          <a:p>
            <a:pPr indent="-213055" lvl="1" marL="555846" rtl="0" algn="l">
              <a:lnSpc>
                <a:spcPct val="124000"/>
              </a:lnSpc>
              <a:spcBef>
                <a:spcPts val="900"/>
              </a:spcBef>
              <a:spcAft>
                <a:spcPts val="0"/>
              </a:spcAft>
              <a:buClr>
                <a:srgbClr val="000000"/>
              </a:buClr>
              <a:buSzPts val="2475"/>
              <a:buFont typeface="Noto Sans Symbols"/>
              <a:buChar char="−"/>
            </a:pPr>
            <a:r>
              <a:rPr lang="en-US" sz="3300">
                <a:solidFill>
                  <a:srgbClr val="0000CC"/>
                </a:solidFill>
                <a:latin typeface="Comic Sans MS"/>
                <a:ea typeface="Comic Sans MS"/>
                <a:cs typeface="Comic Sans MS"/>
                <a:sym typeface="Comic Sans MS"/>
              </a:rPr>
              <a:t>Deleting a statement</a:t>
            </a:r>
            <a:endParaRPr/>
          </a:p>
          <a:p>
            <a:pPr indent="-213055" lvl="1" marL="555846" rtl="0" algn="l">
              <a:lnSpc>
                <a:spcPct val="124000"/>
              </a:lnSpc>
              <a:spcBef>
                <a:spcPts val="1800"/>
              </a:spcBef>
              <a:spcAft>
                <a:spcPts val="0"/>
              </a:spcAft>
              <a:buClr>
                <a:srgbClr val="000000"/>
              </a:buClr>
              <a:buSzPts val="2475"/>
              <a:buFont typeface="Noto Sans Symbols"/>
              <a:buChar char="−"/>
            </a:pPr>
            <a:r>
              <a:rPr lang="en-US" sz="3300">
                <a:solidFill>
                  <a:srgbClr val="0000CC"/>
                </a:solidFill>
                <a:latin typeface="Comic Sans MS"/>
                <a:ea typeface="Comic Sans MS"/>
                <a:cs typeface="Comic Sans MS"/>
                <a:sym typeface="Comic Sans MS"/>
              </a:rPr>
              <a:t>Altering an arithmetic operator, </a:t>
            </a:r>
            <a:endParaRPr/>
          </a:p>
          <a:p>
            <a:pPr indent="-213055" lvl="1" marL="555846" rtl="0" algn="l">
              <a:lnSpc>
                <a:spcPct val="124000"/>
              </a:lnSpc>
              <a:spcBef>
                <a:spcPts val="1800"/>
              </a:spcBef>
              <a:spcAft>
                <a:spcPts val="0"/>
              </a:spcAft>
              <a:buClr>
                <a:srgbClr val="000000"/>
              </a:buClr>
              <a:buSzPts val="2475"/>
              <a:buFont typeface="Noto Sans Symbols"/>
              <a:buChar char="−"/>
            </a:pPr>
            <a:r>
              <a:rPr lang="en-US" sz="3300">
                <a:solidFill>
                  <a:srgbClr val="0000CC"/>
                </a:solidFill>
                <a:latin typeface="Comic Sans MS"/>
                <a:ea typeface="Comic Sans MS"/>
                <a:cs typeface="Comic Sans MS"/>
                <a:sym typeface="Comic Sans MS"/>
              </a:rPr>
              <a:t>Changing the value of a constant, </a:t>
            </a:r>
            <a:endParaRPr/>
          </a:p>
          <a:p>
            <a:pPr indent="-213055" lvl="1" marL="555846" rtl="0" algn="l">
              <a:lnSpc>
                <a:spcPct val="124000"/>
              </a:lnSpc>
              <a:spcBef>
                <a:spcPts val="1800"/>
              </a:spcBef>
              <a:spcAft>
                <a:spcPts val="0"/>
              </a:spcAft>
              <a:buClr>
                <a:srgbClr val="000000"/>
              </a:buClr>
              <a:buSzPts val="2475"/>
              <a:buFont typeface="Noto Sans Symbols"/>
              <a:buChar char="−"/>
            </a:pPr>
            <a:r>
              <a:rPr lang="en-US" sz="3300">
                <a:solidFill>
                  <a:srgbClr val="0000CC"/>
                </a:solidFill>
                <a:latin typeface="Comic Sans MS"/>
                <a:ea typeface="Comic Sans MS"/>
                <a:cs typeface="Comic Sans MS"/>
                <a:sym typeface="Comic Sans MS"/>
              </a:rPr>
              <a:t>Changing a data type, etc.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71"/>
          <p:cNvSpPr txBox="1"/>
          <p:nvPr>
            <p:ph idx="4294967295" type="title"/>
          </p:nvPr>
        </p:nvSpPr>
        <p:spPr>
          <a:xfrm>
            <a:off x="457200" y="110892"/>
            <a:ext cx="8381999" cy="757520"/>
          </a:xfrm>
          <a:prstGeom prst="rect">
            <a:avLst/>
          </a:prstGeom>
          <a:noFill/>
          <a:ln>
            <a:noFill/>
          </a:ln>
        </p:spPr>
        <p:txBody>
          <a:bodyPr anchorCtr="0" anchor="ctr" bIns="0" lIns="0" spcFirstLastPara="1" rIns="0" wrap="square" tIns="0">
            <a:noAutofit/>
          </a:bodyPr>
          <a:lstStyle/>
          <a:p>
            <a:pPr indent="0" lvl="0" marL="0" rtl="0" algn="ctr">
              <a:lnSpc>
                <a:spcPct val="88000"/>
              </a:lnSpc>
              <a:spcBef>
                <a:spcPts val="0"/>
              </a:spcBef>
              <a:spcAft>
                <a:spcPts val="0"/>
              </a:spcAft>
              <a:buNone/>
            </a:pPr>
            <a:r>
              <a:rPr b="0" lang="en-US">
                <a:latin typeface="Comic Sans MS"/>
                <a:ea typeface="Comic Sans MS"/>
                <a:cs typeface="Comic Sans MS"/>
                <a:sym typeface="Comic Sans MS"/>
              </a:rPr>
              <a:t>Traditional Mutation Operators</a:t>
            </a:r>
            <a:endParaRPr/>
          </a:p>
        </p:txBody>
      </p:sp>
      <p:sp>
        <p:nvSpPr>
          <p:cNvPr id="341" name="Google Shape;341;p71"/>
          <p:cNvSpPr txBox="1"/>
          <p:nvPr>
            <p:ph idx="4294967295" type="body"/>
          </p:nvPr>
        </p:nvSpPr>
        <p:spPr>
          <a:xfrm>
            <a:off x="355680" y="868412"/>
            <a:ext cx="8501760" cy="5809570"/>
          </a:xfrm>
          <a:prstGeom prst="rect">
            <a:avLst/>
          </a:prstGeom>
          <a:noFill/>
          <a:ln>
            <a:noFill/>
          </a:ln>
        </p:spPr>
        <p:txBody>
          <a:bodyPr anchorCtr="0" anchor="t" bIns="0" lIns="0" spcFirstLastPara="1" rIns="0" wrap="square" tIns="0">
            <a:noAutofit/>
          </a:bodyPr>
          <a:lstStyle/>
          <a:p>
            <a:pPr indent="-287914" lvl="0" marL="466375" rtl="0" algn="l">
              <a:lnSpc>
                <a:spcPct val="110000"/>
              </a:lnSpc>
              <a:spcBef>
                <a:spcPts val="0"/>
              </a:spcBef>
              <a:spcAft>
                <a:spcPts val="0"/>
              </a:spcAft>
              <a:buSzPts val="1125"/>
              <a:buChar char="●"/>
            </a:pPr>
            <a:r>
              <a:rPr lang="en-US" sz="2500">
                <a:solidFill>
                  <a:srgbClr val="0000CC"/>
                </a:solidFill>
              </a:rPr>
              <a:t>Deletion of a statement</a:t>
            </a:r>
            <a:endParaRPr/>
          </a:p>
          <a:p>
            <a:pPr indent="-287914" lvl="0" marL="466375" rtl="0" algn="l">
              <a:lnSpc>
                <a:spcPct val="110000"/>
              </a:lnSpc>
              <a:spcBef>
                <a:spcPts val="816"/>
              </a:spcBef>
              <a:spcAft>
                <a:spcPts val="0"/>
              </a:spcAft>
              <a:buSzPts val="1125"/>
              <a:buChar char="●"/>
            </a:pPr>
            <a:r>
              <a:rPr lang="en-US" sz="2500"/>
              <a:t>Boolean:</a:t>
            </a:r>
            <a:endParaRPr/>
          </a:p>
          <a:p>
            <a:pPr indent="-192903" lvl="2" marL="935626" rtl="0" algn="l">
              <a:lnSpc>
                <a:spcPct val="110000"/>
              </a:lnSpc>
              <a:spcBef>
                <a:spcPts val="816"/>
              </a:spcBef>
              <a:spcAft>
                <a:spcPts val="0"/>
              </a:spcAft>
              <a:buSzPts val="990"/>
              <a:buChar char="●"/>
            </a:pPr>
            <a:r>
              <a:rPr lang="en-US">
                <a:solidFill>
                  <a:srgbClr val="0000CC"/>
                </a:solidFill>
              </a:rPr>
              <a:t>Replacement of a statement with another</a:t>
            </a:r>
            <a:endParaRPr/>
          </a:p>
          <a:p>
            <a:pPr indent="-192903" lvl="2" marL="935626" rtl="0" algn="l">
              <a:lnSpc>
                <a:spcPct val="110000"/>
              </a:lnSpc>
              <a:spcBef>
                <a:spcPts val="816"/>
              </a:spcBef>
              <a:spcAft>
                <a:spcPts val="0"/>
              </a:spcAft>
              <a:buSzPts val="1125"/>
              <a:buNone/>
            </a:pPr>
            <a:r>
              <a:rPr b="1" lang="en-US" sz="2500"/>
              <a:t>	eg.  </a:t>
            </a:r>
            <a:r>
              <a:rPr b="1" lang="en-US">
                <a:solidFill>
                  <a:srgbClr val="0000CC"/>
                </a:solidFill>
              </a:rPr>
              <a:t>==</a:t>
            </a:r>
            <a:r>
              <a:rPr b="1" lang="en-US" sz="2500"/>
              <a:t> </a:t>
            </a:r>
            <a:r>
              <a:rPr lang="en-US" sz="2500"/>
              <a:t>and</a:t>
            </a:r>
            <a:r>
              <a:rPr b="1" lang="en-US" sz="2500"/>
              <a:t> </a:t>
            </a:r>
            <a:r>
              <a:rPr b="1" lang="en-US">
                <a:solidFill>
                  <a:srgbClr val="0000CC"/>
                </a:solidFill>
              </a:rPr>
              <a:t>&gt;=</a:t>
            </a:r>
            <a:r>
              <a:rPr b="1" lang="en-US" sz="2500"/>
              <a:t>, </a:t>
            </a:r>
            <a:r>
              <a:rPr b="1" lang="en-US">
                <a:solidFill>
                  <a:srgbClr val="0000CC"/>
                </a:solidFill>
              </a:rPr>
              <a:t>&lt;</a:t>
            </a:r>
            <a:r>
              <a:rPr b="1" lang="en-US" sz="2500"/>
              <a:t> </a:t>
            </a:r>
            <a:r>
              <a:rPr lang="en-US" sz="2500"/>
              <a:t>and</a:t>
            </a:r>
            <a:r>
              <a:rPr b="1" lang="en-US" sz="2500"/>
              <a:t> </a:t>
            </a:r>
            <a:r>
              <a:rPr b="1" lang="en-US">
                <a:solidFill>
                  <a:srgbClr val="0000CC"/>
                </a:solidFill>
              </a:rPr>
              <a:t>&lt;=</a:t>
            </a:r>
            <a:endParaRPr/>
          </a:p>
          <a:p>
            <a:pPr indent="-192903" lvl="2" marL="935626" rtl="0" algn="l">
              <a:lnSpc>
                <a:spcPct val="110000"/>
              </a:lnSpc>
              <a:spcBef>
                <a:spcPts val="816"/>
              </a:spcBef>
              <a:spcAft>
                <a:spcPts val="0"/>
              </a:spcAft>
              <a:buSzPts val="990"/>
              <a:buChar char="●"/>
            </a:pPr>
            <a:r>
              <a:rPr lang="en-US"/>
              <a:t>Replacement of </a:t>
            </a:r>
            <a:r>
              <a:rPr lang="en-US">
                <a:solidFill>
                  <a:srgbClr val="004080"/>
                </a:solidFill>
              </a:rPr>
              <a:t>boolean expressions</a:t>
            </a:r>
            <a:r>
              <a:rPr lang="en-US"/>
              <a:t> with </a:t>
            </a:r>
            <a:r>
              <a:rPr i="1" lang="en-US"/>
              <a:t>true</a:t>
            </a:r>
            <a:r>
              <a:rPr lang="en-US"/>
              <a:t> or </a:t>
            </a:r>
            <a:r>
              <a:rPr i="1" lang="en-US"/>
              <a:t>false   </a:t>
            </a:r>
            <a:r>
              <a:rPr lang="en-US" sz="2500"/>
              <a:t>eg.  </a:t>
            </a:r>
            <a:r>
              <a:rPr b="1" lang="en-US" sz="2500">
                <a:solidFill>
                  <a:srgbClr val="0000CC"/>
                </a:solidFill>
              </a:rPr>
              <a:t>a || b </a:t>
            </a:r>
            <a:r>
              <a:rPr lang="en-US" sz="2500"/>
              <a:t>with </a:t>
            </a:r>
            <a:r>
              <a:rPr b="1" i="1" lang="en-US" sz="2500">
                <a:solidFill>
                  <a:srgbClr val="0000CC"/>
                </a:solidFill>
              </a:rPr>
              <a:t>true</a:t>
            </a:r>
            <a:endParaRPr b="1">
              <a:solidFill>
                <a:srgbClr val="0000CC"/>
              </a:solidFill>
            </a:endParaRPr>
          </a:p>
          <a:p>
            <a:pPr indent="-287914" lvl="0" marL="466375" rtl="0" algn="l">
              <a:lnSpc>
                <a:spcPct val="110000"/>
              </a:lnSpc>
              <a:spcBef>
                <a:spcPts val="816"/>
              </a:spcBef>
              <a:spcAft>
                <a:spcPts val="0"/>
              </a:spcAft>
              <a:buSzPts val="1125"/>
              <a:buChar char="●"/>
            </a:pPr>
            <a:r>
              <a:rPr lang="en-US" sz="2500">
                <a:solidFill>
                  <a:srgbClr val="0000CC"/>
                </a:solidFill>
              </a:rPr>
              <a:t>Replacement of arithmetic</a:t>
            </a:r>
            <a:endParaRPr/>
          </a:p>
          <a:p>
            <a:pPr indent="-257683" lvl="1" marL="774491" rtl="0" algn="l">
              <a:lnSpc>
                <a:spcPct val="110000"/>
              </a:lnSpc>
              <a:spcBef>
                <a:spcPts val="816"/>
              </a:spcBef>
              <a:spcAft>
                <a:spcPts val="0"/>
              </a:spcAft>
              <a:buSzPts val="2175"/>
              <a:buNone/>
            </a:pPr>
            <a:r>
              <a:rPr lang="en-US" sz="2900"/>
              <a:t>	eg.  </a:t>
            </a:r>
            <a:r>
              <a:rPr lang="en-US" sz="2900">
                <a:solidFill>
                  <a:srgbClr val="0000CC"/>
                </a:solidFill>
              </a:rPr>
              <a:t>*</a:t>
            </a:r>
            <a:r>
              <a:rPr lang="en-US" sz="2900"/>
              <a:t> and </a:t>
            </a:r>
            <a:r>
              <a:rPr lang="en-US" sz="2900">
                <a:solidFill>
                  <a:srgbClr val="0000CC"/>
                </a:solidFill>
              </a:rPr>
              <a:t>+, /</a:t>
            </a:r>
            <a:r>
              <a:rPr lang="en-US" sz="2900"/>
              <a:t> and </a:t>
            </a:r>
            <a:r>
              <a:rPr lang="en-US" sz="2900">
                <a:solidFill>
                  <a:srgbClr val="0000CC"/>
                </a:solidFill>
              </a:rPr>
              <a:t>-</a:t>
            </a:r>
            <a:endParaRPr/>
          </a:p>
          <a:p>
            <a:pPr indent="-287914" lvl="0" marL="466375" rtl="0" algn="l">
              <a:lnSpc>
                <a:spcPct val="110000"/>
              </a:lnSpc>
              <a:spcBef>
                <a:spcPts val="816"/>
              </a:spcBef>
              <a:spcAft>
                <a:spcPts val="0"/>
              </a:spcAft>
              <a:buSzPts val="1125"/>
              <a:buChar char="●"/>
            </a:pPr>
            <a:r>
              <a:rPr lang="en-US" sz="2500">
                <a:solidFill>
                  <a:srgbClr val="0000CC"/>
                </a:solidFill>
              </a:rPr>
              <a:t>Replacement of a variable</a:t>
            </a:r>
            <a:r>
              <a:rPr lang="en-US" sz="3300">
                <a:solidFill>
                  <a:srgbClr val="0000CC"/>
                </a:solidFill>
              </a:rPr>
              <a:t> </a:t>
            </a:r>
            <a:r>
              <a:rPr lang="en-US" sz="3300"/>
              <a:t>(ensuring same scope/type)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72"/>
          <p:cNvSpPr txBox="1"/>
          <p:nvPr>
            <p:ph idx="4294967295" type="title"/>
          </p:nvPr>
        </p:nvSpPr>
        <p:spPr>
          <a:xfrm>
            <a:off x="1431360" y="-165617"/>
            <a:ext cx="6170400" cy="1330701"/>
          </a:xfrm>
          <a:prstGeom prst="rect">
            <a:avLst/>
          </a:prstGeom>
          <a:noFill/>
          <a:ln>
            <a:noFill/>
          </a:ln>
        </p:spPr>
        <p:txBody>
          <a:bodyPr anchorCtr="0" anchor="ctr" bIns="0" lIns="0" spcFirstLastPara="1" rIns="0" wrap="square" tIns="0">
            <a:noAutofit/>
          </a:bodyPr>
          <a:lstStyle/>
          <a:p>
            <a:pPr indent="0" lvl="0" marL="0" rtl="0" algn="ctr">
              <a:lnSpc>
                <a:spcPct val="88000"/>
              </a:lnSpc>
              <a:spcBef>
                <a:spcPts val="0"/>
              </a:spcBef>
              <a:spcAft>
                <a:spcPts val="0"/>
              </a:spcAft>
              <a:buNone/>
            </a:pPr>
            <a:r>
              <a:rPr b="0" lang="en-US">
                <a:latin typeface="Comic Sans MS"/>
                <a:ea typeface="Comic Sans MS"/>
                <a:cs typeface="Comic Sans MS"/>
                <a:sym typeface="Comic Sans MS"/>
              </a:rPr>
              <a:t>Underlying Hypotheses</a:t>
            </a:r>
            <a:endParaRPr/>
          </a:p>
        </p:txBody>
      </p:sp>
      <p:sp>
        <p:nvSpPr>
          <p:cNvPr id="347" name="Google Shape;347;p72"/>
          <p:cNvSpPr txBox="1"/>
          <p:nvPr>
            <p:ph idx="4294967295" type="body"/>
          </p:nvPr>
        </p:nvSpPr>
        <p:spPr>
          <a:xfrm>
            <a:off x="217440" y="940419"/>
            <a:ext cx="8709120" cy="5322799"/>
          </a:xfrm>
          <a:prstGeom prst="rect">
            <a:avLst/>
          </a:prstGeom>
          <a:noFill/>
          <a:ln>
            <a:noFill/>
          </a:ln>
        </p:spPr>
        <p:txBody>
          <a:bodyPr anchorCtr="0" anchor="t" bIns="0" lIns="0" spcFirstLastPara="1" rIns="0" wrap="square" tIns="0">
            <a:noAutofit/>
          </a:bodyPr>
          <a:lstStyle/>
          <a:p>
            <a:pPr indent="-288004" lvl="0" marL="466519" rtl="0" algn="l">
              <a:lnSpc>
                <a:spcPct val="120000"/>
              </a:lnSpc>
              <a:spcBef>
                <a:spcPts val="0"/>
              </a:spcBef>
              <a:spcAft>
                <a:spcPts val="0"/>
              </a:spcAft>
              <a:buSzPts val="1620"/>
              <a:buChar char="●"/>
            </a:pPr>
            <a:r>
              <a:rPr lang="en-US" sz="3600"/>
              <a:t>Mutation testing is based on the following two hypotheses:</a:t>
            </a:r>
            <a:endParaRPr/>
          </a:p>
          <a:p>
            <a:pPr indent="-257764" lvl="1" marL="701218" rtl="0" algn="l">
              <a:lnSpc>
                <a:spcPct val="120000"/>
              </a:lnSpc>
              <a:spcBef>
                <a:spcPts val="1814"/>
              </a:spcBef>
              <a:spcAft>
                <a:spcPts val="0"/>
              </a:spcAft>
              <a:buSzPts val="2475"/>
              <a:buChar char="−"/>
            </a:pPr>
            <a:r>
              <a:rPr b="1" lang="en-US" sz="3300">
                <a:solidFill>
                  <a:srgbClr val="0000CC"/>
                </a:solidFill>
              </a:rPr>
              <a:t>The Competent Programmer Hypothesis</a:t>
            </a:r>
            <a:endParaRPr/>
          </a:p>
          <a:p>
            <a:pPr indent="-257764" lvl="1" marL="701218" rtl="0" algn="l">
              <a:lnSpc>
                <a:spcPct val="120000"/>
              </a:lnSpc>
              <a:spcBef>
                <a:spcPts val="1814"/>
              </a:spcBef>
              <a:spcAft>
                <a:spcPts val="0"/>
              </a:spcAft>
              <a:buSzPts val="2475"/>
              <a:buChar char="−"/>
            </a:pPr>
            <a:r>
              <a:rPr b="1" lang="en-US" sz="3300">
                <a:solidFill>
                  <a:srgbClr val="0000CC"/>
                </a:solidFill>
              </a:rPr>
              <a:t>The Coupling Effect</a:t>
            </a:r>
            <a:endParaRPr/>
          </a:p>
          <a:p>
            <a:pPr indent="-192963" lvl="2" marL="1166417" rtl="0" algn="l">
              <a:lnSpc>
                <a:spcPct val="120000"/>
              </a:lnSpc>
              <a:spcBef>
                <a:spcPts val="1814"/>
              </a:spcBef>
              <a:spcAft>
                <a:spcPts val="0"/>
              </a:spcAft>
              <a:buSzPts val="1305"/>
              <a:buNone/>
            </a:pPr>
            <a:r>
              <a:rPr lang="en-US" sz="2900">
                <a:solidFill>
                  <a:srgbClr val="FF0000"/>
                </a:solidFill>
              </a:rPr>
              <a:t>Both of these were proposed by DeMillo </a:t>
            </a:r>
            <a:r>
              <a:rPr i="1" lang="en-US" sz="2900">
                <a:solidFill>
                  <a:srgbClr val="FF0000"/>
                </a:solidFill>
              </a:rPr>
              <a:t>et al.</a:t>
            </a:r>
            <a:r>
              <a:rPr lang="en-US" sz="2900">
                <a:solidFill>
                  <a:srgbClr val="FF0000"/>
                </a:solidFill>
              </a:rPr>
              <a:t>,1978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73"/>
          <p:cNvSpPr txBox="1"/>
          <p:nvPr>
            <p:ph idx="4294967295" type="title"/>
          </p:nvPr>
        </p:nvSpPr>
        <p:spPr>
          <a:xfrm>
            <a:off x="313841" y="152400"/>
            <a:ext cx="8839200" cy="1085362"/>
          </a:xfrm>
          <a:prstGeom prst="rect">
            <a:avLst/>
          </a:prstGeom>
          <a:noFill/>
          <a:ln>
            <a:noFill/>
          </a:ln>
        </p:spPr>
        <p:txBody>
          <a:bodyPr anchorCtr="0" anchor="ctr" bIns="0" lIns="0" spcFirstLastPara="1" rIns="0" wrap="square" tIns="0">
            <a:noAutofit/>
          </a:bodyPr>
          <a:lstStyle/>
          <a:p>
            <a:pPr indent="0" lvl="0" marL="0" rtl="0" algn="ctr">
              <a:lnSpc>
                <a:spcPct val="88000"/>
              </a:lnSpc>
              <a:spcBef>
                <a:spcPts val="0"/>
              </a:spcBef>
              <a:spcAft>
                <a:spcPts val="0"/>
              </a:spcAft>
              <a:buNone/>
            </a:pPr>
            <a:r>
              <a:rPr b="0" lang="en-US">
                <a:latin typeface="Comic Sans MS"/>
                <a:ea typeface="Comic Sans MS"/>
                <a:cs typeface="Comic Sans MS"/>
                <a:sym typeface="Comic Sans MS"/>
              </a:rPr>
              <a:t>The Competent Programmer Hypothesis</a:t>
            </a:r>
            <a:br>
              <a:rPr lang="en-US" sz="2700"/>
            </a:br>
            <a:endParaRPr sz="2700"/>
          </a:p>
        </p:txBody>
      </p:sp>
      <p:sp>
        <p:nvSpPr>
          <p:cNvPr id="353" name="Google Shape;353;p73"/>
          <p:cNvSpPr txBox="1"/>
          <p:nvPr>
            <p:ph idx="4294967295" type="body"/>
          </p:nvPr>
        </p:nvSpPr>
        <p:spPr>
          <a:xfrm>
            <a:off x="381000" y="1447800"/>
            <a:ext cx="8570880" cy="5648273"/>
          </a:xfrm>
          <a:prstGeom prst="rect">
            <a:avLst/>
          </a:prstGeom>
          <a:noFill/>
          <a:ln>
            <a:noFill/>
          </a:ln>
        </p:spPr>
        <p:txBody>
          <a:bodyPr anchorCtr="0" anchor="t" bIns="0" lIns="0" spcFirstLastPara="1" rIns="0" wrap="square" tIns="0">
            <a:noAutofit/>
          </a:bodyPr>
          <a:lstStyle/>
          <a:p>
            <a:pPr indent="-288003" lvl="0" marL="466519" rtl="0" algn="l">
              <a:lnSpc>
                <a:spcPct val="125000"/>
              </a:lnSpc>
              <a:spcBef>
                <a:spcPts val="0"/>
              </a:spcBef>
              <a:spcAft>
                <a:spcPts val="0"/>
              </a:spcAft>
              <a:buSzPts val="1485"/>
              <a:buChar char="●"/>
            </a:pPr>
            <a:r>
              <a:rPr lang="en-US" sz="3300">
                <a:solidFill>
                  <a:srgbClr val="0000CC"/>
                </a:solidFill>
              </a:rPr>
              <a:t>Programmers create programs that are close to being correct:</a:t>
            </a:r>
            <a:endParaRPr/>
          </a:p>
          <a:p>
            <a:pPr indent="-154067" lvl="2" marL="776091" rtl="0" algn="l">
              <a:lnSpc>
                <a:spcPct val="125000"/>
              </a:lnSpc>
              <a:spcBef>
                <a:spcPts val="2257"/>
              </a:spcBef>
              <a:spcAft>
                <a:spcPts val="0"/>
              </a:spcAft>
              <a:buSzPts val="1305"/>
              <a:buChar char="●"/>
            </a:pPr>
            <a:r>
              <a:rPr lang="en-US" sz="2900"/>
              <a:t>Differ from the correct program by some simple errors.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74"/>
          <p:cNvSpPr txBox="1"/>
          <p:nvPr>
            <p:ph idx="4294967295" type="title"/>
          </p:nvPr>
        </p:nvSpPr>
        <p:spPr>
          <a:xfrm>
            <a:off x="1530720" y="27364"/>
            <a:ext cx="5823360" cy="679751"/>
          </a:xfrm>
          <a:prstGeom prst="rect">
            <a:avLst/>
          </a:prstGeom>
          <a:noFill/>
          <a:ln>
            <a:noFill/>
          </a:ln>
        </p:spPr>
        <p:txBody>
          <a:bodyPr anchorCtr="0" anchor="ctr" bIns="0" lIns="0" spcFirstLastPara="1" rIns="0" wrap="square" tIns="0">
            <a:noAutofit/>
          </a:bodyPr>
          <a:lstStyle/>
          <a:p>
            <a:pPr indent="0" lvl="0" marL="0" rtl="0" algn="ctr">
              <a:lnSpc>
                <a:spcPct val="88000"/>
              </a:lnSpc>
              <a:spcBef>
                <a:spcPts val="0"/>
              </a:spcBef>
              <a:spcAft>
                <a:spcPts val="0"/>
              </a:spcAft>
              <a:buNone/>
            </a:pPr>
            <a:r>
              <a:rPr b="0" lang="en-US">
                <a:latin typeface="Comic Sans MS"/>
                <a:ea typeface="Comic Sans MS"/>
                <a:cs typeface="Comic Sans MS"/>
                <a:sym typeface="Comic Sans MS"/>
              </a:rPr>
              <a:t>The Coupling Effect</a:t>
            </a:r>
            <a:endParaRPr/>
          </a:p>
        </p:txBody>
      </p:sp>
      <p:sp>
        <p:nvSpPr>
          <p:cNvPr id="359" name="Google Shape;359;p74"/>
          <p:cNvSpPr txBox="1"/>
          <p:nvPr>
            <p:ph idx="4294967295" type="body"/>
          </p:nvPr>
        </p:nvSpPr>
        <p:spPr>
          <a:xfrm>
            <a:off x="148321" y="1009546"/>
            <a:ext cx="8537760" cy="4687692"/>
          </a:xfrm>
          <a:prstGeom prst="rect">
            <a:avLst/>
          </a:prstGeom>
          <a:noFill/>
          <a:ln>
            <a:noFill/>
          </a:ln>
        </p:spPr>
        <p:txBody>
          <a:bodyPr anchorCtr="0" anchor="t" bIns="0" lIns="0" spcFirstLastPara="1" rIns="0" wrap="square" tIns="0">
            <a:noAutofit/>
          </a:bodyPr>
          <a:lstStyle/>
          <a:p>
            <a:pPr indent="-288004" lvl="0" marL="466519" rtl="0" algn="l">
              <a:lnSpc>
                <a:spcPct val="135000"/>
              </a:lnSpc>
              <a:spcBef>
                <a:spcPts val="0"/>
              </a:spcBef>
              <a:spcAft>
                <a:spcPts val="0"/>
              </a:spcAft>
              <a:buSzPts val="1350"/>
              <a:buChar char="●"/>
            </a:pPr>
            <a:r>
              <a:rPr b="1" lang="en-US" sz="3000">
                <a:solidFill>
                  <a:srgbClr val="0000CC"/>
                </a:solidFill>
              </a:rPr>
              <a:t>Complex errors are caused due to several simple errors.</a:t>
            </a:r>
            <a:endParaRPr/>
          </a:p>
          <a:p>
            <a:pPr indent="-288004" lvl="0" marL="466519" rtl="0" algn="l">
              <a:lnSpc>
                <a:spcPct val="135000"/>
              </a:lnSpc>
              <a:spcBef>
                <a:spcPts val="2165"/>
              </a:spcBef>
              <a:spcAft>
                <a:spcPts val="0"/>
              </a:spcAft>
              <a:buSzPts val="1350"/>
              <a:buChar char="●"/>
            </a:pPr>
            <a:r>
              <a:rPr lang="en-US" sz="3000"/>
              <a:t>It therefore suffices to check for the presence of the simple errors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75"/>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Types of mutants</a:t>
            </a:r>
            <a:endParaRPr sz="4000">
              <a:latin typeface="Comic Sans MS"/>
              <a:ea typeface="Comic Sans MS"/>
              <a:cs typeface="Comic Sans MS"/>
              <a:sym typeface="Comic Sans MS"/>
            </a:endParaRPr>
          </a:p>
        </p:txBody>
      </p:sp>
      <p:sp>
        <p:nvSpPr>
          <p:cNvPr id="365" name="Google Shape;365;p75"/>
          <p:cNvSpPr txBox="1"/>
          <p:nvPr>
            <p:ph idx="1" type="body"/>
          </p:nvPr>
        </p:nvSpPr>
        <p:spPr>
          <a:xfrm>
            <a:off x="533400" y="1219200"/>
            <a:ext cx="8229600" cy="5029200"/>
          </a:xfrm>
          <a:prstGeom prst="rect">
            <a:avLst/>
          </a:prstGeom>
          <a:noFill/>
          <a:ln>
            <a:noFill/>
          </a:ln>
        </p:spPr>
        <p:txBody>
          <a:bodyPr anchorCtr="0" anchor="t" bIns="45700" lIns="91400" spcFirstLastPara="1" rIns="91400" wrap="square" tIns="45700">
            <a:normAutofit/>
          </a:bodyPr>
          <a:lstStyle/>
          <a:p>
            <a:pPr indent="-114158" lvl="0" marL="342758" rtl="0" algn="just">
              <a:spcBef>
                <a:spcPts val="0"/>
              </a:spcBef>
              <a:spcAft>
                <a:spcPts val="0"/>
              </a:spcAft>
              <a:buClr>
                <a:schemeClr val="dk1"/>
              </a:buClr>
              <a:buSzPts val="3600"/>
              <a:buNone/>
            </a:pPr>
            <a:r>
              <a:t/>
            </a:r>
            <a:endParaRPr sz="3600">
              <a:latin typeface="Comic Sans MS"/>
              <a:ea typeface="Comic Sans MS"/>
              <a:cs typeface="Comic Sans MS"/>
              <a:sym typeface="Comic Sans MS"/>
            </a:endParaRPr>
          </a:p>
          <a:p>
            <a:pPr indent="-342758" lvl="0" marL="342758" rtl="0" algn="just">
              <a:spcBef>
                <a:spcPts val="720"/>
              </a:spcBef>
              <a:spcAft>
                <a:spcPts val="0"/>
              </a:spcAft>
              <a:buClr>
                <a:srgbClr val="7030A0"/>
              </a:buClr>
              <a:buSzPts val="3600"/>
              <a:buChar char="•"/>
            </a:pPr>
            <a:r>
              <a:rPr lang="en-US" sz="3600">
                <a:solidFill>
                  <a:srgbClr val="7030A0"/>
                </a:solidFill>
                <a:latin typeface="Comic Sans MS"/>
                <a:ea typeface="Comic Sans MS"/>
                <a:cs typeface="Comic Sans MS"/>
                <a:sym typeface="Comic Sans MS"/>
              </a:rPr>
              <a:t>Primary Mutant</a:t>
            </a:r>
            <a:endParaRPr/>
          </a:p>
          <a:p>
            <a:pPr indent="0" lvl="0" marL="0" rtl="0" algn="just">
              <a:spcBef>
                <a:spcPts val="720"/>
              </a:spcBef>
              <a:spcAft>
                <a:spcPts val="0"/>
              </a:spcAft>
              <a:buClr>
                <a:schemeClr val="dk1"/>
              </a:buClr>
              <a:buSzPts val="3600"/>
              <a:buNone/>
            </a:pPr>
            <a:r>
              <a:t/>
            </a:r>
            <a:endParaRPr sz="3600">
              <a:latin typeface="Comic Sans MS"/>
              <a:ea typeface="Comic Sans MS"/>
              <a:cs typeface="Comic Sans MS"/>
              <a:sym typeface="Comic Sans MS"/>
            </a:endParaRPr>
          </a:p>
          <a:p>
            <a:pPr indent="-342758" lvl="0" marL="342758" rtl="0" algn="just">
              <a:spcBef>
                <a:spcPts val="720"/>
              </a:spcBef>
              <a:spcAft>
                <a:spcPts val="0"/>
              </a:spcAft>
              <a:buClr>
                <a:srgbClr val="7030A0"/>
              </a:buClr>
              <a:buSzPts val="3600"/>
              <a:buChar char="•"/>
            </a:pPr>
            <a:r>
              <a:rPr lang="en-US" sz="3600">
                <a:solidFill>
                  <a:srgbClr val="7030A0"/>
                </a:solidFill>
                <a:latin typeface="Comic Sans MS"/>
                <a:ea typeface="Comic Sans MS"/>
                <a:cs typeface="Comic Sans MS"/>
                <a:sym typeface="Comic Sans MS"/>
              </a:rPr>
              <a:t>Secondary Mutant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76"/>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rgbClr val="000000"/>
              </a:buClr>
              <a:buSzPts val="4000"/>
              <a:buFont typeface="Comic Sans MS"/>
              <a:buNone/>
            </a:pPr>
            <a:r>
              <a:rPr lang="en-US" sz="4000">
                <a:solidFill>
                  <a:srgbClr val="000000"/>
                </a:solidFill>
                <a:latin typeface="Comic Sans MS"/>
                <a:ea typeface="Comic Sans MS"/>
                <a:cs typeface="Comic Sans MS"/>
                <a:sym typeface="Comic Sans MS"/>
              </a:rPr>
              <a:t>Primary Mutant</a:t>
            </a:r>
            <a:endParaRPr sz="4000">
              <a:latin typeface="Comic Sans MS"/>
              <a:ea typeface="Comic Sans MS"/>
              <a:cs typeface="Comic Sans MS"/>
              <a:sym typeface="Comic Sans MS"/>
            </a:endParaRPr>
          </a:p>
        </p:txBody>
      </p:sp>
      <p:sp>
        <p:nvSpPr>
          <p:cNvPr id="371" name="Google Shape;371;p76"/>
          <p:cNvSpPr txBox="1"/>
          <p:nvPr>
            <p:ph idx="1" type="body"/>
          </p:nvPr>
        </p:nvSpPr>
        <p:spPr>
          <a:xfrm>
            <a:off x="533400" y="1371601"/>
            <a:ext cx="8229600" cy="5638800"/>
          </a:xfrm>
          <a:prstGeom prst="rect">
            <a:avLst/>
          </a:prstGeom>
          <a:noFill/>
          <a:ln>
            <a:noFill/>
          </a:ln>
        </p:spPr>
        <p:txBody>
          <a:bodyPr anchorCtr="0" anchor="t" bIns="45700" lIns="91400" spcFirstLastPara="1" rIns="91400" wrap="square" tIns="45700">
            <a:normAutofit fontScale="92500" lnSpcReduction="20000"/>
          </a:bodyPr>
          <a:lstStyle/>
          <a:p>
            <a:pPr indent="0" lvl="0" marL="0" rtl="0" algn="just">
              <a:spcBef>
                <a:spcPts val="0"/>
              </a:spcBef>
              <a:spcAft>
                <a:spcPts val="0"/>
              </a:spcAft>
              <a:buClr>
                <a:schemeClr val="dk1"/>
              </a:buClr>
              <a:buSzPct val="100000"/>
              <a:buNone/>
            </a:pPr>
            <a:r>
              <a:rPr lang="en-US" sz="3500">
                <a:latin typeface="Comic Sans MS"/>
                <a:ea typeface="Comic Sans MS"/>
                <a:cs typeface="Comic Sans MS"/>
                <a:sym typeface="Comic Sans MS"/>
              </a:rPr>
              <a:t>When the mutants are </a:t>
            </a:r>
            <a:r>
              <a:rPr lang="en-US" sz="3500">
                <a:solidFill>
                  <a:srgbClr val="FF0000"/>
                </a:solidFill>
                <a:latin typeface="Comic Sans MS"/>
                <a:ea typeface="Comic Sans MS"/>
                <a:cs typeface="Comic Sans MS"/>
                <a:sym typeface="Comic Sans MS"/>
              </a:rPr>
              <a:t>single modification </a:t>
            </a:r>
            <a:r>
              <a:rPr lang="en-US" sz="3500">
                <a:latin typeface="Comic Sans MS"/>
                <a:ea typeface="Comic Sans MS"/>
                <a:cs typeface="Comic Sans MS"/>
                <a:sym typeface="Comic Sans MS"/>
              </a:rPr>
              <a:t>of the initial program using some operators, they are called </a:t>
            </a:r>
            <a:r>
              <a:rPr lang="en-US" sz="3500">
                <a:solidFill>
                  <a:srgbClr val="00B0F0"/>
                </a:solidFill>
                <a:latin typeface="Comic Sans MS"/>
                <a:ea typeface="Comic Sans MS"/>
                <a:cs typeface="Comic Sans MS"/>
                <a:sym typeface="Comic Sans MS"/>
              </a:rPr>
              <a:t>primary mutants</a:t>
            </a:r>
            <a:r>
              <a:rPr lang="en-US" sz="3500">
                <a:latin typeface="Comic Sans MS"/>
                <a:ea typeface="Comic Sans MS"/>
                <a:cs typeface="Comic Sans MS"/>
                <a:sym typeface="Comic Sans MS"/>
              </a:rPr>
              <a:t>.</a:t>
            </a:r>
            <a:endParaRPr/>
          </a:p>
          <a:p>
            <a:pPr indent="0" lvl="0" marL="0" rtl="0" algn="just">
              <a:spcBef>
                <a:spcPts val="592"/>
              </a:spcBef>
              <a:spcAft>
                <a:spcPts val="0"/>
              </a:spcAft>
              <a:buClr>
                <a:schemeClr val="dk1"/>
              </a:buClr>
              <a:buSzPct val="228571"/>
              <a:buNone/>
            </a:pPr>
            <a:r>
              <a:rPr lang="en-US">
                <a:latin typeface="Comic Sans MS"/>
                <a:ea typeface="Comic Sans MS"/>
                <a:cs typeface="Comic Sans MS"/>
                <a:sym typeface="Comic Sans MS"/>
              </a:rPr>
              <a:t> </a:t>
            </a:r>
            <a:r>
              <a:rPr lang="en-US">
                <a:solidFill>
                  <a:srgbClr val="00B050"/>
                </a:solidFill>
                <a:latin typeface="Comic Sans MS"/>
                <a:ea typeface="Comic Sans MS"/>
                <a:cs typeface="Comic Sans MS"/>
                <a:sym typeface="Comic Sans MS"/>
              </a:rPr>
              <a:t>Example   </a:t>
            </a:r>
            <a:r>
              <a:rPr lang="en-US">
                <a:latin typeface="Comic Sans MS"/>
                <a:ea typeface="Comic Sans MS"/>
                <a:cs typeface="Comic Sans MS"/>
                <a:sym typeface="Comic Sans MS"/>
              </a:rPr>
              <a:t>    </a:t>
            </a:r>
            <a:endParaRPr sz="1400">
              <a:latin typeface="Comic Sans MS"/>
              <a:ea typeface="Comic Sans MS"/>
              <a:cs typeface="Comic Sans MS"/>
              <a:sym typeface="Comic Sans MS"/>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       if(a&gt;b)</a:t>
            </a:r>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               x=x + y;</a:t>
            </a:r>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      else</a:t>
            </a:r>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                x = y;</a:t>
            </a:r>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      Printf(“%d”, x);</a:t>
            </a:r>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       ……</a:t>
            </a:r>
            <a:endParaRPr/>
          </a:p>
          <a:p>
            <a:pPr indent="-342758" lvl="0" marL="342758" rtl="0" algn="l">
              <a:spcBef>
                <a:spcPts val="351"/>
              </a:spcBef>
              <a:spcAft>
                <a:spcPts val="0"/>
              </a:spcAft>
              <a:buClr>
                <a:schemeClr val="dk1"/>
              </a:buClr>
              <a:buSzPct val="100000"/>
              <a:buNone/>
            </a:pPr>
            <a:r>
              <a:t/>
            </a:r>
            <a:endParaRPr sz="1900">
              <a:latin typeface="Comic Sans MS"/>
              <a:ea typeface="Comic Sans MS"/>
              <a:cs typeface="Comic Sans MS"/>
              <a:sym typeface="Comic Sans MS"/>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We can consider following mutant for this example;</a:t>
            </a:r>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M1:   x=x-y;</a:t>
            </a:r>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M2:   x=x/y;</a:t>
            </a:r>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M3:  x=x+1;</a:t>
            </a:r>
            <a:endParaRPr/>
          </a:p>
          <a:p>
            <a:pPr indent="-342758" lvl="0" marL="342758" rtl="0" algn="l">
              <a:spcBef>
                <a:spcPts val="351"/>
              </a:spcBef>
              <a:spcAft>
                <a:spcPts val="0"/>
              </a:spcAft>
              <a:buClr>
                <a:schemeClr val="dk1"/>
              </a:buClr>
              <a:buSzPct val="100000"/>
              <a:buNone/>
            </a:pPr>
            <a:r>
              <a:rPr lang="en-US" sz="1900">
                <a:latin typeface="Comic Sans MS"/>
                <a:ea typeface="Comic Sans MS"/>
                <a:cs typeface="Comic Sans MS"/>
                <a:sym typeface="Comic Sans MS"/>
              </a:rPr>
              <a:t>M4:  printf(“%d”, 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77"/>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Example   cont …</a:t>
            </a:r>
            <a:endParaRPr sz="4000">
              <a:latin typeface="Comic Sans MS"/>
              <a:ea typeface="Comic Sans MS"/>
              <a:cs typeface="Comic Sans MS"/>
              <a:sym typeface="Comic Sans MS"/>
            </a:endParaRPr>
          </a:p>
        </p:txBody>
      </p:sp>
      <p:graphicFrame>
        <p:nvGraphicFramePr>
          <p:cNvPr id="377" name="Google Shape;377;p77"/>
          <p:cNvGraphicFramePr/>
          <p:nvPr/>
        </p:nvGraphicFramePr>
        <p:xfrm>
          <a:off x="609600" y="2151162"/>
          <a:ext cx="3000000" cy="3000000"/>
        </p:xfrm>
        <a:graphic>
          <a:graphicData uri="http://schemas.openxmlformats.org/drawingml/2006/table">
            <a:tbl>
              <a:tblPr bandRow="1" firstRow="1">
                <a:noFill/>
                <a:tableStyleId>{93D892F7-B8D9-46BC-A00A-1D050828D0BE}</a:tableStyleId>
              </a:tblPr>
              <a:tblGrid>
                <a:gridCol w="1645925"/>
                <a:gridCol w="1645925"/>
                <a:gridCol w="1645925"/>
                <a:gridCol w="1645925"/>
                <a:gridCol w="1645925"/>
              </a:tblGrid>
              <a:tr h="644450">
                <a:tc>
                  <a:txBody>
                    <a:bodyPr/>
                    <a:lstStyle/>
                    <a:p>
                      <a:pPr indent="0" lvl="0" marL="0" marR="0" rtl="0" algn="l">
                        <a:spcBef>
                          <a:spcPts val="0"/>
                        </a:spcBef>
                        <a:spcAft>
                          <a:spcPts val="0"/>
                        </a:spcAft>
                        <a:buNone/>
                      </a:pPr>
                      <a:r>
                        <a:rPr lang="en-US" sz="1800" u="none" cap="none" strike="noStrike"/>
                        <a:t>Test Data</a:t>
                      </a:r>
                      <a:endParaRPr sz="1800"/>
                    </a:p>
                  </a:txBody>
                  <a:tcPr marT="45725" marB="45725" marR="91450" marL="91450"/>
                </a:tc>
                <a:tc>
                  <a:txBody>
                    <a:bodyPr/>
                    <a:lstStyle/>
                    <a:p>
                      <a:pPr indent="0" lvl="0" marL="0" marR="0" rtl="0" algn="l">
                        <a:spcBef>
                          <a:spcPts val="0"/>
                        </a:spcBef>
                        <a:spcAft>
                          <a:spcPts val="0"/>
                        </a:spcAft>
                        <a:buNone/>
                      </a:pPr>
                      <a:r>
                        <a:rPr lang="en-US" sz="1800"/>
                        <a:t>x</a:t>
                      </a:r>
                      <a:endParaRPr sz="1800"/>
                    </a:p>
                  </a:txBody>
                  <a:tcPr marT="45725" marB="45725" marR="91450" marL="91450"/>
                </a:tc>
                <a:tc>
                  <a:txBody>
                    <a:bodyPr/>
                    <a:lstStyle/>
                    <a:p>
                      <a:pPr indent="0" lvl="0" marL="0" marR="0" rtl="0" algn="l">
                        <a:spcBef>
                          <a:spcPts val="0"/>
                        </a:spcBef>
                        <a:spcAft>
                          <a:spcPts val="0"/>
                        </a:spcAft>
                        <a:buNone/>
                      </a:pPr>
                      <a:r>
                        <a:rPr lang="en-US" sz="1800"/>
                        <a:t>y</a:t>
                      </a:r>
                      <a:endParaRPr sz="1800"/>
                    </a:p>
                  </a:txBody>
                  <a:tcPr marT="45725" marB="45725" marR="91450" marL="91450"/>
                </a:tc>
                <a:tc>
                  <a:txBody>
                    <a:bodyPr/>
                    <a:lstStyle/>
                    <a:p>
                      <a:pPr indent="0" lvl="0" marL="0" marR="0" rtl="0" algn="l">
                        <a:spcBef>
                          <a:spcPts val="0"/>
                        </a:spcBef>
                        <a:spcAft>
                          <a:spcPts val="0"/>
                        </a:spcAft>
                        <a:buNone/>
                      </a:pPr>
                      <a:r>
                        <a:rPr lang="en-US" sz="1800"/>
                        <a:t>Initial program result</a:t>
                      </a:r>
                      <a:endParaRPr sz="1800"/>
                    </a:p>
                  </a:txBody>
                  <a:tcPr marT="45725" marB="45725" marR="91450" marL="91450"/>
                </a:tc>
                <a:tc>
                  <a:txBody>
                    <a:bodyPr/>
                    <a:lstStyle/>
                    <a:p>
                      <a:pPr indent="0" lvl="0" marL="0" marR="0" rtl="0" algn="l">
                        <a:spcBef>
                          <a:spcPts val="0"/>
                        </a:spcBef>
                        <a:spcAft>
                          <a:spcPts val="0"/>
                        </a:spcAft>
                        <a:buNone/>
                      </a:pPr>
                      <a:r>
                        <a:rPr lang="en-US" sz="1800"/>
                        <a:t>Mutant Result</a:t>
                      </a:r>
                      <a:endParaRPr sz="1800"/>
                    </a:p>
                  </a:txBody>
                  <a:tcPr marT="45725" marB="45725" marR="91450" marL="91450"/>
                </a:tc>
              </a:tr>
              <a:tr h="370850">
                <a:tc>
                  <a:txBody>
                    <a:bodyPr/>
                    <a:lstStyle/>
                    <a:p>
                      <a:pPr indent="0" lvl="0" marL="0" marR="0" rtl="0" algn="l">
                        <a:spcBef>
                          <a:spcPts val="0"/>
                        </a:spcBef>
                        <a:spcAft>
                          <a:spcPts val="0"/>
                        </a:spcAft>
                        <a:buNone/>
                      </a:pPr>
                      <a:r>
                        <a:rPr lang="en-US" sz="1800"/>
                        <a:t>TD1</a:t>
                      </a:r>
                      <a:endParaRPr sz="1800"/>
                    </a:p>
                  </a:txBody>
                  <a:tcPr marT="45725" marB="45725" marR="91450" marL="91450"/>
                </a:tc>
                <a:tc>
                  <a:txBody>
                    <a:bodyPr/>
                    <a:lstStyle/>
                    <a:p>
                      <a:pPr indent="0" lvl="0" marL="0" marR="0" rtl="0" algn="l">
                        <a:spcBef>
                          <a:spcPts val="0"/>
                        </a:spcBef>
                        <a:spcAft>
                          <a:spcPts val="0"/>
                        </a:spcAft>
                        <a:buNone/>
                      </a:pPr>
                      <a:r>
                        <a:rPr lang="en-US" sz="1800"/>
                        <a:t>2</a:t>
                      </a:r>
                      <a:endParaRPr sz="1800"/>
                    </a:p>
                  </a:txBody>
                  <a:tcPr marT="45725" marB="45725" marR="91450" marL="91450"/>
                </a:tc>
                <a:tc>
                  <a:txBody>
                    <a:bodyPr/>
                    <a:lstStyle/>
                    <a:p>
                      <a:pPr indent="0" lvl="0" marL="0" marR="0" rtl="0" algn="l">
                        <a:spcBef>
                          <a:spcPts val="0"/>
                        </a:spcBef>
                        <a:spcAft>
                          <a:spcPts val="0"/>
                        </a:spcAft>
                        <a:buNone/>
                      </a:pPr>
                      <a:r>
                        <a:rPr lang="en-US" sz="1800"/>
                        <a:t>2</a:t>
                      </a:r>
                      <a:endParaRPr sz="1800"/>
                    </a:p>
                  </a:txBody>
                  <a:tcPr marT="45725" marB="45725" marR="91450" marL="91450"/>
                </a:tc>
                <a:tc>
                  <a:txBody>
                    <a:bodyPr/>
                    <a:lstStyle/>
                    <a:p>
                      <a:pPr indent="0" lvl="0" marL="0" marR="0" rtl="0" algn="l">
                        <a:spcBef>
                          <a:spcPts val="0"/>
                        </a:spcBef>
                        <a:spcAft>
                          <a:spcPts val="0"/>
                        </a:spcAft>
                        <a:buNone/>
                      </a:pPr>
                      <a:r>
                        <a:rPr lang="en-US" sz="1800"/>
                        <a:t>4</a:t>
                      </a:r>
                      <a:endParaRPr sz="1800"/>
                    </a:p>
                  </a:txBody>
                  <a:tcPr marT="45725" marB="45725" marR="91450" marL="91450"/>
                </a:tc>
                <a:tc>
                  <a:txBody>
                    <a:bodyPr/>
                    <a:lstStyle/>
                    <a:p>
                      <a:pPr indent="0" lvl="0" marL="0" marR="0" rtl="0" algn="l">
                        <a:spcBef>
                          <a:spcPts val="0"/>
                        </a:spcBef>
                        <a:spcAft>
                          <a:spcPts val="0"/>
                        </a:spcAft>
                        <a:buNone/>
                      </a:pPr>
                      <a:r>
                        <a:rPr lang="en-US" sz="1800"/>
                        <a:t>0(M1)</a:t>
                      </a:r>
                      <a:endParaRPr sz="1800"/>
                    </a:p>
                  </a:txBody>
                  <a:tcPr marT="45725" marB="45725" marR="91450" marL="91450"/>
                </a:tc>
              </a:tr>
              <a:tr h="370850">
                <a:tc>
                  <a:txBody>
                    <a:bodyPr/>
                    <a:lstStyle/>
                    <a:p>
                      <a:pPr indent="0" lvl="0" marL="0" marR="0" rtl="0" algn="l">
                        <a:spcBef>
                          <a:spcPts val="0"/>
                        </a:spcBef>
                        <a:spcAft>
                          <a:spcPts val="0"/>
                        </a:spcAft>
                        <a:buNone/>
                      </a:pPr>
                      <a:r>
                        <a:rPr lang="en-US" sz="1800"/>
                        <a:t>TD2(x and y# 0)</a:t>
                      </a:r>
                      <a:endParaRPr sz="1800"/>
                    </a:p>
                  </a:txBody>
                  <a:tcPr marT="45725" marB="45725" marR="91450" marL="91450"/>
                </a:tc>
                <a:tc>
                  <a:txBody>
                    <a:bodyPr/>
                    <a:lstStyle/>
                    <a:p>
                      <a:pPr indent="0" lvl="0" marL="0" marR="0" rtl="0" algn="l">
                        <a:spcBef>
                          <a:spcPts val="0"/>
                        </a:spcBef>
                        <a:spcAft>
                          <a:spcPts val="0"/>
                        </a:spcAft>
                        <a:buNone/>
                      </a:pPr>
                      <a:r>
                        <a:rPr lang="en-US" sz="1800"/>
                        <a:t>4</a:t>
                      </a:r>
                      <a:endParaRPr sz="1800"/>
                    </a:p>
                  </a:txBody>
                  <a:tcPr marT="45725" marB="45725" marR="91450" marL="91450"/>
                </a:tc>
                <a:tc>
                  <a:txBody>
                    <a:bodyPr/>
                    <a:lstStyle/>
                    <a:p>
                      <a:pPr indent="0" lvl="0" marL="0" marR="0" rtl="0" algn="l">
                        <a:spcBef>
                          <a:spcPts val="0"/>
                        </a:spcBef>
                        <a:spcAft>
                          <a:spcPts val="0"/>
                        </a:spcAft>
                        <a:buNone/>
                      </a:pPr>
                      <a:r>
                        <a:rPr lang="en-US" sz="1800"/>
                        <a:t>3</a:t>
                      </a:r>
                      <a:endParaRPr sz="1800"/>
                    </a:p>
                  </a:txBody>
                  <a:tcPr marT="45725" marB="45725" marR="91450" marL="91450"/>
                </a:tc>
                <a:tc>
                  <a:txBody>
                    <a:bodyPr/>
                    <a:lstStyle/>
                    <a:p>
                      <a:pPr indent="0" lvl="0" marL="0" marR="0" rtl="0" algn="l">
                        <a:spcBef>
                          <a:spcPts val="0"/>
                        </a:spcBef>
                        <a:spcAft>
                          <a:spcPts val="0"/>
                        </a:spcAft>
                        <a:buNone/>
                      </a:pPr>
                      <a:r>
                        <a:rPr lang="en-US" sz="1800"/>
                        <a:t>7</a:t>
                      </a:r>
                      <a:endParaRPr sz="1800"/>
                    </a:p>
                  </a:txBody>
                  <a:tcPr marT="45725" marB="45725" marR="91450" marL="91450"/>
                </a:tc>
                <a:tc>
                  <a:txBody>
                    <a:bodyPr/>
                    <a:lstStyle/>
                    <a:p>
                      <a:pPr indent="0" lvl="0" marL="0" marR="0" rtl="0" algn="l">
                        <a:spcBef>
                          <a:spcPts val="0"/>
                        </a:spcBef>
                        <a:spcAft>
                          <a:spcPts val="0"/>
                        </a:spcAft>
                        <a:buNone/>
                      </a:pPr>
                      <a:r>
                        <a:rPr lang="en-US" sz="1800"/>
                        <a:t>1.4(M2)</a:t>
                      </a:r>
                      <a:endParaRPr sz="1800"/>
                    </a:p>
                  </a:txBody>
                  <a:tcPr marT="45725" marB="45725" marR="91450" marL="91450"/>
                </a:tc>
              </a:tr>
              <a:tr h="370850">
                <a:tc>
                  <a:txBody>
                    <a:bodyPr/>
                    <a:lstStyle/>
                    <a:p>
                      <a:pPr indent="0" lvl="0" marL="0" marR="0" rtl="0" algn="l">
                        <a:spcBef>
                          <a:spcPts val="0"/>
                        </a:spcBef>
                        <a:spcAft>
                          <a:spcPts val="0"/>
                        </a:spcAft>
                        <a:buNone/>
                      </a:pPr>
                      <a:r>
                        <a:rPr lang="en-US" sz="1800"/>
                        <a:t>TD3(y #1)</a:t>
                      </a:r>
                      <a:endParaRPr sz="1800"/>
                    </a:p>
                  </a:txBody>
                  <a:tcPr marT="45725" marB="45725" marR="91450" marL="91450"/>
                </a:tc>
                <a:tc>
                  <a:txBody>
                    <a:bodyPr/>
                    <a:lstStyle/>
                    <a:p>
                      <a:pPr indent="0" lvl="0" marL="0" marR="0" rtl="0" algn="l">
                        <a:spcBef>
                          <a:spcPts val="0"/>
                        </a:spcBef>
                        <a:spcAft>
                          <a:spcPts val="0"/>
                        </a:spcAft>
                        <a:buNone/>
                      </a:pPr>
                      <a:r>
                        <a:rPr lang="en-US" sz="1800"/>
                        <a:t>3</a:t>
                      </a:r>
                      <a:endParaRPr sz="1800"/>
                    </a:p>
                  </a:txBody>
                  <a:tcPr marT="45725" marB="45725" marR="91450" marL="91450"/>
                </a:tc>
                <a:tc>
                  <a:txBody>
                    <a:bodyPr/>
                    <a:lstStyle/>
                    <a:p>
                      <a:pPr indent="0" lvl="0" marL="0" marR="0" rtl="0" algn="l">
                        <a:spcBef>
                          <a:spcPts val="0"/>
                        </a:spcBef>
                        <a:spcAft>
                          <a:spcPts val="0"/>
                        </a:spcAft>
                        <a:buNone/>
                      </a:pPr>
                      <a:r>
                        <a:rPr lang="en-US" sz="1800"/>
                        <a:t>2</a:t>
                      </a:r>
                      <a:endParaRPr sz="1800"/>
                    </a:p>
                  </a:txBody>
                  <a:tcPr marT="45725" marB="45725" marR="91450" marL="91450"/>
                </a:tc>
                <a:tc>
                  <a:txBody>
                    <a:bodyPr/>
                    <a:lstStyle/>
                    <a:p>
                      <a:pPr indent="0" lvl="0" marL="0" marR="0" rtl="0" algn="l">
                        <a:spcBef>
                          <a:spcPts val="0"/>
                        </a:spcBef>
                        <a:spcAft>
                          <a:spcPts val="0"/>
                        </a:spcAft>
                        <a:buNone/>
                      </a:pPr>
                      <a:r>
                        <a:rPr lang="en-US" sz="1800"/>
                        <a:t>5</a:t>
                      </a:r>
                      <a:endParaRPr sz="1800"/>
                    </a:p>
                  </a:txBody>
                  <a:tcPr marT="45725" marB="45725" marR="91450" marL="91450"/>
                </a:tc>
                <a:tc>
                  <a:txBody>
                    <a:bodyPr/>
                    <a:lstStyle/>
                    <a:p>
                      <a:pPr indent="0" lvl="0" marL="0" marR="0" rtl="0" algn="l">
                        <a:spcBef>
                          <a:spcPts val="0"/>
                        </a:spcBef>
                        <a:spcAft>
                          <a:spcPts val="0"/>
                        </a:spcAft>
                        <a:buNone/>
                      </a:pPr>
                      <a:r>
                        <a:rPr lang="en-US" sz="1800"/>
                        <a:t>4(M3)</a:t>
                      </a:r>
                      <a:endParaRPr sz="1800"/>
                    </a:p>
                  </a:txBody>
                  <a:tcPr marT="45725" marB="45725" marR="91450" marL="91450"/>
                </a:tc>
              </a:tr>
              <a:tr h="370850">
                <a:tc>
                  <a:txBody>
                    <a:bodyPr/>
                    <a:lstStyle/>
                    <a:p>
                      <a:pPr indent="0" lvl="0" marL="0" marR="0" rtl="0" algn="l">
                        <a:spcBef>
                          <a:spcPts val="0"/>
                        </a:spcBef>
                        <a:spcAft>
                          <a:spcPts val="0"/>
                        </a:spcAft>
                        <a:buNone/>
                      </a:pPr>
                      <a:r>
                        <a:rPr lang="en-US" sz="1800"/>
                        <a:t>TD4(y #0)</a:t>
                      </a:r>
                      <a:endParaRPr sz="1800"/>
                    </a:p>
                  </a:txBody>
                  <a:tcPr marT="45725" marB="45725" marR="91450" marL="91450"/>
                </a:tc>
                <a:tc>
                  <a:txBody>
                    <a:bodyPr/>
                    <a:lstStyle/>
                    <a:p>
                      <a:pPr indent="0" lvl="0" marL="0" marR="0" rtl="0" algn="l">
                        <a:spcBef>
                          <a:spcPts val="0"/>
                        </a:spcBef>
                        <a:spcAft>
                          <a:spcPts val="0"/>
                        </a:spcAft>
                        <a:buNone/>
                      </a:pPr>
                      <a:r>
                        <a:rPr lang="en-US" sz="1800"/>
                        <a:t>5</a:t>
                      </a:r>
                      <a:endParaRPr sz="1800"/>
                    </a:p>
                  </a:txBody>
                  <a:tcPr marT="45725" marB="45725" marR="91450" marL="91450"/>
                </a:tc>
                <a:tc>
                  <a:txBody>
                    <a:bodyPr/>
                    <a:lstStyle/>
                    <a:p>
                      <a:pPr indent="0" lvl="0" marL="0" marR="0" rtl="0" algn="l">
                        <a:spcBef>
                          <a:spcPts val="0"/>
                        </a:spcBef>
                        <a:spcAft>
                          <a:spcPts val="0"/>
                        </a:spcAft>
                        <a:buNone/>
                      </a:pPr>
                      <a:r>
                        <a:rPr lang="en-US" sz="1800"/>
                        <a:t>2</a:t>
                      </a:r>
                      <a:endParaRPr sz="1800"/>
                    </a:p>
                  </a:txBody>
                  <a:tcPr marT="45725" marB="45725" marR="91450" marL="91450"/>
                </a:tc>
                <a:tc>
                  <a:txBody>
                    <a:bodyPr/>
                    <a:lstStyle/>
                    <a:p>
                      <a:pPr indent="0" lvl="0" marL="0" marR="0" rtl="0" algn="l">
                        <a:spcBef>
                          <a:spcPts val="0"/>
                        </a:spcBef>
                        <a:spcAft>
                          <a:spcPts val="0"/>
                        </a:spcAft>
                        <a:buNone/>
                      </a:pPr>
                      <a:r>
                        <a:rPr lang="en-US" sz="1800"/>
                        <a:t>7</a:t>
                      </a:r>
                      <a:endParaRPr sz="1800"/>
                    </a:p>
                  </a:txBody>
                  <a:tcPr marT="45725" marB="45725" marR="91450" marL="91450"/>
                </a:tc>
                <a:tc>
                  <a:txBody>
                    <a:bodyPr/>
                    <a:lstStyle/>
                    <a:p>
                      <a:pPr indent="0" lvl="0" marL="0" marR="0" rtl="0" algn="l">
                        <a:spcBef>
                          <a:spcPts val="0"/>
                        </a:spcBef>
                        <a:spcAft>
                          <a:spcPts val="0"/>
                        </a:spcAft>
                        <a:buNone/>
                      </a:pPr>
                      <a:r>
                        <a:rPr lang="en-US" sz="1800"/>
                        <a:t>2(M4)</a:t>
                      </a:r>
                      <a:endParaRPr sz="1800"/>
                    </a:p>
                  </a:txBody>
                  <a:tcPr marT="45725" marB="45725" marR="91450" marL="91450"/>
                </a:tc>
              </a:tr>
            </a:tbl>
          </a:graphicData>
        </a:graphic>
      </p:graphicFrame>
      <p:sp>
        <p:nvSpPr>
          <p:cNvPr id="378" name="Google Shape;378;p77"/>
          <p:cNvSpPr txBox="1"/>
          <p:nvPr/>
        </p:nvSpPr>
        <p:spPr>
          <a:xfrm>
            <a:off x="762000" y="1600202"/>
            <a:ext cx="8001000" cy="461665"/>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Comic Sans MS"/>
                <a:ea typeface="Comic Sans MS"/>
                <a:cs typeface="Comic Sans MS"/>
                <a:sym typeface="Comic Sans MS"/>
              </a:rPr>
              <a:t>The results of the initial program and its mutant</a:t>
            </a:r>
            <a:endParaRPr sz="2400">
              <a:solidFill>
                <a:schemeClr val="dk1"/>
              </a:solidFill>
              <a:latin typeface="Comic Sans MS"/>
              <a:ea typeface="Comic Sans MS"/>
              <a:cs typeface="Comic Sans MS"/>
              <a:sym typeface="Comic Sans M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78"/>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Secondary Mutants</a:t>
            </a:r>
            <a:endParaRPr sz="4000">
              <a:latin typeface="Comic Sans MS"/>
              <a:ea typeface="Comic Sans MS"/>
              <a:cs typeface="Comic Sans MS"/>
              <a:sym typeface="Comic Sans MS"/>
            </a:endParaRPr>
          </a:p>
        </p:txBody>
      </p:sp>
      <p:sp>
        <p:nvSpPr>
          <p:cNvPr id="384" name="Google Shape;384;p78"/>
          <p:cNvSpPr txBox="1"/>
          <p:nvPr>
            <p:ph idx="1" type="body"/>
          </p:nvPr>
        </p:nvSpPr>
        <p:spPr>
          <a:xfrm>
            <a:off x="304804" y="1295400"/>
            <a:ext cx="8229600" cy="4525963"/>
          </a:xfrm>
          <a:prstGeom prst="rect">
            <a:avLst/>
          </a:prstGeom>
          <a:noFill/>
          <a:ln>
            <a:noFill/>
          </a:ln>
        </p:spPr>
        <p:txBody>
          <a:bodyPr anchorCtr="0" anchor="t" bIns="45700" lIns="91400" spcFirstLastPara="1" rIns="91400" wrap="square" tIns="45700">
            <a:normAutofit/>
          </a:bodyPr>
          <a:lstStyle/>
          <a:p>
            <a:pPr indent="-342758" lvl="0" marL="342758" rtl="0" algn="just">
              <a:spcBef>
                <a:spcPts val="0"/>
              </a:spcBef>
              <a:spcAft>
                <a:spcPts val="0"/>
              </a:spcAft>
              <a:buClr>
                <a:schemeClr val="dk1"/>
              </a:buClr>
              <a:buSzPts val="3600"/>
              <a:buChar char="•"/>
            </a:pPr>
            <a:r>
              <a:rPr lang="en-US" sz="3600">
                <a:latin typeface="Comic Sans MS"/>
                <a:ea typeface="Comic Sans MS"/>
                <a:cs typeface="Comic Sans MS"/>
                <a:sym typeface="Comic Sans MS"/>
              </a:rPr>
              <a:t>When </a:t>
            </a:r>
            <a:r>
              <a:rPr lang="en-US" sz="3600">
                <a:solidFill>
                  <a:srgbClr val="FF0000"/>
                </a:solidFill>
                <a:latin typeface="Comic Sans MS"/>
                <a:ea typeface="Comic Sans MS"/>
                <a:cs typeface="Comic Sans MS"/>
                <a:sym typeface="Comic Sans MS"/>
              </a:rPr>
              <a:t>multiple levels </a:t>
            </a:r>
            <a:r>
              <a:rPr lang="en-US" sz="3600">
                <a:latin typeface="Comic Sans MS"/>
                <a:ea typeface="Comic Sans MS"/>
                <a:cs typeface="Comic Sans MS"/>
                <a:sym typeface="Comic Sans MS"/>
              </a:rPr>
              <a:t>of mutation are applied on the initial program, then, this class of mutant is called </a:t>
            </a:r>
            <a:r>
              <a:rPr lang="en-US" sz="3600">
                <a:solidFill>
                  <a:srgbClr val="00B0F0"/>
                </a:solidFill>
                <a:latin typeface="Comic Sans MS"/>
                <a:ea typeface="Comic Sans MS"/>
                <a:cs typeface="Comic Sans MS"/>
                <a:sym typeface="Comic Sans MS"/>
              </a:rPr>
              <a:t>secondary Mutant</a:t>
            </a:r>
            <a:r>
              <a:rPr lang="en-US" sz="3600">
                <a:latin typeface="Comic Sans MS"/>
                <a:ea typeface="Comic Sans MS"/>
                <a:cs typeface="Comic Sans MS"/>
                <a:sym typeface="Comic Sans MS"/>
              </a:rPr>
              <a:t>. </a:t>
            </a:r>
            <a:endParaRPr/>
          </a:p>
          <a:p>
            <a:pPr indent="-342758" lvl="0" marL="342758" rtl="0" algn="just">
              <a:spcBef>
                <a:spcPts val="720"/>
              </a:spcBef>
              <a:spcAft>
                <a:spcPts val="0"/>
              </a:spcAft>
              <a:buClr>
                <a:schemeClr val="dk1"/>
              </a:buClr>
              <a:buSzPts val="3600"/>
              <a:buChar char="•"/>
            </a:pPr>
            <a:r>
              <a:rPr lang="en-US" sz="3600">
                <a:latin typeface="Comic Sans MS"/>
                <a:ea typeface="Comic Sans MS"/>
                <a:cs typeface="Comic Sans MS"/>
                <a:sym typeface="Comic Sans MS"/>
              </a:rPr>
              <a:t>In this case, it is very difficult to identify the initial program form its mutants.</a:t>
            </a:r>
            <a:endParaRPr/>
          </a:p>
          <a:p>
            <a:pPr indent="-342758" lvl="0" marL="342758" rtl="0" algn="just">
              <a:spcBef>
                <a:spcPts val="480"/>
              </a:spcBef>
              <a:spcAft>
                <a:spcPts val="0"/>
              </a:spcAft>
              <a:buClr>
                <a:schemeClr val="dk1"/>
              </a:buClr>
              <a:buSzPts val="2400"/>
              <a:buNone/>
            </a:pPr>
            <a:r>
              <a:t/>
            </a:r>
            <a:endParaRPr sz="2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79"/>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rgbClr val="000000"/>
              </a:buClr>
              <a:buSzPts val="4000"/>
              <a:buFont typeface="Comic Sans MS"/>
              <a:buNone/>
            </a:pPr>
            <a:r>
              <a:rPr lang="en-US" sz="4000">
                <a:solidFill>
                  <a:srgbClr val="000000"/>
                </a:solidFill>
                <a:latin typeface="Comic Sans MS"/>
                <a:ea typeface="Comic Sans MS"/>
                <a:cs typeface="Comic Sans MS"/>
                <a:sym typeface="Comic Sans MS"/>
              </a:rPr>
              <a:t> Example</a:t>
            </a:r>
            <a:endParaRPr sz="4000">
              <a:latin typeface="Comic Sans MS"/>
              <a:ea typeface="Comic Sans MS"/>
              <a:cs typeface="Comic Sans MS"/>
              <a:sym typeface="Comic Sans MS"/>
            </a:endParaRPr>
          </a:p>
        </p:txBody>
      </p:sp>
      <p:sp>
        <p:nvSpPr>
          <p:cNvPr id="390" name="Google Shape;390;p79"/>
          <p:cNvSpPr txBox="1"/>
          <p:nvPr>
            <p:ph idx="1" type="body"/>
          </p:nvPr>
        </p:nvSpPr>
        <p:spPr>
          <a:xfrm>
            <a:off x="457200" y="1600203"/>
            <a:ext cx="8229600" cy="4525963"/>
          </a:xfrm>
          <a:prstGeom prst="rect">
            <a:avLst/>
          </a:prstGeom>
          <a:noFill/>
          <a:ln>
            <a:noFill/>
          </a:ln>
        </p:spPr>
        <p:txBody>
          <a:bodyPr anchorCtr="0" anchor="t" bIns="45700" lIns="91400" spcFirstLastPara="1" rIns="91400" wrap="square" tIns="45700">
            <a:noAutofit/>
          </a:bodyPr>
          <a:lstStyle/>
          <a:p>
            <a:pPr indent="-342758" lvl="0" marL="342758" rtl="0" algn="l">
              <a:spcBef>
                <a:spcPts val="0"/>
              </a:spcBef>
              <a:spcAft>
                <a:spcPts val="0"/>
              </a:spcAft>
              <a:buClr>
                <a:schemeClr val="dk1"/>
              </a:buClr>
              <a:buSzPts val="2800"/>
              <a:buNone/>
            </a:pPr>
            <a:r>
              <a:rPr lang="en-US" sz="2800">
                <a:latin typeface="Comic Sans MS"/>
                <a:ea typeface="Comic Sans MS"/>
                <a:cs typeface="Comic Sans MS"/>
                <a:sym typeface="Comic Sans MS"/>
              </a:rPr>
              <a:t>If(a&lt;b)</a:t>
            </a:r>
            <a:endParaRPr/>
          </a:p>
          <a:p>
            <a:pPr indent="-342758" lvl="0" marL="342758" rtl="0" algn="l">
              <a:spcBef>
                <a:spcPts val="560"/>
              </a:spcBef>
              <a:spcAft>
                <a:spcPts val="0"/>
              </a:spcAft>
              <a:buClr>
                <a:schemeClr val="dk1"/>
              </a:buClr>
              <a:buSzPts val="2800"/>
              <a:buNone/>
            </a:pPr>
            <a:r>
              <a:rPr lang="en-US" sz="2800">
                <a:latin typeface="Comic Sans MS"/>
                <a:ea typeface="Comic Sans MS"/>
                <a:cs typeface="Comic Sans MS"/>
                <a:sym typeface="Comic Sans MS"/>
              </a:rPr>
              <a:t>   c = a;</a:t>
            </a:r>
            <a:endParaRPr/>
          </a:p>
          <a:p>
            <a:pPr indent="-342758" lvl="0" marL="342758" rtl="0" algn="l">
              <a:spcBef>
                <a:spcPts val="560"/>
              </a:spcBef>
              <a:spcAft>
                <a:spcPts val="0"/>
              </a:spcAft>
              <a:buClr>
                <a:schemeClr val="dk1"/>
              </a:buClr>
              <a:buSzPts val="2800"/>
              <a:buNone/>
            </a:pPr>
            <a:r>
              <a:rPr lang="en-US" sz="2800">
                <a:latin typeface="Comic Sans MS"/>
                <a:ea typeface="Comic Sans MS"/>
                <a:cs typeface="Comic Sans MS"/>
                <a:sym typeface="Comic Sans MS"/>
              </a:rPr>
              <a:t> Mutants for this code may be as follows:</a:t>
            </a:r>
            <a:endParaRPr/>
          </a:p>
          <a:p>
            <a:pPr indent="-342758" lvl="0" marL="342758" rtl="0" algn="l">
              <a:spcBef>
                <a:spcPts val="560"/>
              </a:spcBef>
              <a:spcAft>
                <a:spcPts val="0"/>
              </a:spcAft>
              <a:buClr>
                <a:schemeClr val="dk1"/>
              </a:buClr>
              <a:buSzPts val="2800"/>
              <a:buNone/>
            </a:pPr>
            <a:r>
              <a:rPr lang="en-US" sz="2800">
                <a:latin typeface="Comic Sans MS"/>
                <a:ea typeface="Comic Sans MS"/>
                <a:cs typeface="Comic Sans MS"/>
                <a:sym typeface="Comic Sans MS"/>
              </a:rPr>
              <a:t> M1 : if(a&lt;= b-1)</a:t>
            </a:r>
            <a:endParaRPr/>
          </a:p>
          <a:p>
            <a:pPr indent="-342758" lvl="0" marL="342758" rtl="0" algn="l">
              <a:spcBef>
                <a:spcPts val="560"/>
              </a:spcBef>
              <a:spcAft>
                <a:spcPts val="0"/>
              </a:spcAft>
              <a:buClr>
                <a:schemeClr val="dk1"/>
              </a:buClr>
              <a:buSzPts val="2800"/>
              <a:buNone/>
            </a:pPr>
            <a:r>
              <a:rPr lang="en-US" sz="2800">
                <a:latin typeface="Comic Sans MS"/>
                <a:ea typeface="Comic Sans MS"/>
                <a:cs typeface="Comic Sans MS"/>
                <a:sym typeface="Comic Sans MS"/>
              </a:rPr>
              <a:t>                     c =a;</a:t>
            </a:r>
            <a:endParaRPr/>
          </a:p>
          <a:p>
            <a:pPr indent="-342758" lvl="0" marL="342758" rtl="0" algn="l">
              <a:spcBef>
                <a:spcPts val="560"/>
              </a:spcBef>
              <a:spcAft>
                <a:spcPts val="0"/>
              </a:spcAft>
              <a:buClr>
                <a:schemeClr val="dk1"/>
              </a:buClr>
              <a:buSzPts val="2800"/>
              <a:buNone/>
            </a:pPr>
            <a:r>
              <a:rPr lang="en-US" sz="2800">
                <a:latin typeface="Comic Sans MS"/>
                <a:ea typeface="Comic Sans MS"/>
                <a:cs typeface="Comic Sans MS"/>
                <a:sym typeface="Comic Sans MS"/>
              </a:rPr>
              <a:t>M2 : if(a+1&lt;=b)</a:t>
            </a:r>
            <a:endParaRPr/>
          </a:p>
          <a:p>
            <a:pPr indent="-342758" lvl="0" marL="342758" rtl="0" algn="l">
              <a:spcBef>
                <a:spcPts val="560"/>
              </a:spcBef>
              <a:spcAft>
                <a:spcPts val="0"/>
              </a:spcAft>
              <a:buClr>
                <a:schemeClr val="dk1"/>
              </a:buClr>
              <a:buSzPts val="2800"/>
              <a:buNone/>
            </a:pPr>
            <a:r>
              <a:rPr lang="en-US" sz="2800">
                <a:latin typeface="Comic Sans MS"/>
                <a:ea typeface="Comic Sans MS"/>
                <a:cs typeface="Comic Sans MS"/>
                <a:sym typeface="Comic Sans MS"/>
              </a:rPr>
              <a:t>                   c = a;</a:t>
            </a:r>
            <a:endParaRPr/>
          </a:p>
          <a:p>
            <a:pPr indent="-342758" lvl="0" marL="342758" rtl="0" algn="l">
              <a:spcBef>
                <a:spcPts val="560"/>
              </a:spcBef>
              <a:spcAft>
                <a:spcPts val="0"/>
              </a:spcAft>
              <a:buClr>
                <a:schemeClr val="dk1"/>
              </a:buClr>
              <a:buSzPts val="2800"/>
              <a:buNone/>
            </a:pPr>
            <a:r>
              <a:rPr lang="en-US" sz="2800">
                <a:latin typeface="Comic Sans MS"/>
                <a:ea typeface="Comic Sans MS"/>
                <a:cs typeface="Comic Sans MS"/>
                <a:sym typeface="Comic Sans MS"/>
              </a:rPr>
              <a:t>M3 : if(a == b)</a:t>
            </a:r>
            <a:endParaRPr/>
          </a:p>
          <a:p>
            <a:pPr indent="-342758" lvl="0" marL="342758" rtl="0" algn="l">
              <a:spcBef>
                <a:spcPts val="560"/>
              </a:spcBef>
              <a:spcAft>
                <a:spcPts val="0"/>
              </a:spcAft>
              <a:buClr>
                <a:schemeClr val="dk1"/>
              </a:buClr>
              <a:buSzPts val="2800"/>
              <a:buNone/>
            </a:pPr>
            <a:r>
              <a:rPr lang="en-US" sz="2800">
                <a:latin typeface="Comic Sans MS"/>
                <a:ea typeface="Comic Sans MS"/>
                <a:cs typeface="Comic Sans MS"/>
                <a:sym typeface="Comic Sans MS"/>
              </a:rPr>
              <a:t>           c =a+1;</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grpSp>
        <p:nvGrpSpPr>
          <p:cNvPr id="395" name="Google Shape;395;p80"/>
          <p:cNvGrpSpPr/>
          <p:nvPr/>
        </p:nvGrpSpPr>
        <p:grpSpPr>
          <a:xfrm>
            <a:off x="3208320" y="2000372"/>
            <a:ext cx="2021760" cy="1510718"/>
            <a:chOff x="0" y="0"/>
            <a:chExt cx="2415" cy="1802"/>
          </a:xfrm>
        </p:grpSpPr>
        <p:cxnSp>
          <p:nvCxnSpPr>
            <p:cNvPr id="396" name="Google Shape;396;p80"/>
            <p:cNvCxnSpPr/>
            <p:nvPr/>
          </p:nvCxnSpPr>
          <p:spPr>
            <a:xfrm>
              <a:off x="0" y="0"/>
              <a:ext cx="1973" cy="1802"/>
            </a:xfrm>
            <a:prstGeom prst="straightConnector1">
              <a:avLst/>
            </a:prstGeom>
            <a:noFill/>
            <a:ln cap="flat" cmpd="sng" w="38100">
              <a:solidFill>
                <a:schemeClr val="dk1"/>
              </a:solidFill>
              <a:prstDash val="solid"/>
              <a:round/>
              <a:headEnd len="med" w="med" type="stealth"/>
              <a:tailEnd len="med" w="med" type="none"/>
            </a:ln>
          </p:spPr>
        </p:cxnSp>
        <p:sp>
          <p:nvSpPr>
            <p:cNvPr id="397" name="Google Shape;397;p80"/>
            <p:cNvSpPr/>
            <p:nvPr/>
          </p:nvSpPr>
          <p:spPr>
            <a:xfrm>
              <a:off x="879" y="204"/>
              <a:ext cx="1536" cy="5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400">
                  <a:solidFill>
                    <a:srgbClr val="74140F"/>
                  </a:solidFill>
                  <a:latin typeface="Comic Sans MS"/>
                  <a:ea typeface="Comic Sans MS"/>
                  <a:cs typeface="Comic Sans MS"/>
                  <a:sym typeface="Comic Sans MS"/>
                </a:rPr>
                <a:t>If program is not error-free, fix it</a:t>
              </a:r>
              <a:endParaRPr/>
            </a:p>
          </p:txBody>
        </p:sp>
      </p:grpSp>
      <p:grpSp>
        <p:nvGrpSpPr>
          <p:cNvPr id="398" name="Google Shape;398;p80"/>
          <p:cNvGrpSpPr/>
          <p:nvPr/>
        </p:nvGrpSpPr>
        <p:grpSpPr>
          <a:xfrm>
            <a:off x="2705760" y="3617660"/>
            <a:ext cx="1774080" cy="665350"/>
            <a:chOff x="0" y="0"/>
            <a:chExt cx="1994" cy="793"/>
          </a:xfrm>
        </p:grpSpPr>
        <p:cxnSp>
          <p:nvCxnSpPr>
            <p:cNvPr id="399" name="Google Shape;399;p80"/>
            <p:cNvCxnSpPr/>
            <p:nvPr/>
          </p:nvCxnSpPr>
          <p:spPr>
            <a:xfrm flipH="1">
              <a:off x="960" y="149"/>
              <a:ext cx="1034" cy="117"/>
            </a:xfrm>
            <a:prstGeom prst="straightConnector1">
              <a:avLst/>
            </a:prstGeom>
            <a:noFill/>
            <a:ln cap="flat" cmpd="sng" w="38100">
              <a:solidFill>
                <a:schemeClr val="dk1"/>
              </a:solidFill>
              <a:prstDash val="solid"/>
              <a:round/>
              <a:headEnd len="med" w="med" type="stealth"/>
              <a:tailEnd len="med" w="med" type="none"/>
            </a:ln>
          </p:spPr>
        </p:cxnSp>
        <p:cxnSp>
          <p:nvCxnSpPr>
            <p:cNvPr id="400" name="Google Shape;400;p80"/>
            <p:cNvCxnSpPr/>
            <p:nvPr/>
          </p:nvCxnSpPr>
          <p:spPr>
            <a:xfrm flipH="1">
              <a:off x="511" y="149"/>
              <a:ext cx="1483" cy="21"/>
            </a:xfrm>
            <a:prstGeom prst="straightConnector1">
              <a:avLst/>
            </a:prstGeom>
            <a:noFill/>
            <a:ln cap="flat" cmpd="sng" w="38100">
              <a:solidFill>
                <a:schemeClr val="dk1"/>
              </a:solidFill>
              <a:prstDash val="solid"/>
              <a:round/>
              <a:headEnd len="med" w="med" type="stealth"/>
              <a:tailEnd len="med" w="med" type="none"/>
            </a:ln>
          </p:spPr>
        </p:cxnSp>
        <p:cxnSp>
          <p:nvCxnSpPr>
            <p:cNvPr id="401" name="Google Shape;401;p80"/>
            <p:cNvCxnSpPr/>
            <p:nvPr/>
          </p:nvCxnSpPr>
          <p:spPr>
            <a:xfrm rot="10800000">
              <a:off x="0" y="0"/>
              <a:ext cx="1994" cy="149"/>
            </a:xfrm>
            <a:prstGeom prst="straightConnector1">
              <a:avLst/>
            </a:prstGeom>
            <a:noFill/>
            <a:ln cap="flat" cmpd="sng" w="38100">
              <a:solidFill>
                <a:schemeClr val="dk1"/>
              </a:solidFill>
              <a:prstDash val="solid"/>
              <a:round/>
              <a:headEnd len="med" w="med" type="stealth"/>
              <a:tailEnd len="med" w="med" type="none"/>
            </a:ln>
          </p:spPr>
        </p:cxnSp>
        <p:sp>
          <p:nvSpPr>
            <p:cNvPr id="402" name="Google Shape;402;p80"/>
            <p:cNvSpPr/>
            <p:nvPr/>
          </p:nvSpPr>
          <p:spPr>
            <a:xfrm>
              <a:off x="1089" y="249"/>
              <a:ext cx="784" cy="5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400">
                  <a:solidFill>
                    <a:srgbClr val="3A7B1E"/>
                  </a:solidFill>
                  <a:latin typeface="Comic Sans MS"/>
                  <a:ea typeface="Comic Sans MS"/>
                  <a:cs typeface="Comic Sans MS"/>
                  <a:sym typeface="Comic Sans MS"/>
                </a:rPr>
                <a:t>Test Mutants</a:t>
              </a:r>
              <a:endParaRPr/>
            </a:p>
          </p:txBody>
        </p:sp>
      </p:grpSp>
      <p:sp>
        <p:nvSpPr>
          <p:cNvPr id="403" name="Google Shape;403;p80"/>
          <p:cNvSpPr txBox="1"/>
          <p:nvPr>
            <p:ph idx="4294967295" type="title"/>
          </p:nvPr>
        </p:nvSpPr>
        <p:spPr>
          <a:xfrm>
            <a:off x="152400" y="205942"/>
            <a:ext cx="8763000" cy="1089458"/>
          </a:xfrm>
          <a:prstGeom prst="rect">
            <a:avLst/>
          </a:prstGeom>
          <a:noFill/>
          <a:ln>
            <a:noFill/>
          </a:ln>
        </p:spPr>
        <p:txBody>
          <a:bodyPr anchorCtr="0" anchor="ctr" bIns="0" lIns="0" spcFirstLastPara="1" rIns="0" wrap="square" tIns="0">
            <a:noAutofit/>
          </a:bodyPr>
          <a:lstStyle/>
          <a:p>
            <a:pPr indent="0" lvl="0" marL="0" rtl="0" algn="ctr">
              <a:lnSpc>
                <a:spcPct val="88000"/>
              </a:lnSpc>
              <a:spcBef>
                <a:spcPts val="0"/>
              </a:spcBef>
              <a:spcAft>
                <a:spcPts val="0"/>
              </a:spcAft>
              <a:buNone/>
            </a:pPr>
            <a:r>
              <a:rPr b="0" lang="en-US">
                <a:solidFill>
                  <a:srgbClr val="000000"/>
                </a:solidFill>
                <a:latin typeface="Comic Sans MS"/>
                <a:ea typeface="Comic Sans MS"/>
                <a:cs typeface="Comic Sans MS"/>
                <a:sym typeface="Comic Sans MS"/>
              </a:rPr>
              <a:t>Mutation Testing Process    </a:t>
            </a:r>
            <a:endParaRPr sz="2700"/>
          </a:p>
        </p:txBody>
      </p:sp>
      <p:sp>
        <p:nvSpPr>
          <p:cNvPr id="404" name="Google Shape;404;p80"/>
          <p:cNvSpPr/>
          <p:nvPr/>
        </p:nvSpPr>
        <p:spPr>
          <a:xfrm>
            <a:off x="2027520" y="1771387"/>
            <a:ext cx="1198080" cy="541497"/>
          </a:xfrm>
          <a:prstGeom prst="rect">
            <a:avLst/>
          </a:prstGeom>
          <a:solidFill>
            <a:schemeClr val="accent1"/>
          </a:solidFill>
          <a:ln cap="flat" cmpd="sng" w="2540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000000"/>
                </a:solidFill>
                <a:latin typeface="Comic Sans MS"/>
                <a:ea typeface="Comic Sans MS"/>
                <a:cs typeface="Comic Sans MS"/>
                <a:sym typeface="Comic Sans MS"/>
              </a:rPr>
              <a:t>Program</a:t>
            </a:r>
            <a:endParaRPr/>
          </a:p>
        </p:txBody>
      </p:sp>
      <p:grpSp>
        <p:nvGrpSpPr>
          <p:cNvPr id="405" name="Google Shape;405;p80"/>
          <p:cNvGrpSpPr/>
          <p:nvPr/>
        </p:nvGrpSpPr>
        <p:grpSpPr>
          <a:xfrm>
            <a:off x="1638720" y="3405960"/>
            <a:ext cx="1975680" cy="721515"/>
            <a:chOff x="0" y="0"/>
            <a:chExt cx="2360" cy="864"/>
          </a:xfrm>
        </p:grpSpPr>
        <p:sp>
          <p:nvSpPr>
            <p:cNvPr id="406" name="Google Shape;406;p80"/>
            <p:cNvSpPr/>
            <p:nvPr/>
          </p:nvSpPr>
          <p:spPr>
            <a:xfrm>
              <a:off x="0" y="0"/>
              <a:ext cx="1433" cy="648"/>
            </a:xfrm>
            <a:prstGeom prst="rect">
              <a:avLst/>
            </a:prstGeom>
            <a:solidFill>
              <a:srgbClr val="989FFF"/>
            </a:solidFill>
            <a:ln cap="flat" cmpd="sng" w="2540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000000"/>
                  </a:solidFill>
                  <a:latin typeface="Comic Sans MS"/>
                  <a:ea typeface="Comic Sans MS"/>
                  <a:cs typeface="Comic Sans MS"/>
                  <a:sym typeface="Comic Sans MS"/>
                </a:rPr>
                <a:t>Mutation</a:t>
              </a:r>
              <a:endParaRPr/>
            </a:p>
          </p:txBody>
        </p:sp>
        <p:sp>
          <p:nvSpPr>
            <p:cNvPr id="407" name="Google Shape;407;p80"/>
            <p:cNvSpPr/>
            <p:nvPr/>
          </p:nvSpPr>
          <p:spPr>
            <a:xfrm>
              <a:off x="464" y="103"/>
              <a:ext cx="1431" cy="647"/>
            </a:xfrm>
            <a:prstGeom prst="rect">
              <a:avLst/>
            </a:prstGeom>
            <a:solidFill>
              <a:srgbClr val="96FFA9"/>
            </a:solidFill>
            <a:ln cap="flat" cmpd="sng" w="2540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000000"/>
                  </a:solidFill>
                  <a:latin typeface="Comic Sans MS"/>
                  <a:ea typeface="Comic Sans MS"/>
                  <a:cs typeface="Comic Sans MS"/>
                  <a:sym typeface="Comic Sans MS"/>
                </a:rPr>
                <a:t>Mutation</a:t>
              </a:r>
              <a:endParaRPr/>
            </a:p>
          </p:txBody>
        </p:sp>
        <p:sp>
          <p:nvSpPr>
            <p:cNvPr id="408" name="Google Shape;408;p80"/>
            <p:cNvSpPr/>
            <p:nvPr/>
          </p:nvSpPr>
          <p:spPr>
            <a:xfrm>
              <a:off x="927" y="216"/>
              <a:ext cx="1433" cy="648"/>
            </a:xfrm>
            <a:prstGeom prst="rect">
              <a:avLst/>
            </a:prstGeom>
            <a:solidFill>
              <a:srgbClr val="9FFF8F"/>
            </a:solidFill>
            <a:ln cap="flat" cmpd="sng" w="2540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000000"/>
                  </a:solidFill>
                  <a:latin typeface="Comic Sans MS"/>
                  <a:ea typeface="Comic Sans MS"/>
                  <a:cs typeface="Comic Sans MS"/>
                  <a:sym typeface="Comic Sans MS"/>
                </a:rPr>
                <a:t>Mutant</a:t>
              </a:r>
              <a:endParaRPr/>
            </a:p>
          </p:txBody>
        </p:sp>
      </p:grpSp>
      <p:sp>
        <p:nvSpPr>
          <p:cNvPr id="409" name="Google Shape;409;p80"/>
          <p:cNvSpPr/>
          <p:nvPr/>
        </p:nvSpPr>
        <p:spPr>
          <a:xfrm>
            <a:off x="4458240" y="3492368"/>
            <a:ext cx="1199520" cy="542937"/>
          </a:xfrm>
          <a:prstGeom prst="rect">
            <a:avLst/>
          </a:prstGeom>
          <a:solidFill>
            <a:srgbClr val="FF8A87"/>
          </a:solidFill>
          <a:ln cap="flat" cmpd="sng" w="2540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000000"/>
                </a:solidFill>
                <a:latin typeface="Comic Sans MS"/>
                <a:ea typeface="Comic Sans MS"/>
                <a:cs typeface="Comic Sans MS"/>
                <a:sym typeface="Comic Sans MS"/>
              </a:rPr>
              <a:t>Tests</a:t>
            </a:r>
            <a:endParaRPr/>
          </a:p>
        </p:txBody>
      </p:sp>
      <p:grpSp>
        <p:nvGrpSpPr>
          <p:cNvPr id="410" name="Google Shape;410;p80"/>
          <p:cNvGrpSpPr/>
          <p:nvPr/>
        </p:nvGrpSpPr>
        <p:grpSpPr>
          <a:xfrm>
            <a:off x="3221280" y="2310002"/>
            <a:ext cx="1254240" cy="1182365"/>
            <a:chOff x="24" y="0"/>
            <a:chExt cx="1499" cy="1413"/>
          </a:xfrm>
        </p:grpSpPr>
        <p:cxnSp>
          <p:nvCxnSpPr>
            <p:cNvPr id="411" name="Google Shape;411;p80"/>
            <p:cNvCxnSpPr/>
            <p:nvPr/>
          </p:nvCxnSpPr>
          <p:spPr>
            <a:xfrm rot="10800000">
              <a:off x="24" y="0"/>
              <a:ext cx="1499" cy="1413"/>
            </a:xfrm>
            <a:prstGeom prst="straightConnector1">
              <a:avLst/>
            </a:prstGeom>
            <a:noFill/>
            <a:ln cap="flat" cmpd="sng" w="38100">
              <a:solidFill>
                <a:schemeClr val="dk1"/>
              </a:solidFill>
              <a:prstDash val="solid"/>
              <a:round/>
              <a:headEnd len="med" w="med" type="stealth"/>
              <a:tailEnd len="med" w="med" type="none"/>
            </a:ln>
          </p:spPr>
        </p:cxnSp>
        <p:sp>
          <p:nvSpPr>
            <p:cNvPr id="412" name="Google Shape;412;p80"/>
            <p:cNvSpPr/>
            <p:nvPr/>
          </p:nvSpPr>
          <p:spPr>
            <a:xfrm>
              <a:off x="179" y="497"/>
              <a:ext cx="776" cy="5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200">
                  <a:solidFill>
                    <a:srgbClr val="173548"/>
                  </a:solidFill>
                  <a:latin typeface="Comic Sans MS"/>
                  <a:ea typeface="Comic Sans MS"/>
                  <a:cs typeface="Comic Sans MS"/>
                  <a:sym typeface="Comic Sans MS"/>
                </a:rPr>
                <a:t>Test Process</a:t>
              </a:r>
              <a:endParaRPr/>
            </a:p>
          </p:txBody>
        </p:sp>
      </p:grpSp>
      <p:grpSp>
        <p:nvGrpSpPr>
          <p:cNvPr id="413" name="Google Shape;413;p80"/>
          <p:cNvGrpSpPr/>
          <p:nvPr/>
        </p:nvGrpSpPr>
        <p:grpSpPr>
          <a:xfrm>
            <a:off x="1565280" y="2321525"/>
            <a:ext cx="1445760" cy="1270213"/>
            <a:chOff x="0" y="0"/>
            <a:chExt cx="1566" cy="1514"/>
          </a:xfrm>
        </p:grpSpPr>
        <p:cxnSp>
          <p:nvCxnSpPr>
            <p:cNvPr id="414" name="Google Shape;414;p80"/>
            <p:cNvCxnSpPr/>
            <p:nvPr/>
          </p:nvCxnSpPr>
          <p:spPr>
            <a:xfrm rot="10800000">
              <a:off x="1160" y="0"/>
              <a:ext cx="406" cy="1514"/>
            </a:xfrm>
            <a:prstGeom prst="straightConnector1">
              <a:avLst/>
            </a:prstGeom>
            <a:noFill/>
            <a:ln cap="flat" cmpd="sng" w="38100">
              <a:solidFill>
                <a:schemeClr val="dk1"/>
              </a:solidFill>
              <a:prstDash val="solid"/>
              <a:round/>
              <a:headEnd len="med" w="med" type="stealth"/>
              <a:tailEnd len="med" w="med" type="none"/>
            </a:ln>
          </p:spPr>
        </p:cxnSp>
        <p:cxnSp>
          <p:nvCxnSpPr>
            <p:cNvPr id="415" name="Google Shape;415;p80"/>
            <p:cNvCxnSpPr/>
            <p:nvPr/>
          </p:nvCxnSpPr>
          <p:spPr>
            <a:xfrm flipH="1" rot="10800000">
              <a:off x="1097" y="0"/>
              <a:ext cx="64" cy="1408"/>
            </a:xfrm>
            <a:prstGeom prst="straightConnector1">
              <a:avLst/>
            </a:prstGeom>
            <a:noFill/>
            <a:ln cap="flat" cmpd="sng" w="38100">
              <a:solidFill>
                <a:schemeClr val="dk1"/>
              </a:solidFill>
              <a:prstDash val="solid"/>
              <a:round/>
              <a:headEnd len="med" w="med" type="stealth"/>
              <a:tailEnd len="med" w="med" type="none"/>
            </a:ln>
          </p:spPr>
        </p:cxnSp>
        <p:cxnSp>
          <p:nvCxnSpPr>
            <p:cNvPr id="416" name="Google Shape;416;p80"/>
            <p:cNvCxnSpPr/>
            <p:nvPr/>
          </p:nvCxnSpPr>
          <p:spPr>
            <a:xfrm flipH="1" rot="10800000">
              <a:off x="583" y="0"/>
              <a:ext cx="577" cy="1311"/>
            </a:xfrm>
            <a:prstGeom prst="straightConnector1">
              <a:avLst/>
            </a:prstGeom>
            <a:noFill/>
            <a:ln cap="flat" cmpd="sng" w="38100">
              <a:solidFill>
                <a:schemeClr val="dk1"/>
              </a:solidFill>
              <a:prstDash val="solid"/>
              <a:round/>
              <a:headEnd len="med" w="med" type="stealth"/>
              <a:tailEnd len="med" w="med" type="none"/>
            </a:ln>
          </p:spPr>
        </p:cxnSp>
        <p:sp>
          <p:nvSpPr>
            <p:cNvPr id="417" name="Google Shape;417;p80"/>
            <p:cNvSpPr/>
            <p:nvPr/>
          </p:nvSpPr>
          <p:spPr>
            <a:xfrm>
              <a:off x="0" y="249"/>
              <a:ext cx="784" cy="5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00">
                  <a:solidFill>
                    <a:srgbClr val="357343"/>
                  </a:solidFill>
                  <a:latin typeface="Comic Sans MS"/>
                  <a:ea typeface="Comic Sans MS"/>
                  <a:cs typeface="Comic Sans MS"/>
                  <a:sym typeface="Comic Sans MS"/>
                </a:rPr>
                <a:t>Create Mutants</a:t>
              </a:r>
              <a:endParaRPr/>
            </a:p>
          </p:txBody>
        </p:sp>
      </p:grpSp>
      <p:grpSp>
        <p:nvGrpSpPr>
          <p:cNvPr id="418" name="Google Shape;418;p80"/>
          <p:cNvGrpSpPr/>
          <p:nvPr/>
        </p:nvGrpSpPr>
        <p:grpSpPr>
          <a:xfrm>
            <a:off x="5657761" y="4036744"/>
            <a:ext cx="709920" cy="753199"/>
            <a:chOff x="0" y="0"/>
            <a:chExt cx="850" cy="898"/>
          </a:xfrm>
        </p:grpSpPr>
        <p:cxnSp>
          <p:nvCxnSpPr>
            <p:cNvPr id="419" name="Google Shape;419;p80"/>
            <p:cNvCxnSpPr/>
            <p:nvPr/>
          </p:nvCxnSpPr>
          <p:spPr>
            <a:xfrm flipH="1">
              <a:off x="0" y="0"/>
              <a:ext cx="850" cy="898"/>
            </a:xfrm>
            <a:prstGeom prst="straightConnector1">
              <a:avLst/>
            </a:prstGeom>
            <a:noFill/>
            <a:ln cap="flat" cmpd="sng" w="38100">
              <a:solidFill>
                <a:schemeClr val="dk1"/>
              </a:solidFill>
              <a:prstDash val="solid"/>
              <a:round/>
              <a:headEnd len="med" w="med" type="stealth"/>
              <a:tailEnd len="med" w="med" type="none"/>
            </a:ln>
          </p:spPr>
        </p:cxnSp>
        <p:sp>
          <p:nvSpPr>
            <p:cNvPr id="420" name="Google Shape;420;p80"/>
            <p:cNvSpPr/>
            <p:nvPr/>
          </p:nvSpPr>
          <p:spPr>
            <a:xfrm>
              <a:off x="81" y="145"/>
              <a:ext cx="448" cy="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00">
                  <a:solidFill>
                    <a:srgbClr val="A13E16"/>
                  </a:solidFill>
                  <a:latin typeface="Comic Sans MS"/>
                  <a:ea typeface="Comic Sans MS"/>
                  <a:cs typeface="Comic Sans MS"/>
                  <a:sym typeface="Comic Sans MS"/>
                </a:rPr>
                <a:t>Yes</a:t>
              </a:r>
              <a:endParaRPr/>
            </a:p>
          </p:txBody>
        </p:sp>
      </p:grpSp>
      <p:grpSp>
        <p:nvGrpSpPr>
          <p:cNvPr id="421" name="Google Shape;421;p80"/>
          <p:cNvGrpSpPr/>
          <p:nvPr/>
        </p:nvGrpSpPr>
        <p:grpSpPr>
          <a:xfrm>
            <a:off x="5657762" y="4523517"/>
            <a:ext cx="1915200" cy="544377"/>
            <a:chOff x="0" y="0"/>
            <a:chExt cx="2288" cy="648"/>
          </a:xfrm>
        </p:grpSpPr>
        <p:sp>
          <p:nvSpPr>
            <p:cNvPr id="422" name="Google Shape;422;p80"/>
            <p:cNvSpPr/>
            <p:nvPr/>
          </p:nvSpPr>
          <p:spPr>
            <a:xfrm>
              <a:off x="857" y="0"/>
              <a:ext cx="1431" cy="648"/>
            </a:xfrm>
            <a:prstGeom prst="rect">
              <a:avLst/>
            </a:prstGeom>
            <a:solidFill>
              <a:srgbClr val="9FA1AD"/>
            </a:solidFill>
            <a:ln cap="flat" cmpd="sng" w="2540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rPr b="1" lang="en-US" sz="1500">
                  <a:solidFill>
                    <a:srgbClr val="000000"/>
                  </a:solidFill>
                  <a:latin typeface="Comic Sans MS"/>
                  <a:ea typeface="Comic Sans MS"/>
                  <a:cs typeface="Comic Sans MS"/>
                  <a:sym typeface="Comic Sans MS"/>
                </a:rPr>
                <a:t>Test Complete</a:t>
              </a:r>
              <a:endParaRPr/>
            </a:p>
          </p:txBody>
        </p:sp>
        <p:cxnSp>
          <p:nvCxnSpPr>
            <p:cNvPr id="423" name="Google Shape;423;p80"/>
            <p:cNvCxnSpPr/>
            <p:nvPr/>
          </p:nvCxnSpPr>
          <p:spPr>
            <a:xfrm rot="10800000">
              <a:off x="0" y="317"/>
              <a:ext cx="874" cy="0"/>
            </a:xfrm>
            <a:prstGeom prst="straightConnector1">
              <a:avLst/>
            </a:prstGeom>
            <a:noFill/>
            <a:ln cap="flat" cmpd="sng" w="38100">
              <a:solidFill>
                <a:schemeClr val="dk1"/>
              </a:solidFill>
              <a:prstDash val="solid"/>
              <a:round/>
              <a:headEnd len="med" w="med" type="stealth"/>
              <a:tailEnd len="med" w="med" type="none"/>
            </a:ln>
          </p:spPr>
        </p:cxnSp>
        <p:sp>
          <p:nvSpPr>
            <p:cNvPr id="424" name="Google Shape;424;p80"/>
            <p:cNvSpPr/>
            <p:nvPr/>
          </p:nvSpPr>
          <p:spPr>
            <a:xfrm>
              <a:off x="217" y="300"/>
              <a:ext cx="448" cy="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00">
                  <a:solidFill>
                    <a:srgbClr val="53305B"/>
                  </a:solidFill>
                  <a:latin typeface="Comic Sans MS"/>
                  <a:ea typeface="Comic Sans MS"/>
                  <a:cs typeface="Comic Sans MS"/>
                  <a:sym typeface="Comic Sans MS"/>
                </a:rPr>
                <a:t>No</a:t>
              </a:r>
              <a:endParaRPr/>
            </a:p>
          </p:txBody>
        </p:sp>
      </p:grpSp>
      <p:grpSp>
        <p:nvGrpSpPr>
          <p:cNvPr id="425" name="Google Shape;425;p80"/>
          <p:cNvGrpSpPr/>
          <p:nvPr/>
        </p:nvGrpSpPr>
        <p:grpSpPr>
          <a:xfrm>
            <a:off x="4458240" y="4049706"/>
            <a:ext cx="1199520" cy="1016747"/>
            <a:chOff x="0" y="0"/>
            <a:chExt cx="1432" cy="1213"/>
          </a:xfrm>
        </p:grpSpPr>
        <p:sp>
          <p:nvSpPr>
            <p:cNvPr id="426" name="Google Shape;426;p80"/>
            <p:cNvSpPr/>
            <p:nvPr/>
          </p:nvSpPr>
          <p:spPr>
            <a:xfrm>
              <a:off x="0" y="565"/>
              <a:ext cx="1432" cy="648"/>
            </a:xfrm>
            <a:prstGeom prst="rect">
              <a:avLst/>
            </a:prstGeom>
            <a:solidFill>
              <a:srgbClr val="FE87FF"/>
            </a:solidFill>
            <a:ln cap="flat" cmpd="sng" w="2540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rPr b="1" lang="en-US" sz="1500">
                  <a:solidFill>
                    <a:srgbClr val="000000"/>
                  </a:solidFill>
                  <a:latin typeface="Comic Sans MS"/>
                  <a:ea typeface="Comic Sans MS"/>
                  <a:cs typeface="Comic Sans MS"/>
                  <a:sym typeface="Comic Sans MS"/>
                </a:rPr>
                <a:t>Any Live Mutants?</a:t>
              </a:r>
              <a:endParaRPr/>
            </a:p>
          </p:txBody>
        </p:sp>
        <p:cxnSp>
          <p:nvCxnSpPr>
            <p:cNvPr id="427" name="Google Shape;427;p80"/>
            <p:cNvCxnSpPr/>
            <p:nvPr/>
          </p:nvCxnSpPr>
          <p:spPr>
            <a:xfrm rot="10800000">
              <a:off x="712" y="0"/>
              <a:ext cx="0" cy="570"/>
            </a:xfrm>
            <a:prstGeom prst="straightConnector1">
              <a:avLst/>
            </a:prstGeom>
            <a:noFill/>
            <a:ln cap="flat" cmpd="sng" w="38100">
              <a:solidFill>
                <a:schemeClr val="dk1"/>
              </a:solidFill>
              <a:prstDash val="solid"/>
              <a:round/>
              <a:headEnd len="med" w="med" type="stealth"/>
              <a:tailEnd len="med" w="med" type="none"/>
            </a:ln>
          </p:spPr>
        </p:cxnSp>
      </p:grpSp>
      <p:sp>
        <p:nvSpPr>
          <p:cNvPr id="428" name="Google Shape;428;p80"/>
          <p:cNvSpPr/>
          <p:nvPr/>
        </p:nvSpPr>
        <p:spPr>
          <a:xfrm>
            <a:off x="6373440" y="3492368"/>
            <a:ext cx="1199520" cy="542937"/>
          </a:xfrm>
          <a:prstGeom prst="rect">
            <a:avLst/>
          </a:prstGeom>
          <a:solidFill>
            <a:srgbClr val="E99875"/>
          </a:solidFill>
          <a:ln cap="flat" cmpd="sng" w="2540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rPr b="1" lang="en-US" sz="1500">
                <a:solidFill>
                  <a:srgbClr val="000000"/>
                </a:solidFill>
                <a:latin typeface="Comic Sans MS"/>
                <a:ea typeface="Comic Sans MS"/>
                <a:cs typeface="Comic Sans MS"/>
                <a:sym typeface="Comic Sans MS"/>
              </a:rPr>
              <a:t>Problem with Tests?</a:t>
            </a:r>
            <a:endParaRPr/>
          </a:p>
        </p:txBody>
      </p:sp>
      <p:grpSp>
        <p:nvGrpSpPr>
          <p:cNvPr id="429" name="Google Shape;429;p80"/>
          <p:cNvGrpSpPr/>
          <p:nvPr/>
        </p:nvGrpSpPr>
        <p:grpSpPr>
          <a:xfrm>
            <a:off x="5657762" y="3492368"/>
            <a:ext cx="1915200" cy="542937"/>
            <a:chOff x="0" y="0"/>
            <a:chExt cx="2288" cy="648"/>
          </a:xfrm>
        </p:grpSpPr>
        <p:cxnSp>
          <p:nvCxnSpPr>
            <p:cNvPr id="430" name="Google Shape;430;p80"/>
            <p:cNvCxnSpPr/>
            <p:nvPr/>
          </p:nvCxnSpPr>
          <p:spPr>
            <a:xfrm>
              <a:off x="0" y="316"/>
              <a:ext cx="874" cy="0"/>
            </a:xfrm>
            <a:prstGeom prst="straightConnector1">
              <a:avLst/>
            </a:prstGeom>
            <a:noFill/>
            <a:ln cap="flat" cmpd="sng" w="38100">
              <a:solidFill>
                <a:schemeClr val="dk1"/>
              </a:solidFill>
              <a:prstDash val="solid"/>
              <a:round/>
              <a:headEnd len="med" w="med" type="stealth"/>
              <a:tailEnd len="med" w="med" type="none"/>
            </a:ln>
          </p:spPr>
        </p:cxnSp>
        <p:sp>
          <p:nvSpPr>
            <p:cNvPr id="431" name="Google Shape;431;p80"/>
            <p:cNvSpPr/>
            <p:nvPr/>
          </p:nvSpPr>
          <p:spPr>
            <a:xfrm>
              <a:off x="857" y="0"/>
              <a:ext cx="1431" cy="648"/>
            </a:xfrm>
            <a:prstGeom prst="rect">
              <a:avLst/>
            </a:prstGeom>
            <a:solidFill>
              <a:srgbClr val="FFE48D"/>
            </a:solidFill>
            <a:ln cap="flat" cmpd="sng" w="2540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rPr b="1" lang="en-US" sz="1500">
                  <a:solidFill>
                    <a:srgbClr val="000000"/>
                  </a:solidFill>
                  <a:latin typeface="Comic Sans MS"/>
                  <a:ea typeface="Comic Sans MS"/>
                  <a:cs typeface="Comic Sans MS"/>
                  <a:sym typeface="Comic Sans MS"/>
                </a:rPr>
                <a:t>New Test Cases</a:t>
              </a:r>
              <a:endParaRPr/>
            </a:p>
          </p:txBody>
        </p:sp>
      </p:grpSp>
      <p:grpSp>
        <p:nvGrpSpPr>
          <p:cNvPr id="432" name="Google Shape;432;p80"/>
          <p:cNvGrpSpPr/>
          <p:nvPr/>
        </p:nvGrpSpPr>
        <p:grpSpPr>
          <a:xfrm>
            <a:off x="685800" y="3999300"/>
            <a:ext cx="4316742" cy="2575337"/>
            <a:chOff x="41625" y="4618037"/>
            <a:chExt cx="5562619" cy="3099256"/>
          </a:xfrm>
        </p:grpSpPr>
        <p:sp>
          <p:nvSpPr>
            <p:cNvPr id="433" name="Google Shape;433;p80"/>
            <p:cNvSpPr/>
            <p:nvPr/>
          </p:nvSpPr>
          <p:spPr>
            <a:xfrm>
              <a:off x="2630044" y="6087393"/>
              <a:ext cx="2974200" cy="162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400">
                  <a:solidFill>
                    <a:srgbClr val="75162E"/>
                  </a:solidFill>
                  <a:latin typeface="Comic Sans MS"/>
                  <a:ea typeface="Comic Sans MS"/>
                  <a:cs typeface="Comic Sans MS"/>
                  <a:sym typeface="Comic Sans MS"/>
                </a:rPr>
                <a:t>Mutants that are </a:t>
              </a:r>
              <a:endParaRPr/>
            </a:p>
            <a:p>
              <a:pPr indent="0" lvl="0" marL="0" marR="0" rtl="0" algn="l">
                <a:spcBef>
                  <a:spcPts val="0"/>
                </a:spcBef>
                <a:spcAft>
                  <a:spcPts val="0"/>
                </a:spcAft>
                <a:buNone/>
              </a:pPr>
              <a:r>
                <a:rPr lang="en-US" sz="1400">
                  <a:solidFill>
                    <a:srgbClr val="75162E"/>
                  </a:solidFill>
                  <a:latin typeface="Comic Sans MS"/>
                  <a:ea typeface="Comic Sans MS"/>
                  <a:cs typeface="Comic Sans MS"/>
                  <a:sym typeface="Comic Sans MS"/>
                </a:rPr>
                <a:t>caught by tests are killed</a:t>
              </a:r>
              <a:endParaRPr/>
            </a:p>
          </p:txBody>
        </p:sp>
        <p:sp>
          <p:nvSpPr>
            <p:cNvPr id="434" name="Google Shape;434;p80"/>
            <p:cNvSpPr/>
            <p:nvPr/>
          </p:nvSpPr>
          <p:spPr>
            <a:xfrm>
              <a:off x="41625" y="5857457"/>
              <a:ext cx="2590426" cy="1218391"/>
            </a:xfrm>
            <a:prstGeom prst="heptagon">
              <a:avLst>
                <a:gd fmla="val 102572" name="hf"/>
                <a:gd fmla="val 105210" name="vf"/>
              </a:avLst>
            </a:prstGeom>
            <a:solidFill>
              <a:schemeClr val="accen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200">
                  <a:solidFill>
                    <a:srgbClr val="FFFF00"/>
                  </a:solidFill>
                  <a:latin typeface="Comic Sans MS"/>
                  <a:ea typeface="Comic Sans MS"/>
                  <a:cs typeface="Comic Sans MS"/>
                  <a:sym typeface="Comic Sans MS"/>
                </a:rPr>
                <a:t>Dead</a:t>
              </a:r>
              <a:endParaRPr/>
            </a:p>
            <a:p>
              <a:pPr indent="0" lvl="0" marL="0" marR="0" rtl="0" algn="ctr">
                <a:spcBef>
                  <a:spcPts val="0"/>
                </a:spcBef>
                <a:spcAft>
                  <a:spcPts val="0"/>
                </a:spcAft>
                <a:buNone/>
              </a:pPr>
              <a:r>
                <a:rPr b="1" lang="en-US" sz="2200">
                  <a:solidFill>
                    <a:srgbClr val="FFFF00"/>
                  </a:solidFill>
                  <a:latin typeface="Comic Sans MS"/>
                  <a:ea typeface="Comic Sans MS"/>
                  <a:cs typeface="Comic Sans MS"/>
                  <a:sym typeface="Comic Sans MS"/>
                </a:rPr>
                <a:t>Mutants</a:t>
              </a:r>
              <a:endParaRPr/>
            </a:p>
          </p:txBody>
        </p:sp>
        <p:cxnSp>
          <p:nvCxnSpPr>
            <p:cNvPr id="435" name="Google Shape;435;p80"/>
            <p:cNvCxnSpPr/>
            <p:nvPr/>
          </p:nvCxnSpPr>
          <p:spPr>
            <a:xfrm flipH="1">
              <a:off x="2678112" y="4618037"/>
              <a:ext cx="2438400" cy="1524000"/>
            </a:xfrm>
            <a:prstGeom prst="straightConnector1">
              <a:avLst/>
            </a:prstGeom>
            <a:noFill/>
            <a:ln cap="flat" cmpd="sng" w="76200">
              <a:solidFill>
                <a:srgbClr val="C00000"/>
              </a:solidFill>
              <a:prstDash val="dot"/>
              <a:round/>
              <a:headEnd len="med" w="med" type="none"/>
              <a:tailEnd len="med" w="med" type="stealth"/>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100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1000"/>
                                  </p:stCondLst>
                                  <p:childTnLst>
                                    <p:set>
                                      <p:cBhvr>
                                        <p:cTn dur="1" fill="hold">
                                          <p:stCondLst>
                                            <p:cond delay="0"/>
                                          </p:stCondLst>
                                        </p:cTn>
                                        <p:tgtEl>
                                          <p:spTgt spid="418"/>
                                        </p:tgtEl>
                                        <p:attrNameLst>
                                          <p:attrName>style.visibility</p:attrName>
                                        </p:attrNameLst>
                                      </p:cBhvr>
                                      <p:to>
                                        <p:strVal val="visible"/>
                                      </p:to>
                                    </p:set>
                                    <p:animEffect filter="fade" transition="in">
                                      <p:cBhvr>
                                        <p:cTn dur="1"/>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81"/>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Mutation Testing Process   cont…</a:t>
            </a:r>
            <a:endParaRPr sz="4000">
              <a:latin typeface="Comic Sans MS"/>
              <a:ea typeface="Comic Sans MS"/>
              <a:cs typeface="Comic Sans MS"/>
              <a:sym typeface="Comic Sans MS"/>
            </a:endParaRPr>
          </a:p>
        </p:txBody>
      </p:sp>
      <p:sp>
        <p:nvSpPr>
          <p:cNvPr id="441" name="Google Shape;441;p81"/>
          <p:cNvSpPr txBox="1"/>
          <p:nvPr>
            <p:ph idx="1" type="body"/>
          </p:nvPr>
        </p:nvSpPr>
        <p:spPr>
          <a:xfrm>
            <a:off x="457200" y="1600200"/>
            <a:ext cx="8229600" cy="5105400"/>
          </a:xfrm>
          <a:prstGeom prst="rect">
            <a:avLst/>
          </a:prstGeom>
          <a:noFill/>
          <a:ln>
            <a:noFill/>
          </a:ln>
        </p:spPr>
        <p:txBody>
          <a:bodyPr anchorCtr="0" anchor="t" bIns="45700" lIns="91400" spcFirstLastPara="1" rIns="91400" wrap="square" tIns="45700">
            <a:normAutofit fontScale="70000" lnSpcReduction="20000"/>
          </a:bodyPr>
          <a:lstStyle/>
          <a:p>
            <a:pPr indent="-342758" lvl="0" marL="342758" rtl="0" algn="just">
              <a:spcBef>
                <a:spcPts val="0"/>
              </a:spcBef>
              <a:spcAft>
                <a:spcPts val="0"/>
              </a:spcAft>
              <a:buClr>
                <a:schemeClr val="dk1"/>
              </a:buClr>
              <a:buSzPct val="100000"/>
              <a:buChar char="•"/>
            </a:pPr>
            <a:r>
              <a:rPr lang="en-US" sz="4000">
                <a:latin typeface="Comic Sans MS"/>
                <a:ea typeface="Comic Sans MS"/>
                <a:cs typeface="Comic Sans MS"/>
                <a:sym typeface="Comic Sans MS"/>
              </a:rPr>
              <a:t>Construct the mutants of a test program.</a:t>
            </a:r>
            <a:endParaRPr/>
          </a:p>
          <a:p>
            <a:pPr indent="-342758" lvl="0" marL="342758" rtl="0" algn="just">
              <a:spcBef>
                <a:spcPts val="560"/>
              </a:spcBef>
              <a:spcAft>
                <a:spcPts val="0"/>
              </a:spcAft>
              <a:buClr>
                <a:schemeClr val="dk1"/>
              </a:buClr>
              <a:buSzPct val="100000"/>
              <a:buChar char="•"/>
            </a:pPr>
            <a:r>
              <a:rPr lang="en-US" sz="4000">
                <a:latin typeface="Comic Sans MS"/>
                <a:ea typeface="Comic Sans MS"/>
                <a:cs typeface="Comic Sans MS"/>
                <a:sym typeface="Comic Sans MS"/>
              </a:rPr>
              <a:t>Add test cases to the mutation system and check the output of the program on each test case to see if it is correct.</a:t>
            </a:r>
            <a:endParaRPr/>
          </a:p>
          <a:p>
            <a:pPr indent="-342758" lvl="0" marL="342758" rtl="0" algn="just">
              <a:spcBef>
                <a:spcPts val="560"/>
              </a:spcBef>
              <a:spcAft>
                <a:spcPts val="0"/>
              </a:spcAft>
              <a:buClr>
                <a:schemeClr val="dk1"/>
              </a:buClr>
              <a:buSzPct val="100000"/>
              <a:buChar char="•"/>
            </a:pPr>
            <a:r>
              <a:rPr lang="en-US" sz="4000">
                <a:latin typeface="Comic Sans MS"/>
                <a:ea typeface="Comic Sans MS"/>
                <a:cs typeface="Comic Sans MS"/>
                <a:sym typeface="Comic Sans MS"/>
              </a:rPr>
              <a:t>If the output is incorrect, a fault has been found and the program must be modified and the process restarted.</a:t>
            </a:r>
            <a:endParaRPr/>
          </a:p>
          <a:p>
            <a:pPr indent="-342758" lvl="0" marL="342758" rtl="0" algn="just">
              <a:spcBef>
                <a:spcPts val="560"/>
              </a:spcBef>
              <a:spcAft>
                <a:spcPts val="0"/>
              </a:spcAft>
              <a:buClr>
                <a:schemeClr val="dk1"/>
              </a:buClr>
              <a:buSzPct val="100000"/>
              <a:buChar char="•"/>
            </a:pPr>
            <a:r>
              <a:rPr lang="en-US" sz="4000">
                <a:latin typeface="Comic Sans MS"/>
                <a:ea typeface="Comic Sans MS"/>
                <a:cs typeface="Comic Sans MS"/>
                <a:sym typeface="Comic Sans MS"/>
              </a:rPr>
              <a:t>If the output is correct, that test case is executed against each live mutant.</a:t>
            </a:r>
            <a:endParaRPr/>
          </a:p>
          <a:p>
            <a:pPr indent="-342758" lvl="0" marL="342758" rtl="0" algn="just">
              <a:spcBef>
                <a:spcPts val="560"/>
              </a:spcBef>
              <a:spcAft>
                <a:spcPts val="0"/>
              </a:spcAft>
              <a:buClr>
                <a:schemeClr val="dk1"/>
              </a:buClr>
              <a:buSzPct val="100000"/>
              <a:buChar char="•"/>
            </a:pPr>
            <a:r>
              <a:rPr lang="en-US" sz="4000">
                <a:latin typeface="Comic Sans MS"/>
                <a:ea typeface="Comic Sans MS"/>
                <a:cs typeface="Comic Sans MS"/>
                <a:sym typeface="Comic Sans MS"/>
              </a:rPr>
              <a:t>If the output of a mutant differs from that of the original program on the same test case, the mutant is assumed to be incorrect and is killed.</a:t>
            </a:r>
            <a:endParaRPr/>
          </a:p>
          <a:p>
            <a:pPr indent="-200518" lvl="0" marL="342758" rtl="0" algn="just">
              <a:spcBef>
                <a:spcPts val="448"/>
              </a:spcBef>
              <a:spcAft>
                <a:spcPts val="0"/>
              </a:spcAft>
              <a:buClr>
                <a:schemeClr val="dk1"/>
              </a:buClr>
              <a:buSzPct val="100000"/>
              <a:buFont typeface="Noto Sans Symbols"/>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82"/>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chemeClr val="dk1"/>
              </a:buClr>
              <a:buSzPts val="4000"/>
              <a:buFont typeface="Comic Sans MS"/>
              <a:buNone/>
            </a:pPr>
            <a:r>
              <a:rPr lang="en-US" sz="4000">
                <a:latin typeface="Comic Sans MS"/>
                <a:ea typeface="Comic Sans MS"/>
                <a:cs typeface="Comic Sans MS"/>
                <a:sym typeface="Comic Sans MS"/>
              </a:rPr>
              <a:t>Mutation Testing Process    cont…</a:t>
            </a:r>
            <a:endParaRPr sz="4000">
              <a:latin typeface="Comic Sans MS"/>
              <a:ea typeface="Comic Sans MS"/>
              <a:cs typeface="Comic Sans MS"/>
              <a:sym typeface="Comic Sans MS"/>
            </a:endParaRPr>
          </a:p>
        </p:txBody>
      </p:sp>
      <p:sp>
        <p:nvSpPr>
          <p:cNvPr id="447" name="Google Shape;447;p82"/>
          <p:cNvSpPr txBox="1"/>
          <p:nvPr>
            <p:ph idx="1" type="body"/>
          </p:nvPr>
        </p:nvSpPr>
        <p:spPr>
          <a:xfrm>
            <a:off x="457200" y="1600200"/>
            <a:ext cx="8229600" cy="5257800"/>
          </a:xfrm>
          <a:prstGeom prst="rect">
            <a:avLst/>
          </a:prstGeom>
          <a:noFill/>
          <a:ln>
            <a:noFill/>
          </a:ln>
        </p:spPr>
        <p:txBody>
          <a:bodyPr anchorCtr="0" anchor="t" bIns="45700" lIns="91400" spcFirstLastPara="1" rIns="91400" wrap="square" tIns="45700">
            <a:noAutofit/>
          </a:bodyPr>
          <a:lstStyle/>
          <a:p>
            <a:pPr indent="-342758" lvl="0" marL="342758" rtl="0" algn="just">
              <a:lnSpc>
                <a:spcPct val="90000"/>
              </a:lnSpc>
              <a:spcBef>
                <a:spcPts val="0"/>
              </a:spcBef>
              <a:spcAft>
                <a:spcPts val="0"/>
              </a:spcAft>
              <a:buClr>
                <a:schemeClr val="dk1"/>
              </a:buClr>
              <a:buSzPts val="2800"/>
              <a:buChar char="•"/>
            </a:pPr>
            <a:r>
              <a:rPr lang="en-US" sz="2800">
                <a:latin typeface="Comic Sans MS"/>
                <a:ea typeface="Comic Sans MS"/>
                <a:cs typeface="Comic Sans MS"/>
                <a:sym typeface="Comic Sans MS"/>
              </a:rPr>
              <a:t>After each test case has been executed against each live mutant, each remaining mutant falls into one of the following two categories:</a:t>
            </a:r>
            <a:endParaRPr/>
          </a:p>
          <a:p>
            <a:pPr indent="-342758" lvl="0" marL="342758" rtl="0" algn="just">
              <a:lnSpc>
                <a:spcPct val="90000"/>
              </a:lnSpc>
              <a:spcBef>
                <a:spcPts val="560"/>
              </a:spcBef>
              <a:spcAft>
                <a:spcPts val="0"/>
              </a:spcAft>
              <a:buClr>
                <a:schemeClr val="dk1"/>
              </a:buClr>
              <a:buSzPts val="2800"/>
              <a:buFont typeface="Noto Sans Symbols"/>
              <a:buChar char="✔"/>
            </a:pPr>
            <a:r>
              <a:rPr lang="en-US" sz="2800">
                <a:latin typeface="Comic Sans MS"/>
                <a:ea typeface="Comic Sans MS"/>
                <a:cs typeface="Comic Sans MS"/>
                <a:sym typeface="Comic Sans MS"/>
              </a:rPr>
              <a:t>One, the mutant is functionally equivalent to the original program. An equivalent mutant always produces the same output as the original program, so no test case can kill it.</a:t>
            </a:r>
            <a:endParaRPr/>
          </a:p>
          <a:p>
            <a:pPr indent="-342758" lvl="0" marL="342758" rtl="0" algn="just">
              <a:lnSpc>
                <a:spcPct val="90000"/>
              </a:lnSpc>
              <a:spcBef>
                <a:spcPts val="560"/>
              </a:spcBef>
              <a:spcAft>
                <a:spcPts val="0"/>
              </a:spcAft>
              <a:buClr>
                <a:schemeClr val="dk1"/>
              </a:buClr>
              <a:buSzPts val="2800"/>
              <a:buFont typeface="Noto Sans Symbols"/>
              <a:buChar char="✔"/>
            </a:pPr>
            <a:r>
              <a:rPr lang="en-US" sz="2800">
                <a:latin typeface="Comic Sans MS"/>
                <a:ea typeface="Comic Sans MS"/>
                <a:cs typeface="Comic Sans MS"/>
                <a:sym typeface="Comic Sans MS"/>
              </a:rPr>
              <a:t>Two, the mutant is killable, but the set of test cases is insufficient to kill it. In this case, new test cases need to be created, and the process iterates until the test set is strong enough to satisfy the tester.</a:t>
            </a:r>
            <a:endParaRPr sz="2800">
              <a:latin typeface="Comic Sans MS"/>
              <a:ea typeface="Comic Sans MS"/>
              <a:cs typeface="Comic Sans MS"/>
              <a:sym typeface="Comic Sans M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83"/>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rgbClr val="000000"/>
              </a:buClr>
              <a:buSzPts val="4000"/>
              <a:buFont typeface="Comic Sans MS"/>
              <a:buNone/>
            </a:pPr>
            <a:r>
              <a:rPr lang="en-US" sz="4000">
                <a:solidFill>
                  <a:srgbClr val="000000"/>
                </a:solidFill>
                <a:latin typeface="Comic Sans MS"/>
                <a:ea typeface="Comic Sans MS"/>
                <a:cs typeface="Comic Sans MS"/>
                <a:sym typeface="Comic Sans MS"/>
              </a:rPr>
              <a:t>Mutation Testing Process    cont…</a:t>
            </a:r>
            <a:endParaRPr/>
          </a:p>
        </p:txBody>
      </p:sp>
      <p:sp>
        <p:nvSpPr>
          <p:cNvPr id="453" name="Google Shape;453;p83"/>
          <p:cNvSpPr txBox="1"/>
          <p:nvPr>
            <p:ph idx="1" type="body"/>
          </p:nvPr>
        </p:nvSpPr>
        <p:spPr>
          <a:xfrm>
            <a:off x="457200" y="1600203"/>
            <a:ext cx="8229600" cy="4525963"/>
          </a:xfrm>
          <a:prstGeom prst="rect">
            <a:avLst/>
          </a:prstGeom>
          <a:noFill/>
          <a:ln>
            <a:noFill/>
          </a:ln>
        </p:spPr>
        <p:txBody>
          <a:bodyPr anchorCtr="0" anchor="t" bIns="45700" lIns="91400" spcFirstLastPara="1" rIns="91400" wrap="square" tIns="45700">
            <a:normAutofit/>
          </a:bodyPr>
          <a:lstStyle/>
          <a:p>
            <a:pPr indent="-342758" lvl="0" marL="342758" rtl="0" algn="just">
              <a:lnSpc>
                <a:spcPct val="90000"/>
              </a:lnSpc>
              <a:spcBef>
                <a:spcPts val="0"/>
              </a:spcBef>
              <a:spcAft>
                <a:spcPts val="0"/>
              </a:spcAft>
              <a:buClr>
                <a:schemeClr val="dk1"/>
              </a:buClr>
              <a:buSzPts val="2800"/>
              <a:buChar char="•"/>
            </a:pPr>
            <a:r>
              <a:rPr lang="en-US" sz="2800">
                <a:latin typeface="Comic Sans MS"/>
                <a:ea typeface="Comic Sans MS"/>
                <a:cs typeface="Comic Sans MS"/>
                <a:sym typeface="Comic Sans MS"/>
              </a:rPr>
              <a:t>The </a:t>
            </a:r>
            <a:r>
              <a:rPr lang="en-US" sz="2800">
                <a:solidFill>
                  <a:srgbClr val="7030A0"/>
                </a:solidFill>
                <a:latin typeface="Comic Sans MS"/>
                <a:ea typeface="Comic Sans MS"/>
                <a:cs typeface="Comic Sans MS"/>
                <a:sym typeface="Comic Sans MS"/>
              </a:rPr>
              <a:t>mutation score </a:t>
            </a:r>
            <a:r>
              <a:rPr lang="en-US" sz="2800">
                <a:latin typeface="Comic Sans MS"/>
                <a:ea typeface="Comic Sans MS"/>
                <a:cs typeface="Comic Sans MS"/>
                <a:sym typeface="Comic Sans MS"/>
              </a:rPr>
              <a:t>for a set of test data is the percentage of non-equivalent mutants killed by that data. </a:t>
            </a:r>
            <a:endParaRPr/>
          </a:p>
          <a:p>
            <a:pPr indent="-342758" lvl="0" marL="342758" rtl="0" algn="just">
              <a:lnSpc>
                <a:spcPct val="90000"/>
              </a:lnSpc>
              <a:spcBef>
                <a:spcPts val="560"/>
              </a:spcBef>
              <a:spcAft>
                <a:spcPts val="0"/>
              </a:spcAft>
              <a:buClr>
                <a:schemeClr val="dk1"/>
              </a:buClr>
              <a:buSzPts val="2800"/>
              <a:buChar char="•"/>
            </a:pPr>
            <a:r>
              <a:rPr lang="en-US" sz="2800">
                <a:latin typeface="Comic Sans MS"/>
                <a:ea typeface="Comic Sans MS"/>
                <a:cs typeface="Comic Sans MS"/>
                <a:sym typeface="Comic Sans MS"/>
              </a:rPr>
              <a:t>If the mutation score is 100%, then the test data is called </a:t>
            </a:r>
            <a:r>
              <a:rPr lang="en-US" sz="2800">
                <a:solidFill>
                  <a:srgbClr val="7030A0"/>
                </a:solidFill>
                <a:latin typeface="Comic Sans MS"/>
                <a:ea typeface="Comic Sans MS"/>
                <a:cs typeface="Comic Sans MS"/>
                <a:sym typeface="Comic Sans MS"/>
              </a:rPr>
              <a:t>mutation adequate</a:t>
            </a:r>
            <a:r>
              <a:rPr lang="en-US" sz="2800">
                <a:latin typeface="Comic Sans MS"/>
                <a:ea typeface="Comic Sans MS"/>
                <a:cs typeface="Comic Sans MS"/>
                <a:sym typeface="Comic Sans MS"/>
              </a:rPr>
              <a:t>.</a:t>
            </a:r>
            <a:endParaRPr sz="2800">
              <a:latin typeface="Comic Sans MS"/>
              <a:ea typeface="Comic Sans MS"/>
              <a:cs typeface="Comic Sans MS"/>
              <a:sym typeface="Comic Sans M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84"/>
          <p:cNvSpPr txBox="1"/>
          <p:nvPr>
            <p:ph idx="4294967295" type="title"/>
          </p:nvPr>
        </p:nvSpPr>
        <p:spPr>
          <a:xfrm>
            <a:off x="1452962" y="-241945"/>
            <a:ext cx="6166080" cy="1329260"/>
          </a:xfrm>
          <a:prstGeom prst="rect">
            <a:avLst/>
          </a:prstGeom>
          <a:noFill/>
          <a:ln>
            <a:noFill/>
          </a:ln>
        </p:spPr>
        <p:txBody>
          <a:bodyPr anchorCtr="0" anchor="ctr" bIns="0" lIns="0" spcFirstLastPara="1" rIns="0" wrap="square" tIns="0">
            <a:noAutofit/>
          </a:bodyPr>
          <a:lstStyle/>
          <a:p>
            <a:pPr indent="0" lvl="0" marL="0" rtl="0" algn="ctr">
              <a:lnSpc>
                <a:spcPct val="88000"/>
              </a:lnSpc>
              <a:spcBef>
                <a:spcPts val="0"/>
              </a:spcBef>
              <a:spcAft>
                <a:spcPts val="0"/>
              </a:spcAft>
              <a:buNone/>
            </a:pPr>
            <a:r>
              <a:rPr b="0" lang="en-US">
                <a:latin typeface="Comic Sans MS"/>
                <a:ea typeface="Comic Sans MS"/>
                <a:cs typeface="Comic Sans MS"/>
                <a:sym typeface="Comic Sans MS"/>
              </a:rPr>
              <a:t>Equivalent Mutants</a:t>
            </a:r>
            <a:endParaRPr/>
          </a:p>
        </p:txBody>
      </p:sp>
      <p:sp>
        <p:nvSpPr>
          <p:cNvPr id="459" name="Google Shape;459;p84"/>
          <p:cNvSpPr txBox="1"/>
          <p:nvPr>
            <p:ph idx="4294967295" type="body"/>
          </p:nvPr>
        </p:nvSpPr>
        <p:spPr>
          <a:xfrm>
            <a:off x="148320" y="940419"/>
            <a:ext cx="8847360" cy="2942228"/>
          </a:xfrm>
          <a:prstGeom prst="rect">
            <a:avLst/>
          </a:prstGeom>
          <a:noFill/>
          <a:ln>
            <a:noFill/>
          </a:ln>
        </p:spPr>
        <p:txBody>
          <a:bodyPr anchorCtr="0" anchor="t" bIns="0" lIns="0" spcFirstLastPara="1" rIns="0" wrap="square" tIns="0">
            <a:noAutofit/>
          </a:bodyPr>
          <a:lstStyle/>
          <a:p>
            <a:pPr indent="-288004" lvl="0" marL="466519" rtl="0" algn="l">
              <a:lnSpc>
                <a:spcPct val="105000"/>
              </a:lnSpc>
              <a:spcBef>
                <a:spcPts val="0"/>
              </a:spcBef>
              <a:spcAft>
                <a:spcPts val="0"/>
              </a:spcAft>
              <a:buSzPts val="1305"/>
              <a:buChar char="●"/>
            </a:pPr>
            <a:r>
              <a:rPr lang="en-US"/>
              <a:t>There may be surviving mutants that </a:t>
            </a:r>
            <a:r>
              <a:rPr lang="en-US">
                <a:solidFill>
                  <a:srgbClr val="800080"/>
                </a:solidFill>
              </a:rPr>
              <a:t>cannot be killed</a:t>
            </a:r>
            <a:r>
              <a:rPr lang="en-US"/>
              <a:t>, </a:t>
            </a:r>
            <a:endParaRPr/>
          </a:p>
          <a:p>
            <a:pPr indent="-192942" lvl="1" marL="503955" rtl="0" algn="l">
              <a:lnSpc>
                <a:spcPct val="105000"/>
              </a:lnSpc>
              <a:spcBef>
                <a:spcPts val="1247"/>
              </a:spcBef>
              <a:spcAft>
                <a:spcPts val="0"/>
              </a:spcAft>
              <a:buSzPts val="2175"/>
              <a:buChar char="−"/>
            </a:pPr>
            <a:r>
              <a:rPr lang="en-US" sz="2900"/>
              <a:t>These are called </a:t>
            </a:r>
            <a:r>
              <a:rPr lang="en-US" sz="2900">
                <a:solidFill>
                  <a:srgbClr val="008040"/>
                </a:solidFill>
              </a:rPr>
              <a:t>Equivalent Mutants</a:t>
            </a:r>
            <a:endParaRPr/>
          </a:p>
          <a:p>
            <a:pPr indent="-288004" lvl="0" marL="466519" rtl="0" algn="l">
              <a:lnSpc>
                <a:spcPct val="105000"/>
              </a:lnSpc>
              <a:spcBef>
                <a:spcPts val="987"/>
              </a:spcBef>
              <a:spcAft>
                <a:spcPts val="0"/>
              </a:spcAft>
              <a:buSzPts val="1305"/>
              <a:buChar char="●"/>
            </a:pPr>
            <a:r>
              <a:rPr lang="en-US"/>
              <a:t>Although syntactically different:</a:t>
            </a:r>
            <a:endParaRPr/>
          </a:p>
          <a:p>
            <a:pPr indent="-192942" lvl="1" marL="503955" rtl="0" algn="l">
              <a:lnSpc>
                <a:spcPct val="105000"/>
              </a:lnSpc>
              <a:spcBef>
                <a:spcPts val="1247"/>
              </a:spcBef>
              <a:spcAft>
                <a:spcPts val="0"/>
              </a:spcAft>
              <a:buSzPts val="2175"/>
              <a:buChar char="−"/>
            </a:pPr>
            <a:r>
              <a:rPr lang="en-US" sz="2900"/>
              <a:t>These mutants are </a:t>
            </a:r>
            <a:r>
              <a:rPr lang="en-US" sz="2900">
                <a:solidFill>
                  <a:srgbClr val="FF0000"/>
                </a:solidFill>
              </a:rPr>
              <a:t>indistinguishable</a:t>
            </a:r>
            <a:r>
              <a:rPr lang="en-US" sz="2900"/>
              <a:t> through testing.</a:t>
            </a:r>
            <a:endParaRPr/>
          </a:p>
          <a:p>
            <a:pPr indent="-288004" lvl="0" marL="466519" rtl="0" algn="l">
              <a:lnSpc>
                <a:spcPct val="105000"/>
              </a:lnSpc>
              <a:spcBef>
                <a:spcPts val="987"/>
              </a:spcBef>
              <a:spcAft>
                <a:spcPts val="0"/>
              </a:spcAft>
              <a:buSzPts val="1305"/>
              <a:buChar char="●"/>
            </a:pPr>
            <a:r>
              <a:rPr lang="en-US"/>
              <a:t>Therefore have to be checked ‘</a:t>
            </a:r>
            <a:r>
              <a:rPr lang="en-US">
                <a:solidFill>
                  <a:srgbClr val="004080"/>
                </a:solidFill>
              </a:rPr>
              <a:t>by hand</a:t>
            </a:r>
            <a:r>
              <a:rPr lang="en-US"/>
              <a:t>’</a:t>
            </a:r>
            <a:endParaRPr/>
          </a:p>
        </p:txBody>
      </p:sp>
      <p:grpSp>
        <p:nvGrpSpPr>
          <p:cNvPr id="460" name="Google Shape;460;p84"/>
          <p:cNvGrpSpPr/>
          <p:nvPr/>
        </p:nvGrpSpPr>
        <p:grpSpPr>
          <a:xfrm>
            <a:off x="2871360" y="4995885"/>
            <a:ext cx="1391040" cy="1405588"/>
            <a:chOff x="0" y="0"/>
            <a:chExt cx="1664" cy="1680"/>
          </a:xfrm>
        </p:grpSpPr>
        <p:sp>
          <p:nvSpPr>
            <p:cNvPr id="461" name="Google Shape;461;p84"/>
            <p:cNvSpPr/>
            <p:nvPr/>
          </p:nvSpPr>
          <p:spPr>
            <a:xfrm>
              <a:off x="0" y="0"/>
              <a:ext cx="1664" cy="1680"/>
            </a:xfrm>
            <a:prstGeom prst="rect">
              <a:avLst/>
            </a:prstGeom>
            <a:solidFill>
              <a:srgbClr val="B8D1F7"/>
            </a:solidFill>
            <a:ln cap="flat" cmpd="sng" w="25400">
              <a:solidFill>
                <a:schemeClr val="dk1"/>
              </a:solidFill>
              <a:prstDash val="solid"/>
              <a:miter lim="800000"/>
              <a:headEnd len="sm" w="sm" type="none"/>
              <a:tailEnd len="sm" w="sm" type="none"/>
            </a:ln>
          </p:spPr>
          <p:txBody>
            <a:bodyPr anchorCtr="0" anchor="t" bIns="57150" lIns="57150" spcFirstLastPara="1" rIns="57150" wrap="square" tIns="57150">
              <a:noAutofit/>
            </a:bodyPr>
            <a:lstStyle/>
            <a:p>
              <a:pPr indent="0" lvl="0" marL="0" marR="0" rtl="0" algn="l">
                <a:spcBef>
                  <a:spcPts val="0"/>
                </a:spcBef>
                <a:spcAft>
                  <a:spcPts val="0"/>
                </a:spcAft>
                <a:buNone/>
              </a:pPr>
              <a:r>
                <a:rPr b="1" lang="en-US" sz="1400">
                  <a:solidFill>
                    <a:srgbClr val="000000"/>
                  </a:solidFill>
                  <a:latin typeface="Comic Sans MS"/>
                  <a:ea typeface="Comic Sans MS"/>
                  <a:cs typeface="Comic Sans MS"/>
                  <a:sym typeface="Comic Sans MS"/>
                </a:rPr>
                <a:t>while...</a:t>
              </a:r>
              <a:endParaRPr/>
            </a:p>
          </p:txBody>
        </p:sp>
        <p:sp>
          <p:nvSpPr>
            <p:cNvPr id="462" name="Google Shape;462;p84"/>
            <p:cNvSpPr/>
            <p:nvPr/>
          </p:nvSpPr>
          <p:spPr>
            <a:xfrm>
              <a:off x="80" y="352"/>
              <a:ext cx="1504" cy="1232"/>
            </a:xfrm>
            <a:prstGeom prst="rect">
              <a:avLst/>
            </a:prstGeom>
            <a:solidFill>
              <a:srgbClr val="FFFF00"/>
            </a:solidFill>
            <a:ln cap="flat" cmpd="sng" w="25400">
              <a:solidFill>
                <a:schemeClr val="dk1"/>
              </a:solidFill>
              <a:prstDash val="solid"/>
              <a:miter lim="800000"/>
              <a:headEnd len="sm" w="sm" type="none"/>
              <a:tailEnd len="sm" w="sm" type="none"/>
            </a:ln>
          </p:spPr>
          <p:txBody>
            <a:bodyPr anchorCtr="0" anchor="t" bIns="57150" lIns="57150" spcFirstLastPara="1" rIns="57150" wrap="square" tIns="57150">
              <a:noAutofit/>
            </a:bodyPr>
            <a:lstStyle/>
            <a:p>
              <a:pPr indent="0" lvl="0" marL="0" marR="0" rtl="0" algn="l">
                <a:spcBef>
                  <a:spcPts val="0"/>
                </a:spcBef>
                <a:spcAft>
                  <a:spcPts val="0"/>
                </a:spcAft>
                <a:buNone/>
              </a:pPr>
              <a:r>
                <a:rPr b="1" lang="en-US" sz="1400">
                  <a:solidFill>
                    <a:srgbClr val="000000"/>
                  </a:solidFill>
                  <a:latin typeface="Comic Sans MS"/>
                  <a:ea typeface="Comic Sans MS"/>
                  <a:cs typeface="Comic Sans MS"/>
                  <a:sym typeface="Comic Sans MS"/>
                </a:rPr>
                <a:t>...</a:t>
              </a:r>
              <a:endParaRPr/>
            </a:p>
            <a:p>
              <a:pPr indent="0" lvl="0" marL="0" marR="0" rtl="0" algn="l">
                <a:spcBef>
                  <a:spcPts val="0"/>
                </a:spcBef>
                <a:spcAft>
                  <a:spcPts val="0"/>
                </a:spcAft>
                <a:buNone/>
              </a:pPr>
              <a:r>
                <a:rPr b="1" lang="en-US" sz="1400">
                  <a:solidFill>
                    <a:srgbClr val="000000"/>
                  </a:solidFill>
                  <a:latin typeface="Comic Sans MS"/>
                  <a:ea typeface="Comic Sans MS"/>
                  <a:cs typeface="Comic Sans MS"/>
                  <a:sym typeface="Comic Sans MS"/>
                </a:rPr>
                <a:t>i++</a:t>
              </a:r>
              <a:endParaRPr/>
            </a:p>
            <a:p>
              <a:pPr indent="0" lvl="0" marL="0" marR="0" rtl="0" algn="l">
                <a:spcBef>
                  <a:spcPts val="0"/>
                </a:spcBef>
                <a:spcAft>
                  <a:spcPts val="0"/>
                </a:spcAft>
                <a:buNone/>
              </a:pPr>
              <a:r>
                <a:rPr b="1" lang="en-US" sz="1400">
                  <a:solidFill>
                    <a:srgbClr val="000000"/>
                  </a:solidFill>
                  <a:latin typeface="Comic Sans MS"/>
                  <a:ea typeface="Comic Sans MS"/>
                  <a:cs typeface="Comic Sans MS"/>
                  <a:sym typeface="Comic Sans MS"/>
                </a:rPr>
                <a:t>if (i==5)</a:t>
              </a:r>
              <a:endParaRPr/>
            </a:p>
          </p:txBody>
        </p:sp>
        <p:sp>
          <p:nvSpPr>
            <p:cNvPr id="463" name="Google Shape;463;p84"/>
            <p:cNvSpPr/>
            <p:nvPr/>
          </p:nvSpPr>
          <p:spPr>
            <a:xfrm>
              <a:off x="160" y="1160"/>
              <a:ext cx="1344" cy="336"/>
            </a:xfrm>
            <a:prstGeom prst="rect">
              <a:avLst/>
            </a:prstGeom>
            <a:solidFill>
              <a:srgbClr val="5893F8"/>
            </a:solidFill>
            <a:ln cap="flat" cmpd="sng" w="25400">
              <a:solidFill>
                <a:schemeClr val="dk1"/>
              </a:solidFill>
              <a:prstDash val="solid"/>
              <a:miter lim="800000"/>
              <a:headEnd len="sm" w="sm" type="none"/>
              <a:tailEnd len="sm" w="sm" type="none"/>
            </a:ln>
          </p:spPr>
          <p:txBody>
            <a:bodyPr anchorCtr="0" anchor="t" bIns="57150" lIns="57150" spcFirstLastPara="1" rIns="57150" wrap="square" tIns="57150">
              <a:noAutofit/>
            </a:bodyPr>
            <a:lstStyle/>
            <a:p>
              <a:pPr indent="0" lvl="0" marL="0" marR="0" rtl="0" algn="l">
                <a:spcBef>
                  <a:spcPts val="0"/>
                </a:spcBef>
                <a:spcAft>
                  <a:spcPts val="0"/>
                </a:spcAft>
                <a:buNone/>
              </a:pPr>
              <a:r>
                <a:rPr b="1" lang="en-US" sz="1400">
                  <a:solidFill>
                    <a:srgbClr val="000000"/>
                  </a:solidFill>
                  <a:latin typeface="Comic Sans MS"/>
                  <a:ea typeface="Comic Sans MS"/>
                  <a:cs typeface="Comic Sans MS"/>
                  <a:sym typeface="Comic Sans MS"/>
                </a:rPr>
                <a:t>break;</a:t>
              </a:r>
              <a:endParaRPr/>
            </a:p>
          </p:txBody>
        </p:sp>
      </p:grpSp>
      <p:grpSp>
        <p:nvGrpSpPr>
          <p:cNvPr id="464" name="Google Shape;464;p84"/>
          <p:cNvGrpSpPr/>
          <p:nvPr/>
        </p:nvGrpSpPr>
        <p:grpSpPr>
          <a:xfrm>
            <a:off x="4881600" y="4995885"/>
            <a:ext cx="1391040" cy="1405588"/>
            <a:chOff x="0" y="0"/>
            <a:chExt cx="1664" cy="1680"/>
          </a:xfrm>
        </p:grpSpPr>
        <p:sp>
          <p:nvSpPr>
            <p:cNvPr id="465" name="Google Shape;465;p84"/>
            <p:cNvSpPr/>
            <p:nvPr/>
          </p:nvSpPr>
          <p:spPr>
            <a:xfrm>
              <a:off x="0" y="0"/>
              <a:ext cx="1664" cy="1680"/>
            </a:xfrm>
            <a:prstGeom prst="rect">
              <a:avLst/>
            </a:prstGeom>
            <a:solidFill>
              <a:srgbClr val="C4F6D6"/>
            </a:solidFill>
            <a:ln cap="flat" cmpd="sng" w="25400">
              <a:solidFill>
                <a:schemeClr val="dk1"/>
              </a:solidFill>
              <a:prstDash val="solid"/>
              <a:miter lim="800000"/>
              <a:headEnd len="sm" w="sm" type="none"/>
              <a:tailEnd len="sm" w="sm" type="none"/>
            </a:ln>
          </p:spPr>
          <p:txBody>
            <a:bodyPr anchorCtr="0" anchor="t" bIns="57150" lIns="57150" spcFirstLastPara="1" rIns="57150" wrap="square" tIns="57150">
              <a:noAutofit/>
            </a:bodyPr>
            <a:lstStyle/>
            <a:p>
              <a:pPr indent="0" lvl="0" marL="0" marR="0" rtl="0" algn="l">
                <a:spcBef>
                  <a:spcPts val="0"/>
                </a:spcBef>
                <a:spcAft>
                  <a:spcPts val="0"/>
                </a:spcAft>
                <a:buNone/>
              </a:pPr>
              <a:r>
                <a:rPr b="1" lang="en-US" sz="1400">
                  <a:solidFill>
                    <a:srgbClr val="000000"/>
                  </a:solidFill>
                  <a:latin typeface="Comic Sans MS"/>
                  <a:ea typeface="Comic Sans MS"/>
                  <a:cs typeface="Comic Sans MS"/>
                  <a:sym typeface="Comic Sans MS"/>
                </a:rPr>
                <a:t>while...</a:t>
              </a:r>
              <a:endParaRPr/>
            </a:p>
          </p:txBody>
        </p:sp>
        <p:sp>
          <p:nvSpPr>
            <p:cNvPr id="466" name="Google Shape;466;p84"/>
            <p:cNvSpPr/>
            <p:nvPr/>
          </p:nvSpPr>
          <p:spPr>
            <a:xfrm>
              <a:off x="80" y="352"/>
              <a:ext cx="1504" cy="1232"/>
            </a:xfrm>
            <a:prstGeom prst="rect">
              <a:avLst/>
            </a:prstGeom>
            <a:solidFill>
              <a:srgbClr val="FFFF00"/>
            </a:solidFill>
            <a:ln cap="flat" cmpd="sng" w="25400">
              <a:solidFill>
                <a:schemeClr val="dk1"/>
              </a:solidFill>
              <a:prstDash val="solid"/>
              <a:miter lim="800000"/>
              <a:headEnd len="sm" w="sm" type="none"/>
              <a:tailEnd len="sm" w="sm" type="none"/>
            </a:ln>
          </p:spPr>
          <p:txBody>
            <a:bodyPr anchorCtr="0" anchor="t" bIns="57150" lIns="57150" spcFirstLastPara="1" rIns="57150" wrap="square" tIns="57150">
              <a:noAutofit/>
            </a:bodyPr>
            <a:lstStyle/>
            <a:p>
              <a:pPr indent="0" lvl="0" marL="0" marR="0" rtl="0" algn="l">
                <a:spcBef>
                  <a:spcPts val="0"/>
                </a:spcBef>
                <a:spcAft>
                  <a:spcPts val="0"/>
                </a:spcAft>
                <a:buNone/>
              </a:pPr>
              <a:r>
                <a:rPr b="1" lang="en-US" sz="1400">
                  <a:solidFill>
                    <a:srgbClr val="000000"/>
                  </a:solidFill>
                  <a:latin typeface="Comic Sans MS"/>
                  <a:ea typeface="Comic Sans MS"/>
                  <a:cs typeface="Comic Sans MS"/>
                  <a:sym typeface="Comic Sans MS"/>
                </a:rPr>
                <a:t>...</a:t>
              </a:r>
              <a:endParaRPr/>
            </a:p>
            <a:p>
              <a:pPr indent="0" lvl="0" marL="0" marR="0" rtl="0" algn="l">
                <a:spcBef>
                  <a:spcPts val="0"/>
                </a:spcBef>
                <a:spcAft>
                  <a:spcPts val="0"/>
                </a:spcAft>
                <a:buNone/>
              </a:pPr>
              <a:r>
                <a:rPr b="1" lang="en-US" sz="1400">
                  <a:solidFill>
                    <a:srgbClr val="000000"/>
                  </a:solidFill>
                  <a:latin typeface="Comic Sans MS"/>
                  <a:ea typeface="Comic Sans MS"/>
                  <a:cs typeface="Comic Sans MS"/>
                  <a:sym typeface="Comic Sans MS"/>
                </a:rPr>
                <a:t>i++</a:t>
              </a:r>
              <a:endParaRPr/>
            </a:p>
            <a:p>
              <a:pPr indent="0" lvl="0" marL="0" marR="0" rtl="0" algn="l">
                <a:spcBef>
                  <a:spcPts val="0"/>
                </a:spcBef>
                <a:spcAft>
                  <a:spcPts val="0"/>
                </a:spcAft>
                <a:buNone/>
              </a:pPr>
              <a:r>
                <a:rPr b="1" lang="en-US" sz="1400">
                  <a:solidFill>
                    <a:srgbClr val="000000"/>
                  </a:solidFill>
                  <a:latin typeface="Comic Sans MS"/>
                  <a:ea typeface="Comic Sans MS"/>
                  <a:cs typeface="Comic Sans MS"/>
                  <a:sym typeface="Comic Sans MS"/>
                </a:rPr>
                <a:t>if (i&gt;=5)</a:t>
              </a:r>
              <a:endParaRPr/>
            </a:p>
          </p:txBody>
        </p:sp>
        <p:sp>
          <p:nvSpPr>
            <p:cNvPr id="467" name="Google Shape;467;p84"/>
            <p:cNvSpPr/>
            <p:nvPr/>
          </p:nvSpPr>
          <p:spPr>
            <a:xfrm>
              <a:off x="160" y="1160"/>
              <a:ext cx="1344" cy="336"/>
            </a:xfrm>
            <a:prstGeom prst="rect">
              <a:avLst/>
            </a:prstGeom>
            <a:solidFill>
              <a:srgbClr val="84F69F"/>
            </a:solidFill>
            <a:ln cap="flat" cmpd="sng" w="25400">
              <a:solidFill>
                <a:schemeClr val="dk1"/>
              </a:solidFill>
              <a:prstDash val="solid"/>
              <a:miter lim="800000"/>
              <a:headEnd len="sm" w="sm" type="none"/>
              <a:tailEnd len="sm" w="sm" type="none"/>
            </a:ln>
          </p:spPr>
          <p:txBody>
            <a:bodyPr anchorCtr="0" anchor="t" bIns="57150" lIns="57150" spcFirstLastPara="1" rIns="57150" wrap="square" tIns="57150">
              <a:noAutofit/>
            </a:bodyPr>
            <a:lstStyle/>
            <a:p>
              <a:pPr indent="0" lvl="0" marL="0" marR="0" rtl="0" algn="l">
                <a:spcBef>
                  <a:spcPts val="0"/>
                </a:spcBef>
                <a:spcAft>
                  <a:spcPts val="0"/>
                </a:spcAft>
                <a:buNone/>
              </a:pPr>
              <a:r>
                <a:rPr b="1" lang="en-US" sz="1400">
                  <a:solidFill>
                    <a:srgbClr val="000000"/>
                  </a:solidFill>
                  <a:latin typeface="Comic Sans MS"/>
                  <a:ea typeface="Comic Sans MS"/>
                  <a:cs typeface="Comic Sans MS"/>
                  <a:sym typeface="Comic Sans MS"/>
                </a:rPr>
                <a:t>break;</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500"/>
                                        <p:tgtEl>
                                          <p:spTgt spid="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85"/>
          <p:cNvSpPr txBox="1"/>
          <p:nvPr>
            <p:ph type="title"/>
          </p:nvPr>
        </p:nvSpPr>
        <p:spPr>
          <a:xfrm>
            <a:off x="0" y="122415"/>
            <a:ext cx="8991600" cy="855450"/>
          </a:xfrm>
          <a:prstGeom prst="rect">
            <a:avLst/>
          </a:prstGeom>
          <a:noFill/>
          <a:ln>
            <a:noFill/>
          </a:ln>
        </p:spPr>
        <p:txBody>
          <a:bodyPr anchorCtr="0" anchor="ctr" bIns="35075" lIns="13475" spcFirstLastPara="1" rIns="13475" wrap="square" tIns="35075">
            <a:noAutofit/>
          </a:bodyPr>
          <a:lstStyle/>
          <a:p>
            <a:pPr indent="0" lvl="0" marL="0" rtl="0" algn="ctr">
              <a:lnSpc>
                <a:spcPct val="88000"/>
              </a:lnSpc>
              <a:spcBef>
                <a:spcPts val="0"/>
              </a:spcBef>
              <a:spcAft>
                <a:spcPts val="0"/>
              </a:spcAft>
              <a:buNone/>
            </a:pPr>
            <a:r>
              <a:rPr b="0" lang="en-US">
                <a:latin typeface="Comic Sans MS"/>
                <a:ea typeface="Comic Sans MS"/>
                <a:cs typeface="Comic Sans MS"/>
                <a:sym typeface="Comic Sans MS"/>
              </a:rPr>
              <a:t>Disadvantages of Mutation Testing</a:t>
            </a:r>
            <a:endParaRPr/>
          </a:p>
        </p:txBody>
      </p:sp>
      <p:sp>
        <p:nvSpPr>
          <p:cNvPr id="474" name="Google Shape;474;p85"/>
          <p:cNvSpPr txBox="1"/>
          <p:nvPr>
            <p:ph idx="1" type="body"/>
          </p:nvPr>
        </p:nvSpPr>
        <p:spPr>
          <a:xfrm>
            <a:off x="148322" y="1067154"/>
            <a:ext cx="8435520" cy="4890753"/>
          </a:xfrm>
          <a:prstGeom prst="rect">
            <a:avLst/>
          </a:prstGeom>
          <a:noFill/>
          <a:ln>
            <a:noFill/>
          </a:ln>
        </p:spPr>
        <p:txBody>
          <a:bodyPr anchorCtr="0" anchor="t" bIns="35075" lIns="13475" spcFirstLastPara="1" rIns="13475" wrap="square" tIns="35075">
            <a:noAutofit/>
          </a:bodyPr>
          <a:lstStyle/>
          <a:p>
            <a:pPr indent="-230379" lvl="0" marL="230379" rtl="0" algn="l">
              <a:lnSpc>
                <a:spcPct val="125000"/>
              </a:lnSpc>
              <a:spcBef>
                <a:spcPts val="0"/>
              </a:spcBef>
              <a:spcAft>
                <a:spcPts val="0"/>
              </a:spcAft>
              <a:buSzPts val="1305"/>
              <a:buChar char="●"/>
            </a:pPr>
            <a:r>
              <a:rPr lang="en-US">
                <a:solidFill>
                  <a:srgbClr val="0000CC"/>
                </a:solidFill>
              </a:rPr>
              <a:t>Equivalent mutants </a:t>
            </a:r>
            <a:endParaRPr/>
          </a:p>
          <a:p>
            <a:pPr indent="-230379" lvl="0" marL="230379" rtl="0" algn="l">
              <a:lnSpc>
                <a:spcPct val="125000"/>
              </a:lnSpc>
              <a:spcBef>
                <a:spcPts val="1630"/>
              </a:spcBef>
              <a:spcAft>
                <a:spcPts val="0"/>
              </a:spcAft>
              <a:buSzPts val="1305"/>
              <a:buChar char="●"/>
            </a:pPr>
            <a:r>
              <a:rPr lang="en-US">
                <a:solidFill>
                  <a:srgbClr val="0000CC"/>
                </a:solidFill>
              </a:rPr>
              <a:t>Computationally very expensive.</a:t>
            </a:r>
            <a:endParaRPr/>
          </a:p>
          <a:p>
            <a:pPr indent="-230378" lvl="1" marL="529873" rtl="0" algn="l">
              <a:lnSpc>
                <a:spcPct val="125000"/>
              </a:lnSpc>
              <a:spcBef>
                <a:spcPts val="1630"/>
              </a:spcBef>
              <a:spcAft>
                <a:spcPts val="0"/>
              </a:spcAft>
              <a:buSzPts val="1875"/>
              <a:buChar char="−"/>
            </a:pPr>
            <a:r>
              <a:rPr lang="en-US">
                <a:solidFill>
                  <a:srgbClr val="0000CC"/>
                </a:solidFill>
              </a:rPr>
              <a:t>A large number of possible mutants can be generated.</a:t>
            </a:r>
            <a:endParaRPr/>
          </a:p>
          <a:p>
            <a:pPr indent="-230379" lvl="0" marL="230379" rtl="0" algn="l">
              <a:lnSpc>
                <a:spcPct val="125000"/>
              </a:lnSpc>
              <a:spcBef>
                <a:spcPts val="1630"/>
              </a:spcBef>
              <a:spcAft>
                <a:spcPts val="0"/>
              </a:spcAft>
              <a:buSzPts val="1305"/>
              <a:buChar char="●"/>
            </a:pPr>
            <a:r>
              <a:rPr lang="en-US">
                <a:solidFill>
                  <a:srgbClr val="0000CC"/>
                </a:solidFill>
              </a:rPr>
              <a:t>Certain types of faults are very difficult to inject.</a:t>
            </a:r>
            <a:endParaRPr/>
          </a:p>
          <a:p>
            <a:pPr indent="-230378" lvl="1" marL="529873" rtl="0" algn="l">
              <a:lnSpc>
                <a:spcPct val="125000"/>
              </a:lnSpc>
              <a:spcBef>
                <a:spcPts val="1630"/>
              </a:spcBef>
              <a:spcAft>
                <a:spcPts val="0"/>
              </a:spcAft>
              <a:buSzPts val="1875"/>
              <a:buChar char="−"/>
            </a:pPr>
            <a:r>
              <a:rPr lang="en-US">
                <a:solidFill>
                  <a:srgbClr val="0000CC"/>
                </a:solidFill>
              </a:rPr>
              <a:t>Only simple syntactic faults introduced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86"/>
          <p:cNvSpPr txBox="1"/>
          <p:nvPr>
            <p:ph type="title"/>
          </p:nvPr>
        </p:nvSpPr>
        <p:spPr>
          <a:xfrm>
            <a:off x="1565280" y="371559"/>
            <a:ext cx="5823360" cy="681192"/>
          </a:xfrm>
          <a:prstGeom prst="rect">
            <a:avLst/>
          </a:prstGeom>
          <a:noFill/>
          <a:ln>
            <a:noFill/>
          </a:ln>
        </p:spPr>
        <p:txBody>
          <a:bodyPr anchorCtr="0" anchor="ctr" bIns="0" lIns="0" spcFirstLastPara="1" rIns="0" wrap="square" tIns="0">
            <a:noAutofit/>
          </a:bodyPr>
          <a:lstStyle/>
          <a:p>
            <a:pPr indent="0" lvl="0" marL="0" rtl="0" algn="ctr">
              <a:lnSpc>
                <a:spcPct val="88000"/>
              </a:lnSpc>
              <a:spcBef>
                <a:spcPts val="0"/>
              </a:spcBef>
              <a:spcAft>
                <a:spcPts val="0"/>
              </a:spcAft>
              <a:buNone/>
            </a:pPr>
            <a:r>
              <a:rPr b="0" lang="en-US">
                <a:latin typeface="Comic Sans MS"/>
                <a:ea typeface="Comic Sans MS"/>
                <a:cs typeface="Comic Sans MS"/>
                <a:sym typeface="Comic Sans MS"/>
              </a:rPr>
              <a:t>Quiz 1</a:t>
            </a:r>
            <a:endParaRPr/>
          </a:p>
        </p:txBody>
      </p:sp>
      <p:sp>
        <p:nvSpPr>
          <p:cNvPr id="480" name="Google Shape;480;p86"/>
          <p:cNvSpPr txBox="1"/>
          <p:nvPr>
            <p:ph idx="1" type="body"/>
          </p:nvPr>
        </p:nvSpPr>
        <p:spPr>
          <a:xfrm>
            <a:off x="424801" y="1718101"/>
            <a:ext cx="8261280" cy="1826112"/>
          </a:xfrm>
          <a:prstGeom prst="rect">
            <a:avLst/>
          </a:prstGeom>
          <a:noFill/>
          <a:ln>
            <a:noFill/>
          </a:ln>
        </p:spPr>
        <p:txBody>
          <a:bodyPr anchorCtr="0" anchor="t" bIns="0" lIns="0" spcFirstLastPara="1" rIns="0" wrap="square" tIns="0">
            <a:noAutofit/>
          </a:bodyPr>
          <a:lstStyle/>
          <a:p>
            <a:pPr indent="-288004" lvl="0" marL="383046" rtl="0" algn="just">
              <a:lnSpc>
                <a:spcPct val="125000"/>
              </a:lnSpc>
              <a:spcBef>
                <a:spcPts val="0"/>
              </a:spcBef>
              <a:spcAft>
                <a:spcPts val="0"/>
              </a:spcAft>
              <a:buSzPts val="1620"/>
              <a:buChar char="●"/>
            </a:pPr>
            <a:r>
              <a:rPr lang="en-US" sz="3600"/>
              <a:t>Identify one advantage and one disadvantage of the mutation test technique.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87"/>
          <p:cNvSpPr txBox="1"/>
          <p:nvPr>
            <p:ph type="title"/>
          </p:nvPr>
        </p:nvSpPr>
        <p:spPr>
          <a:xfrm>
            <a:off x="1392480" y="110894"/>
            <a:ext cx="5823360" cy="681191"/>
          </a:xfrm>
          <a:prstGeom prst="rect">
            <a:avLst/>
          </a:prstGeom>
          <a:noFill/>
          <a:ln>
            <a:noFill/>
          </a:ln>
        </p:spPr>
        <p:txBody>
          <a:bodyPr anchorCtr="0" anchor="ctr" bIns="0" lIns="0" spcFirstLastPara="1" rIns="0" wrap="square" tIns="0">
            <a:noAutofit/>
          </a:bodyPr>
          <a:lstStyle/>
          <a:p>
            <a:pPr indent="0" lvl="0" marL="0" rtl="0" algn="ctr">
              <a:lnSpc>
                <a:spcPct val="88000"/>
              </a:lnSpc>
              <a:spcBef>
                <a:spcPts val="0"/>
              </a:spcBef>
              <a:spcAft>
                <a:spcPts val="0"/>
              </a:spcAft>
              <a:buNone/>
            </a:pPr>
            <a:r>
              <a:rPr b="0" lang="en-US">
                <a:latin typeface="Comic Sans MS"/>
                <a:ea typeface="Comic Sans MS"/>
                <a:cs typeface="Comic Sans MS"/>
                <a:sym typeface="Comic Sans MS"/>
              </a:rPr>
              <a:t>Quiz 1: Solution</a:t>
            </a:r>
            <a:endParaRPr/>
          </a:p>
        </p:txBody>
      </p:sp>
      <p:sp>
        <p:nvSpPr>
          <p:cNvPr id="486" name="Google Shape;486;p87"/>
          <p:cNvSpPr txBox="1"/>
          <p:nvPr>
            <p:ph idx="1" type="body"/>
          </p:nvPr>
        </p:nvSpPr>
        <p:spPr>
          <a:xfrm>
            <a:off x="184320" y="748880"/>
            <a:ext cx="8501760" cy="4922437"/>
          </a:xfrm>
          <a:prstGeom prst="rect">
            <a:avLst/>
          </a:prstGeom>
          <a:noFill/>
          <a:ln>
            <a:noFill/>
          </a:ln>
        </p:spPr>
        <p:txBody>
          <a:bodyPr anchorCtr="0" anchor="t" bIns="0" lIns="0" spcFirstLastPara="1" rIns="0" wrap="square" tIns="0">
            <a:noAutofit/>
          </a:bodyPr>
          <a:lstStyle/>
          <a:p>
            <a:pPr indent="-288003" lvl="0" marL="383046" rtl="0" algn="l">
              <a:lnSpc>
                <a:spcPct val="125000"/>
              </a:lnSpc>
              <a:spcBef>
                <a:spcPts val="0"/>
              </a:spcBef>
              <a:spcAft>
                <a:spcPts val="0"/>
              </a:spcAft>
              <a:buSzPts val="1485"/>
              <a:buChar char="●"/>
            </a:pPr>
            <a:r>
              <a:rPr lang="en-US" sz="3300"/>
              <a:t>Identify two advantages and two disadvantages of the mutation test technique.</a:t>
            </a:r>
            <a:endParaRPr/>
          </a:p>
          <a:p>
            <a:pPr indent="-288003" lvl="0" marL="383046" rtl="0" algn="l">
              <a:lnSpc>
                <a:spcPct val="125000"/>
              </a:lnSpc>
              <a:spcBef>
                <a:spcPts val="408"/>
              </a:spcBef>
              <a:spcAft>
                <a:spcPts val="0"/>
              </a:spcAft>
              <a:buSzPts val="1485"/>
              <a:buChar char="●"/>
            </a:pPr>
            <a:r>
              <a:rPr b="1" lang="en-US" sz="3300">
                <a:solidFill>
                  <a:srgbClr val="0000CC"/>
                </a:solidFill>
              </a:rPr>
              <a:t>Adv</a:t>
            </a:r>
            <a:r>
              <a:rPr b="1" lang="en-US" sz="3300"/>
              <a:t>: </a:t>
            </a:r>
            <a:endParaRPr/>
          </a:p>
          <a:p>
            <a:pPr indent="-257764" lvl="1" marL="774731" rtl="0" algn="l">
              <a:lnSpc>
                <a:spcPct val="125000"/>
              </a:lnSpc>
              <a:spcBef>
                <a:spcPts val="408"/>
              </a:spcBef>
              <a:spcAft>
                <a:spcPts val="0"/>
              </a:spcAft>
              <a:buSzPts val="2175"/>
              <a:buChar char="−"/>
            </a:pPr>
            <a:r>
              <a:rPr lang="en-US" sz="2900"/>
              <a:t>Can be automated</a:t>
            </a:r>
            <a:endParaRPr/>
          </a:p>
          <a:p>
            <a:pPr indent="-257764" lvl="1" marL="774731" rtl="0" algn="l">
              <a:lnSpc>
                <a:spcPct val="125000"/>
              </a:lnSpc>
              <a:spcBef>
                <a:spcPts val="408"/>
              </a:spcBef>
              <a:spcAft>
                <a:spcPts val="0"/>
              </a:spcAft>
              <a:buSzPts val="2175"/>
              <a:buChar char="−"/>
            </a:pPr>
            <a:r>
              <a:rPr lang="en-US" sz="2900"/>
              <a:t>Helps effectively strengthen  black box and coverage-based test suite</a:t>
            </a:r>
            <a:endParaRPr/>
          </a:p>
          <a:p>
            <a:pPr indent="-288003" lvl="0" marL="383046" rtl="0" algn="l">
              <a:lnSpc>
                <a:spcPct val="125000"/>
              </a:lnSpc>
              <a:spcBef>
                <a:spcPts val="408"/>
              </a:spcBef>
              <a:spcAft>
                <a:spcPts val="0"/>
              </a:spcAft>
              <a:buSzPts val="1485"/>
              <a:buChar char="●"/>
            </a:pPr>
            <a:r>
              <a:rPr b="1" lang="en-US" sz="3300">
                <a:solidFill>
                  <a:srgbClr val="0000CC"/>
                </a:solidFill>
              </a:rPr>
              <a:t>Disadv:</a:t>
            </a:r>
            <a:endParaRPr/>
          </a:p>
          <a:p>
            <a:pPr indent="-257764" lvl="1" marL="774731" rtl="0" algn="l">
              <a:lnSpc>
                <a:spcPct val="125000"/>
              </a:lnSpc>
              <a:spcBef>
                <a:spcPts val="408"/>
              </a:spcBef>
              <a:spcAft>
                <a:spcPts val="0"/>
              </a:spcAft>
              <a:buSzPts val="2175"/>
              <a:buChar char="−"/>
            </a:pPr>
            <a:r>
              <a:rPr lang="en-US" sz="2900"/>
              <a:t>Equivalent mutants</a:t>
            </a:r>
            <a:endParaRPr/>
          </a:p>
          <a:p>
            <a:pPr indent="-119651" lvl="1" marL="774731" rtl="0" algn="l">
              <a:lnSpc>
                <a:spcPct val="125000"/>
              </a:lnSpc>
              <a:spcBef>
                <a:spcPts val="408"/>
              </a:spcBef>
              <a:spcAft>
                <a:spcPts val="0"/>
              </a:spcAft>
              <a:buSzPts val="2175"/>
              <a:buNone/>
            </a:pPr>
            <a:r>
              <a:t/>
            </a:r>
            <a:endParaRPr sz="29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88"/>
          <p:cNvSpPr txBox="1"/>
          <p:nvPr>
            <p:ph type="title"/>
          </p:nvPr>
        </p:nvSpPr>
        <p:spPr>
          <a:xfrm>
            <a:off x="1143000" y="228600"/>
            <a:ext cx="7770813" cy="1158875"/>
          </a:xfrm>
          <a:prstGeom prst="rect">
            <a:avLst/>
          </a:prstGeom>
          <a:noFill/>
          <a:ln>
            <a:noFill/>
          </a:ln>
        </p:spPr>
        <p:txBody>
          <a:bodyPr anchorCtr="0" anchor="ctr" bIns="46800" lIns="18000" spcFirstLastPara="1" rIns="18000" wrap="square" tIns="46800">
            <a:normAutofit/>
          </a:bodyPr>
          <a:lstStyle/>
          <a:p>
            <a:pPr indent="0" lvl="0" marL="0" rtl="0" algn="ctr">
              <a:lnSpc>
                <a:spcPct val="88000"/>
              </a:lnSpc>
              <a:spcBef>
                <a:spcPts val="0"/>
              </a:spcBef>
              <a:spcAft>
                <a:spcPts val="0"/>
              </a:spcAft>
              <a:buNone/>
            </a:pPr>
            <a:r>
              <a:rPr lang="en-US" sz="5400"/>
              <a:t>Summary</a:t>
            </a:r>
            <a:endParaRPr/>
          </a:p>
        </p:txBody>
      </p:sp>
      <p:sp>
        <p:nvSpPr>
          <p:cNvPr id="493" name="Google Shape;493;p88"/>
          <p:cNvSpPr txBox="1"/>
          <p:nvPr>
            <p:ph idx="1" type="body"/>
          </p:nvPr>
        </p:nvSpPr>
        <p:spPr>
          <a:xfrm>
            <a:off x="685800" y="1371600"/>
            <a:ext cx="8153400" cy="4953000"/>
          </a:xfrm>
          <a:prstGeom prst="rect">
            <a:avLst/>
          </a:prstGeom>
          <a:noFill/>
          <a:ln>
            <a:noFill/>
          </a:ln>
        </p:spPr>
        <p:txBody>
          <a:bodyPr anchorCtr="0" anchor="t" bIns="46800" lIns="18000" spcFirstLastPara="1" rIns="18000" wrap="square" tIns="46800">
            <a:normAutofit fontScale="92500" lnSpcReduction="10000"/>
          </a:bodyPr>
          <a:lstStyle/>
          <a:p>
            <a:pPr indent="-288003" lvl="0" marL="383046" rtl="0" algn="just">
              <a:spcBef>
                <a:spcPts val="0"/>
              </a:spcBef>
              <a:spcAft>
                <a:spcPts val="0"/>
              </a:spcAft>
              <a:buSzPct val="45000"/>
              <a:buChar char="●"/>
            </a:pPr>
            <a:r>
              <a:rPr lang="en-US" sz="4000"/>
              <a:t>Presented basic concepts of mutation testing. </a:t>
            </a:r>
            <a:endParaRPr sz="3600">
              <a:solidFill>
                <a:srgbClr val="0000FF"/>
              </a:solidFill>
            </a:endParaRPr>
          </a:p>
          <a:p>
            <a:pPr indent="-288003" lvl="0" marL="383046" rtl="0" algn="just">
              <a:spcBef>
                <a:spcPts val="2135"/>
              </a:spcBef>
              <a:spcAft>
                <a:spcPts val="0"/>
              </a:spcAft>
              <a:buSzPct val="45000"/>
              <a:buChar char="●"/>
            </a:pPr>
            <a:r>
              <a:rPr lang="en-US" sz="4000"/>
              <a:t>Explained types of mutants. </a:t>
            </a:r>
            <a:endParaRPr/>
          </a:p>
          <a:p>
            <a:pPr indent="-288003" lvl="0" marL="383046" rtl="0" algn="just">
              <a:spcBef>
                <a:spcPts val="2135"/>
              </a:spcBef>
              <a:spcAft>
                <a:spcPts val="0"/>
              </a:spcAft>
              <a:buSzPct val="45000"/>
              <a:buChar char="●"/>
            </a:pPr>
            <a:r>
              <a:rPr lang="en-US" sz="4000"/>
              <a:t>Discussed the mutation testing process.</a:t>
            </a:r>
            <a:endParaRPr/>
          </a:p>
          <a:p>
            <a:pPr indent="-288003" lvl="0" marL="383046" rtl="0" algn="just">
              <a:spcBef>
                <a:spcPts val="2135"/>
              </a:spcBef>
              <a:spcAft>
                <a:spcPts val="0"/>
              </a:spcAft>
              <a:buSzPct val="45000"/>
              <a:buChar char="●"/>
            </a:pPr>
            <a:r>
              <a:rPr lang="en-US" sz="4000"/>
              <a:t>Presented some limitations of mutation testing.</a:t>
            </a:r>
            <a:endParaRPr/>
          </a:p>
          <a:p>
            <a:pPr indent="-182276" lvl="0" marL="383046" rtl="0" algn="l">
              <a:spcBef>
                <a:spcPts val="2135"/>
              </a:spcBef>
              <a:spcAft>
                <a:spcPts val="0"/>
              </a:spcAft>
              <a:buSzPct val="45000"/>
              <a:buNone/>
            </a:pPr>
            <a:r>
              <a:t/>
            </a:r>
            <a:endParaRPr sz="4000"/>
          </a:p>
        </p:txBody>
      </p:sp>
      <p:sp>
        <p:nvSpPr>
          <p:cNvPr id="494" name="Google Shape;494;p88"/>
          <p:cNvSpPr txBox="1"/>
          <p:nvPr>
            <p:ph idx="12" type="sldNum"/>
          </p:nvPr>
        </p:nvSpPr>
        <p:spPr>
          <a:xfrm>
            <a:off x="8613648" y="6305550"/>
            <a:ext cx="4572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omic Sans MS"/>
                <a:ea typeface="Comic Sans MS"/>
                <a:cs typeface="Comic Sans MS"/>
                <a:sym typeface="Comic Sans MS"/>
              </a:rPr>
              <a:t>‹#›</a:t>
            </a:fld>
            <a:endParaRPr sz="1800">
              <a:solidFill>
                <a:schemeClr val="dk1"/>
              </a:solidFill>
              <a:latin typeface="Comic Sans MS"/>
              <a:ea typeface="Comic Sans MS"/>
              <a:cs typeface="Comic Sans MS"/>
              <a:sym typeface="Comic Sans M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89"/>
          <p:cNvSpPr txBox="1"/>
          <p:nvPr/>
        </p:nvSpPr>
        <p:spPr>
          <a:xfrm>
            <a:off x="1127760" y="279401"/>
            <a:ext cx="7863840" cy="861775"/>
          </a:xfrm>
          <a:prstGeom prst="rect">
            <a:avLst/>
          </a:prstGeom>
          <a:noFill/>
          <a:ln>
            <a:noFill/>
          </a:ln>
        </p:spPr>
        <p:txBody>
          <a:bodyPr anchorCtr="0" anchor="ctr" bIns="39300" lIns="15100" spcFirstLastPara="1" rIns="15100" wrap="square" tIns="39300">
            <a:noAutofit/>
          </a:bodyPr>
          <a:lstStyle/>
          <a:p>
            <a:pPr indent="0" lvl="0" marL="0" marR="0" rtl="0" algn="ctr">
              <a:spcBef>
                <a:spcPts val="0"/>
              </a:spcBef>
              <a:spcAft>
                <a:spcPts val="0"/>
              </a:spcAft>
              <a:buNone/>
            </a:pPr>
            <a:r>
              <a:rPr lang="en-US" sz="4800">
                <a:solidFill>
                  <a:srgbClr val="572314"/>
                </a:solidFill>
                <a:latin typeface="Comic Sans MS"/>
                <a:ea typeface="Comic Sans MS"/>
                <a:cs typeface="Comic Sans MS"/>
                <a:sym typeface="Comic Sans MS"/>
              </a:rPr>
              <a:t>References </a:t>
            </a:r>
            <a:endParaRPr/>
          </a:p>
        </p:txBody>
      </p:sp>
      <p:sp>
        <p:nvSpPr>
          <p:cNvPr id="500" name="Google Shape;500;p89"/>
          <p:cNvSpPr/>
          <p:nvPr/>
        </p:nvSpPr>
        <p:spPr>
          <a:xfrm>
            <a:off x="1143000" y="1397000"/>
            <a:ext cx="7848600" cy="3827500"/>
          </a:xfrm>
          <a:prstGeom prst="rect">
            <a:avLst/>
          </a:prstGeom>
          <a:noFill/>
          <a:ln>
            <a:noFill/>
          </a:ln>
        </p:spPr>
        <p:txBody>
          <a:bodyPr anchorCtr="0" anchor="t" bIns="51200" lIns="102400" spcFirstLastPara="1" rIns="102400" wrap="square" tIns="51200">
            <a:noAutofit/>
          </a:bodyPr>
          <a:lstStyle/>
          <a:p>
            <a:pPr indent="-384015" lvl="0" marL="384015" marR="0" rtl="0" algn="just">
              <a:spcBef>
                <a:spcPts val="0"/>
              </a:spcBef>
              <a:spcAft>
                <a:spcPts val="0"/>
              </a:spcAft>
              <a:buClr>
                <a:schemeClr val="dk1"/>
              </a:buClr>
              <a:buSzPts val="2800"/>
              <a:buFont typeface="Comic Sans MS"/>
              <a:buAutoNum type="arabicPeriod"/>
            </a:pPr>
            <a:r>
              <a:rPr lang="en-US" sz="2800">
                <a:solidFill>
                  <a:schemeClr val="dk1"/>
                </a:solidFill>
                <a:latin typeface="Comic Sans MS"/>
                <a:ea typeface="Comic Sans MS"/>
                <a:cs typeface="Comic Sans MS"/>
                <a:sym typeface="Comic Sans MS"/>
              </a:rPr>
              <a:t>Rajib Mall, Fundamentals of Software Engineering, (Chapter – 10), Fifth Edition, PHI Learning Pvt. Ltd., 2018.</a:t>
            </a:r>
            <a:endParaRPr/>
          </a:p>
          <a:p>
            <a:pPr indent="-384015" lvl="0" marL="384015" marR="0" rtl="0" algn="just">
              <a:spcBef>
                <a:spcPts val="0"/>
              </a:spcBef>
              <a:spcAft>
                <a:spcPts val="0"/>
              </a:spcAft>
              <a:buClr>
                <a:schemeClr val="dk1"/>
              </a:buClr>
              <a:buSzPts val="2800"/>
              <a:buFont typeface="Comic Sans MS"/>
              <a:buAutoNum type="arabicPeriod"/>
            </a:pPr>
            <a:r>
              <a:rPr lang="en-US" sz="2800">
                <a:solidFill>
                  <a:schemeClr val="dk1"/>
                </a:solidFill>
                <a:latin typeface="Comic Sans MS"/>
                <a:ea typeface="Comic Sans MS"/>
                <a:cs typeface="Comic Sans MS"/>
                <a:sym typeface="Comic Sans MS"/>
              </a:rPr>
              <a:t>Naresh Chauhan, Software Testing: Principles and Practices, (Chapter – 5), Second Edition, Oxford University Press,  2016.</a:t>
            </a:r>
            <a:endParaRPr/>
          </a:p>
          <a:p>
            <a:pPr indent="-206215" lvl="0" marL="384015" marR="0" rtl="0" algn="just">
              <a:spcBef>
                <a:spcPts val="0"/>
              </a:spcBef>
              <a:spcAft>
                <a:spcPts val="0"/>
              </a:spcAft>
              <a:buClr>
                <a:schemeClr val="dk1"/>
              </a:buClr>
              <a:buSzPts val="2800"/>
              <a:buFont typeface="Comic Sans MS"/>
              <a:buNone/>
            </a:pPr>
            <a:r>
              <a:t/>
            </a:r>
            <a:endParaRPr sz="2800">
              <a:solidFill>
                <a:schemeClr val="dk1"/>
              </a:solidFill>
              <a:latin typeface="Comic Sans MS"/>
              <a:ea typeface="Comic Sans MS"/>
              <a:cs typeface="Comic Sans MS"/>
              <a:sym typeface="Comic Sans MS"/>
            </a:endParaRPr>
          </a:p>
          <a:p>
            <a:pPr indent="0" lvl="0" marL="0" marR="0" rtl="0" algn="just">
              <a:spcBef>
                <a:spcPts val="0"/>
              </a:spcBef>
              <a:spcAft>
                <a:spcPts val="0"/>
              </a:spcAft>
              <a:buNone/>
            </a:pPr>
            <a:r>
              <a:t/>
            </a:r>
            <a:endParaRPr sz="1800">
              <a:solidFill>
                <a:srgbClr val="000000"/>
              </a:solidFill>
              <a:latin typeface="Comic Sans MS"/>
              <a:ea typeface="Comic Sans MS"/>
              <a:cs typeface="Comic Sans MS"/>
              <a:sym typeface="Comic Sans M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90"/>
          <p:cNvSpPr txBox="1"/>
          <p:nvPr>
            <p:ph type="title"/>
          </p:nvPr>
        </p:nvSpPr>
        <p:spPr>
          <a:xfrm>
            <a:off x="457200" y="274638"/>
            <a:ext cx="8229600" cy="1143000"/>
          </a:xfrm>
          <a:prstGeom prst="rect">
            <a:avLst/>
          </a:prstGeom>
          <a:noFill/>
          <a:ln>
            <a:noFill/>
          </a:ln>
        </p:spPr>
        <p:txBody>
          <a:bodyPr anchorCtr="0" anchor="ctr" bIns="45700" lIns="91400" spcFirstLastPara="1" rIns="91400" wrap="square" tIns="45700">
            <a:normAutofit/>
          </a:bodyPr>
          <a:lstStyle/>
          <a:p>
            <a:pPr indent="0" lvl="0" marL="0" rtl="0" algn="ctr">
              <a:spcBef>
                <a:spcPts val="0"/>
              </a:spcBef>
              <a:spcAft>
                <a:spcPts val="0"/>
              </a:spcAft>
              <a:buClr>
                <a:schemeClr val="dk1"/>
              </a:buClr>
              <a:buSzPts val="4400"/>
              <a:buFont typeface="Calibri"/>
              <a:buNone/>
            </a:pPr>
            <a:r>
              <a:rPr lang="en-US"/>
              <a:t> </a:t>
            </a:r>
            <a:endParaRPr/>
          </a:p>
        </p:txBody>
      </p:sp>
      <p:sp>
        <p:nvSpPr>
          <p:cNvPr id="506" name="Google Shape;506;p90"/>
          <p:cNvSpPr txBox="1"/>
          <p:nvPr>
            <p:ph idx="1" type="body"/>
          </p:nvPr>
        </p:nvSpPr>
        <p:spPr>
          <a:xfrm>
            <a:off x="457200" y="1600203"/>
            <a:ext cx="8229600" cy="4525963"/>
          </a:xfrm>
          <a:prstGeom prst="rect">
            <a:avLst/>
          </a:prstGeom>
          <a:noFill/>
          <a:ln>
            <a:noFill/>
          </a:ln>
        </p:spPr>
        <p:txBody>
          <a:bodyPr anchorCtr="0" anchor="t" bIns="45700" lIns="91400" spcFirstLastPara="1" rIns="91400" wrap="square" tIns="45700">
            <a:normAutofit/>
          </a:bodyPr>
          <a:lstStyle/>
          <a:p>
            <a:pPr indent="0" lvl="0" marL="0" rtl="0" algn="l">
              <a:spcBef>
                <a:spcPts val="0"/>
              </a:spcBef>
              <a:spcAft>
                <a:spcPts val="0"/>
              </a:spcAft>
              <a:buClr>
                <a:schemeClr val="dk1"/>
              </a:buClr>
              <a:buSzPts val="4800"/>
              <a:buNone/>
            </a:pPr>
            <a:r>
              <a:t/>
            </a:r>
            <a:endParaRPr sz="4800"/>
          </a:p>
          <a:p>
            <a:pPr indent="0" lvl="0" marL="0" rtl="0" algn="l">
              <a:spcBef>
                <a:spcPts val="960"/>
              </a:spcBef>
              <a:spcAft>
                <a:spcPts val="0"/>
              </a:spcAft>
              <a:buClr>
                <a:schemeClr val="dk1"/>
              </a:buClr>
              <a:buSzPts val="4800"/>
              <a:buNone/>
            </a:pPr>
            <a:r>
              <a:t/>
            </a:r>
            <a:endParaRPr sz="4800"/>
          </a:p>
          <a:p>
            <a:pPr indent="0" lvl="0" marL="0" rtl="0" algn="l">
              <a:spcBef>
                <a:spcPts val="960"/>
              </a:spcBef>
              <a:spcAft>
                <a:spcPts val="0"/>
              </a:spcAft>
              <a:buClr>
                <a:schemeClr val="dk1"/>
              </a:buClr>
              <a:buSzPts val="4800"/>
              <a:buNone/>
            </a:pPr>
            <a:r>
              <a:rPr lang="en-US" sz="4800"/>
              <a:t>			</a:t>
            </a:r>
            <a:r>
              <a:rPr lang="en-US" sz="4800">
                <a:latin typeface="Comic Sans MS"/>
                <a:ea typeface="Comic Sans MS"/>
                <a:cs typeface="Comic Sans MS"/>
                <a:sym typeface="Comic Sans MS"/>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