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ppt/slideLayouts/slideLayout12.xml" ContentType="application/vnd.openxmlformats-officedocument.presentationml.slideLayout+xml"/>
  <Override PartName="/ppt/theme/theme11.xml" ContentType="application/vnd.openxmlformats-officedocument.theme+xml"/>
  <Override PartName="/ppt/slideLayouts/slideLayout13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  <p:sldMasterId id="2147483661" r:id="rId3"/>
    <p:sldMasterId id="2147483662" r:id="rId4"/>
    <p:sldMasterId id="2147483663" r:id="rId5"/>
    <p:sldMasterId id="2147483664" r:id="rId6"/>
    <p:sldMasterId id="2147483665" r:id="rId7"/>
    <p:sldMasterId id="2147483666" r:id="rId8"/>
    <p:sldMasterId id="2147483667" r:id="rId9"/>
    <p:sldMasterId id="2147483668" r:id="rId10"/>
    <p:sldMasterId id="2147483669" r:id="rId11"/>
    <p:sldMasterId id="2147483670" r:id="rId12"/>
  </p:sldMasterIdLst>
  <p:notesMasterIdLst>
    <p:notesMasterId r:id="rId66"/>
  </p:notesMasterIdLst>
  <p:sldIdLst>
    <p:sldId id="304" r:id="rId13"/>
    <p:sldId id="305" r:id="rId14"/>
    <p:sldId id="306" r:id="rId15"/>
    <p:sldId id="307" r:id="rId16"/>
    <p:sldId id="308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309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78" r:id="rId40"/>
    <p:sldId id="279" r:id="rId41"/>
    <p:sldId id="280" r:id="rId42"/>
    <p:sldId id="281" r:id="rId43"/>
    <p:sldId id="282" r:id="rId44"/>
    <p:sldId id="283" r:id="rId45"/>
    <p:sldId id="284" r:id="rId46"/>
    <p:sldId id="285" r:id="rId47"/>
    <p:sldId id="286" r:id="rId48"/>
    <p:sldId id="287" r:id="rId49"/>
    <p:sldId id="288" r:id="rId50"/>
    <p:sldId id="289" r:id="rId51"/>
    <p:sldId id="290" r:id="rId52"/>
    <p:sldId id="291" r:id="rId53"/>
    <p:sldId id="292" r:id="rId54"/>
    <p:sldId id="293" r:id="rId55"/>
    <p:sldId id="294" r:id="rId56"/>
    <p:sldId id="295" r:id="rId57"/>
    <p:sldId id="296" r:id="rId58"/>
    <p:sldId id="297" r:id="rId59"/>
    <p:sldId id="298" r:id="rId60"/>
    <p:sldId id="299" r:id="rId61"/>
    <p:sldId id="300" r:id="rId62"/>
    <p:sldId id="301" r:id="rId63"/>
    <p:sldId id="302" r:id="rId64"/>
    <p:sldId id="303" r:id="rId65"/>
  </p:sldIdLst>
  <p:sldSz cx="10080625" cy="7559675"/>
  <p:notesSz cx="7556500" cy="10691813"/>
  <p:embeddedFontLst>
    <p:embeddedFont>
      <p:font typeface="Verdana" panose="020B0604030504040204" pitchFamily="34" charset="0"/>
      <p:regular r:id="rId67"/>
      <p:bold r:id="rId68"/>
      <p:italic r:id="rId69"/>
      <p:boldItalic r:id="rId70"/>
    </p:embeddedFont>
    <p:embeddedFont>
      <p:font typeface="Gill Sans" panose="020B0604020202020204" charset="0"/>
      <p:regular r:id="rId71"/>
      <p:bold r:id="rId72"/>
    </p:embeddedFont>
    <p:embeddedFont>
      <p:font typeface="Comic Sans MS" panose="030F0702030302020204" pitchFamily="66" charset="0"/>
      <p:regular r:id="rId73"/>
      <p:bold r:id="rId74"/>
      <p:italic r:id="rId75"/>
      <p:boldItalic r:id="rId76"/>
    </p:embeddedFont>
    <p:embeddedFont>
      <p:font typeface="Arimo" panose="020B0604020202020204" charset="0"/>
      <p:regular r:id="rId77"/>
      <p:bold r:id="rId78"/>
      <p:italic r:id="rId79"/>
      <p:boldItalic r:id="rId8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064" y="64"/>
      </p:cViewPr>
      <p:guideLst>
        <p:guide orient="horz" pos="216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9" Type="http://schemas.openxmlformats.org/officeDocument/2006/relationships/slide" Target="slides/slide27.xml"/><Relationship Id="rId21" Type="http://schemas.openxmlformats.org/officeDocument/2006/relationships/slide" Target="slides/slide9.xml"/><Relationship Id="rId34" Type="http://schemas.openxmlformats.org/officeDocument/2006/relationships/slide" Target="slides/slide22.xml"/><Relationship Id="rId42" Type="http://schemas.openxmlformats.org/officeDocument/2006/relationships/slide" Target="slides/slide30.xml"/><Relationship Id="rId47" Type="http://schemas.openxmlformats.org/officeDocument/2006/relationships/slide" Target="slides/slide35.xml"/><Relationship Id="rId50" Type="http://schemas.openxmlformats.org/officeDocument/2006/relationships/slide" Target="slides/slide38.xml"/><Relationship Id="rId55" Type="http://schemas.openxmlformats.org/officeDocument/2006/relationships/slide" Target="slides/slide43.xml"/><Relationship Id="rId63" Type="http://schemas.openxmlformats.org/officeDocument/2006/relationships/slide" Target="slides/slide51.xml"/><Relationship Id="rId68" Type="http://schemas.openxmlformats.org/officeDocument/2006/relationships/font" Target="fonts/font2.fntdata"/><Relationship Id="rId76" Type="http://schemas.openxmlformats.org/officeDocument/2006/relationships/font" Target="fonts/font10.fntdata"/><Relationship Id="rId8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71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9" Type="http://schemas.openxmlformats.org/officeDocument/2006/relationships/slide" Target="slides/slide17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40" Type="http://schemas.openxmlformats.org/officeDocument/2006/relationships/slide" Target="slides/slide28.xml"/><Relationship Id="rId45" Type="http://schemas.openxmlformats.org/officeDocument/2006/relationships/slide" Target="slides/slide33.xml"/><Relationship Id="rId53" Type="http://schemas.openxmlformats.org/officeDocument/2006/relationships/slide" Target="slides/slide41.xml"/><Relationship Id="rId58" Type="http://schemas.openxmlformats.org/officeDocument/2006/relationships/slide" Target="slides/slide46.xml"/><Relationship Id="rId66" Type="http://schemas.openxmlformats.org/officeDocument/2006/relationships/notesMaster" Target="notesMasters/notesMaster1.xml"/><Relationship Id="rId74" Type="http://schemas.openxmlformats.org/officeDocument/2006/relationships/font" Target="fonts/font8.fntdata"/><Relationship Id="rId79" Type="http://schemas.openxmlformats.org/officeDocument/2006/relationships/font" Target="fonts/font13.fntdata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49.xml"/><Relationship Id="rId82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4" Type="http://schemas.openxmlformats.org/officeDocument/2006/relationships/slide" Target="slides/slide32.xml"/><Relationship Id="rId52" Type="http://schemas.openxmlformats.org/officeDocument/2006/relationships/slide" Target="slides/slide40.xml"/><Relationship Id="rId60" Type="http://schemas.openxmlformats.org/officeDocument/2006/relationships/slide" Target="slides/slide48.xml"/><Relationship Id="rId65" Type="http://schemas.openxmlformats.org/officeDocument/2006/relationships/slide" Target="slides/slide53.xml"/><Relationship Id="rId73" Type="http://schemas.openxmlformats.org/officeDocument/2006/relationships/font" Target="fonts/font7.fntdata"/><Relationship Id="rId78" Type="http://schemas.openxmlformats.org/officeDocument/2006/relationships/font" Target="fonts/font12.fntdata"/><Relationship Id="rId8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openxmlformats.org/officeDocument/2006/relationships/slide" Target="slides/slide31.xml"/><Relationship Id="rId48" Type="http://schemas.openxmlformats.org/officeDocument/2006/relationships/slide" Target="slides/slide36.xml"/><Relationship Id="rId56" Type="http://schemas.openxmlformats.org/officeDocument/2006/relationships/slide" Target="slides/slide44.xml"/><Relationship Id="rId64" Type="http://schemas.openxmlformats.org/officeDocument/2006/relationships/slide" Target="slides/slide52.xml"/><Relationship Id="rId69" Type="http://schemas.openxmlformats.org/officeDocument/2006/relationships/font" Target="fonts/font3.fntdata"/><Relationship Id="rId77" Type="http://schemas.openxmlformats.org/officeDocument/2006/relationships/font" Target="fonts/font11.fntdata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9.xml"/><Relationship Id="rId72" Type="http://schemas.openxmlformats.org/officeDocument/2006/relationships/font" Target="fonts/font6.fntdata"/><Relationship Id="rId80" Type="http://schemas.openxmlformats.org/officeDocument/2006/relationships/font" Target="fonts/font14.fntdata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46" Type="http://schemas.openxmlformats.org/officeDocument/2006/relationships/slide" Target="slides/slide34.xml"/><Relationship Id="rId59" Type="http://schemas.openxmlformats.org/officeDocument/2006/relationships/slide" Target="slides/slide47.xml"/><Relationship Id="rId67" Type="http://schemas.openxmlformats.org/officeDocument/2006/relationships/font" Target="fonts/font1.fntdata"/><Relationship Id="rId20" Type="http://schemas.openxmlformats.org/officeDocument/2006/relationships/slide" Target="slides/slide8.xml"/><Relationship Id="rId41" Type="http://schemas.openxmlformats.org/officeDocument/2006/relationships/slide" Target="slides/slide29.xml"/><Relationship Id="rId54" Type="http://schemas.openxmlformats.org/officeDocument/2006/relationships/slide" Target="slides/slide42.xml"/><Relationship Id="rId62" Type="http://schemas.openxmlformats.org/officeDocument/2006/relationships/slide" Target="slides/slide50.xml"/><Relationship Id="rId70" Type="http://schemas.openxmlformats.org/officeDocument/2006/relationships/font" Target="fonts/font4.fntdata"/><Relationship Id="rId75" Type="http://schemas.openxmlformats.org/officeDocument/2006/relationships/font" Target="fonts/font9.fntdata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49" Type="http://schemas.openxmlformats.org/officeDocument/2006/relationships/slide" Target="slides/slide37.xml"/><Relationship Id="rId57" Type="http://schemas.openxmlformats.org/officeDocument/2006/relationships/slide" Target="slides/slide4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" name="Google Shape;5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" name="Google Shape;6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" name="Google Shape;7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" name="Google Shape;8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" name="Google Shape;9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" name="Google Shape;10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" name="Google Shape;11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" name="Google Shape;12;n"/>
          <p:cNvSpPr txBox="1"/>
          <p:nvPr/>
        </p:nvSpPr>
        <p:spPr>
          <a:xfrm>
            <a:off x="1311275" y="1027112"/>
            <a:ext cx="4933950" cy="370046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" name="Google Shape;13;n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" name="Google Shape;14;n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866857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1"/>
          <p:cNvSpPr txBox="1">
            <a:spLocks noChangeArrowheads="1"/>
          </p:cNvSpPr>
          <p:nvPr/>
        </p:nvSpPr>
        <p:spPr bwMode="auto">
          <a:xfrm>
            <a:off x="1311276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1434" tIns="45717" rIns="91434" bIns="45717" anchor="ctr"/>
          <a:lstStyle>
            <a:lvl1pPr eaLnBrk="0" hangingPunct="0">
              <a:defRPr sz="2400">
                <a:solidFill>
                  <a:schemeClr val="bg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Comic Sans MS" pitchFamily="66" charset="0"/>
              </a:defRPr>
            </a:lvl5pPr>
            <a:lvl6pPr marL="25146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400">
                <a:solidFill>
                  <a:schemeClr val="bg1"/>
                </a:solidFill>
                <a:latin typeface="Comic Sans MS" pitchFamily="66" charset="0"/>
              </a:defRPr>
            </a:lvl6pPr>
            <a:lvl7pPr marL="29718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400">
                <a:solidFill>
                  <a:schemeClr val="bg1"/>
                </a:solidFill>
                <a:latin typeface="Comic Sans MS" pitchFamily="66" charset="0"/>
              </a:defRPr>
            </a:lvl7pPr>
            <a:lvl8pPr marL="34290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400">
                <a:solidFill>
                  <a:schemeClr val="bg1"/>
                </a:solidFill>
                <a:latin typeface="Comic Sans MS" pitchFamily="66" charset="0"/>
              </a:defRPr>
            </a:lvl8pPr>
            <a:lvl9pPr marL="38862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400">
                <a:solidFill>
                  <a:schemeClr val="bg1"/>
                </a:solidFill>
                <a:latin typeface="Comic Sans MS" pitchFamily="66" charset="0"/>
              </a:defRPr>
            </a:lvl9pPr>
          </a:lstStyle>
          <a:p>
            <a:pPr eaLnBrk="1" hangingPunct="1"/>
            <a:endParaRPr lang="en-US" altLang="en-US">
              <a:latin typeface="Times New Roman" pitchFamily="18" charset="0"/>
            </a:endParaRPr>
          </a:p>
        </p:txBody>
      </p:sp>
      <p:sp>
        <p:nvSpPr>
          <p:cNvPr id="119811" name="Rectangle 2"/>
          <p:cNvSpPr>
            <a:spLocks noGrp="1" noChangeArrowheads="1"/>
          </p:cNvSpPr>
          <p:nvPr>
            <p:ph type="body"/>
          </p:nvPr>
        </p:nvSpPr>
        <p:spPr>
          <a:xfrm>
            <a:off x="1169988" y="5086350"/>
            <a:ext cx="5218113" cy="410368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4" tIns="45717" rIns="91434" bIns="45717" anchor="ctr"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1"/>
          <p:cNvSpPr txBox="1">
            <a:spLocks noChangeArrowheads="1"/>
          </p:cNvSpPr>
          <p:nvPr/>
        </p:nvSpPr>
        <p:spPr bwMode="auto">
          <a:xfrm>
            <a:off x="1129977" y="360107"/>
            <a:ext cx="5462720" cy="434726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104269" tIns="52135" rIns="104269" bIns="52135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3000"/>
              </a:lnSpc>
              <a:spcBef>
                <a:spcPct val="0"/>
              </a:spcBef>
            </a:pPr>
            <a:endParaRPr lang="en-US" altLang="en-US" sz="2700">
              <a:solidFill>
                <a:schemeClr val="bg1"/>
              </a:solidFill>
            </a:endParaRPr>
          </a:p>
        </p:txBody>
      </p:sp>
      <p:sp>
        <p:nvSpPr>
          <p:cNvPr id="43011" name="Text Box 2"/>
          <p:cNvSpPr txBox="1">
            <a:spLocks noChangeArrowheads="1"/>
          </p:cNvSpPr>
          <p:nvPr/>
        </p:nvSpPr>
        <p:spPr bwMode="auto">
          <a:xfrm>
            <a:off x="566738" y="5130585"/>
            <a:ext cx="6594446" cy="4826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04269" tIns="52135" rIns="104269" bIns="52135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3000"/>
              </a:lnSpc>
              <a:spcBef>
                <a:spcPct val="0"/>
              </a:spcBef>
            </a:pPr>
            <a:endParaRPr lang="en-US" altLang="en-US" sz="27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0359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1"/>
          <p:cNvSpPr txBox="1">
            <a:spLocks noChangeArrowheads="1"/>
          </p:cNvSpPr>
          <p:nvPr/>
        </p:nvSpPr>
        <p:spPr bwMode="auto">
          <a:xfrm>
            <a:off x="1129977" y="360107"/>
            <a:ext cx="5462720" cy="434726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104269" tIns="52135" rIns="104269" bIns="52135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3000"/>
              </a:lnSpc>
              <a:spcBef>
                <a:spcPct val="0"/>
              </a:spcBef>
            </a:pPr>
            <a:endParaRPr lang="en-US" altLang="en-US" sz="2700">
              <a:solidFill>
                <a:schemeClr val="bg1"/>
              </a:solidFill>
            </a:endParaRPr>
          </a:p>
        </p:txBody>
      </p:sp>
      <p:sp>
        <p:nvSpPr>
          <p:cNvPr id="45059" name="Text Box 2"/>
          <p:cNvSpPr txBox="1">
            <a:spLocks noChangeArrowheads="1"/>
          </p:cNvSpPr>
          <p:nvPr/>
        </p:nvSpPr>
        <p:spPr bwMode="auto">
          <a:xfrm>
            <a:off x="566738" y="5130585"/>
            <a:ext cx="6594446" cy="4826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04269" tIns="52135" rIns="104269" bIns="52135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3000"/>
              </a:lnSpc>
              <a:spcBef>
                <a:spcPct val="0"/>
              </a:spcBef>
            </a:pPr>
            <a:endParaRPr lang="en-US" altLang="en-US" sz="27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980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1"/>
          <p:cNvSpPr txBox="1">
            <a:spLocks noChangeArrowheads="1"/>
          </p:cNvSpPr>
          <p:nvPr/>
        </p:nvSpPr>
        <p:spPr bwMode="auto">
          <a:xfrm>
            <a:off x="1129977" y="360107"/>
            <a:ext cx="5462720" cy="434726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104269" tIns="52135" rIns="104269" bIns="52135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3000"/>
              </a:lnSpc>
              <a:spcBef>
                <a:spcPct val="0"/>
              </a:spcBef>
            </a:pPr>
            <a:endParaRPr lang="en-US" altLang="en-US" sz="3600">
              <a:solidFill>
                <a:schemeClr val="bg1"/>
              </a:solidFill>
            </a:endParaRPr>
          </a:p>
        </p:txBody>
      </p:sp>
      <p:sp>
        <p:nvSpPr>
          <p:cNvPr id="47107" name="Text Box 2"/>
          <p:cNvSpPr txBox="1">
            <a:spLocks noChangeArrowheads="1"/>
          </p:cNvSpPr>
          <p:nvPr/>
        </p:nvSpPr>
        <p:spPr bwMode="auto">
          <a:xfrm>
            <a:off x="566738" y="5130585"/>
            <a:ext cx="6594446" cy="4826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04269" tIns="52135" rIns="104269" bIns="52135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3000"/>
              </a:lnSpc>
              <a:spcBef>
                <a:spcPct val="0"/>
              </a:spcBef>
            </a:pPr>
            <a:endParaRPr lang="en-US" altLang="en-US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4001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38263" y="1069975"/>
            <a:ext cx="4883150" cy="36623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3:notes"/>
          <p:cNvSpPr txBox="1">
            <a:spLocks noGrp="1"/>
          </p:cNvSpPr>
          <p:nvPr>
            <p:ph type="body" idx="1"/>
          </p:nvPr>
        </p:nvSpPr>
        <p:spPr>
          <a:xfrm>
            <a:off x="1154112" y="5091112"/>
            <a:ext cx="5257800" cy="40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354013"/>
            <a:ext cx="5702300" cy="427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28" name="Google Shape;228;p4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29" name="Google Shape;229;p4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354013"/>
            <a:ext cx="5702300" cy="427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6" name="Google Shape;236;p5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37" name="Google Shape;237;p5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354013"/>
            <a:ext cx="5702300" cy="427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74" name="Google Shape;274;p6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75" name="Google Shape;275;p6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788988"/>
            <a:ext cx="5386387" cy="4040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82" name="Google Shape;282;p7:notes"/>
          <p:cNvSpPr txBox="1">
            <a:spLocks noGrp="1"/>
          </p:cNvSpPr>
          <p:nvPr>
            <p:ph type="body" idx="1"/>
          </p:nvPr>
        </p:nvSpPr>
        <p:spPr>
          <a:xfrm>
            <a:off x="989012" y="5092700"/>
            <a:ext cx="5524500" cy="482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625" tIns="51300" rIns="102625" bIns="5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	(But, can think about doing this many tests today)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354013"/>
            <a:ext cx="5702300" cy="427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10" name="Google Shape;310;p11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11" name="Google Shape;311;p11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3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4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5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6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7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354013"/>
            <a:ext cx="5702300" cy="427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19" name="Google Shape;419;p18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20" name="Google Shape;420;p18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354013"/>
            <a:ext cx="5702300" cy="427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27" name="Google Shape;427;p19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28" name="Google Shape;428;p19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5" name="Google Shape;435;p20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36" name="Google Shape;436;p20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3" name="Google Shape;443;p21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44" name="Google Shape;444;p21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2" name="Google Shape;452;p22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53" name="Google Shape;453;p22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0" name="Google Shape;460;p23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61" name="Google Shape;461;p23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8" name="Google Shape;468;p24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69" name="Google Shape;469;p24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25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77" name="Google Shape;477;p25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4" name="Google Shape;484;p26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85" name="Google Shape;485;p26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2" name="Google Shape;492;p27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93" name="Google Shape;493;p27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0" name="Google Shape;500;p28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01" name="Google Shape;501;p28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8" name="Google Shape;508;p29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09" name="Google Shape;509;p29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6" name="Google Shape;516;p30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17" name="Google Shape;517;p30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354013"/>
            <a:ext cx="5702300" cy="427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524" name="Google Shape;524;p31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25" name="Google Shape;525;p31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354013"/>
            <a:ext cx="5702300" cy="427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532" name="Google Shape;532;p32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33" name="Google Shape;533;p32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354013"/>
            <a:ext cx="5702300" cy="427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540" name="Google Shape;540;p33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41" name="Google Shape;541;p33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354013"/>
            <a:ext cx="5702300" cy="427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548" name="Google Shape;548;p34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49" name="Google Shape;549;p34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354013"/>
            <a:ext cx="5702300" cy="427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556" name="Google Shape;556;p35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57" name="Google Shape;557;p35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354013"/>
            <a:ext cx="5702300" cy="427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564" name="Google Shape;564;p36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65" name="Google Shape;565;p36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354013"/>
            <a:ext cx="5702300" cy="427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572" name="Google Shape;572;p37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73" name="Google Shape;573;p37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354013"/>
            <a:ext cx="5702300" cy="427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580" name="Google Shape;580;p38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81" name="Google Shape;581;p38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354013"/>
            <a:ext cx="5702300" cy="427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588" name="Google Shape;588;p39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89" name="Google Shape;589;p39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6" name="Google Shape;596;p40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97" name="Google Shape;597;p40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354013"/>
            <a:ext cx="5702300" cy="427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604" name="Google Shape;604;p41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05" name="Google Shape;605;p41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2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3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4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354013"/>
            <a:ext cx="5702300" cy="427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634" name="Google Shape;634;p45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35" name="Google Shape;635;p45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6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7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48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lv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B5A788"/>
                </a:solidFill>
              </a:defRPr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L="0" marR="0" lvl="0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CB2348-1C6A-47E6-849D-D8DD27C64F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2173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50B019-64D0-4FA2-8544-D2F87C998F1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6205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320040" algn="l">
              <a:spcBef>
                <a:spcPts val="663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lv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B5A788"/>
                </a:solidFill>
              </a:defRPr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L="0" marR="0" lvl="0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"/>
          <p:cNvSpPr txBox="1">
            <a:spLocks noGrp="1"/>
          </p:cNvSpPr>
          <p:nvPr>
            <p:ph type="title"/>
          </p:nvPr>
        </p:nvSpPr>
        <p:spPr>
          <a:xfrm>
            <a:off x="1582658" y="302387"/>
            <a:ext cx="8266113" cy="1259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lv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B5A788"/>
                </a:solidFill>
              </a:defRPr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6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L="0" marR="0" lvl="0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"/>
          <p:cNvSpPr txBox="1">
            <a:spLocks noGrp="1"/>
          </p:cNvSpPr>
          <p:nvPr>
            <p:ph type="title"/>
          </p:nvPr>
        </p:nvSpPr>
        <p:spPr>
          <a:xfrm>
            <a:off x="1582658" y="302387"/>
            <a:ext cx="8266113" cy="1259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"/>
          <p:cNvSpPr txBox="1">
            <a:spLocks noGrp="1"/>
          </p:cNvSpPr>
          <p:nvPr>
            <p:ph type="body" idx="1"/>
          </p:nvPr>
        </p:nvSpPr>
        <p:spPr>
          <a:xfrm>
            <a:off x="1582658" y="1679928"/>
            <a:ext cx="4032250" cy="5140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386080" algn="l">
              <a:spcBef>
                <a:spcPts val="663"/>
              </a:spcBef>
              <a:spcAft>
                <a:spcPts val="0"/>
              </a:spcAft>
              <a:buSzPts val="2480"/>
              <a:buChar char="⚫"/>
              <a:defRPr sz="3100"/>
            </a:lvl1pPr>
            <a:lvl2pPr marL="914400" lvl="1" indent="-393700" algn="l">
              <a:spcBef>
                <a:spcPts val="600"/>
              </a:spcBef>
              <a:spcAft>
                <a:spcPts val="0"/>
              </a:spcAft>
              <a:buSzPts val="2600"/>
              <a:buChar char="◦"/>
              <a:defRPr sz="2600"/>
            </a:lvl2pPr>
            <a:lvl3pPr marL="1371600" lvl="2" indent="-368300" algn="l">
              <a:spcBef>
                <a:spcPts val="440"/>
              </a:spcBef>
              <a:spcAft>
                <a:spcPts val="0"/>
              </a:spcAft>
              <a:buSzPts val="2200"/>
              <a:buChar char="●"/>
              <a:defRPr sz="22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74" name="Google Shape;74;p8"/>
          <p:cNvSpPr txBox="1">
            <a:spLocks noGrp="1"/>
          </p:cNvSpPr>
          <p:nvPr>
            <p:ph type="body" idx="2"/>
          </p:nvPr>
        </p:nvSpPr>
        <p:spPr>
          <a:xfrm>
            <a:off x="5816521" y="1679928"/>
            <a:ext cx="4032250" cy="5140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386080" algn="l">
              <a:spcBef>
                <a:spcPts val="663"/>
              </a:spcBef>
              <a:spcAft>
                <a:spcPts val="0"/>
              </a:spcAft>
              <a:buSzPts val="2480"/>
              <a:buChar char="⚫"/>
              <a:defRPr sz="3100"/>
            </a:lvl1pPr>
            <a:lvl2pPr marL="914400" lvl="1" indent="-393700" algn="l">
              <a:spcBef>
                <a:spcPts val="600"/>
              </a:spcBef>
              <a:spcAft>
                <a:spcPts val="0"/>
              </a:spcAft>
              <a:buSzPts val="2600"/>
              <a:buChar char="◦"/>
              <a:defRPr sz="2600"/>
            </a:lvl2pPr>
            <a:lvl3pPr marL="1371600" lvl="2" indent="-368300" algn="l">
              <a:spcBef>
                <a:spcPts val="440"/>
              </a:spcBef>
              <a:spcAft>
                <a:spcPts val="0"/>
              </a:spcAft>
              <a:buSzPts val="2200"/>
              <a:buChar char="●"/>
              <a:defRPr sz="22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75" name="Google Shape;75;p8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lv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B5A788"/>
                </a:solidFill>
              </a:defRPr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8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L="0" marR="0" lvl="0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"/>
          <p:cNvSpPr txBox="1">
            <a:spLocks noGrp="1"/>
          </p:cNvSpPr>
          <p:nvPr>
            <p:ph type="ctrTitle"/>
          </p:nvPr>
        </p:nvSpPr>
        <p:spPr>
          <a:xfrm>
            <a:off x="1579298" y="396721"/>
            <a:ext cx="8165306" cy="1622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subTitle" idx="1"/>
          </p:nvPr>
        </p:nvSpPr>
        <p:spPr>
          <a:xfrm>
            <a:off x="1579298" y="2039353"/>
            <a:ext cx="8165306" cy="1931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0" rIns="100775" bIns="50375" anchor="t" anchorCtr="0">
            <a:noAutofit/>
          </a:bodyPr>
          <a:lstStyle>
            <a:lvl1pPr lvl="0" algn="l">
              <a:spcBef>
                <a:spcPts val="663"/>
              </a:spcBef>
              <a:spcAft>
                <a:spcPts val="0"/>
              </a:spcAft>
              <a:buSzPts val="2320"/>
              <a:buNone/>
              <a:defRPr sz="2900">
                <a:solidFill>
                  <a:srgbClr val="34110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1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lv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B5A788"/>
                </a:solidFill>
              </a:defRPr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1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1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L="0" marR="0" lvl="0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>
            <a:spLocks noGrp="1"/>
          </p:cNvSpPr>
          <p:nvPr>
            <p:ph type="title"/>
          </p:nvPr>
        </p:nvSpPr>
        <p:spPr>
          <a:xfrm>
            <a:off x="2842498" y="2866377"/>
            <a:ext cx="7056438" cy="2519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lv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400"/>
              <a:buFont typeface="Gill Sans"/>
              <a:buNone/>
              <a:defRPr sz="44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body" idx="1"/>
          </p:nvPr>
        </p:nvSpPr>
        <p:spPr>
          <a:xfrm>
            <a:off x="2842498" y="1175949"/>
            <a:ext cx="7056438" cy="1664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L="457200" lvl="0" indent="-228600" algn="l">
              <a:lnSpc>
                <a:spcPct val="115227"/>
              </a:lnSpc>
              <a:spcBef>
                <a:spcPts val="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341108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lv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B5A788"/>
                </a:solidFill>
              </a:defRPr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L="0" marR="0" lvl="0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 txBox="1">
            <a:spLocks noGrp="1"/>
          </p:cNvSpPr>
          <p:nvPr>
            <p:ph type="title"/>
          </p:nvPr>
        </p:nvSpPr>
        <p:spPr>
          <a:xfrm>
            <a:off x="504031" y="5688315"/>
            <a:ext cx="9072563" cy="1259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5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5"/>
          <p:cNvSpPr txBox="1">
            <a:spLocks noGrp="1"/>
          </p:cNvSpPr>
          <p:nvPr>
            <p:ph type="body" idx="1"/>
          </p:nvPr>
        </p:nvSpPr>
        <p:spPr>
          <a:xfrm>
            <a:off x="504031" y="361866"/>
            <a:ext cx="4435475" cy="705570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SzPts val="1680"/>
              <a:buNone/>
              <a:defRPr sz="2100" b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200"/>
              <a:buNone/>
              <a:defRPr sz="2200" b="1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33" name="Google Shape;133;p15"/>
          <p:cNvSpPr txBox="1">
            <a:spLocks noGrp="1"/>
          </p:cNvSpPr>
          <p:nvPr>
            <p:ph type="body" idx="2"/>
          </p:nvPr>
        </p:nvSpPr>
        <p:spPr>
          <a:xfrm>
            <a:off x="5141119" y="361866"/>
            <a:ext cx="4435475" cy="705570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SzPts val="1680"/>
              <a:buNone/>
              <a:defRPr sz="2100" b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200"/>
              <a:buNone/>
              <a:defRPr sz="2200" b="1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34" name="Google Shape;134;p15"/>
          <p:cNvSpPr txBox="1">
            <a:spLocks noGrp="1"/>
          </p:cNvSpPr>
          <p:nvPr>
            <p:ph type="body" idx="3"/>
          </p:nvPr>
        </p:nvSpPr>
        <p:spPr>
          <a:xfrm>
            <a:off x="504031" y="1068513"/>
            <a:ext cx="4435475" cy="4535805"/>
          </a:xfrm>
          <a:prstGeom prst="rect">
            <a:avLst/>
          </a:prstGeom>
          <a:noFill/>
          <a:ln w="1077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2080"/>
              <a:buChar char="⚫"/>
              <a:defRPr sz="2600"/>
            </a:lvl1pPr>
            <a:lvl2pPr marL="914400" lvl="1" indent="-3683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2200"/>
              <a:buChar char="◦"/>
              <a:defRPr sz="2200"/>
            </a:lvl2pPr>
            <a:lvl3pPr marL="1371600" lvl="2" indent="-3556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35" name="Google Shape;135;p15"/>
          <p:cNvSpPr txBox="1">
            <a:spLocks noGrp="1"/>
          </p:cNvSpPr>
          <p:nvPr>
            <p:ph type="body" idx="4"/>
          </p:nvPr>
        </p:nvSpPr>
        <p:spPr>
          <a:xfrm>
            <a:off x="5141119" y="1068513"/>
            <a:ext cx="4435475" cy="4535805"/>
          </a:xfrm>
          <a:prstGeom prst="rect">
            <a:avLst/>
          </a:prstGeom>
          <a:noFill/>
          <a:ln w="1077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2080"/>
              <a:buChar char="⚫"/>
              <a:defRPr sz="2600"/>
            </a:lvl1pPr>
            <a:lvl2pPr marL="914400" lvl="1" indent="-3683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2200"/>
              <a:buChar char="◦"/>
              <a:defRPr sz="2200"/>
            </a:lvl2pPr>
            <a:lvl3pPr marL="1371600" lvl="2" indent="-3556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lv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B5A788"/>
                </a:solidFill>
              </a:defRPr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5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L="0" marR="0" lvl="0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 txBox="1">
            <a:spLocks noGrp="1"/>
          </p:cNvSpPr>
          <p:nvPr>
            <p:ph type="title"/>
          </p:nvPr>
        </p:nvSpPr>
        <p:spPr>
          <a:xfrm>
            <a:off x="504031" y="238958"/>
            <a:ext cx="4200260" cy="128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rmAutofit/>
          </a:bodyPr>
          <a:lstStyle>
            <a:lvl1pPr lvl="0" algn="l">
              <a:lnSpc>
                <a:spcPct val="91875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2400"/>
              <a:buFont typeface="Gill Sans"/>
              <a:buNone/>
              <a:defRPr sz="24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7"/>
          <p:cNvSpPr txBox="1">
            <a:spLocks noGrp="1"/>
          </p:cNvSpPr>
          <p:nvPr>
            <p:ph type="body" idx="1"/>
          </p:nvPr>
        </p:nvSpPr>
        <p:spPr>
          <a:xfrm>
            <a:off x="504031" y="1550917"/>
            <a:ext cx="4200260" cy="769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300"/>
              <a:buNone/>
              <a:defRPr sz="1300"/>
            </a:lvl2pPr>
            <a:lvl3pPr marL="1371600" lvl="2" indent="-228600" algn="l">
              <a:spcBef>
                <a:spcPts val="22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48" name="Google Shape;148;p17"/>
          <p:cNvSpPr txBox="1">
            <a:spLocks noGrp="1"/>
          </p:cNvSpPr>
          <p:nvPr>
            <p:ph type="body" idx="2"/>
          </p:nvPr>
        </p:nvSpPr>
        <p:spPr>
          <a:xfrm>
            <a:off x="504031" y="2351900"/>
            <a:ext cx="8988557" cy="440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406400" algn="l">
              <a:spcBef>
                <a:spcPts val="663"/>
              </a:spcBef>
              <a:spcAft>
                <a:spcPts val="0"/>
              </a:spcAft>
              <a:buSzPts val="2800"/>
              <a:buChar char="⚫"/>
              <a:defRPr sz="3500"/>
            </a:lvl1pPr>
            <a:lvl2pPr marL="914400" lvl="1" indent="-425450" algn="l">
              <a:spcBef>
                <a:spcPts val="600"/>
              </a:spcBef>
              <a:spcAft>
                <a:spcPts val="0"/>
              </a:spcAft>
              <a:buSzPts val="3100"/>
              <a:buChar char="◦"/>
              <a:defRPr sz="3100"/>
            </a:lvl2pPr>
            <a:lvl3pPr marL="1371600" lvl="2" indent="-393700" algn="l">
              <a:spcBef>
                <a:spcPts val="520"/>
              </a:spcBef>
              <a:spcAft>
                <a:spcPts val="0"/>
              </a:spcAft>
              <a:buSzPts val="2600"/>
              <a:buChar char="●"/>
              <a:defRPr sz="2600"/>
            </a:lvl3pPr>
            <a:lvl4pPr marL="1828800" lvl="3" indent="-368300" algn="l">
              <a:spcBef>
                <a:spcPts val="44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 algn="l">
              <a:spcBef>
                <a:spcPts val="440"/>
              </a:spcBef>
              <a:spcAft>
                <a:spcPts val="0"/>
              </a:spcAft>
              <a:buSzPts val="2200"/>
              <a:buChar char="●"/>
              <a:defRPr sz="22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49" name="Google Shape;149;p17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lv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B5A788"/>
                </a:solidFill>
              </a:defRPr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7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7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L="0" marR="0" lvl="0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>
            <a:spLocks noGrp="1"/>
          </p:cNvSpPr>
          <p:nvPr>
            <p:ph type="title"/>
          </p:nvPr>
        </p:nvSpPr>
        <p:spPr>
          <a:xfrm>
            <a:off x="6489894" y="1175950"/>
            <a:ext cx="3024188" cy="2183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2300"/>
              <a:buFont typeface="Gill Sans"/>
              <a:buNone/>
              <a:defRPr sz="23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9"/>
          <p:cNvSpPr>
            <a:spLocks noGrp="1"/>
          </p:cNvSpPr>
          <p:nvPr>
            <p:ph type="pic" idx="2"/>
          </p:nvPr>
        </p:nvSpPr>
        <p:spPr>
          <a:xfrm>
            <a:off x="924057" y="1259949"/>
            <a:ext cx="4872302" cy="3874120"/>
          </a:xfrm>
          <a:prstGeom prst="roundRect">
            <a:avLst>
              <a:gd name="adj" fmla="val 78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00775" tIns="302375" rIns="100775" bIns="50375" anchor="t" anchorCtr="0">
            <a:noAutofit/>
          </a:bodyPr>
          <a:lstStyle>
            <a:lvl1pPr marR="0" lvl="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  <a:defRPr sz="3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sz="3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64" name="Google Shape;164;p19"/>
          <p:cNvSpPr txBox="1">
            <a:spLocks noGrp="1"/>
          </p:cNvSpPr>
          <p:nvPr>
            <p:ph type="body" idx="1"/>
          </p:nvPr>
        </p:nvSpPr>
        <p:spPr>
          <a:xfrm>
            <a:off x="924057" y="5291772"/>
            <a:ext cx="4872302" cy="839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457200" lvl="0" indent="-228600" algn="l">
              <a:lnSpc>
                <a:spcPct val="1176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777777"/>
                </a:solidFill>
              </a:defRPr>
            </a:lvl1pPr>
            <a:lvl2pPr marL="914400" lvl="1" indent="-311150" algn="l">
              <a:spcBef>
                <a:spcPts val="600"/>
              </a:spcBef>
              <a:spcAft>
                <a:spcPts val="0"/>
              </a:spcAft>
              <a:buSzPts val="1300"/>
              <a:buChar char="◦"/>
              <a:defRPr sz="1300"/>
            </a:lvl2pPr>
            <a:lvl3pPr marL="1371600" lvl="2" indent="-298450" algn="l">
              <a:spcBef>
                <a:spcPts val="220"/>
              </a:spcBef>
              <a:spcAft>
                <a:spcPts val="0"/>
              </a:spcAft>
              <a:buSzPts val="1100"/>
              <a:buChar char="●"/>
              <a:defRPr sz="11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65" name="Google Shape;165;p19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lv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B5A788"/>
                </a:solidFill>
              </a:defRPr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9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9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L="0" marR="0" lvl="0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>
            <a:spLocks noGrp="1"/>
          </p:cNvSpPr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1"/>
          <p:cNvSpPr txBox="1">
            <a:spLocks noGrp="1"/>
          </p:cNvSpPr>
          <p:nvPr>
            <p:ph type="body" idx="1"/>
          </p:nvPr>
        </p:nvSpPr>
        <p:spPr>
          <a:xfrm rot="5400000">
            <a:off x="3069431" y="108744"/>
            <a:ext cx="5292725" cy="826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320040" algn="l">
              <a:spcBef>
                <a:spcPts val="663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82" name="Google Shape;182;p21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lv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B5A788"/>
                </a:solidFill>
              </a:defRPr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1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1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L="0" marR="0" lvl="0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>
            <a:spLocks noGrp="1"/>
          </p:cNvSpPr>
          <p:nvPr>
            <p:ph type="title"/>
          </p:nvPr>
        </p:nvSpPr>
        <p:spPr>
          <a:xfrm rot="5400000">
            <a:off x="5343420" y="2519788"/>
            <a:ext cx="6450223" cy="2016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3"/>
          <p:cNvSpPr txBox="1">
            <a:spLocks noGrp="1"/>
          </p:cNvSpPr>
          <p:nvPr>
            <p:ph type="body" idx="1"/>
          </p:nvPr>
        </p:nvSpPr>
        <p:spPr>
          <a:xfrm rot="5400000">
            <a:off x="1101156" y="461661"/>
            <a:ext cx="6450223" cy="613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320040" algn="l">
              <a:spcBef>
                <a:spcPts val="663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99" name="Google Shape;199;p23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lv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B5A788"/>
                </a:solidFill>
              </a:defRPr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3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23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L="0" marR="0" lvl="0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2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1119187" y="0"/>
            <a:ext cx="8961437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1119187" y="0"/>
            <a:ext cx="80962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st="38000" dir="10800000">
              <a:srgbClr val="706B5F">
                <a:alpha val="2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" name="Google Shape;18;p1"/>
          <p:cNvSpPr txBox="1">
            <a:spLocks noGrp="1"/>
          </p:cNvSpPr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9" name="Google Shape;19;p1"/>
          <p:cNvSpPr txBox="1">
            <a:spLocks noGrp="1"/>
          </p:cNvSpPr>
          <p:nvPr>
            <p:ph type="body" idx="1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marR="0" lvl="0" indent="-40640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sz="3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2545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sz="3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0" name="Google Shape;20;p1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R="0" lvl="0" algn="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21" name="Google Shape;21;p1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22" name="Google Shape;22;p1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71" r:id="rId2"/>
    <p:sldLayoutId id="2147483672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-900112" y="-900112"/>
            <a:ext cx="1808162" cy="1806575"/>
          </a:xfrm>
          <a:custGeom>
            <a:avLst/>
            <a:gdLst/>
            <a:ahLst/>
            <a:cxnLst/>
            <a:rect l="l" t="t" r="r" b="b"/>
            <a:pathLst>
              <a:path w="1808163" h="1806576" extrusionOk="0">
                <a:moveTo>
                  <a:pt x="1808163" y="903288"/>
                </a:moveTo>
                <a:lnTo>
                  <a:pt x="1808163" y="903288"/>
                </a:lnTo>
                <a:cubicBezTo>
                  <a:pt x="1808163" y="1021953"/>
                  <a:pt x="1784758" y="1139464"/>
                  <a:pt x="1739290" y="1249090"/>
                </a:cubicBezTo>
                <a:cubicBezTo>
                  <a:pt x="1693822" y="1358715"/>
                  <a:pt x="1627175" y="1458322"/>
                  <a:pt x="1543166" y="1542206"/>
                </a:cubicBezTo>
                <a:cubicBezTo>
                  <a:pt x="1459157" y="1626089"/>
                  <a:pt x="1359421" y="1692616"/>
                  <a:pt x="1249671" y="1737977"/>
                </a:cubicBezTo>
                <a:cubicBezTo>
                  <a:pt x="1139921" y="1783337"/>
                  <a:pt x="1022292" y="1806649"/>
                  <a:pt x="903523" y="1806575"/>
                </a:cubicBezTo>
                <a:lnTo>
                  <a:pt x="904082" y="903288"/>
                </a:lnTo>
                <a:close/>
              </a:path>
            </a:pathLst>
          </a:custGeom>
          <a:solidFill>
            <a:srgbClr val="FEFAF4">
              <a:alpha val="32549"/>
            </a:srgbClr>
          </a:solidFill>
          <a:ln w="9525" cap="rnd" cmpd="sng">
            <a:solidFill>
              <a:srgbClr val="D2C3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185737" y="23812"/>
            <a:ext cx="1876425" cy="1876425"/>
          </a:xfrm>
          <a:prstGeom prst="ellipse">
            <a:avLst/>
          </a:prstGeom>
          <a:noFill/>
          <a:ln w="27300" cap="rnd" cmpd="sng">
            <a:solidFill>
              <a:srgbClr val="FFF6D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5400" dir="5400000">
              <a:srgbClr val="AFA58D">
                <a:alpha val="8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0" name="Google Shape;30;p3"/>
          <p:cNvSpPr/>
          <p:nvPr/>
        </p:nvSpPr>
        <p:spPr>
          <a:xfrm rot="2315675">
            <a:off x="201614" y="1163027"/>
            <a:ext cx="1241025" cy="1215439"/>
          </a:xfrm>
          <a:prstGeom prst="donut">
            <a:avLst>
              <a:gd name="adj" fmla="val 11833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C5B39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15000" dir="4500000" algn="tl" rotWithShape="0">
              <a:srgbClr val="564E40">
                <a:alpha val="34901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" name="Google Shape;31;p3"/>
          <p:cNvSpPr txBox="1"/>
          <p:nvPr/>
        </p:nvSpPr>
        <p:spPr>
          <a:xfrm>
            <a:off x="1116012" y="0"/>
            <a:ext cx="8964612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2" name="Google Shape;32;p3"/>
          <p:cNvSpPr txBox="1"/>
          <p:nvPr/>
        </p:nvSpPr>
        <p:spPr>
          <a:xfrm>
            <a:off x="1119187" y="0"/>
            <a:ext cx="80962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st="38000" dir="10800000">
              <a:srgbClr val="706B5F">
                <a:alpha val="2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3" name="Google Shape;33;p3"/>
          <p:cNvSpPr txBox="1">
            <a:spLocks noGrp="1"/>
          </p:cNvSpPr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body" idx="1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marR="0" lvl="0" indent="-40640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sz="3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2545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sz="3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R="0" lvl="0" algn="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-900112" y="-900112"/>
            <a:ext cx="1808162" cy="1806575"/>
          </a:xfrm>
          <a:custGeom>
            <a:avLst/>
            <a:gdLst/>
            <a:ahLst/>
            <a:cxnLst/>
            <a:rect l="l" t="t" r="r" b="b"/>
            <a:pathLst>
              <a:path w="1808163" h="1806576" extrusionOk="0">
                <a:moveTo>
                  <a:pt x="1808163" y="903288"/>
                </a:moveTo>
                <a:lnTo>
                  <a:pt x="1808163" y="903288"/>
                </a:lnTo>
                <a:cubicBezTo>
                  <a:pt x="1808163" y="1021953"/>
                  <a:pt x="1784758" y="1139464"/>
                  <a:pt x="1739290" y="1249090"/>
                </a:cubicBezTo>
                <a:cubicBezTo>
                  <a:pt x="1693822" y="1358715"/>
                  <a:pt x="1627175" y="1458322"/>
                  <a:pt x="1543166" y="1542206"/>
                </a:cubicBezTo>
                <a:cubicBezTo>
                  <a:pt x="1459157" y="1626089"/>
                  <a:pt x="1359421" y="1692616"/>
                  <a:pt x="1249671" y="1737977"/>
                </a:cubicBezTo>
                <a:cubicBezTo>
                  <a:pt x="1139921" y="1783337"/>
                  <a:pt x="1022292" y="1806649"/>
                  <a:pt x="903523" y="1806575"/>
                </a:cubicBezTo>
                <a:lnTo>
                  <a:pt x="904082" y="903288"/>
                </a:lnTo>
                <a:close/>
              </a:path>
            </a:pathLst>
          </a:custGeom>
          <a:solidFill>
            <a:srgbClr val="FEFAF4">
              <a:alpha val="32549"/>
            </a:srgbClr>
          </a:solidFill>
          <a:ln w="9525" cap="rnd" cmpd="sng">
            <a:solidFill>
              <a:srgbClr val="D2C3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185737" y="23812"/>
            <a:ext cx="1876425" cy="1876425"/>
          </a:xfrm>
          <a:prstGeom prst="ellipse">
            <a:avLst/>
          </a:prstGeom>
          <a:noFill/>
          <a:ln w="27300" cap="rnd" cmpd="sng">
            <a:solidFill>
              <a:srgbClr val="FFF6D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5400" dir="5400000">
              <a:srgbClr val="AFA58D">
                <a:alpha val="8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7" name="Google Shape;47;p5"/>
          <p:cNvSpPr/>
          <p:nvPr/>
        </p:nvSpPr>
        <p:spPr>
          <a:xfrm rot="2315675">
            <a:off x="201614" y="1163027"/>
            <a:ext cx="1241025" cy="1215439"/>
          </a:xfrm>
          <a:prstGeom prst="donut">
            <a:avLst>
              <a:gd name="adj" fmla="val 11833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C5B39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15000" dir="4500000" algn="tl" rotWithShape="0">
              <a:srgbClr val="564E40">
                <a:alpha val="34901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1116012" y="0"/>
            <a:ext cx="8964612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1119187" y="0"/>
            <a:ext cx="80962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st="38000" dir="10800000">
              <a:srgbClr val="706B5F">
                <a:alpha val="2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marR="0" lvl="0" indent="-40640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sz="3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2545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sz="3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R="0" lvl="0" algn="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-900112" y="-900112"/>
            <a:ext cx="1808162" cy="1806575"/>
          </a:xfrm>
          <a:custGeom>
            <a:avLst/>
            <a:gdLst/>
            <a:ahLst/>
            <a:cxnLst/>
            <a:rect l="l" t="t" r="r" b="b"/>
            <a:pathLst>
              <a:path w="1808163" h="1806576" extrusionOk="0">
                <a:moveTo>
                  <a:pt x="1808163" y="903288"/>
                </a:moveTo>
                <a:lnTo>
                  <a:pt x="1808163" y="903288"/>
                </a:lnTo>
                <a:cubicBezTo>
                  <a:pt x="1808163" y="1021953"/>
                  <a:pt x="1784758" y="1139464"/>
                  <a:pt x="1739290" y="1249090"/>
                </a:cubicBezTo>
                <a:cubicBezTo>
                  <a:pt x="1693822" y="1358715"/>
                  <a:pt x="1627175" y="1458322"/>
                  <a:pt x="1543166" y="1542206"/>
                </a:cubicBezTo>
                <a:cubicBezTo>
                  <a:pt x="1459157" y="1626089"/>
                  <a:pt x="1359421" y="1692616"/>
                  <a:pt x="1249671" y="1737977"/>
                </a:cubicBezTo>
                <a:cubicBezTo>
                  <a:pt x="1139921" y="1783337"/>
                  <a:pt x="1022292" y="1806649"/>
                  <a:pt x="903523" y="1806575"/>
                </a:cubicBezTo>
                <a:lnTo>
                  <a:pt x="904082" y="903288"/>
                </a:lnTo>
                <a:close/>
              </a:path>
            </a:pathLst>
          </a:custGeom>
          <a:solidFill>
            <a:srgbClr val="FEFAF4">
              <a:alpha val="32549"/>
            </a:srgbClr>
          </a:solidFill>
          <a:ln w="9525" cap="rnd" cmpd="sng">
            <a:solidFill>
              <a:srgbClr val="D2C3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185737" y="23812"/>
            <a:ext cx="1876425" cy="1876425"/>
          </a:xfrm>
          <a:prstGeom prst="ellipse">
            <a:avLst/>
          </a:prstGeom>
          <a:noFill/>
          <a:ln w="27300" cap="rnd" cmpd="sng">
            <a:solidFill>
              <a:srgbClr val="FFF6D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5400" dir="5400000">
              <a:srgbClr val="AFA58D">
                <a:alpha val="8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3" name="Google Shape;63;p7"/>
          <p:cNvSpPr/>
          <p:nvPr/>
        </p:nvSpPr>
        <p:spPr>
          <a:xfrm rot="2315675">
            <a:off x="201614" y="1163027"/>
            <a:ext cx="1241025" cy="1215439"/>
          </a:xfrm>
          <a:prstGeom prst="donut">
            <a:avLst>
              <a:gd name="adj" fmla="val 11833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C5B39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15000" dir="4500000" algn="tl" rotWithShape="0">
              <a:srgbClr val="564E40">
                <a:alpha val="34901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" name="Google Shape;64;p7"/>
          <p:cNvSpPr txBox="1"/>
          <p:nvPr/>
        </p:nvSpPr>
        <p:spPr>
          <a:xfrm>
            <a:off x="1116012" y="0"/>
            <a:ext cx="8964612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5" name="Google Shape;65;p7"/>
          <p:cNvSpPr txBox="1"/>
          <p:nvPr/>
        </p:nvSpPr>
        <p:spPr>
          <a:xfrm>
            <a:off x="1119187" y="0"/>
            <a:ext cx="80962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st="38000" dir="10800000">
              <a:srgbClr val="706B5F">
                <a:alpha val="2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marR="0" lvl="0" indent="-40640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sz="3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2545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sz="3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R="0" lvl="0" algn="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69" name="Google Shape;69;p7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/>
          <p:nvPr/>
        </p:nvSpPr>
        <p:spPr>
          <a:xfrm>
            <a:off x="-900112" y="-900112"/>
            <a:ext cx="1808162" cy="1806575"/>
          </a:xfrm>
          <a:custGeom>
            <a:avLst/>
            <a:gdLst/>
            <a:ahLst/>
            <a:cxnLst/>
            <a:rect l="l" t="t" r="r" b="b"/>
            <a:pathLst>
              <a:path w="1808163" h="1806576" extrusionOk="0">
                <a:moveTo>
                  <a:pt x="1808163" y="903288"/>
                </a:moveTo>
                <a:lnTo>
                  <a:pt x="1808163" y="903288"/>
                </a:lnTo>
                <a:cubicBezTo>
                  <a:pt x="1808163" y="1021953"/>
                  <a:pt x="1784758" y="1139464"/>
                  <a:pt x="1739290" y="1249090"/>
                </a:cubicBezTo>
                <a:cubicBezTo>
                  <a:pt x="1693822" y="1358715"/>
                  <a:pt x="1627175" y="1458322"/>
                  <a:pt x="1543166" y="1542206"/>
                </a:cubicBezTo>
                <a:cubicBezTo>
                  <a:pt x="1459157" y="1626089"/>
                  <a:pt x="1359421" y="1692616"/>
                  <a:pt x="1249671" y="1737977"/>
                </a:cubicBezTo>
                <a:cubicBezTo>
                  <a:pt x="1139921" y="1783337"/>
                  <a:pt x="1022292" y="1806649"/>
                  <a:pt x="903523" y="1806575"/>
                </a:cubicBezTo>
                <a:lnTo>
                  <a:pt x="904082" y="903288"/>
                </a:lnTo>
                <a:close/>
              </a:path>
            </a:pathLst>
          </a:custGeom>
          <a:solidFill>
            <a:srgbClr val="FEFAF4">
              <a:alpha val="32549"/>
            </a:srgbClr>
          </a:solidFill>
          <a:ln w="9525" cap="rnd" cmpd="sng">
            <a:solidFill>
              <a:srgbClr val="D2C3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185737" y="23812"/>
            <a:ext cx="1876425" cy="1876425"/>
          </a:xfrm>
          <a:prstGeom prst="ellipse">
            <a:avLst/>
          </a:prstGeom>
          <a:noFill/>
          <a:ln w="27300" cap="rnd" cmpd="sng">
            <a:solidFill>
              <a:srgbClr val="FFF6D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5400" dir="5400000">
              <a:srgbClr val="AFA58D">
                <a:alpha val="8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1" name="Google Shape;81;p9"/>
          <p:cNvSpPr/>
          <p:nvPr/>
        </p:nvSpPr>
        <p:spPr>
          <a:xfrm rot="2315675">
            <a:off x="201614" y="1163027"/>
            <a:ext cx="1241025" cy="1215439"/>
          </a:xfrm>
          <a:prstGeom prst="donut">
            <a:avLst>
              <a:gd name="adj" fmla="val 11833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C5B39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15000" dir="4500000" algn="tl" rotWithShape="0">
              <a:srgbClr val="564E40">
                <a:alpha val="34901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2" name="Google Shape;82;p9"/>
          <p:cNvSpPr txBox="1"/>
          <p:nvPr/>
        </p:nvSpPr>
        <p:spPr>
          <a:xfrm>
            <a:off x="1116012" y="0"/>
            <a:ext cx="8964612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3" name="Google Shape;83;p9"/>
          <p:cNvSpPr txBox="1">
            <a:spLocks noGrp="1"/>
          </p:cNvSpPr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4" name="Google Shape;84;p9"/>
          <p:cNvSpPr txBox="1">
            <a:spLocks noGrp="1"/>
          </p:cNvSpPr>
          <p:nvPr>
            <p:ph type="body" idx="1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marR="0" lvl="0" indent="-40640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sz="3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2545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sz="3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R="0" lvl="0" algn="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86" name="Google Shape;86;p9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87" name="Google Shape;87;p9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9"/>
          <p:cNvSpPr txBox="1"/>
          <p:nvPr/>
        </p:nvSpPr>
        <p:spPr>
          <a:xfrm>
            <a:off x="1119187" y="0"/>
            <a:ext cx="80962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st="38000" dir="10800000">
              <a:srgbClr val="706B5F">
                <a:alpha val="2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/>
          <p:nvPr/>
        </p:nvSpPr>
        <p:spPr>
          <a:xfrm>
            <a:off x="-900112" y="-900112"/>
            <a:ext cx="1808162" cy="1806575"/>
          </a:xfrm>
          <a:custGeom>
            <a:avLst/>
            <a:gdLst/>
            <a:ahLst/>
            <a:cxnLst/>
            <a:rect l="l" t="t" r="r" b="b"/>
            <a:pathLst>
              <a:path w="1808163" h="1806576" extrusionOk="0">
                <a:moveTo>
                  <a:pt x="1808163" y="903288"/>
                </a:moveTo>
                <a:lnTo>
                  <a:pt x="1808163" y="903288"/>
                </a:lnTo>
                <a:cubicBezTo>
                  <a:pt x="1808163" y="1021953"/>
                  <a:pt x="1784758" y="1139464"/>
                  <a:pt x="1739290" y="1249090"/>
                </a:cubicBezTo>
                <a:cubicBezTo>
                  <a:pt x="1693822" y="1358715"/>
                  <a:pt x="1627175" y="1458322"/>
                  <a:pt x="1543166" y="1542206"/>
                </a:cubicBezTo>
                <a:cubicBezTo>
                  <a:pt x="1459157" y="1626089"/>
                  <a:pt x="1359421" y="1692616"/>
                  <a:pt x="1249671" y="1737977"/>
                </a:cubicBezTo>
                <a:cubicBezTo>
                  <a:pt x="1139921" y="1783337"/>
                  <a:pt x="1022292" y="1806649"/>
                  <a:pt x="903523" y="1806575"/>
                </a:cubicBezTo>
                <a:lnTo>
                  <a:pt x="904082" y="903288"/>
                </a:lnTo>
                <a:close/>
              </a:path>
            </a:pathLst>
          </a:custGeom>
          <a:solidFill>
            <a:srgbClr val="FEFAF4">
              <a:alpha val="32549"/>
            </a:srgbClr>
          </a:solidFill>
          <a:ln w="9525" cap="rnd" cmpd="sng">
            <a:solidFill>
              <a:srgbClr val="D2C3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185737" y="23812"/>
            <a:ext cx="1876425" cy="1876425"/>
          </a:xfrm>
          <a:prstGeom prst="ellipse">
            <a:avLst/>
          </a:prstGeom>
          <a:noFill/>
          <a:ln w="27300" cap="rnd" cmpd="sng">
            <a:solidFill>
              <a:srgbClr val="FFF6D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5400" dir="5400000">
              <a:srgbClr val="AFA58D">
                <a:alpha val="8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2" name="Google Shape;92;p10"/>
          <p:cNvSpPr/>
          <p:nvPr/>
        </p:nvSpPr>
        <p:spPr>
          <a:xfrm rot="2315675">
            <a:off x="201614" y="1163027"/>
            <a:ext cx="1241025" cy="1215439"/>
          </a:xfrm>
          <a:prstGeom prst="donut">
            <a:avLst>
              <a:gd name="adj" fmla="val 11833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C5B39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15000" dir="4500000" algn="tl" rotWithShape="0">
              <a:srgbClr val="564E40">
                <a:alpha val="34901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3" name="Google Shape;93;p10"/>
          <p:cNvSpPr txBox="1"/>
          <p:nvPr/>
        </p:nvSpPr>
        <p:spPr>
          <a:xfrm>
            <a:off x="1116012" y="0"/>
            <a:ext cx="8964612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4" name="Google Shape;94;p10"/>
          <p:cNvSpPr txBox="1"/>
          <p:nvPr/>
        </p:nvSpPr>
        <p:spPr>
          <a:xfrm>
            <a:off x="1119187" y="0"/>
            <a:ext cx="80962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st="38000" dir="10800000">
              <a:srgbClr val="706B5F">
                <a:alpha val="2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5" name="Google Shape;95;p10"/>
          <p:cNvSpPr/>
          <p:nvPr/>
        </p:nvSpPr>
        <p:spPr>
          <a:xfrm>
            <a:off x="1015816" y="1558455"/>
            <a:ext cx="231854" cy="231830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2F8DA4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6" name="Google Shape;96;p10"/>
          <p:cNvSpPr/>
          <p:nvPr/>
        </p:nvSpPr>
        <p:spPr>
          <a:xfrm>
            <a:off x="1276350" y="1482725"/>
            <a:ext cx="69850" cy="69850"/>
          </a:xfrm>
          <a:prstGeom prst="ellipse">
            <a:avLst/>
          </a:prstGeom>
          <a:noFill/>
          <a:ln w="12700" cap="rnd" cmpd="sng">
            <a:solidFill>
              <a:srgbClr val="307F93">
                <a:alpha val="59607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7" name="Google Shape;97;p10"/>
          <p:cNvSpPr txBox="1">
            <a:spLocks noGrp="1"/>
          </p:cNvSpPr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8" name="Google Shape;98;p10"/>
          <p:cNvSpPr txBox="1">
            <a:spLocks noGrp="1"/>
          </p:cNvSpPr>
          <p:nvPr>
            <p:ph type="body" idx="1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marR="0" lvl="0" indent="-40640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sz="3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2545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sz="3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9" name="Google Shape;99;p10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R="0" lvl="0" algn="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00" name="Google Shape;100;p10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01" name="Google Shape;101;p10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 txBox="1"/>
          <p:nvPr/>
        </p:nvSpPr>
        <p:spPr>
          <a:xfrm>
            <a:off x="2516187" y="0"/>
            <a:ext cx="7561262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0" name="Google Shape;110;p12"/>
          <p:cNvSpPr txBox="1"/>
          <p:nvPr/>
        </p:nvSpPr>
        <p:spPr>
          <a:xfrm>
            <a:off x="2519362" y="0"/>
            <a:ext cx="84137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st="38000" dir="10800000">
              <a:srgbClr val="706B5F">
                <a:alpha val="2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1" name="Google Shape;111;p12"/>
          <p:cNvSpPr/>
          <p:nvPr/>
        </p:nvSpPr>
        <p:spPr>
          <a:xfrm>
            <a:off x="2394833" y="3102637"/>
            <a:ext cx="231854" cy="231830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2F8DA4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12"/>
          <p:cNvSpPr/>
          <p:nvPr/>
        </p:nvSpPr>
        <p:spPr>
          <a:xfrm>
            <a:off x="2654300" y="3027362"/>
            <a:ext cx="71437" cy="69850"/>
          </a:xfrm>
          <a:prstGeom prst="ellipse">
            <a:avLst/>
          </a:prstGeom>
          <a:noFill/>
          <a:ln w="12700" cap="rnd" cmpd="sng">
            <a:solidFill>
              <a:srgbClr val="307F93">
                <a:alpha val="59607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3" name="Google Shape;113;p12"/>
          <p:cNvSpPr txBox="1">
            <a:spLocks noGrp="1"/>
          </p:cNvSpPr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14" name="Google Shape;114;p12"/>
          <p:cNvSpPr txBox="1">
            <a:spLocks noGrp="1"/>
          </p:cNvSpPr>
          <p:nvPr>
            <p:ph type="body" idx="1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marR="0" lvl="0" indent="-40640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sz="3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2545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sz="3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15" name="Google Shape;115;p12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R="0" lvl="0" algn="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16" name="Google Shape;116;p12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17" name="Google Shape;117;p12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>
            <a:spLocks noGrp="1"/>
          </p:cNvSpPr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6" name="Google Shape;126;p14"/>
          <p:cNvSpPr txBox="1">
            <a:spLocks noGrp="1"/>
          </p:cNvSpPr>
          <p:nvPr>
            <p:ph type="body" idx="1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marR="0" lvl="0" indent="-40640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sz="3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2545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sz="3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R="0" lvl="0" algn="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28" name="Google Shape;128;p14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29" name="Google Shape;129;p14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 txBox="1">
            <a:spLocks noGrp="1"/>
          </p:cNvSpPr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1" name="Google Shape;141;p16"/>
          <p:cNvSpPr txBox="1">
            <a:spLocks noGrp="1"/>
          </p:cNvSpPr>
          <p:nvPr>
            <p:ph type="body" idx="1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marR="0" lvl="0" indent="-40640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sz="3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2545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sz="3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2" name="Google Shape;142;p16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R="0" lvl="0" algn="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43" name="Google Shape;143;p16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44" name="Google Shape;144;p16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/>
          <p:nvPr/>
        </p:nvSpPr>
        <p:spPr>
          <a:xfrm>
            <a:off x="840052" y="1175950"/>
            <a:ext cx="5040313" cy="5039783"/>
          </a:xfrm>
          <a:prstGeom prst="rect">
            <a:avLst/>
          </a:prstGeom>
          <a:solidFill>
            <a:srgbClr val="FFFFFF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500" dist="18500" dir="5400000" algn="tl" rotWithShape="0">
              <a:srgbClr val="000000">
                <a:alpha val="34901"/>
              </a:srgbClr>
            </a:outerShdw>
          </a:effectLst>
        </p:spPr>
        <p:txBody>
          <a:bodyPr spcFirstLastPara="1" wrap="square" lIns="100775" tIns="302375" rIns="100775" bIns="50375" anchor="t" anchorCtr="0">
            <a:noAutofit/>
          </a:bodyPr>
          <a:lstStyle/>
          <a:p>
            <a:pPr marL="0" marR="0" lvl="0" indent="0" algn="l" rtl="0">
              <a:lnSpc>
                <a:spcPct val="944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endParaRPr sz="35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8"/>
          <p:cNvSpPr/>
          <p:nvPr/>
        </p:nvSpPr>
        <p:spPr>
          <a:xfrm rot="-2160000">
            <a:off x="438150" y="1052512"/>
            <a:ext cx="755650" cy="225425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w="9525" cap="rnd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5399" dir="3299947" sx="96000" sy="96000">
              <a:srgbClr val="EBDAB1">
                <a:alpha val="39607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5" name="Google Shape;155;p18"/>
          <p:cNvSpPr/>
          <p:nvPr/>
        </p:nvSpPr>
        <p:spPr>
          <a:xfrm rot="2160000" flipH="1">
            <a:off x="5516562" y="1031875"/>
            <a:ext cx="715962" cy="225425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w="9525" cap="rnd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5399" dir="3299947" sx="96000" sy="96000">
              <a:schemeClr val="lt2">
                <a:alpha val="19607"/>
              </a:scheme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6" name="Google Shape;156;p18"/>
          <p:cNvSpPr txBox="1">
            <a:spLocks noGrp="1"/>
          </p:cNvSpPr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57" name="Google Shape;157;p18"/>
          <p:cNvSpPr txBox="1">
            <a:spLocks noGrp="1"/>
          </p:cNvSpPr>
          <p:nvPr>
            <p:ph type="body" idx="1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marR="0" lvl="0" indent="-40640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sz="3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2545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sz="3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58" name="Google Shape;158;p18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R="0" lvl="0" algn="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59" name="Google Shape;159;p18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/>
          <p:nvPr/>
        </p:nvSpPr>
        <p:spPr>
          <a:xfrm>
            <a:off x="-900112" y="-900112"/>
            <a:ext cx="1808162" cy="1806575"/>
          </a:xfrm>
          <a:custGeom>
            <a:avLst/>
            <a:gdLst/>
            <a:ahLst/>
            <a:cxnLst/>
            <a:rect l="l" t="t" r="r" b="b"/>
            <a:pathLst>
              <a:path w="1808163" h="1806576" extrusionOk="0">
                <a:moveTo>
                  <a:pt x="1808163" y="903288"/>
                </a:moveTo>
                <a:lnTo>
                  <a:pt x="1808163" y="903288"/>
                </a:lnTo>
                <a:cubicBezTo>
                  <a:pt x="1808163" y="1021953"/>
                  <a:pt x="1784758" y="1139464"/>
                  <a:pt x="1739290" y="1249090"/>
                </a:cubicBezTo>
                <a:cubicBezTo>
                  <a:pt x="1693822" y="1358715"/>
                  <a:pt x="1627175" y="1458322"/>
                  <a:pt x="1543166" y="1542206"/>
                </a:cubicBezTo>
                <a:cubicBezTo>
                  <a:pt x="1459157" y="1626089"/>
                  <a:pt x="1359421" y="1692616"/>
                  <a:pt x="1249671" y="1737977"/>
                </a:cubicBezTo>
                <a:cubicBezTo>
                  <a:pt x="1139921" y="1783337"/>
                  <a:pt x="1022292" y="1806649"/>
                  <a:pt x="903523" y="1806575"/>
                </a:cubicBezTo>
                <a:lnTo>
                  <a:pt x="904082" y="903288"/>
                </a:lnTo>
                <a:close/>
              </a:path>
            </a:pathLst>
          </a:custGeom>
          <a:solidFill>
            <a:srgbClr val="FEFAF4">
              <a:alpha val="32549"/>
            </a:srgbClr>
          </a:solidFill>
          <a:ln w="9525" cap="rnd" cmpd="sng">
            <a:solidFill>
              <a:srgbClr val="D2C3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185737" y="23812"/>
            <a:ext cx="1876425" cy="1876425"/>
          </a:xfrm>
          <a:prstGeom prst="ellipse">
            <a:avLst/>
          </a:prstGeom>
          <a:noFill/>
          <a:ln w="27300" cap="rnd" cmpd="sng">
            <a:solidFill>
              <a:srgbClr val="FFF6D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5400" dir="5400000">
              <a:srgbClr val="AFA58D">
                <a:alpha val="8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1" name="Google Shape;171;p20"/>
          <p:cNvSpPr/>
          <p:nvPr/>
        </p:nvSpPr>
        <p:spPr>
          <a:xfrm rot="2315675">
            <a:off x="201614" y="1163027"/>
            <a:ext cx="1241025" cy="1215439"/>
          </a:xfrm>
          <a:prstGeom prst="donut">
            <a:avLst>
              <a:gd name="adj" fmla="val 11833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C5B39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15000" dir="4500000" algn="tl" rotWithShape="0">
              <a:srgbClr val="564E40">
                <a:alpha val="34901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1116012" y="0"/>
            <a:ext cx="8964612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1119187" y="0"/>
            <a:ext cx="80962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st="38000" dir="10800000">
              <a:srgbClr val="706B5F">
                <a:alpha val="2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4" name="Google Shape;174;p20"/>
          <p:cNvSpPr txBox="1">
            <a:spLocks noGrp="1"/>
          </p:cNvSpPr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75" name="Google Shape;175;p20"/>
          <p:cNvSpPr txBox="1">
            <a:spLocks noGrp="1"/>
          </p:cNvSpPr>
          <p:nvPr>
            <p:ph type="body" idx="1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marR="0" lvl="0" indent="-40640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sz="3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2545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sz="3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76" name="Google Shape;176;p20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R="0" lvl="0" algn="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78" name="Google Shape;178;p20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/>
          <p:nvPr/>
        </p:nvSpPr>
        <p:spPr>
          <a:xfrm>
            <a:off x="-900112" y="-900112"/>
            <a:ext cx="1808162" cy="1806575"/>
          </a:xfrm>
          <a:custGeom>
            <a:avLst/>
            <a:gdLst/>
            <a:ahLst/>
            <a:cxnLst/>
            <a:rect l="l" t="t" r="r" b="b"/>
            <a:pathLst>
              <a:path w="1808163" h="1806576" extrusionOk="0">
                <a:moveTo>
                  <a:pt x="1808163" y="903288"/>
                </a:moveTo>
                <a:lnTo>
                  <a:pt x="1808163" y="903288"/>
                </a:lnTo>
                <a:cubicBezTo>
                  <a:pt x="1808163" y="1021953"/>
                  <a:pt x="1784758" y="1139464"/>
                  <a:pt x="1739290" y="1249090"/>
                </a:cubicBezTo>
                <a:cubicBezTo>
                  <a:pt x="1693822" y="1358715"/>
                  <a:pt x="1627175" y="1458322"/>
                  <a:pt x="1543166" y="1542206"/>
                </a:cubicBezTo>
                <a:cubicBezTo>
                  <a:pt x="1459157" y="1626089"/>
                  <a:pt x="1359421" y="1692616"/>
                  <a:pt x="1249671" y="1737977"/>
                </a:cubicBezTo>
                <a:cubicBezTo>
                  <a:pt x="1139921" y="1783337"/>
                  <a:pt x="1022292" y="1806649"/>
                  <a:pt x="903523" y="1806575"/>
                </a:cubicBezTo>
                <a:lnTo>
                  <a:pt x="904082" y="903288"/>
                </a:lnTo>
                <a:close/>
              </a:path>
            </a:pathLst>
          </a:custGeom>
          <a:solidFill>
            <a:srgbClr val="FEFAF4">
              <a:alpha val="32549"/>
            </a:srgbClr>
          </a:solidFill>
          <a:ln w="9525" cap="rnd" cmpd="sng">
            <a:solidFill>
              <a:srgbClr val="D2C3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185737" y="23812"/>
            <a:ext cx="1876425" cy="1876425"/>
          </a:xfrm>
          <a:prstGeom prst="ellipse">
            <a:avLst/>
          </a:prstGeom>
          <a:noFill/>
          <a:ln w="27300" cap="rnd" cmpd="sng">
            <a:solidFill>
              <a:srgbClr val="FFF6D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5400" dir="5400000">
              <a:srgbClr val="AFA58D">
                <a:alpha val="8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8" name="Google Shape;188;p22"/>
          <p:cNvSpPr/>
          <p:nvPr/>
        </p:nvSpPr>
        <p:spPr>
          <a:xfrm rot="2315675">
            <a:off x="201614" y="1163027"/>
            <a:ext cx="1241025" cy="1215439"/>
          </a:xfrm>
          <a:prstGeom prst="donut">
            <a:avLst>
              <a:gd name="adj" fmla="val 11833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C5B39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15000" dir="4500000" algn="tl" rotWithShape="0">
              <a:srgbClr val="564E40">
                <a:alpha val="34901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9" name="Google Shape;189;p22"/>
          <p:cNvSpPr txBox="1"/>
          <p:nvPr/>
        </p:nvSpPr>
        <p:spPr>
          <a:xfrm>
            <a:off x="1116012" y="0"/>
            <a:ext cx="8964612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1119187" y="0"/>
            <a:ext cx="80962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st="38000" dir="10800000">
              <a:srgbClr val="706B5F">
                <a:alpha val="2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1" name="Google Shape;191;p22"/>
          <p:cNvSpPr txBox="1">
            <a:spLocks noGrp="1"/>
          </p:cNvSpPr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92" name="Google Shape;192;p22"/>
          <p:cNvSpPr txBox="1">
            <a:spLocks noGrp="1"/>
          </p:cNvSpPr>
          <p:nvPr>
            <p:ph type="body" idx="1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marR="0" lvl="0" indent="-40640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sz="3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2545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sz="3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93" name="Google Shape;193;p22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R="0" lvl="0" algn="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94" name="Google Shape;194;p22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95" name="Google Shape;195;p22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/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152" algn="l"/>
                <a:tab pos="914305" algn="l"/>
                <a:tab pos="1371457" algn="l"/>
                <a:tab pos="1828610" algn="l"/>
                <a:tab pos="2285763" algn="l"/>
                <a:tab pos="2742916" algn="l"/>
                <a:tab pos="3200068" algn="l"/>
                <a:tab pos="3657221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4" algn="l"/>
                <a:tab pos="8228747" algn="l"/>
                <a:tab pos="8685899" algn="l"/>
                <a:tab pos="9143052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1pPr>
            <a:lvl2pPr marL="742873" indent="-285721" eaLnBrk="0" hangingPunct="0">
              <a:tabLst>
                <a:tab pos="0" algn="l"/>
                <a:tab pos="457152" algn="l"/>
                <a:tab pos="914305" algn="l"/>
                <a:tab pos="1371457" algn="l"/>
                <a:tab pos="1828610" algn="l"/>
                <a:tab pos="2285763" algn="l"/>
                <a:tab pos="2742916" algn="l"/>
                <a:tab pos="3200068" algn="l"/>
                <a:tab pos="3657221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4" algn="l"/>
                <a:tab pos="8228747" algn="l"/>
                <a:tab pos="8685899" algn="l"/>
                <a:tab pos="9143052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2pPr>
            <a:lvl3pPr marL="1142881" indent="-228576" eaLnBrk="0" hangingPunct="0">
              <a:tabLst>
                <a:tab pos="0" algn="l"/>
                <a:tab pos="457152" algn="l"/>
                <a:tab pos="914305" algn="l"/>
                <a:tab pos="1371457" algn="l"/>
                <a:tab pos="1828610" algn="l"/>
                <a:tab pos="2285763" algn="l"/>
                <a:tab pos="2742916" algn="l"/>
                <a:tab pos="3200068" algn="l"/>
                <a:tab pos="3657221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4" algn="l"/>
                <a:tab pos="8228747" algn="l"/>
                <a:tab pos="8685899" algn="l"/>
                <a:tab pos="9143052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3pPr>
            <a:lvl4pPr marL="1600034" indent="-228576" eaLnBrk="0" hangingPunct="0">
              <a:tabLst>
                <a:tab pos="0" algn="l"/>
                <a:tab pos="457152" algn="l"/>
                <a:tab pos="914305" algn="l"/>
                <a:tab pos="1371457" algn="l"/>
                <a:tab pos="1828610" algn="l"/>
                <a:tab pos="2285763" algn="l"/>
                <a:tab pos="2742916" algn="l"/>
                <a:tab pos="3200068" algn="l"/>
                <a:tab pos="3657221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4" algn="l"/>
                <a:tab pos="8228747" algn="l"/>
                <a:tab pos="8685899" algn="l"/>
                <a:tab pos="9143052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4pPr>
            <a:lvl5pPr marL="2057187" indent="-228576" eaLnBrk="0" hangingPunct="0">
              <a:tabLst>
                <a:tab pos="0" algn="l"/>
                <a:tab pos="457152" algn="l"/>
                <a:tab pos="914305" algn="l"/>
                <a:tab pos="1371457" algn="l"/>
                <a:tab pos="1828610" algn="l"/>
                <a:tab pos="2285763" algn="l"/>
                <a:tab pos="2742916" algn="l"/>
                <a:tab pos="3200068" algn="l"/>
                <a:tab pos="3657221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4" algn="l"/>
                <a:tab pos="8228747" algn="l"/>
                <a:tab pos="8685899" algn="l"/>
                <a:tab pos="9143052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5pPr>
            <a:lvl6pPr marL="2514340" indent="-228576" algn="ctr" defTabSz="457152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152" algn="l"/>
                <a:tab pos="914305" algn="l"/>
                <a:tab pos="1371457" algn="l"/>
                <a:tab pos="1828610" algn="l"/>
                <a:tab pos="2285763" algn="l"/>
                <a:tab pos="2742916" algn="l"/>
                <a:tab pos="3200068" algn="l"/>
                <a:tab pos="3657221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4" algn="l"/>
                <a:tab pos="8228747" algn="l"/>
                <a:tab pos="8685899" algn="l"/>
                <a:tab pos="9143052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6pPr>
            <a:lvl7pPr marL="2971492" indent="-228576" algn="ctr" defTabSz="457152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152" algn="l"/>
                <a:tab pos="914305" algn="l"/>
                <a:tab pos="1371457" algn="l"/>
                <a:tab pos="1828610" algn="l"/>
                <a:tab pos="2285763" algn="l"/>
                <a:tab pos="2742916" algn="l"/>
                <a:tab pos="3200068" algn="l"/>
                <a:tab pos="3657221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4" algn="l"/>
                <a:tab pos="8228747" algn="l"/>
                <a:tab pos="8685899" algn="l"/>
                <a:tab pos="9143052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7pPr>
            <a:lvl8pPr marL="3428645" indent="-228576" algn="ctr" defTabSz="457152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152" algn="l"/>
                <a:tab pos="914305" algn="l"/>
                <a:tab pos="1371457" algn="l"/>
                <a:tab pos="1828610" algn="l"/>
                <a:tab pos="2285763" algn="l"/>
                <a:tab pos="2742916" algn="l"/>
                <a:tab pos="3200068" algn="l"/>
                <a:tab pos="3657221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4" algn="l"/>
                <a:tab pos="8228747" algn="l"/>
                <a:tab pos="8685899" algn="l"/>
                <a:tab pos="9143052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8pPr>
            <a:lvl9pPr marL="3885797" indent="-228576" algn="ctr" defTabSz="457152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152" algn="l"/>
                <a:tab pos="914305" algn="l"/>
                <a:tab pos="1371457" algn="l"/>
                <a:tab pos="1828610" algn="l"/>
                <a:tab pos="2285763" algn="l"/>
                <a:tab pos="2742916" algn="l"/>
                <a:tab pos="3200068" algn="l"/>
                <a:tab pos="3657221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4" algn="l"/>
                <a:tab pos="8228747" algn="l"/>
                <a:tab pos="8685899" algn="l"/>
                <a:tab pos="9143052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9pPr>
          </a:lstStyle>
          <a:p>
            <a:pPr eaLnBrk="1" hangingPunct="1">
              <a:buFont typeface="Arial" pitchFamily="34" charset="0"/>
              <a:buNone/>
            </a:pPr>
            <a:fld id="{4F4DBAFD-D12B-4052-A639-4F31718C0F38}" type="slidenum">
              <a:rPr lang="en-GB" altLang="en-US" sz="1500">
                <a:solidFill>
                  <a:srgbClr val="000000"/>
                </a:solidFill>
                <a:latin typeface="Arial" pitchFamily="34" charset="0"/>
              </a:rPr>
              <a:pPr eaLnBrk="1" hangingPunct="1">
                <a:buFont typeface="Arial" pitchFamily="34" charset="0"/>
                <a:buNone/>
              </a:pPr>
              <a:t>1</a:t>
            </a:fld>
            <a:endParaRPr lang="en-GB" altLang="en-US" sz="15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099" name="Text Box 1"/>
          <p:cNvSpPr txBox="1">
            <a:spLocks noChangeArrowheads="1"/>
          </p:cNvSpPr>
          <p:nvPr/>
        </p:nvSpPr>
        <p:spPr bwMode="auto">
          <a:xfrm>
            <a:off x="7224712" y="6884988"/>
            <a:ext cx="23479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00780" tIns="50389" rIns="100780" bIns="50389"/>
          <a:lstStyle>
            <a:lvl1pPr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5pPr>
            <a:lvl6pPr marL="25146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6pPr>
            <a:lvl7pPr marL="29718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7pPr>
            <a:lvl8pPr marL="34290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8pPr>
            <a:lvl9pPr marL="38862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buFont typeface="Arial" pitchFamily="34" charset="0"/>
              <a:buNone/>
            </a:pPr>
            <a:fld id="{355E8380-6DF3-4618-ABD5-BEC51DC2CF98}" type="slidenum">
              <a:rPr lang="en-GB" altLang="en-US" sz="1500">
                <a:solidFill>
                  <a:srgbClr val="000000"/>
                </a:solidFill>
                <a:latin typeface="Arial" pitchFamily="34" charset="0"/>
              </a:rPr>
              <a:pPr algn="r" eaLnBrk="1" hangingPunct="1">
                <a:lnSpc>
                  <a:spcPct val="100000"/>
                </a:lnSpc>
                <a:buFont typeface="Arial" pitchFamily="34" charset="0"/>
                <a:buNone/>
              </a:pPr>
              <a:t>1</a:t>
            </a:fld>
            <a:endParaRPr lang="en-GB" altLang="en-US" sz="15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100" name="Text Box 2"/>
          <p:cNvSpPr txBox="1">
            <a:spLocks noChangeArrowheads="1"/>
          </p:cNvSpPr>
          <p:nvPr/>
        </p:nvSpPr>
        <p:spPr bwMode="auto">
          <a:xfrm>
            <a:off x="7224712" y="6884988"/>
            <a:ext cx="23479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00780" tIns="50389" rIns="100780" bIns="50389"/>
          <a:lstStyle>
            <a:lvl1pPr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5pPr>
            <a:lvl6pPr marL="25146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6pPr>
            <a:lvl7pPr marL="29718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7pPr>
            <a:lvl8pPr marL="34290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8pPr>
            <a:lvl9pPr marL="38862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buFont typeface="Arial" pitchFamily="34" charset="0"/>
              <a:buNone/>
            </a:pPr>
            <a:fld id="{6352CDAA-F4E8-4486-AAB1-186738E14C97}" type="slidenum">
              <a:rPr lang="en-GB" altLang="en-US" sz="1500">
                <a:solidFill>
                  <a:srgbClr val="000000"/>
                </a:solidFill>
                <a:latin typeface="Arial" pitchFamily="34" charset="0"/>
              </a:rPr>
              <a:pPr algn="r" eaLnBrk="1" hangingPunct="1">
                <a:lnSpc>
                  <a:spcPct val="100000"/>
                </a:lnSpc>
                <a:buFont typeface="Arial" pitchFamily="34" charset="0"/>
                <a:buNone/>
              </a:pPr>
              <a:t>1</a:t>
            </a:fld>
            <a:endParaRPr lang="en-GB" altLang="en-US" sz="15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101" name="Text Box 3"/>
          <p:cNvSpPr txBox="1">
            <a:spLocks noChangeArrowheads="1"/>
          </p:cNvSpPr>
          <p:nvPr/>
        </p:nvSpPr>
        <p:spPr bwMode="auto">
          <a:xfrm>
            <a:off x="504825" y="6884988"/>
            <a:ext cx="2346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00780" tIns="50389" rIns="100780" bIns="50389"/>
          <a:lstStyle>
            <a:lvl1pPr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5pPr>
            <a:lvl6pPr marL="25146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6pPr>
            <a:lvl7pPr marL="29718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7pPr>
            <a:lvl8pPr marL="34290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8pPr>
            <a:lvl9pPr marL="38862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9pPr>
          </a:lstStyle>
          <a:p>
            <a:pPr algn="l" eaLnBrk="1" hangingPunct="1">
              <a:lnSpc>
                <a:spcPct val="100000"/>
              </a:lnSpc>
              <a:buFont typeface="Arial" pitchFamily="34" charset="0"/>
              <a:buNone/>
            </a:pPr>
            <a:r>
              <a:rPr lang="en-GB" altLang="en-US" sz="1500">
                <a:solidFill>
                  <a:srgbClr val="000000"/>
                </a:solidFill>
                <a:latin typeface="Arial" pitchFamily="34" charset="0"/>
              </a:rPr>
              <a:t>03/08/10</a:t>
            </a:r>
          </a:p>
        </p:txBody>
      </p:sp>
      <p:sp>
        <p:nvSpPr>
          <p:cNvPr id="4102" name="Text Box 4"/>
          <p:cNvSpPr txBox="1">
            <a:spLocks noChangeArrowheads="1"/>
          </p:cNvSpPr>
          <p:nvPr/>
        </p:nvSpPr>
        <p:spPr bwMode="auto">
          <a:xfrm>
            <a:off x="7224712" y="6884988"/>
            <a:ext cx="23479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00780" tIns="50389" rIns="100780" bIns="50389"/>
          <a:lstStyle>
            <a:lvl1pPr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5pPr>
            <a:lvl6pPr marL="25146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6pPr>
            <a:lvl7pPr marL="29718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7pPr>
            <a:lvl8pPr marL="34290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8pPr>
            <a:lvl9pPr marL="38862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buFont typeface="Arial" pitchFamily="34" charset="0"/>
              <a:buNone/>
            </a:pPr>
            <a:fld id="{ADA519B5-E15E-4530-8EEB-02AA46A286BF}" type="slidenum">
              <a:rPr lang="en-GB" altLang="en-US" sz="1500">
                <a:solidFill>
                  <a:srgbClr val="000000"/>
                </a:solidFill>
                <a:latin typeface="Arial" pitchFamily="34" charset="0"/>
              </a:rPr>
              <a:pPr algn="r" eaLnBrk="1" hangingPunct="1">
                <a:lnSpc>
                  <a:spcPct val="100000"/>
                </a:lnSpc>
                <a:buFont typeface="Arial" pitchFamily="34" charset="0"/>
                <a:buNone/>
              </a:pPr>
              <a:t>1</a:t>
            </a:fld>
            <a:endParaRPr lang="en-GB" altLang="en-US" sz="15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103" name="Text Box 5"/>
          <p:cNvSpPr txBox="1">
            <a:spLocks noChangeArrowheads="1"/>
          </p:cNvSpPr>
          <p:nvPr/>
        </p:nvSpPr>
        <p:spPr bwMode="auto">
          <a:xfrm>
            <a:off x="7224713" y="6884988"/>
            <a:ext cx="23495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00780" tIns="50389" rIns="100780" bIns="50389"/>
          <a:lstStyle>
            <a:lvl1pPr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5pPr>
            <a:lvl6pPr marL="25146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6pPr>
            <a:lvl7pPr marL="29718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7pPr>
            <a:lvl8pPr marL="34290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8pPr>
            <a:lvl9pPr marL="38862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buFont typeface="Arial" pitchFamily="34" charset="0"/>
              <a:buNone/>
            </a:pPr>
            <a:fld id="{3A6B02DF-E46F-4228-AB1C-160285D30A1F}" type="slidenum">
              <a:rPr lang="en-GB" altLang="en-US" sz="1500">
                <a:solidFill>
                  <a:srgbClr val="000000"/>
                </a:solidFill>
                <a:latin typeface="Arial" pitchFamily="34" charset="0"/>
              </a:rPr>
              <a:pPr algn="r" eaLnBrk="1" hangingPunct="1">
                <a:lnSpc>
                  <a:spcPct val="100000"/>
                </a:lnSpc>
                <a:buFont typeface="Arial" pitchFamily="34" charset="0"/>
                <a:buNone/>
              </a:pPr>
              <a:t>1</a:t>
            </a:fld>
            <a:endParaRPr lang="en-GB" altLang="en-US" sz="15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104" name="Text Box 6"/>
          <p:cNvSpPr txBox="1">
            <a:spLocks noChangeArrowheads="1"/>
          </p:cNvSpPr>
          <p:nvPr/>
        </p:nvSpPr>
        <p:spPr bwMode="auto">
          <a:xfrm>
            <a:off x="1173164" y="590551"/>
            <a:ext cx="8607425" cy="1939925"/>
          </a:xfrm>
          <a:prstGeom prst="rect">
            <a:avLst/>
          </a:prstGeom>
          <a:solidFill>
            <a:srgbClr val="FFFF00"/>
          </a:solidFill>
          <a:ln w="38160">
            <a:solidFill>
              <a:srgbClr val="FF0000"/>
            </a:solidFill>
            <a:round/>
            <a:headEnd/>
            <a:tailEnd/>
          </a:ln>
        </p:spPr>
        <p:txBody>
          <a:bodyPr lIns="0" tIns="0" rIns="0" bIns="0" anchor="ctr"/>
          <a:lstStyle>
            <a:lvl1pPr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5pPr>
            <a:lvl6pPr marL="25146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6pPr>
            <a:lvl7pPr marL="29718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7pPr>
            <a:lvl8pPr marL="34290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8pPr>
            <a:lvl9pPr marL="38862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95000"/>
              </a:lnSpc>
              <a:buFont typeface="Comic Sans MS" pitchFamily="66" charset="0"/>
              <a:buNone/>
            </a:pPr>
            <a:r>
              <a:rPr lang="en-GB" altLang="en-US" sz="6700" b="1" dirty="0" smtClean="0">
                <a:solidFill>
                  <a:srgbClr val="000000"/>
                </a:solidFill>
              </a:rPr>
              <a:t>Introduction to Software </a:t>
            </a:r>
            <a:r>
              <a:rPr lang="en-GB" altLang="en-US" sz="6700" b="1" dirty="0">
                <a:solidFill>
                  <a:srgbClr val="000000"/>
                </a:solidFill>
              </a:rPr>
              <a:t>Testing</a:t>
            </a:r>
            <a:endParaRPr lang="en-GB" altLang="en-US" sz="29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95000"/>
              </a:lnSpc>
              <a:buFont typeface="Comic Sans MS" pitchFamily="66" charset="0"/>
              <a:buNone/>
            </a:pPr>
            <a:endParaRPr lang="en-GB" altLang="en-US" sz="1900" b="1" dirty="0">
              <a:solidFill>
                <a:srgbClr val="0000CC"/>
              </a:solidFill>
            </a:endParaRPr>
          </a:p>
        </p:txBody>
      </p:sp>
      <p:sp>
        <p:nvSpPr>
          <p:cNvPr id="4105" name="Rectangle 7"/>
          <p:cNvSpPr>
            <a:spLocks noChangeArrowheads="1"/>
          </p:cNvSpPr>
          <p:nvPr/>
        </p:nvSpPr>
        <p:spPr bwMode="auto">
          <a:xfrm>
            <a:off x="1316037" y="3798888"/>
            <a:ext cx="7783513" cy="2819401"/>
          </a:xfrm>
          <a:prstGeom prst="rect">
            <a:avLst/>
          </a:prstGeom>
          <a:solidFill>
            <a:srgbClr val="66FFFF"/>
          </a:solidFill>
          <a:ln w="57240">
            <a:solidFill>
              <a:srgbClr val="0000FF"/>
            </a:solidFill>
            <a:round/>
            <a:headEnd/>
            <a:tailEnd/>
          </a:ln>
        </p:spPr>
        <p:txBody>
          <a:bodyPr lIns="89982" tIns="46790" rIns="89982" bIns="46790"/>
          <a:lstStyle>
            <a:lvl1pPr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5pPr>
            <a:lvl6pPr marL="25146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6pPr>
            <a:lvl7pPr marL="29718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7pPr>
            <a:lvl8pPr marL="34290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8pPr>
            <a:lvl9pPr marL="38862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ts val="974"/>
              </a:spcBef>
            </a:pPr>
            <a:r>
              <a:rPr lang="en-GB" altLang="en-US" sz="3900" b="1" dirty="0" err="1">
                <a:solidFill>
                  <a:srgbClr val="000000"/>
                </a:solidFill>
              </a:rPr>
              <a:t>Dr.</a:t>
            </a:r>
            <a:r>
              <a:rPr lang="en-GB" altLang="en-US" sz="3900" b="1" dirty="0">
                <a:solidFill>
                  <a:srgbClr val="000000"/>
                </a:solidFill>
              </a:rPr>
              <a:t> </a:t>
            </a:r>
            <a:r>
              <a:rPr lang="en-GB" altLang="en-US" sz="3900" b="1" dirty="0" err="1">
                <a:solidFill>
                  <a:srgbClr val="000000"/>
                </a:solidFill>
              </a:rPr>
              <a:t>Durga</a:t>
            </a:r>
            <a:r>
              <a:rPr lang="en-GB" altLang="en-US" sz="3900" b="1" dirty="0">
                <a:solidFill>
                  <a:srgbClr val="000000"/>
                </a:solidFill>
              </a:rPr>
              <a:t> Prasad </a:t>
            </a:r>
            <a:r>
              <a:rPr lang="en-GB" altLang="en-US" sz="3900" b="1" dirty="0" err="1">
                <a:solidFill>
                  <a:srgbClr val="000000"/>
                </a:solidFill>
              </a:rPr>
              <a:t>Mohapatra</a:t>
            </a:r>
            <a:endParaRPr lang="en-GB" altLang="en-US" sz="3900" b="1" dirty="0">
              <a:solidFill>
                <a:srgbClr val="000000"/>
              </a:solidFill>
            </a:endParaRPr>
          </a:p>
          <a:p>
            <a:pPr eaLnBrk="1" hangingPunct="1">
              <a:spcBef>
                <a:spcPts val="650"/>
              </a:spcBef>
            </a:pPr>
            <a:r>
              <a:rPr lang="en-GB" altLang="en-US" b="1" dirty="0">
                <a:solidFill>
                  <a:srgbClr val="000000"/>
                </a:solidFill>
              </a:rPr>
              <a:t>Professor</a:t>
            </a:r>
          </a:p>
          <a:p>
            <a:pPr eaLnBrk="1" hangingPunct="1">
              <a:spcBef>
                <a:spcPts val="650"/>
              </a:spcBef>
            </a:pPr>
            <a:r>
              <a:rPr lang="en-GB" altLang="en-US" b="1" dirty="0">
                <a:solidFill>
                  <a:srgbClr val="000000"/>
                </a:solidFill>
              </a:rPr>
              <a:t>Department Of Computer Science &amp; Engineering</a:t>
            </a:r>
          </a:p>
          <a:p>
            <a:pPr eaLnBrk="1" hangingPunct="1">
              <a:spcBef>
                <a:spcPts val="650"/>
              </a:spcBef>
            </a:pPr>
            <a:r>
              <a:rPr lang="en-GB" altLang="en-US" b="1" dirty="0" smtClean="0">
                <a:solidFill>
                  <a:srgbClr val="000000"/>
                </a:solidFill>
              </a:rPr>
              <a:t>NIT Rourkela</a:t>
            </a:r>
            <a:endParaRPr lang="en-GB" altLang="en-US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9691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B2F9-1EAE-4D43-B3C0-EA3BB4A0197B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3" name="Rectangle 2"/>
          <p:cNvSpPr/>
          <p:nvPr/>
        </p:nvSpPr>
        <p:spPr>
          <a:xfrm>
            <a:off x="1008063" y="3321829"/>
            <a:ext cx="8904552" cy="712460"/>
          </a:xfrm>
          <a:prstGeom prst="rect">
            <a:avLst/>
          </a:prstGeom>
        </p:spPr>
        <p:txBody>
          <a:bodyPr wrap="square" lIns="100794" tIns="50397" rIns="100794" bIns="50397">
            <a:spAutoFit/>
          </a:bodyPr>
          <a:lstStyle/>
          <a:p>
            <a:r>
              <a:rPr lang="en-GB" altLang="en-US" sz="4000" dirty="0">
                <a:solidFill>
                  <a:srgbClr val="0000CC"/>
                </a:solidFill>
              </a:rPr>
              <a:t>Software Development Process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890934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368271" y="4914817"/>
            <a:ext cx="4816299" cy="1254126"/>
          </a:xfrm>
          <a:solidFill>
            <a:srgbClr val="FFFF00"/>
          </a:solidFill>
        </p:spPr>
        <p:txBody>
          <a:bodyPr vert="horz" lIns="19797" tIns="51473" rIns="19797" bIns="51473" rtlCol="0" anchor="ctr">
            <a:normAutofit fontScale="90000"/>
          </a:bodyPr>
          <a:lstStyle/>
          <a:p>
            <a:pPr>
              <a:lnSpc>
                <a:spcPct val="94000"/>
              </a:lnSpc>
              <a:spcBef>
                <a:spcPts val="1000"/>
              </a:spcBef>
              <a:tabLst>
                <a:tab pos="0" algn="l"/>
                <a:tab pos="447667" algn="l"/>
                <a:tab pos="896922" algn="l"/>
                <a:tab pos="1346174" algn="l"/>
                <a:tab pos="1795430" algn="l"/>
                <a:tab pos="2244684" algn="l"/>
                <a:tab pos="2692350" algn="l"/>
                <a:tab pos="3143192" algn="l"/>
                <a:tab pos="3592448" algn="l"/>
                <a:tab pos="4040114" algn="l"/>
                <a:tab pos="4490954" algn="l"/>
                <a:tab pos="4940209" algn="l"/>
                <a:tab pos="5389464" algn="l"/>
                <a:tab pos="5837130" algn="l"/>
                <a:tab pos="6287972" algn="l"/>
                <a:tab pos="6737226" algn="l"/>
                <a:tab pos="7184893" algn="l"/>
                <a:tab pos="7634148" algn="l"/>
                <a:tab pos="8084989" algn="l"/>
                <a:tab pos="8534242" algn="l"/>
                <a:tab pos="8981910" algn="l"/>
              </a:tabLst>
            </a:pPr>
            <a:r>
              <a:rPr lang="en-GB" altLang="en-US" b="1" dirty="0">
                <a:solidFill>
                  <a:srgbClr val="0000CC"/>
                </a:solidFill>
              </a:rPr>
              <a:t>Software Life Cycle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24014" y="195992"/>
            <a:ext cx="9632597" cy="7111694"/>
          </a:xfrm>
        </p:spPr>
        <p:txBody>
          <a:bodyPr vert="horz" lIns="19797" tIns="51473" rIns="19797" bIns="51473" rtlCol="0">
            <a:noAutofit/>
          </a:bodyPr>
          <a:lstStyle/>
          <a:p>
            <a:pPr marL="341306" indent="-341306">
              <a:lnSpc>
                <a:spcPct val="114000"/>
              </a:lnSpc>
              <a:spcBef>
                <a:spcPct val="5000"/>
              </a:spcBef>
              <a:spcAft>
                <a:spcPts val="882"/>
              </a:spcAft>
              <a:tabLst>
                <a:tab pos="361944" algn="l"/>
                <a:tab pos="811198" algn="l"/>
                <a:tab pos="1260451" algn="l"/>
                <a:tab pos="1709707" algn="l"/>
                <a:tab pos="2158960" algn="l"/>
                <a:tab pos="2606628" algn="l"/>
                <a:tab pos="3057468" algn="l"/>
                <a:tab pos="3506724" algn="l"/>
                <a:tab pos="3954391" algn="l"/>
                <a:tab pos="4403643" algn="l"/>
                <a:tab pos="4854486" algn="l"/>
                <a:tab pos="5303740" algn="l"/>
                <a:tab pos="5751407" algn="l"/>
                <a:tab pos="6202249" algn="l"/>
                <a:tab pos="6651503" algn="l"/>
                <a:tab pos="7100756" algn="l"/>
                <a:tab pos="7548424" algn="l"/>
                <a:tab pos="7999267" algn="l"/>
                <a:tab pos="8448519" algn="l"/>
                <a:tab pos="8896187" algn="l"/>
              </a:tabLst>
            </a:pPr>
            <a:r>
              <a:rPr lang="en-GB" altLang="en-US" sz="4100" dirty="0"/>
              <a:t>Software Development Life Cycle (or </a:t>
            </a:r>
            <a:r>
              <a:rPr lang="en-GB" altLang="en-US" sz="4100" dirty="0">
                <a:solidFill>
                  <a:srgbClr val="0000CC"/>
                </a:solidFill>
              </a:rPr>
              <a:t>software development process</a:t>
            </a:r>
            <a:r>
              <a:rPr lang="en-GB" altLang="en-US" sz="4100" dirty="0"/>
              <a:t>):</a:t>
            </a:r>
          </a:p>
          <a:p>
            <a:pPr marL="741349" lvl="1" indent="-284159">
              <a:lnSpc>
                <a:spcPct val="114000"/>
              </a:lnSpc>
              <a:spcBef>
                <a:spcPct val="5000"/>
              </a:spcBef>
              <a:spcAft>
                <a:spcPts val="882"/>
              </a:spcAft>
              <a:tabLst>
                <a:tab pos="361944" algn="l"/>
                <a:tab pos="811198" algn="l"/>
                <a:tab pos="1260451" algn="l"/>
                <a:tab pos="1709707" algn="l"/>
                <a:tab pos="2158960" algn="l"/>
                <a:tab pos="2606628" algn="l"/>
                <a:tab pos="3057468" algn="l"/>
                <a:tab pos="3506724" algn="l"/>
                <a:tab pos="3954391" algn="l"/>
                <a:tab pos="4403643" algn="l"/>
                <a:tab pos="4854486" algn="l"/>
                <a:tab pos="5303740" algn="l"/>
                <a:tab pos="5751407" algn="l"/>
                <a:tab pos="6202249" algn="l"/>
                <a:tab pos="6651503" algn="l"/>
                <a:tab pos="7100756" algn="l"/>
                <a:tab pos="7548424" algn="l"/>
                <a:tab pos="7999267" algn="l"/>
                <a:tab pos="8448519" algn="l"/>
                <a:tab pos="8896187" algn="l"/>
              </a:tabLst>
            </a:pPr>
            <a:r>
              <a:rPr lang="en-GB" altLang="en-US" sz="3500" b="1" dirty="0">
                <a:solidFill>
                  <a:srgbClr val="CC3300"/>
                </a:solidFill>
                <a:latin typeface="Comic Sans MS" panose="030F0702030302020204" pitchFamily="66" charset="0"/>
              </a:rPr>
              <a:t>Series of identifiable stages that a software product undergoes during its life time:</a:t>
            </a:r>
            <a:r>
              <a:rPr lang="en-GB" altLang="en-US" b="1" dirty="0">
                <a:latin typeface="Comic Sans MS" panose="030F0702030302020204" pitchFamily="66" charset="0"/>
              </a:rPr>
              <a:t> </a:t>
            </a:r>
          </a:p>
          <a:p>
            <a:pPr marL="1142978" lvl="2" indent="-230183">
              <a:lnSpc>
                <a:spcPct val="114000"/>
              </a:lnSpc>
              <a:spcBef>
                <a:spcPct val="5000"/>
              </a:spcBef>
              <a:spcAft>
                <a:spcPts val="882"/>
              </a:spcAft>
              <a:tabLst>
                <a:tab pos="361944" algn="l"/>
                <a:tab pos="811198" algn="l"/>
                <a:tab pos="1260451" algn="l"/>
                <a:tab pos="1709707" algn="l"/>
                <a:tab pos="2158960" algn="l"/>
                <a:tab pos="2606628" algn="l"/>
                <a:tab pos="3057468" algn="l"/>
                <a:tab pos="3506724" algn="l"/>
                <a:tab pos="3954391" algn="l"/>
                <a:tab pos="4403643" algn="l"/>
                <a:tab pos="4854486" algn="l"/>
                <a:tab pos="5303740" algn="l"/>
                <a:tab pos="5751407" algn="l"/>
                <a:tab pos="6202249" algn="l"/>
                <a:tab pos="6651503" algn="l"/>
                <a:tab pos="7100756" algn="l"/>
                <a:tab pos="7548424" algn="l"/>
                <a:tab pos="7999267" algn="l"/>
                <a:tab pos="8448519" algn="l"/>
                <a:tab pos="8896187" algn="l"/>
              </a:tabLst>
            </a:pPr>
            <a:r>
              <a:rPr lang="en-GB" altLang="en-US" b="1" dirty="0">
                <a:solidFill>
                  <a:srgbClr val="0000FF"/>
                </a:solidFill>
              </a:rPr>
              <a:t>Feasibility study</a:t>
            </a:r>
          </a:p>
          <a:p>
            <a:pPr marL="1142978" lvl="2" indent="-230183">
              <a:lnSpc>
                <a:spcPct val="114000"/>
              </a:lnSpc>
              <a:spcBef>
                <a:spcPct val="5000"/>
              </a:spcBef>
              <a:spcAft>
                <a:spcPts val="882"/>
              </a:spcAft>
              <a:tabLst>
                <a:tab pos="361944" algn="l"/>
                <a:tab pos="811198" algn="l"/>
                <a:tab pos="1260451" algn="l"/>
                <a:tab pos="1709707" algn="l"/>
                <a:tab pos="2158960" algn="l"/>
                <a:tab pos="2606628" algn="l"/>
                <a:tab pos="3057468" algn="l"/>
                <a:tab pos="3506724" algn="l"/>
                <a:tab pos="3954391" algn="l"/>
                <a:tab pos="4403643" algn="l"/>
                <a:tab pos="4854486" algn="l"/>
                <a:tab pos="5303740" algn="l"/>
                <a:tab pos="5751407" algn="l"/>
                <a:tab pos="6202249" algn="l"/>
                <a:tab pos="6651503" algn="l"/>
                <a:tab pos="7100756" algn="l"/>
                <a:tab pos="7548424" algn="l"/>
                <a:tab pos="7999267" algn="l"/>
                <a:tab pos="8448519" algn="l"/>
                <a:tab pos="8896187" algn="l"/>
              </a:tabLst>
            </a:pPr>
            <a:r>
              <a:rPr lang="en-GB" altLang="en-US" b="1" dirty="0">
                <a:solidFill>
                  <a:srgbClr val="0000FF"/>
                </a:solidFill>
              </a:rPr>
              <a:t>Requirements analysis and specification, </a:t>
            </a:r>
          </a:p>
          <a:p>
            <a:pPr marL="1142978" lvl="2" indent="-230183">
              <a:lnSpc>
                <a:spcPct val="114000"/>
              </a:lnSpc>
              <a:spcBef>
                <a:spcPct val="5000"/>
              </a:spcBef>
              <a:spcAft>
                <a:spcPts val="882"/>
              </a:spcAft>
              <a:tabLst>
                <a:tab pos="361944" algn="l"/>
                <a:tab pos="811198" algn="l"/>
                <a:tab pos="1260451" algn="l"/>
                <a:tab pos="1709707" algn="l"/>
                <a:tab pos="2158960" algn="l"/>
                <a:tab pos="2606628" algn="l"/>
                <a:tab pos="3057468" algn="l"/>
                <a:tab pos="3506724" algn="l"/>
                <a:tab pos="3954391" algn="l"/>
                <a:tab pos="4403643" algn="l"/>
                <a:tab pos="4854486" algn="l"/>
                <a:tab pos="5303740" algn="l"/>
                <a:tab pos="5751407" algn="l"/>
                <a:tab pos="6202249" algn="l"/>
                <a:tab pos="6651503" algn="l"/>
                <a:tab pos="7100756" algn="l"/>
                <a:tab pos="7548424" algn="l"/>
                <a:tab pos="7999267" algn="l"/>
                <a:tab pos="8448519" algn="l"/>
                <a:tab pos="8896187" algn="l"/>
              </a:tabLst>
            </a:pPr>
            <a:r>
              <a:rPr lang="en-GB" altLang="en-US" b="1" dirty="0">
                <a:solidFill>
                  <a:srgbClr val="0000FF"/>
                </a:solidFill>
              </a:rPr>
              <a:t>Design, </a:t>
            </a:r>
          </a:p>
          <a:p>
            <a:pPr marL="1142978" lvl="2" indent="-230183">
              <a:lnSpc>
                <a:spcPct val="114000"/>
              </a:lnSpc>
              <a:spcBef>
                <a:spcPct val="5000"/>
              </a:spcBef>
              <a:spcAft>
                <a:spcPts val="882"/>
              </a:spcAft>
              <a:tabLst>
                <a:tab pos="361944" algn="l"/>
                <a:tab pos="811198" algn="l"/>
                <a:tab pos="1260451" algn="l"/>
                <a:tab pos="1709707" algn="l"/>
                <a:tab pos="2158960" algn="l"/>
                <a:tab pos="2606628" algn="l"/>
                <a:tab pos="3057468" algn="l"/>
                <a:tab pos="3506724" algn="l"/>
                <a:tab pos="3954391" algn="l"/>
                <a:tab pos="4403643" algn="l"/>
                <a:tab pos="4854486" algn="l"/>
                <a:tab pos="5303740" algn="l"/>
                <a:tab pos="5751407" algn="l"/>
                <a:tab pos="6202249" algn="l"/>
                <a:tab pos="6651503" algn="l"/>
                <a:tab pos="7100756" algn="l"/>
                <a:tab pos="7548424" algn="l"/>
                <a:tab pos="7999267" algn="l"/>
                <a:tab pos="8448519" algn="l"/>
                <a:tab pos="8896187" algn="l"/>
              </a:tabLst>
            </a:pPr>
            <a:r>
              <a:rPr lang="en-GB" altLang="en-US" b="1" dirty="0">
                <a:solidFill>
                  <a:srgbClr val="0000FF"/>
                </a:solidFill>
              </a:rPr>
              <a:t>Coding, </a:t>
            </a:r>
          </a:p>
          <a:p>
            <a:pPr marL="1142978" lvl="2" indent="-230183">
              <a:lnSpc>
                <a:spcPct val="114000"/>
              </a:lnSpc>
              <a:spcBef>
                <a:spcPct val="5000"/>
              </a:spcBef>
              <a:spcAft>
                <a:spcPts val="882"/>
              </a:spcAft>
              <a:tabLst>
                <a:tab pos="361944" algn="l"/>
                <a:tab pos="811198" algn="l"/>
                <a:tab pos="1260451" algn="l"/>
                <a:tab pos="1709707" algn="l"/>
                <a:tab pos="2158960" algn="l"/>
                <a:tab pos="2606628" algn="l"/>
                <a:tab pos="3057468" algn="l"/>
                <a:tab pos="3506724" algn="l"/>
                <a:tab pos="3954391" algn="l"/>
                <a:tab pos="4403643" algn="l"/>
                <a:tab pos="4854486" algn="l"/>
                <a:tab pos="5303740" algn="l"/>
                <a:tab pos="5751407" algn="l"/>
                <a:tab pos="6202249" algn="l"/>
                <a:tab pos="6651503" algn="l"/>
                <a:tab pos="7100756" algn="l"/>
                <a:tab pos="7548424" algn="l"/>
                <a:tab pos="7999267" algn="l"/>
                <a:tab pos="8448519" algn="l"/>
                <a:tab pos="8896187" algn="l"/>
              </a:tabLst>
            </a:pPr>
            <a:r>
              <a:rPr lang="en-GB" altLang="en-US" b="1" dirty="0">
                <a:solidFill>
                  <a:srgbClr val="0000FF"/>
                </a:solidFill>
              </a:rPr>
              <a:t>Testing</a:t>
            </a:r>
          </a:p>
          <a:p>
            <a:pPr marL="1142978" lvl="2" indent="-230183">
              <a:lnSpc>
                <a:spcPct val="114000"/>
              </a:lnSpc>
              <a:spcBef>
                <a:spcPct val="5000"/>
              </a:spcBef>
              <a:spcAft>
                <a:spcPts val="882"/>
              </a:spcAft>
              <a:tabLst>
                <a:tab pos="361944" algn="l"/>
                <a:tab pos="811198" algn="l"/>
                <a:tab pos="1260451" algn="l"/>
                <a:tab pos="1709707" algn="l"/>
                <a:tab pos="2158960" algn="l"/>
                <a:tab pos="2606628" algn="l"/>
                <a:tab pos="3057468" algn="l"/>
                <a:tab pos="3506724" algn="l"/>
                <a:tab pos="3954391" algn="l"/>
                <a:tab pos="4403643" algn="l"/>
                <a:tab pos="4854486" algn="l"/>
                <a:tab pos="5303740" algn="l"/>
                <a:tab pos="5751407" algn="l"/>
                <a:tab pos="6202249" algn="l"/>
                <a:tab pos="6651503" algn="l"/>
                <a:tab pos="7100756" algn="l"/>
                <a:tab pos="7548424" algn="l"/>
                <a:tab pos="7999267" algn="l"/>
                <a:tab pos="8448519" algn="l"/>
                <a:tab pos="8896187" algn="l"/>
              </a:tabLst>
            </a:pPr>
            <a:r>
              <a:rPr lang="en-GB" altLang="en-US" b="1" dirty="0">
                <a:solidFill>
                  <a:srgbClr val="0000FF"/>
                </a:solidFill>
              </a:rPr>
              <a:t>Maintenance.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211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"/>
          <p:cNvSpPr>
            <a:spLocks noGrp="1" noChangeArrowheads="1"/>
          </p:cNvSpPr>
          <p:nvPr>
            <p:ph type="title"/>
          </p:nvPr>
        </p:nvSpPr>
        <p:spPr>
          <a:xfrm>
            <a:off x="671556" y="-47304"/>
            <a:ext cx="8600391" cy="965200"/>
          </a:xfrm>
        </p:spPr>
        <p:txBody>
          <a:bodyPr vert="horz" lIns="19797" tIns="51473" rIns="19797" bIns="51473" rtlCol="0" anchor="ctr">
            <a:normAutofit/>
          </a:bodyPr>
          <a:lstStyle/>
          <a:p>
            <a:pPr>
              <a:lnSpc>
                <a:spcPct val="94000"/>
              </a:lnSpc>
              <a:spcBef>
                <a:spcPts val="1000"/>
              </a:spcBef>
              <a:tabLst>
                <a:tab pos="0" algn="l"/>
                <a:tab pos="447667" algn="l"/>
                <a:tab pos="896922" algn="l"/>
                <a:tab pos="1346174" algn="l"/>
                <a:tab pos="1795430" algn="l"/>
                <a:tab pos="2244684" algn="l"/>
                <a:tab pos="2692350" algn="l"/>
                <a:tab pos="3143192" algn="l"/>
                <a:tab pos="3592448" algn="l"/>
                <a:tab pos="4040114" algn="l"/>
                <a:tab pos="4490954" algn="l"/>
                <a:tab pos="4940209" algn="l"/>
                <a:tab pos="5389464" algn="l"/>
                <a:tab pos="5837130" algn="l"/>
                <a:tab pos="6287972" algn="l"/>
                <a:tab pos="6737226" algn="l"/>
                <a:tab pos="7184893" algn="l"/>
                <a:tab pos="7634148" algn="l"/>
                <a:tab pos="8084989" algn="l"/>
                <a:tab pos="8534242" algn="l"/>
                <a:tab pos="8981910" algn="l"/>
              </a:tabLst>
            </a:pPr>
            <a:r>
              <a:rPr lang="en-GB" altLang="en-US" b="1" dirty="0">
                <a:solidFill>
                  <a:srgbClr val="0033CC"/>
                </a:solidFill>
              </a:rPr>
              <a:t>Classical Waterfall Model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1320" y="766493"/>
            <a:ext cx="9050721" cy="5632450"/>
          </a:xfrm>
        </p:spPr>
        <p:txBody>
          <a:bodyPr vert="horz" lIns="19797" tIns="51473" rIns="19797" bIns="51473" rtlCol="0">
            <a:noAutofit/>
          </a:bodyPr>
          <a:lstStyle/>
          <a:p>
            <a:pPr marL="341306" indent="-341306">
              <a:lnSpc>
                <a:spcPct val="115000"/>
              </a:lnSpc>
              <a:spcBef>
                <a:spcPct val="15000"/>
              </a:spcBef>
              <a:spcAft>
                <a:spcPct val="10000"/>
              </a:spcAft>
              <a:tabLst>
                <a:tab pos="361944" algn="l"/>
                <a:tab pos="811198" algn="l"/>
                <a:tab pos="1260451" algn="l"/>
                <a:tab pos="1709707" algn="l"/>
                <a:tab pos="2158960" algn="l"/>
                <a:tab pos="2606628" algn="l"/>
                <a:tab pos="3057468" algn="l"/>
                <a:tab pos="3506724" algn="l"/>
                <a:tab pos="3954391" algn="l"/>
                <a:tab pos="4403643" algn="l"/>
                <a:tab pos="4854486" algn="l"/>
                <a:tab pos="5303740" algn="l"/>
                <a:tab pos="5751407" algn="l"/>
                <a:tab pos="6202249" algn="l"/>
                <a:tab pos="6651503" algn="l"/>
                <a:tab pos="7100756" algn="l"/>
                <a:tab pos="7548424" algn="l"/>
                <a:tab pos="7999267" algn="l"/>
                <a:tab pos="8448519" algn="l"/>
                <a:tab pos="8896187" algn="l"/>
              </a:tabLst>
            </a:pPr>
            <a:r>
              <a:rPr lang="en-GB" altLang="en-US" sz="4100" dirty="0"/>
              <a:t>Classical waterfall model divides life cycle into following phases:</a:t>
            </a:r>
          </a:p>
          <a:p>
            <a:pPr marL="741349" lvl="1" indent="-284159">
              <a:lnSpc>
                <a:spcPct val="115000"/>
              </a:lnSpc>
              <a:spcBef>
                <a:spcPct val="15000"/>
              </a:spcBef>
              <a:spcAft>
                <a:spcPct val="10000"/>
              </a:spcAft>
              <a:tabLst>
                <a:tab pos="361944" algn="l"/>
                <a:tab pos="811198" algn="l"/>
                <a:tab pos="1260451" algn="l"/>
                <a:tab pos="1709707" algn="l"/>
                <a:tab pos="2158960" algn="l"/>
                <a:tab pos="2606628" algn="l"/>
                <a:tab pos="3057468" algn="l"/>
                <a:tab pos="3506724" algn="l"/>
                <a:tab pos="3954391" algn="l"/>
                <a:tab pos="4403643" algn="l"/>
                <a:tab pos="4854486" algn="l"/>
                <a:tab pos="5303740" algn="l"/>
                <a:tab pos="5751407" algn="l"/>
                <a:tab pos="6202249" algn="l"/>
                <a:tab pos="6651503" algn="l"/>
                <a:tab pos="7100756" algn="l"/>
                <a:tab pos="7548424" algn="l"/>
                <a:tab pos="7999267" algn="l"/>
                <a:tab pos="8448519" algn="l"/>
                <a:tab pos="8896187" algn="l"/>
              </a:tabLst>
            </a:pPr>
            <a:r>
              <a:rPr lang="en-GB" altLang="en-US" sz="3500" dirty="0">
                <a:solidFill>
                  <a:srgbClr val="0000FF"/>
                </a:solidFill>
              </a:rPr>
              <a:t>Feasibility study,  </a:t>
            </a:r>
          </a:p>
          <a:p>
            <a:pPr marL="741349" lvl="1" indent="-284159">
              <a:lnSpc>
                <a:spcPct val="115000"/>
              </a:lnSpc>
              <a:spcBef>
                <a:spcPct val="15000"/>
              </a:spcBef>
              <a:spcAft>
                <a:spcPct val="10000"/>
              </a:spcAft>
              <a:tabLst>
                <a:tab pos="361944" algn="l"/>
                <a:tab pos="811198" algn="l"/>
                <a:tab pos="1260451" algn="l"/>
                <a:tab pos="1709707" algn="l"/>
                <a:tab pos="2158960" algn="l"/>
                <a:tab pos="2606628" algn="l"/>
                <a:tab pos="3057468" algn="l"/>
                <a:tab pos="3506724" algn="l"/>
                <a:tab pos="3954391" algn="l"/>
                <a:tab pos="4403643" algn="l"/>
                <a:tab pos="4854486" algn="l"/>
                <a:tab pos="5303740" algn="l"/>
                <a:tab pos="5751407" algn="l"/>
                <a:tab pos="6202249" algn="l"/>
                <a:tab pos="6651503" algn="l"/>
                <a:tab pos="7100756" algn="l"/>
                <a:tab pos="7548424" algn="l"/>
                <a:tab pos="7999267" algn="l"/>
                <a:tab pos="8448519" algn="l"/>
                <a:tab pos="8896187" algn="l"/>
              </a:tabLst>
            </a:pPr>
            <a:r>
              <a:rPr lang="en-GB" altLang="en-US" sz="3500" dirty="0">
                <a:solidFill>
                  <a:srgbClr val="0000FF"/>
                </a:solidFill>
              </a:rPr>
              <a:t>Requirements analysis and                                                                      specification, </a:t>
            </a:r>
          </a:p>
          <a:p>
            <a:pPr marL="741349" lvl="1" indent="-284159">
              <a:lnSpc>
                <a:spcPct val="115000"/>
              </a:lnSpc>
              <a:spcBef>
                <a:spcPct val="15000"/>
              </a:spcBef>
              <a:spcAft>
                <a:spcPct val="10000"/>
              </a:spcAft>
              <a:tabLst>
                <a:tab pos="361944" algn="l"/>
                <a:tab pos="811198" algn="l"/>
                <a:tab pos="1260451" algn="l"/>
                <a:tab pos="1709707" algn="l"/>
                <a:tab pos="2158960" algn="l"/>
                <a:tab pos="2606628" algn="l"/>
                <a:tab pos="3057468" algn="l"/>
                <a:tab pos="3506724" algn="l"/>
                <a:tab pos="3954391" algn="l"/>
                <a:tab pos="4403643" algn="l"/>
                <a:tab pos="4854486" algn="l"/>
                <a:tab pos="5303740" algn="l"/>
                <a:tab pos="5751407" algn="l"/>
                <a:tab pos="6202249" algn="l"/>
                <a:tab pos="6651503" algn="l"/>
                <a:tab pos="7100756" algn="l"/>
                <a:tab pos="7548424" algn="l"/>
                <a:tab pos="7999267" algn="l"/>
                <a:tab pos="8448519" algn="l"/>
                <a:tab pos="8896187" algn="l"/>
              </a:tabLst>
            </a:pPr>
            <a:r>
              <a:rPr lang="en-GB" altLang="en-US" sz="3500" dirty="0">
                <a:solidFill>
                  <a:srgbClr val="0000FF"/>
                </a:solidFill>
              </a:rPr>
              <a:t>Design, </a:t>
            </a:r>
          </a:p>
          <a:p>
            <a:pPr marL="741349" lvl="1" indent="-284159">
              <a:lnSpc>
                <a:spcPct val="115000"/>
              </a:lnSpc>
              <a:spcBef>
                <a:spcPct val="15000"/>
              </a:spcBef>
              <a:spcAft>
                <a:spcPct val="10000"/>
              </a:spcAft>
              <a:tabLst>
                <a:tab pos="361944" algn="l"/>
                <a:tab pos="811198" algn="l"/>
                <a:tab pos="1260451" algn="l"/>
                <a:tab pos="1709707" algn="l"/>
                <a:tab pos="2158960" algn="l"/>
                <a:tab pos="2606628" algn="l"/>
                <a:tab pos="3057468" algn="l"/>
                <a:tab pos="3506724" algn="l"/>
                <a:tab pos="3954391" algn="l"/>
                <a:tab pos="4403643" algn="l"/>
                <a:tab pos="4854486" algn="l"/>
                <a:tab pos="5303740" algn="l"/>
                <a:tab pos="5751407" algn="l"/>
                <a:tab pos="6202249" algn="l"/>
                <a:tab pos="6651503" algn="l"/>
                <a:tab pos="7100756" algn="l"/>
                <a:tab pos="7548424" algn="l"/>
                <a:tab pos="7999267" algn="l"/>
                <a:tab pos="8448519" algn="l"/>
                <a:tab pos="8896187" algn="l"/>
              </a:tabLst>
            </a:pPr>
            <a:r>
              <a:rPr lang="en-GB" altLang="en-US" sz="3500" dirty="0">
                <a:solidFill>
                  <a:srgbClr val="0000FF"/>
                </a:solidFill>
              </a:rPr>
              <a:t>Coding and unit testing, </a:t>
            </a:r>
          </a:p>
          <a:p>
            <a:pPr marL="741349" lvl="1" indent="-284159">
              <a:lnSpc>
                <a:spcPct val="115000"/>
              </a:lnSpc>
              <a:spcBef>
                <a:spcPct val="15000"/>
              </a:spcBef>
              <a:spcAft>
                <a:spcPct val="10000"/>
              </a:spcAft>
              <a:tabLst>
                <a:tab pos="361944" algn="l"/>
                <a:tab pos="811198" algn="l"/>
                <a:tab pos="1260451" algn="l"/>
                <a:tab pos="1709707" algn="l"/>
                <a:tab pos="2158960" algn="l"/>
                <a:tab pos="2606628" algn="l"/>
                <a:tab pos="3057468" algn="l"/>
                <a:tab pos="3506724" algn="l"/>
                <a:tab pos="3954391" algn="l"/>
                <a:tab pos="4403643" algn="l"/>
                <a:tab pos="4854486" algn="l"/>
                <a:tab pos="5303740" algn="l"/>
                <a:tab pos="5751407" algn="l"/>
                <a:tab pos="6202249" algn="l"/>
                <a:tab pos="6651503" algn="l"/>
                <a:tab pos="7100756" algn="l"/>
                <a:tab pos="7548424" algn="l"/>
                <a:tab pos="7999267" algn="l"/>
                <a:tab pos="8448519" algn="l"/>
                <a:tab pos="8896187" algn="l"/>
              </a:tabLst>
            </a:pPr>
            <a:r>
              <a:rPr lang="en-GB" altLang="en-US" sz="3500" dirty="0">
                <a:solidFill>
                  <a:srgbClr val="0000FF"/>
                </a:solidFill>
              </a:rPr>
              <a:t>Integration and system testing,  </a:t>
            </a:r>
          </a:p>
          <a:p>
            <a:pPr marL="741349" lvl="1" indent="-284159">
              <a:lnSpc>
                <a:spcPct val="115000"/>
              </a:lnSpc>
              <a:spcBef>
                <a:spcPct val="15000"/>
              </a:spcBef>
              <a:spcAft>
                <a:spcPct val="10000"/>
              </a:spcAft>
              <a:tabLst>
                <a:tab pos="361944" algn="l"/>
                <a:tab pos="811198" algn="l"/>
                <a:tab pos="1260451" algn="l"/>
                <a:tab pos="1709707" algn="l"/>
                <a:tab pos="2158960" algn="l"/>
                <a:tab pos="2606628" algn="l"/>
                <a:tab pos="3057468" algn="l"/>
                <a:tab pos="3506724" algn="l"/>
                <a:tab pos="3954391" algn="l"/>
                <a:tab pos="4403643" algn="l"/>
                <a:tab pos="4854486" algn="l"/>
                <a:tab pos="5303740" algn="l"/>
                <a:tab pos="5751407" algn="l"/>
                <a:tab pos="6202249" algn="l"/>
                <a:tab pos="6651503" algn="l"/>
                <a:tab pos="7100756" algn="l"/>
                <a:tab pos="7548424" algn="l"/>
                <a:tab pos="7999267" algn="l"/>
                <a:tab pos="8448519" algn="l"/>
                <a:tab pos="8896187" algn="l"/>
              </a:tabLst>
            </a:pPr>
            <a:r>
              <a:rPr lang="en-GB" altLang="en-US" sz="3500" dirty="0">
                <a:solidFill>
                  <a:srgbClr val="0000FF"/>
                </a:solidFill>
              </a:rPr>
              <a:t>Maintenance.</a:t>
            </a:r>
            <a:r>
              <a:rPr lang="en-GB" altLang="en-US" sz="3500" dirty="0"/>
              <a:t> 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5712356" y="2315165"/>
            <a:ext cx="4191440" cy="3326080"/>
            <a:chOff x="679" y="941"/>
            <a:chExt cx="5088" cy="3650"/>
          </a:xfrm>
        </p:grpSpPr>
        <p:sp>
          <p:nvSpPr>
            <p:cNvPr id="44037" name="Oval 16"/>
            <p:cNvSpPr>
              <a:spLocks noChangeArrowheads="1"/>
            </p:cNvSpPr>
            <p:nvPr/>
          </p:nvSpPr>
          <p:spPr bwMode="auto">
            <a:xfrm>
              <a:off x="1495" y="1229"/>
              <a:ext cx="3552" cy="3216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62208" tIns="31105" rIns="62208" bIns="31105" anchor="ctr"/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sz="1700" b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4038" name="Text Box 6"/>
            <p:cNvSpPr txBox="1">
              <a:spLocks noChangeArrowheads="1"/>
            </p:cNvSpPr>
            <p:nvPr/>
          </p:nvSpPr>
          <p:spPr bwMode="auto">
            <a:xfrm>
              <a:off x="2252" y="1205"/>
              <a:ext cx="1758" cy="289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miter lim="800000"/>
              <a:headEnd/>
              <a:tailEnd/>
            </a:ln>
          </p:spPr>
          <p:txBody>
            <a:bodyPr lIns="62208" tIns="31105" rIns="62208" bIns="31105">
              <a:spAutoFit/>
            </a:bodyPr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400">
                  <a:solidFill>
                    <a:schemeClr val="tx1"/>
                  </a:solidFill>
                  <a:latin typeface="Comic Sans MS" panose="030F0702030302020204" pitchFamily="66" charset="0"/>
                </a:rPr>
                <a:t>Conceptualize</a:t>
              </a:r>
            </a:p>
          </p:txBody>
        </p:sp>
        <p:sp>
          <p:nvSpPr>
            <p:cNvPr id="44039" name="Text Box 7"/>
            <p:cNvSpPr txBox="1">
              <a:spLocks noChangeArrowheads="1"/>
            </p:cNvSpPr>
            <p:nvPr/>
          </p:nvSpPr>
          <p:spPr bwMode="auto">
            <a:xfrm>
              <a:off x="3942" y="1708"/>
              <a:ext cx="1395" cy="336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miter lim="800000"/>
              <a:headEnd/>
              <a:tailEnd/>
            </a:ln>
          </p:spPr>
          <p:txBody>
            <a:bodyPr lIns="62208" tIns="31105" rIns="62208" bIns="31105">
              <a:spAutoFit/>
            </a:bodyPr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700">
                  <a:solidFill>
                    <a:schemeClr val="tx1"/>
                  </a:solidFill>
                  <a:latin typeface="Comic Sans MS" panose="030F0702030302020204" pitchFamily="66" charset="0"/>
                </a:rPr>
                <a:t>Specify</a:t>
              </a:r>
            </a:p>
          </p:txBody>
        </p:sp>
        <p:sp>
          <p:nvSpPr>
            <p:cNvPr id="44040" name="Text Box 8"/>
            <p:cNvSpPr txBox="1">
              <a:spLocks noChangeArrowheads="1"/>
            </p:cNvSpPr>
            <p:nvPr/>
          </p:nvSpPr>
          <p:spPr bwMode="auto">
            <a:xfrm>
              <a:off x="4374" y="2476"/>
              <a:ext cx="1393" cy="336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miter lim="800000"/>
              <a:headEnd/>
              <a:tailEnd/>
            </a:ln>
          </p:spPr>
          <p:txBody>
            <a:bodyPr lIns="62208" tIns="31105" rIns="62208" bIns="31105">
              <a:spAutoFit/>
            </a:bodyPr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700">
                  <a:solidFill>
                    <a:schemeClr val="tx1"/>
                  </a:solidFill>
                  <a:latin typeface="Comic Sans MS" panose="030F0702030302020204" pitchFamily="66" charset="0"/>
                </a:rPr>
                <a:t>Design</a:t>
              </a:r>
            </a:p>
          </p:txBody>
        </p:sp>
        <p:sp>
          <p:nvSpPr>
            <p:cNvPr id="44041" name="Text Box 9"/>
            <p:cNvSpPr txBox="1">
              <a:spLocks noChangeArrowheads="1"/>
            </p:cNvSpPr>
            <p:nvPr/>
          </p:nvSpPr>
          <p:spPr bwMode="auto">
            <a:xfrm>
              <a:off x="4181" y="3582"/>
              <a:ext cx="1393" cy="336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miter lim="800000"/>
              <a:headEnd/>
              <a:tailEnd/>
            </a:ln>
          </p:spPr>
          <p:txBody>
            <a:bodyPr lIns="62208" tIns="31105" rIns="62208" bIns="31105">
              <a:spAutoFit/>
            </a:bodyPr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700">
                  <a:solidFill>
                    <a:schemeClr val="tx1"/>
                  </a:solidFill>
                  <a:latin typeface="Comic Sans MS" panose="030F0702030302020204" pitchFamily="66" charset="0"/>
                </a:rPr>
                <a:t>Code</a:t>
              </a:r>
            </a:p>
          </p:txBody>
        </p:sp>
        <p:sp>
          <p:nvSpPr>
            <p:cNvPr id="44042" name="Text Box 10"/>
            <p:cNvSpPr txBox="1">
              <a:spLocks noChangeArrowheads="1"/>
            </p:cNvSpPr>
            <p:nvPr/>
          </p:nvSpPr>
          <p:spPr bwMode="auto">
            <a:xfrm>
              <a:off x="2602" y="4255"/>
              <a:ext cx="1388" cy="336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miter lim="800000"/>
              <a:headEnd/>
              <a:tailEnd/>
            </a:ln>
          </p:spPr>
          <p:txBody>
            <a:bodyPr lIns="62208" tIns="31105" rIns="62208" bIns="31105">
              <a:spAutoFit/>
            </a:bodyPr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700">
                  <a:solidFill>
                    <a:schemeClr val="tx1"/>
                  </a:solidFill>
                  <a:latin typeface="Comic Sans MS" panose="030F0702030302020204" pitchFamily="66" charset="0"/>
                </a:rPr>
                <a:t>Test</a:t>
              </a:r>
            </a:p>
          </p:txBody>
        </p:sp>
        <p:sp>
          <p:nvSpPr>
            <p:cNvPr id="44043" name="Text Box 11"/>
            <p:cNvSpPr txBox="1">
              <a:spLocks noChangeArrowheads="1"/>
            </p:cNvSpPr>
            <p:nvPr/>
          </p:nvSpPr>
          <p:spPr bwMode="auto">
            <a:xfrm>
              <a:off x="679" y="2669"/>
              <a:ext cx="1393" cy="336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miter lim="800000"/>
              <a:headEnd/>
              <a:tailEnd/>
            </a:ln>
          </p:spPr>
          <p:txBody>
            <a:bodyPr lIns="62208" tIns="31105" rIns="62208" bIns="31105">
              <a:spAutoFit/>
            </a:bodyPr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700">
                  <a:solidFill>
                    <a:schemeClr val="tx1"/>
                  </a:solidFill>
                  <a:latin typeface="Comic Sans MS" panose="030F0702030302020204" pitchFamily="66" charset="0"/>
                </a:rPr>
                <a:t>Maintain</a:t>
              </a:r>
            </a:p>
          </p:txBody>
        </p:sp>
        <p:sp>
          <p:nvSpPr>
            <p:cNvPr id="44044" name="Text Box 12"/>
            <p:cNvSpPr txBox="1">
              <a:spLocks noChangeArrowheads="1"/>
            </p:cNvSpPr>
            <p:nvPr/>
          </p:nvSpPr>
          <p:spPr bwMode="auto">
            <a:xfrm>
              <a:off x="1014" y="1777"/>
              <a:ext cx="1391" cy="336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miter lim="800000"/>
              <a:headEnd/>
              <a:tailEnd/>
            </a:ln>
          </p:spPr>
          <p:txBody>
            <a:bodyPr lIns="62208" tIns="31105" rIns="62208" bIns="31105">
              <a:spAutoFit/>
            </a:bodyPr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700">
                  <a:solidFill>
                    <a:schemeClr val="tx1"/>
                  </a:solidFill>
                  <a:latin typeface="Comic Sans MS" panose="030F0702030302020204" pitchFamily="66" charset="0"/>
                </a:rPr>
                <a:t>Retire</a:t>
              </a:r>
            </a:p>
          </p:txBody>
        </p:sp>
        <p:sp>
          <p:nvSpPr>
            <p:cNvPr id="44045" name="Text Box 13"/>
            <p:cNvSpPr txBox="1">
              <a:spLocks noChangeArrowheads="1"/>
            </p:cNvSpPr>
            <p:nvPr/>
          </p:nvSpPr>
          <p:spPr bwMode="auto">
            <a:xfrm>
              <a:off x="1067" y="3628"/>
              <a:ext cx="1389" cy="336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miter lim="800000"/>
              <a:headEnd/>
              <a:tailEnd/>
            </a:ln>
          </p:spPr>
          <p:txBody>
            <a:bodyPr lIns="62208" tIns="31105" rIns="62208" bIns="31105">
              <a:spAutoFit/>
            </a:bodyPr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700">
                  <a:solidFill>
                    <a:schemeClr val="tx1"/>
                  </a:solidFill>
                  <a:latin typeface="Comic Sans MS" panose="030F0702030302020204" pitchFamily="66" charset="0"/>
                </a:rPr>
                <a:t>Deliver</a:t>
              </a:r>
            </a:p>
          </p:txBody>
        </p:sp>
        <p:sp>
          <p:nvSpPr>
            <p:cNvPr id="44046" name="Rectangle 17"/>
            <p:cNvSpPr>
              <a:spLocks noChangeArrowheads="1"/>
            </p:cNvSpPr>
            <p:nvPr/>
          </p:nvSpPr>
          <p:spPr bwMode="auto">
            <a:xfrm>
              <a:off x="1049" y="941"/>
              <a:ext cx="1185" cy="83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xtLst/>
          </p:spPr>
          <p:txBody>
            <a:bodyPr wrap="none" lIns="62208" tIns="31105" rIns="62208" bIns="31105" anchor="ctr"/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sz="1700" b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4047" name="Line 18"/>
            <p:cNvSpPr>
              <a:spLocks noChangeShapeType="1"/>
            </p:cNvSpPr>
            <p:nvPr/>
          </p:nvSpPr>
          <p:spPr bwMode="auto">
            <a:xfrm>
              <a:off x="4423" y="1613"/>
              <a:ext cx="144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4048" name="Line 19"/>
            <p:cNvSpPr>
              <a:spLocks noChangeShapeType="1"/>
            </p:cNvSpPr>
            <p:nvPr/>
          </p:nvSpPr>
          <p:spPr bwMode="auto">
            <a:xfrm>
              <a:off x="4951" y="2237"/>
              <a:ext cx="49" cy="24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4049" name="Line 20"/>
            <p:cNvSpPr>
              <a:spLocks noChangeShapeType="1"/>
            </p:cNvSpPr>
            <p:nvPr/>
          </p:nvSpPr>
          <p:spPr bwMode="auto">
            <a:xfrm flipH="1">
              <a:off x="4855" y="3341"/>
              <a:ext cx="96" cy="24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4050" name="Line 21"/>
            <p:cNvSpPr>
              <a:spLocks noChangeShapeType="1"/>
            </p:cNvSpPr>
            <p:nvPr/>
          </p:nvSpPr>
          <p:spPr bwMode="auto">
            <a:xfrm flipH="1">
              <a:off x="3991" y="4205"/>
              <a:ext cx="240" cy="14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4051" name="Line 22"/>
            <p:cNvSpPr>
              <a:spLocks noChangeShapeType="1"/>
            </p:cNvSpPr>
            <p:nvPr/>
          </p:nvSpPr>
          <p:spPr bwMode="auto">
            <a:xfrm flipH="1" flipV="1">
              <a:off x="1927" y="3917"/>
              <a:ext cx="24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4052" name="Line 23"/>
            <p:cNvSpPr>
              <a:spLocks noChangeShapeType="1"/>
            </p:cNvSpPr>
            <p:nvPr/>
          </p:nvSpPr>
          <p:spPr bwMode="auto">
            <a:xfrm flipH="1" flipV="1">
              <a:off x="1495" y="2958"/>
              <a:ext cx="48" cy="239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4053" name="Line 24"/>
            <p:cNvSpPr>
              <a:spLocks noChangeShapeType="1"/>
            </p:cNvSpPr>
            <p:nvPr/>
          </p:nvSpPr>
          <p:spPr bwMode="auto">
            <a:xfrm flipV="1">
              <a:off x="1591" y="2141"/>
              <a:ext cx="48" cy="19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65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"/>
          <p:cNvSpPr>
            <a:spLocks noGrp="1" noChangeArrowheads="1"/>
          </p:cNvSpPr>
          <p:nvPr>
            <p:ph type="title"/>
          </p:nvPr>
        </p:nvSpPr>
        <p:spPr>
          <a:xfrm>
            <a:off x="4407327" y="-284627"/>
            <a:ext cx="5441284" cy="1477963"/>
          </a:xfrm>
        </p:spPr>
        <p:txBody>
          <a:bodyPr vert="horz" lIns="19800" tIns="51477" rIns="19800" bIns="51477" rtlCol="0" anchor="ctr">
            <a:normAutofit/>
          </a:bodyPr>
          <a:lstStyle/>
          <a:p>
            <a:pPr>
              <a:lnSpc>
                <a:spcPct val="94000"/>
              </a:lnSpc>
              <a:spcBef>
                <a:spcPts val="1000"/>
              </a:spcBef>
              <a:tabLst>
                <a:tab pos="0" algn="l"/>
                <a:tab pos="447667" algn="l"/>
                <a:tab pos="896922" algn="l"/>
                <a:tab pos="1346174" algn="l"/>
                <a:tab pos="1795430" algn="l"/>
                <a:tab pos="2244684" algn="l"/>
                <a:tab pos="2693937" algn="l"/>
                <a:tab pos="3143192" algn="l"/>
                <a:tab pos="3592448" algn="l"/>
                <a:tab pos="4041701" algn="l"/>
                <a:tab pos="4490954" algn="l"/>
                <a:tab pos="4940209" algn="l"/>
                <a:tab pos="5389464" algn="l"/>
                <a:tab pos="5838718" algn="l"/>
                <a:tab pos="6287972" algn="l"/>
                <a:tab pos="6737226" algn="l"/>
                <a:tab pos="7186480" algn="l"/>
                <a:tab pos="7635734" algn="l"/>
                <a:tab pos="8084989" algn="l"/>
                <a:tab pos="8534242" algn="l"/>
                <a:tab pos="8983497" algn="l"/>
              </a:tabLst>
            </a:pPr>
            <a:r>
              <a:rPr lang="en-GB" altLang="en-US" sz="4000" b="1" dirty="0">
                <a:solidFill>
                  <a:srgbClr val="0033CC"/>
                </a:solidFill>
              </a:rPr>
              <a:t>Classical Waterfall Model</a:t>
            </a:r>
          </a:p>
        </p:txBody>
      </p:sp>
      <p:grpSp>
        <p:nvGrpSpPr>
          <p:cNvPr id="46083" name="Group 26"/>
          <p:cNvGrpSpPr>
            <a:grpSpLocks/>
          </p:cNvGrpSpPr>
          <p:nvPr/>
        </p:nvGrpSpPr>
        <p:grpSpPr bwMode="auto">
          <a:xfrm>
            <a:off x="126803" y="1177251"/>
            <a:ext cx="9449792" cy="5334000"/>
            <a:chOff x="439" y="989"/>
            <a:chExt cx="5664" cy="3360"/>
          </a:xfrm>
        </p:grpSpPr>
        <p:sp>
          <p:nvSpPr>
            <p:cNvPr id="46085" name="Text Box 2"/>
            <p:cNvSpPr txBox="1">
              <a:spLocks noChangeArrowheads="1"/>
            </p:cNvSpPr>
            <p:nvPr/>
          </p:nvSpPr>
          <p:spPr bwMode="auto">
            <a:xfrm>
              <a:off x="439" y="989"/>
              <a:ext cx="2016" cy="336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13472" tIns="35026" rIns="13472" bIns="35026"/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85000"/>
                </a:lnSpc>
                <a:spcBef>
                  <a:spcPts val="1262"/>
                </a:spcBef>
              </a:pPr>
              <a:r>
                <a:rPr lang="en-GB" altLang="en-US" sz="2600">
                  <a:solidFill>
                    <a:srgbClr val="000000"/>
                  </a:solidFill>
                  <a:latin typeface="Comic Sans MS" panose="030F0702030302020204" pitchFamily="66" charset="0"/>
                </a:rPr>
                <a:t>Feasibility Study</a:t>
              </a:r>
            </a:p>
          </p:txBody>
        </p:sp>
        <p:sp>
          <p:nvSpPr>
            <p:cNvPr id="46086" name="Text Box 4"/>
            <p:cNvSpPr txBox="1">
              <a:spLocks noChangeArrowheads="1"/>
            </p:cNvSpPr>
            <p:nvPr/>
          </p:nvSpPr>
          <p:spPr bwMode="auto">
            <a:xfrm>
              <a:off x="1159" y="1668"/>
              <a:ext cx="1980" cy="377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13472" tIns="35026" rIns="13472" bIns="35026"/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85000"/>
                </a:lnSpc>
                <a:spcBef>
                  <a:spcPts val="1262"/>
                </a:spcBef>
              </a:pPr>
              <a:r>
                <a:rPr lang="en-GB" altLang="en-US" sz="3000">
                  <a:solidFill>
                    <a:srgbClr val="000000"/>
                  </a:solidFill>
                  <a:latin typeface="Comic Sans MS" panose="030F0702030302020204" pitchFamily="66" charset="0"/>
                </a:rPr>
                <a:t>Req.   Analysis</a:t>
              </a:r>
            </a:p>
          </p:txBody>
        </p:sp>
        <p:sp>
          <p:nvSpPr>
            <p:cNvPr id="46087" name="Text Box 6"/>
            <p:cNvSpPr txBox="1">
              <a:spLocks noChangeArrowheads="1"/>
            </p:cNvSpPr>
            <p:nvPr/>
          </p:nvSpPr>
          <p:spPr bwMode="auto">
            <a:xfrm>
              <a:off x="1783" y="2225"/>
              <a:ext cx="1979" cy="378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13472" tIns="35026" rIns="13472" bIns="35026"/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85000"/>
                </a:lnSpc>
                <a:spcBef>
                  <a:spcPts val="1262"/>
                </a:spcBef>
              </a:pPr>
              <a:r>
                <a:rPr lang="en-GB" altLang="en-US" sz="3000">
                  <a:solidFill>
                    <a:srgbClr val="000000"/>
                  </a:solidFill>
                  <a:latin typeface="Comic Sans MS" panose="030F0702030302020204" pitchFamily="66" charset="0"/>
                </a:rPr>
                <a:t>  Design</a:t>
              </a:r>
            </a:p>
          </p:txBody>
        </p:sp>
        <p:sp>
          <p:nvSpPr>
            <p:cNvPr id="46088" name="Text Box 8"/>
            <p:cNvSpPr txBox="1">
              <a:spLocks noChangeArrowheads="1"/>
            </p:cNvSpPr>
            <p:nvPr/>
          </p:nvSpPr>
          <p:spPr bwMode="auto">
            <a:xfrm>
              <a:off x="2503" y="2808"/>
              <a:ext cx="1980" cy="377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lIns="13472" tIns="35026" rIns="13472" bIns="35026"/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85000"/>
                </a:lnSpc>
                <a:spcBef>
                  <a:spcPts val="1262"/>
                </a:spcBef>
              </a:pPr>
              <a:r>
                <a:rPr lang="en-GB" altLang="en-US" sz="3000">
                  <a:solidFill>
                    <a:srgbClr val="000000"/>
                  </a:solidFill>
                  <a:latin typeface="Comic Sans MS" panose="030F0702030302020204" pitchFamily="66" charset="0"/>
                </a:rPr>
                <a:t>Coding</a:t>
              </a:r>
            </a:p>
          </p:txBody>
        </p:sp>
        <p:sp>
          <p:nvSpPr>
            <p:cNvPr id="46089" name="Text Box 10"/>
            <p:cNvSpPr txBox="1">
              <a:spLocks noChangeArrowheads="1"/>
            </p:cNvSpPr>
            <p:nvPr/>
          </p:nvSpPr>
          <p:spPr bwMode="auto">
            <a:xfrm>
              <a:off x="3271" y="3389"/>
              <a:ext cx="1981" cy="377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lIns="13472" tIns="35026" rIns="13472" bIns="35026"/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85000"/>
                </a:lnSpc>
                <a:spcBef>
                  <a:spcPts val="1262"/>
                </a:spcBef>
              </a:pPr>
              <a:r>
                <a:rPr lang="en-GB" altLang="en-US" sz="3000" dirty="0">
                  <a:solidFill>
                    <a:srgbClr val="000000"/>
                  </a:solidFill>
                  <a:latin typeface="Comic Sans MS" panose="030F0702030302020204" pitchFamily="66" charset="0"/>
                </a:rPr>
                <a:t>  </a:t>
              </a:r>
              <a:r>
                <a:rPr lang="en-GB" altLang="en-US" sz="30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Testing</a:t>
              </a:r>
            </a:p>
          </p:txBody>
        </p:sp>
        <p:sp>
          <p:nvSpPr>
            <p:cNvPr id="46090" name="Text Box 12"/>
            <p:cNvSpPr txBox="1">
              <a:spLocks noChangeArrowheads="1"/>
            </p:cNvSpPr>
            <p:nvPr/>
          </p:nvSpPr>
          <p:spPr bwMode="auto">
            <a:xfrm>
              <a:off x="4122" y="3971"/>
              <a:ext cx="1981" cy="378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lIns="13472" tIns="35026" rIns="13472" bIns="35026"/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85000"/>
                </a:lnSpc>
                <a:spcBef>
                  <a:spcPts val="1262"/>
                </a:spcBef>
              </a:pPr>
              <a:r>
                <a:rPr lang="en-GB" altLang="en-US" sz="3000">
                  <a:solidFill>
                    <a:srgbClr val="000000"/>
                  </a:solidFill>
                  <a:latin typeface="Comic Sans MS" panose="030F0702030302020204" pitchFamily="66" charset="0"/>
                </a:rPr>
                <a:t>    Maintenance</a:t>
              </a:r>
            </a:p>
          </p:txBody>
        </p:sp>
        <p:sp>
          <p:nvSpPr>
            <p:cNvPr id="46091" name="Line 14"/>
            <p:cNvSpPr>
              <a:spLocks noChangeShapeType="1"/>
            </p:cNvSpPr>
            <p:nvPr/>
          </p:nvSpPr>
          <p:spPr bwMode="auto">
            <a:xfrm>
              <a:off x="2460" y="1208"/>
              <a:ext cx="247" cy="1"/>
            </a:xfrm>
            <a:prstGeom prst="line">
              <a:avLst/>
            </a:prstGeom>
            <a:noFill/>
            <a:ln w="38160">
              <a:solidFill>
                <a:srgbClr val="00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6092" name="Line 15"/>
            <p:cNvSpPr>
              <a:spLocks noChangeShapeType="1"/>
            </p:cNvSpPr>
            <p:nvPr/>
          </p:nvSpPr>
          <p:spPr bwMode="auto">
            <a:xfrm>
              <a:off x="2706" y="1208"/>
              <a:ext cx="1" cy="435"/>
            </a:xfrm>
            <a:prstGeom prst="line">
              <a:avLst/>
            </a:prstGeom>
            <a:noFill/>
            <a:ln w="38160">
              <a:solidFill>
                <a:srgbClr val="0033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6093" name="Line 16"/>
            <p:cNvSpPr>
              <a:spLocks noChangeShapeType="1"/>
            </p:cNvSpPr>
            <p:nvPr/>
          </p:nvSpPr>
          <p:spPr bwMode="auto">
            <a:xfrm>
              <a:off x="3131" y="1862"/>
              <a:ext cx="247" cy="1"/>
            </a:xfrm>
            <a:prstGeom prst="line">
              <a:avLst/>
            </a:prstGeom>
            <a:noFill/>
            <a:ln w="38160">
              <a:solidFill>
                <a:srgbClr val="00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6094" name="Line 17"/>
            <p:cNvSpPr>
              <a:spLocks noChangeShapeType="1"/>
            </p:cNvSpPr>
            <p:nvPr/>
          </p:nvSpPr>
          <p:spPr bwMode="auto">
            <a:xfrm>
              <a:off x="3344" y="1862"/>
              <a:ext cx="1" cy="363"/>
            </a:xfrm>
            <a:prstGeom prst="line">
              <a:avLst/>
            </a:prstGeom>
            <a:noFill/>
            <a:ln w="38160">
              <a:solidFill>
                <a:srgbClr val="0033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6095" name="Line 18"/>
            <p:cNvSpPr>
              <a:spLocks noChangeShapeType="1"/>
            </p:cNvSpPr>
            <p:nvPr/>
          </p:nvSpPr>
          <p:spPr bwMode="auto">
            <a:xfrm>
              <a:off x="3769" y="2444"/>
              <a:ext cx="247" cy="1"/>
            </a:xfrm>
            <a:prstGeom prst="line">
              <a:avLst/>
            </a:prstGeom>
            <a:noFill/>
            <a:ln w="38160">
              <a:solidFill>
                <a:srgbClr val="00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6096" name="Line 19"/>
            <p:cNvSpPr>
              <a:spLocks noChangeShapeType="1"/>
            </p:cNvSpPr>
            <p:nvPr/>
          </p:nvSpPr>
          <p:spPr bwMode="auto">
            <a:xfrm>
              <a:off x="3980" y="2444"/>
              <a:ext cx="2" cy="364"/>
            </a:xfrm>
            <a:prstGeom prst="line">
              <a:avLst/>
            </a:prstGeom>
            <a:noFill/>
            <a:ln w="38160">
              <a:solidFill>
                <a:srgbClr val="0033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6097" name="Line 20"/>
            <p:cNvSpPr>
              <a:spLocks noChangeShapeType="1"/>
            </p:cNvSpPr>
            <p:nvPr/>
          </p:nvSpPr>
          <p:spPr bwMode="auto">
            <a:xfrm>
              <a:off x="4477" y="3025"/>
              <a:ext cx="247" cy="1"/>
            </a:xfrm>
            <a:prstGeom prst="line">
              <a:avLst/>
            </a:prstGeom>
            <a:noFill/>
            <a:ln w="38160">
              <a:solidFill>
                <a:srgbClr val="00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6098" name="Line 21"/>
            <p:cNvSpPr>
              <a:spLocks noChangeShapeType="1"/>
            </p:cNvSpPr>
            <p:nvPr/>
          </p:nvSpPr>
          <p:spPr bwMode="auto">
            <a:xfrm>
              <a:off x="4688" y="3025"/>
              <a:ext cx="1" cy="364"/>
            </a:xfrm>
            <a:prstGeom prst="line">
              <a:avLst/>
            </a:prstGeom>
            <a:noFill/>
            <a:ln w="38160">
              <a:solidFill>
                <a:srgbClr val="0033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6099" name="Line 22"/>
            <p:cNvSpPr>
              <a:spLocks noChangeShapeType="1"/>
            </p:cNvSpPr>
            <p:nvPr/>
          </p:nvSpPr>
          <p:spPr bwMode="auto">
            <a:xfrm>
              <a:off x="5255" y="3535"/>
              <a:ext cx="282" cy="1"/>
            </a:xfrm>
            <a:prstGeom prst="line">
              <a:avLst/>
            </a:prstGeom>
            <a:noFill/>
            <a:ln w="38160">
              <a:solidFill>
                <a:srgbClr val="00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6100" name="Line 23"/>
            <p:cNvSpPr>
              <a:spLocks noChangeShapeType="1"/>
            </p:cNvSpPr>
            <p:nvPr/>
          </p:nvSpPr>
          <p:spPr bwMode="auto">
            <a:xfrm>
              <a:off x="5537" y="3535"/>
              <a:ext cx="2" cy="436"/>
            </a:xfrm>
            <a:prstGeom prst="line">
              <a:avLst/>
            </a:prstGeom>
            <a:noFill/>
            <a:ln w="38160">
              <a:solidFill>
                <a:srgbClr val="0033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953929" y="1900986"/>
            <a:ext cx="3949672" cy="1145402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  <a:prstDash val="sysDot"/>
          </a:ln>
        </p:spPr>
        <p:txBody>
          <a:bodyPr wrap="square" lIns="134389" tIns="67194" rIns="134389" bIns="67194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3500" b="1" dirty="0">
                <a:solidFill>
                  <a:srgbClr val="0000FF"/>
                </a:solidFill>
              </a:rPr>
              <a:t>Simplest and most intuitive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17235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>
            <a:spLocks noGrp="1"/>
          </p:cNvSpPr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lang="en-US" sz="49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Defect Reduction Techniques</a:t>
            </a:r>
            <a:endParaRPr/>
          </a:p>
        </p:txBody>
      </p:sp>
      <p:sp>
        <p:nvSpPr>
          <p:cNvPr id="214" name="Google Shape;214;p25"/>
          <p:cNvSpPr txBox="1">
            <a:spLocks noGrp="1"/>
          </p:cNvSpPr>
          <p:nvPr>
            <p:ph type="body" idx="1"/>
          </p:nvPr>
        </p:nvSpPr>
        <p:spPr>
          <a:xfrm>
            <a:off x="315912" y="1570037"/>
            <a:ext cx="9253537" cy="5349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60"/>
              <a:buFont typeface="Noto Sans Symbols"/>
              <a:buChar char="⚫"/>
            </a:pPr>
            <a:r>
              <a:rPr lang="en-US" sz="47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Review</a:t>
            </a:r>
            <a:endParaRPr dirty="0"/>
          </a:p>
          <a:p>
            <a:pPr marL="401637" marR="0" lvl="0" indent="-311148" algn="l" rtl="0">
              <a:lnSpc>
                <a:spcPct val="110000"/>
              </a:lnSpc>
              <a:spcBef>
                <a:spcPts val="1335"/>
              </a:spcBef>
              <a:spcAft>
                <a:spcPts val="0"/>
              </a:spcAft>
              <a:buClr>
                <a:schemeClr val="accent1"/>
              </a:buClr>
              <a:buSzPts val="3760"/>
              <a:buFont typeface="Noto Sans Symbols"/>
              <a:buChar char="⚫"/>
            </a:pPr>
            <a:r>
              <a:rPr lang="en-US" sz="4700" b="0" i="0" u="none" strike="noStrike" cap="none" dirty="0">
                <a:solidFill>
                  <a:srgbClr val="FF0000"/>
                </a:solidFill>
                <a:sym typeface="Gill Sans"/>
              </a:rPr>
              <a:t>Testing</a:t>
            </a:r>
            <a:endParaRPr dirty="0">
              <a:solidFill>
                <a:srgbClr val="FF0000"/>
              </a:solidFill>
            </a:endParaRPr>
          </a:p>
          <a:p>
            <a:pPr marL="401637" marR="0" lvl="0" indent="-311148" algn="l" rtl="0">
              <a:lnSpc>
                <a:spcPct val="110000"/>
              </a:lnSpc>
              <a:spcBef>
                <a:spcPts val="1335"/>
              </a:spcBef>
              <a:spcAft>
                <a:spcPts val="0"/>
              </a:spcAft>
              <a:buClr>
                <a:schemeClr val="accent1"/>
              </a:buClr>
              <a:buSzPts val="3760"/>
              <a:buFont typeface="Noto Sans Symbols"/>
              <a:buChar char="⚫"/>
            </a:pPr>
            <a:r>
              <a:rPr lang="en-US" sz="47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Formal verification</a:t>
            </a:r>
            <a:endParaRPr dirty="0"/>
          </a:p>
          <a:p>
            <a:pPr marL="401637" marR="0" lvl="0" indent="-311148" algn="l" rtl="0">
              <a:lnSpc>
                <a:spcPct val="110000"/>
              </a:lnSpc>
              <a:spcBef>
                <a:spcPts val="1335"/>
              </a:spcBef>
              <a:spcAft>
                <a:spcPts val="0"/>
              </a:spcAft>
              <a:buClr>
                <a:schemeClr val="accent1"/>
              </a:buClr>
              <a:buSzPts val="3760"/>
              <a:buFont typeface="Noto Sans Symbols"/>
              <a:buChar char="⚫"/>
            </a:pPr>
            <a:r>
              <a:rPr lang="en-US" sz="47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Development process</a:t>
            </a:r>
            <a:endParaRPr dirty="0"/>
          </a:p>
          <a:p>
            <a:pPr marL="401637" marR="0" lvl="0" indent="-311148" algn="l" rtl="0">
              <a:lnSpc>
                <a:spcPct val="110000"/>
              </a:lnSpc>
              <a:spcBef>
                <a:spcPts val="1335"/>
              </a:spcBef>
              <a:spcAft>
                <a:spcPts val="0"/>
              </a:spcAft>
              <a:buClr>
                <a:schemeClr val="accent1"/>
              </a:buClr>
              <a:buSzPts val="3760"/>
              <a:buFont typeface="Noto Sans Symbols"/>
              <a:buChar char="⚫"/>
            </a:pPr>
            <a:r>
              <a:rPr lang="en-US" sz="47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Systematic methodologies</a:t>
            </a:r>
            <a:endParaRPr dirty="0"/>
          </a:p>
        </p:txBody>
      </p:sp>
      <p:sp>
        <p:nvSpPr>
          <p:cNvPr id="215" name="Google Shape;215;p25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/>
          </a:p>
        </p:txBody>
      </p:sp>
      <p:sp>
        <p:nvSpPr>
          <p:cNvPr id="221" name="Google Shape;221;p26"/>
          <p:cNvSpPr txBox="1">
            <a:spLocks noGrp="1"/>
          </p:cNvSpPr>
          <p:nvPr>
            <p:ph type="title" idx="4294967295"/>
          </p:nvPr>
        </p:nvSpPr>
        <p:spPr>
          <a:xfrm>
            <a:off x="0" y="-47625"/>
            <a:ext cx="9066212" cy="116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lang="en-US" sz="49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Why Test?</a:t>
            </a:r>
            <a:endParaRPr/>
          </a:p>
        </p:txBody>
      </p:sp>
      <p:pic>
        <p:nvPicPr>
          <p:cNvPr id="222" name="Google Shape;222;p26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1127125"/>
            <a:ext cx="1717675" cy="2598737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6"/>
          <p:cNvSpPr txBox="1">
            <a:spLocks noGrp="1"/>
          </p:cNvSpPr>
          <p:nvPr>
            <p:ph type="body" idx="4294967295"/>
          </p:nvPr>
        </p:nvSpPr>
        <p:spPr>
          <a:xfrm>
            <a:off x="0" y="3829050"/>
            <a:ext cx="9448800" cy="3455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Times New Roman"/>
              <a:buChar char="•"/>
            </a:pPr>
            <a:r>
              <a:rPr lang="en-US" sz="27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Ariane 5 rocket self-destructed 37 seconds after launch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Times New Roman"/>
              <a:buChar char="•"/>
            </a:pPr>
            <a:r>
              <a:rPr lang="en-US" sz="2700" b="0" i="0" u="none" strike="noStrike" cap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Reason: A control software bug that went undetected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Times New Roman"/>
              <a:buChar char="–"/>
            </a:pPr>
            <a:r>
              <a:rPr lang="en-US" sz="2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Conversion from 64-bit floating point to 16-bit signed integer value had caused an exception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floating point number was larger than </a:t>
            </a:r>
            <a:r>
              <a:rPr lang="en-US"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32767 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Efficiency considerations had led to the disabling of the exception handler.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Times New Roman"/>
              <a:buChar char="•"/>
            </a:pPr>
            <a:r>
              <a:rPr lang="en-US" sz="27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Total Cost: over $1 billion</a:t>
            </a:r>
            <a:endParaRPr/>
          </a:p>
        </p:txBody>
      </p:sp>
      <p:pic>
        <p:nvPicPr>
          <p:cNvPr id="224" name="Google Shape;224;p26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6029325" y="1098550"/>
            <a:ext cx="4051300" cy="2627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65462" y="960437"/>
            <a:ext cx="1785937" cy="2554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"/>
          <p:cNvSpPr txBox="1">
            <a:spLocks noGrp="1"/>
          </p:cNvSpPr>
          <p:nvPr>
            <p:ph type="title"/>
          </p:nvPr>
        </p:nvSpPr>
        <p:spPr>
          <a:xfrm>
            <a:off x="504825" y="-47625"/>
            <a:ext cx="9064625" cy="195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lang="en-US" sz="49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How Do You Test a Program?</a:t>
            </a:r>
            <a:endParaRPr/>
          </a:p>
        </p:txBody>
      </p:sp>
      <p:sp>
        <p:nvSpPr>
          <p:cNvPr id="232" name="Google Shape;232;p27"/>
          <p:cNvSpPr txBox="1">
            <a:spLocks noGrp="1"/>
          </p:cNvSpPr>
          <p:nvPr>
            <p:ph type="body" idx="1"/>
          </p:nvPr>
        </p:nvSpPr>
        <p:spPr>
          <a:xfrm>
            <a:off x="504825" y="1931987"/>
            <a:ext cx="9336087" cy="45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342900" marR="0" lvl="0" indent="-3429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Noto Sans Symbols"/>
              <a:buChar char="⚫"/>
            </a:pPr>
            <a:r>
              <a:rPr lang="en-US" sz="4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Input test data to the </a:t>
            </a:r>
            <a:r>
              <a:rPr lang="en-US"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program.</a:t>
            </a:r>
            <a:endParaRPr/>
          </a:p>
          <a:p>
            <a:pPr marL="342900" marR="0" lvl="0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Noto Sans Symbols"/>
              <a:buChar char="⚫"/>
            </a:pPr>
            <a:r>
              <a:rPr lang="en-US" sz="4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Observe the output:</a:t>
            </a:r>
            <a:endParaRPr/>
          </a:p>
          <a:p>
            <a:pPr marL="742950" marR="0" lvl="1" indent="-28575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Verdana"/>
              <a:buChar char="◦"/>
            </a:pPr>
            <a:r>
              <a:rPr lang="en-US" sz="4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Check if the program behaved as expected. </a:t>
            </a:r>
            <a:endParaRPr/>
          </a:p>
        </p:txBody>
      </p:sp>
      <p:sp>
        <p:nvSpPr>
          <p:cNvPr id="233" name="Google Shape;233;p27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"/>
          <p:cNvSpPr txBox="1">
            <a:spLocks noGrp="1"/>
          </p:cNvSpPr>
          <p:nvPr>
            <p:ph type="title"/>
          </p:nvPr>
        </p:nvSpPr>
        <p:spPr>
          <a:xfrm>
            <a:off x="504825" y="-47625"/>
            <a:ext cx="9064625" cy="195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lang="en-US" sz="49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How Do You Test a Program?</a:t>
            </a:r>
            <a:endParaRPr/>
          </a:p>
        </p:txBody>
      </p:sp>
      <p:sp>
        <p:nvSpPr>
          <p:cNvPr id="240" name="Google Shape;240;p28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/>
          </a:p>
        </p:txBody>
      </p:sp>
      <p:pic>
        <p:nvPicPr>
          <p:cNvPr id="241" name="Google Shape;24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87712" y="2332037"/>
            <a:ext cx="2343150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3512" y="3322637"/>
            <a:ext cx="2481262" cy="3124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3" name="Google Shape;243;p28"/>
          <p:cNvCxnSpPr/>
          <p:nvPr/>
        </p:nvCxnSpPr>
        <p:spPr>
          <a:xfrm rot="10800000" flipH="1">
            <a:off x="2830512" y="3703637"/>
            <a:ext cx="457200" cy="152400"/>
          </a:xfrm>
          <a:prstGeom prst="straightConnector1">
            <a:avLst/>
          </a:prstGeom>
          <a:noFill/>
          <a:ln w="1907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244" name="Google Shape;244;p28"/>
          <p:cNvCxnSpPr/>
          <p:nvPr/>
        </p:nvCxnSpPr>
        <p:spPr>
          <a:xfrm rot="10800000" flipH="1">
            <a:off x="2830512" y="3856037"/>
            <a:ext cx="762000" cy="304800"/>
          </a:xfrm>
          <a:prstGeom prst="straightConnector1">
            <a:avLst/>
          </a:prstGeom>
          <a:noFill/>
          <a:ln w="1907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245" name="Google Shape;245;p28"/>
          <p:cNvCxnSpPr/>
          <p:nvPr/>
        </p:nvCxnSpPr>
        <p:spPr>
          <a:xfrm rot="10800000" flipH="1">
            <a:off x="2982912" y="3932237"/>
            <a:ext cx="838200" cy="304800"/>
          </a:xfrm>
          <a:prstGeom prst="straightConnector1">
            <a:avLst/>
          </a:prstGeom>
          <a:noFill/>
          <a:ln w="1907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246" name="Google Shape;246;p28"/>
          <p:cNvCxnSpPr/>
          <p:nvPr/>
        </p:nvCxnSpPr>
        <p:spPr>
          <a:xfrm rot="10800000" flipH="1">
            <a:off x="2830512" y="4008437"/>
            <a:ext cx="1143000" cy="457200"/>
          </a:xfrm>
          <a:prstGeom prst="straightConnector1">
            <a:avLst/>
          </a:prstGeom>
          <a:noFill/>
          <a:ln w="1907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247" name="Google Shape;247;p28"/>
          <p:cNvCxnSpPr/>
          <p:nvPr/>
        </p:nvCxnSpPr>
        <p:spPr>
          <a:xfrm>
            <a:off x="5545137" y="3443287"/>
            <a:ext cx="1679575" cy="0"/>
          </a:xfrm>
          <a:prstGeom prst="straightConnector1">
            <a:avLst/>
          </a:prstGeom>
          <a:noFill/>
          <a:ln w="1907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248" name="Google Shape;248;p28"/>
          <p:cNvCxnSpPr/>
          <p:nvPr/>
        </p:nvCxnSpPr>
        <p:spPr>
          <a:xfrm>
            <a:off x="5545137" y="3779837"/>
            <a:ext cx="1679575" cy="0"/>
          </a:xfrm>
          <a:prstGeom prst="straightConnector1">
            <a:avLst/>
          </a:prstGeom>
          <a:noFill/>
          <a:ln w="1907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249" name="Google Shape;249;p28"/>
          <p:cNvCxnSpPr/>
          <p:nvPr/>
        </p:nvCxnSpPr>
        <p:spPr>
          <a:xfrm>
            <a:off x="5545137" y="4116387"/>
            <a:ext cx="1679575" cy="0"/>
          </a:xfrm>
          <a:prstGeom prst="straightConnector1">
            <a:avLst/>
          </a:prstGeom>
          <a:noFill/>
          <a:ln w="1907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250" name="Google Shape;250;p28"/>
          <p:cNvCxnSpPr/>
          <p:nvPr/>
        </p:nvCxnSpPr>
        <p:spPr>
          <a:xfrm>
            <a:off x="5545137" y="4451350"/>
            <a:ext cx="1679575" cy="0"/>
          </a:xfrm>
          <a:prstGeom prst="straightConnector1">
            <a:avLst/>
          </a:prstGeom>
          <a:noFill/>
          <a:ln w="1907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grpSp>
        <p:nvGrpSpPr>
          <p:cNvPr id="251" name="Google Shape;251;p28"/>
          <p:cNvGrpSpPr/>
          <p:nvPr/>
        </p:nvGrpSpPr>
        <p:grpSpPr>
          <a:xfrm>
            <a:off x="2601912" y="3703637"/>
            <a:ext cx="249237" cy="1343025"/>
            <a:chOff x="1296" y="1392"/>
            <a:chExt cx="143" cy="767"/>
          </a:xfrm>
        </p:grpSpPr>
        <p:sp>
          <p:nvSpPr>
            <p:cNvPr id="252" name="Google Shape;252;p28"/>
            <p:cNvSpPr/>
            <p:nvPr/>
          </p:nvSpPr>
          <p:spPr>
            <a:xfrm>
              <a:off x="1308" y="1392"/>
              <a:ext cx="69" cy="101"/>
            </a:xfrm>
            <a:custGeom>
              <a:avLst/>
              <a:gdLst/>
              <a:ahLst/>
              <a:cxnLst/>
              <a:rect l="l" t="t" r="r" b="b"/>
              <a:pathLst>
                <a:path w="309" h="450" extrusionOk="0">
                  <a:moveTo>
                    <a:pt x="10" y="0"/>
                  </a:moveTo>
                  <a:lnTo>
                    <a:pt x="299" y="0"/>
                  </a:lnTo>
                  <a:lnTo>
                    <a:pt x="308" y="4"/>
                  </a:lnTo>
                  <a:lnTo>
                    <a:pt x="308" y="26"/>
                  </a:lnTo>
                  <a:lnTo>
                    <a:pt x="299" y="31"/>
                  </a:lnTo>
                  <a:lnTo>
                    <a:pt x="204" y="31"/>
                  </a:lnTo>
                  <a:lnTo>
                    <a:pt x="204" y="418"/>
                  </a:lnTo>
                  <a:lnTo>
                    <a:pt x="299" y="418"/>
                  </a:lnTo>
                  <a:lnTo>
                    <a:pt x="308" y="423"/>
                  </a:lnTo>
                  <a:lnTo>
                    <a:pt x="308" y="445"/>
                  </a:lnTo>
                  <a:lnTo>
                    <a:pt x="299" y="449"/>
                  </a:lnTo>
                  <a:lnTo>
                    <a:pt x="10" y="449"/>
                  </a:lnTo>
                  <a:lnTo>
                    <a:pt x="0" y="445"/>
                  </a:lnTo>
                  <a:lnTo>
                    <a:pt x="0" y="423"/>
                  </a:lnTo>
                  <a:lnTo>
                    <a:pt x="10" y="418"/>
                  </a:lnTo>
                  <a:lnTo>
                    <a:pt x="104" y="418"/>
                  </a:lnTo>
                  <a:lnTo>
                    <a:pt x="104" y="31"/>
                  </a:lnTo>
                  <a:lnTo>
                    <a:pt x="10" y="31"/>
                  </a:lnTo>
                  <a:lnTo>
                    <a:pt x="0" y="26"/>
                  </a:lnTo>
                  <a:lnTo>
                    <a:pt x="0" y="4"/>
                  </a:lnTo>
                  <a:lnTo>
                    <a:pt x="10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7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53" name="Google Shape;253;p28"/>
            <p:cNvSpPr/>
            <p:nvPr/>
          </p:nvSpPr>
          <p:spPr>
            <a:xfrm>
              <a:off x="1309" y="1589"/>
              <a:ext cx="130" cy="71"/>
            </a:xfrm>
            <a:custGeom>
              <a:avLst/>
              <a:gdLst/>
              <a:ahLst/>
              <a:cxnLst/>
              <a:rect l="l" t="t" r="r" b="b"/>
              <a:pathLst>
                <a:path w="579" h="317" extrusionOk="0">
                  <a:moveTo>
                    <a:pt x="5" y="0"/>
                  </a:moveTo>
                  <a:lnTo>
                    <a:pt x="152" y="0"/>
                  </a:lnTo>
                  <a:lnTo>
                    <a:pt x="156" y="3"/>
                  </a:lnTo>
                  <a:lnTo>
                    <a:pt x="156" y="49"/>
                  </a:lnTo>
                  <a:lnTo>
                    <a:pt x="204" y="49"/>
                  </a:lnTo>
                  <a:lnTo>
                    <a:pt x="204" y="26"/>
                  </a:lnTo>
                  <a:lnTo>
                    <a:pt x="213" y="22"/>
                  </a:lnTo>
                  <a:lnTo>
                    <a:pt x="256" y="22"/>
                  </a:lnTo>
                  <a:lnTo>
                    <a:pt x="256" y="3"/>
                  </a:lnTo>
                  <a:lnTo>
                    <a:pt x="265" y="0"/>
                  </a:lnTo>
                  <a:lnTo>
                    <a:pt x="417" y="0"/>
                  </a:lnTo>
                  <a:lnTo>
                    <a:pt x="426" y="3"/>
                  </a:lnTo>
                  <a:lnTo>
                    <a:pt x="426" y="22"/>
                  </a:lnTo>
                  <a:lnTo>
                    <a:pt x="474" y="22"/>
                  </a:lnTo>
                  <a:lnTo>
                    <a:pt x="478" y="26"/>
                  </a:lnTo>
                  <a:lnTo>
                    <a:pt x="478" y="49"/>
                  </a:lnTo>
                  <a:lnTo>
                    <a:pt x="526" y="49"/>
                  </a:lnTo>
                  <a:lnTo>
                    <a:pt x="535" y="53"/>
                  </a:lnTo>
                  <a:lnTo>
                    <a:pt x="535" y="285"/>
                  </a:lnTo>
                  <a:lnTo>
                    <a:pt x="573" y="285"/>
                  </a:lnTo>
                  <a:lnTo>
                    <a:pt x="578" y="289"/>
                  </a:lnTo>
                  <a:lnTo>
                    <a:pt x="578" y="311"/>
                  </a:lnTo>
                  <a:lnTo>
                    <a:pt x="573" y="316"/>
                  </a:lnTo>
                  <a:lnTo>
                    <a:pt x="374" y="316"/>
                  </a:lnTo>
                  <a:lnTo>
                    <a:pt x="365" y="311"/>
                  </a:lnTo>
                  <a:lnTo>
                    <a:pt x="365" y="289"/>
                  </a:lnTo>
                  <a:lnTo>
                    <a:pt x="374" y="285"/>
                  </a:lnTo>
                  <a:lnTo>
                    <a:pt x="417" y="285"/>
                  </a:lnTo>
                  <a:lnTo>
                    <a:pt x="417" y="80"/>
                  </a:lnTo>
                  <a:lnTo>
                    <a:pt x="374" y="80"/>
                  </a:lnTo>
                  <a:lnTo>
                    <a:pt x="365" y="75"/>
                  </a:lnTo>
                  <a:lnTo>
                    <a:pt x="365" y="53"/>
                  </a:lnTo>
                  <a:lnTo>
                    <a:pt x="213" y="53"/>
                  </a:lnTo>
                  <a:lnTo>
                    <a:pt x="213" y="75"/>
                  </a:lnTo>
                  <a:lnTo>
                    <a:pt x="204" y="80"/>
                  </a:lnTo>
                  <a:lnTo>
                    <a:pt x="156" y="80"/>
                  </a:lnTo>
                  <a:lnTo>
                    <a:pt x="156" y="285"/>
                  </a:lnTo>
                  <a:lnTo>
                    <a:pt x="204" y="285"/>
                  </a:lnTo>
                  <a:lnTo>
                    <a:pt x="213" y="289"/>
                  </a:lnTo>
                  <a:lnTo>
                    <a:pt x="213" y="311"/>
                  </a:lnTo>
                  <a:lnTo>
                    <a:pt x="204" y="316"/>
                  </a:lnTo>
                  <a:lnTo>
                    <a:pt x="5" y="316"/>
                  </a:lnTo>
                  <a:lnTo>
                    <a:pt x="0" y="311"/>
                  </a:lnTo>
                  <a:lnTo>
                    <a:pt x="0" y="289"/>
                  </a:lnTo>
                  <a:lnTo>
                    <a:pt x="5" y="285"/>
                  </a:lnTo>
                  <a:lnTo>
                    <a:pt x="52" y="285"/>
                  </a:lnTo>
                  <a:lnTo>
                    <a:pt x="52" y="26"/>
                  </a:lnTo>
                  <a:lnTo>
                    <a:pt x="5" y="26"/>
                  </a:lnTo>
                  <a:lnTo>
                    <a:pt x="0" y="22"/>
                  </a:lnTo>
                  <a:lnTo>
                    <a:pt x="0" y="3"/>
                  </a:lnTo>
                  <a:lnTo>
                    <a:pt x="5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7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54" name="Google Shape;254;p28"/>
            <p:cNvSpPr/>
            <p:nvPr/>
          </p:nvSpPr>
          <p:spPr>
            <a:xfrm>
              <a:off x="1308" y="1755"/>
              <a:ext cx="115" cy="100"/>
            </a:xfrm>
            <a:custGeom>
              <a:avLst/>
              <a:gdLst/>
              <a:ahLst/>
              <a:cxnLst/>
              <a:rect l="l" t="t" r="r" b="b"/>
              <a:pathLst>
                <a:path w="513" h="445" extrusionOk="0">
                  <a:moveTo>
                    <a:pt x="209" y="26"/>
                  </a:moveTo>
                  <a:lnTo>
                    <a:pt x="303" y="26"/>
                  </a:lnTo>
                  <a:lnTo>
                    <a:pt x="303" y="49"/>
                  </a:lnTo>
                  <a:lnTo>
                    <a:pt x="308" y="53"/>
                  </a:lnTo>
                  <a:lnTo>
                    <a:pt x="351" y="53"/>
                  </a:lnTo>
                  <a:lnTo>
                    <a:pt x="351" y="75"/>
                  </a:lnTo>
                  <a:lnTo>
                    <a:pt x="360" y="79"/>
                  </a:lnTo>
                  <a:lnTo>
                    <a:pt x="403" y="79"/>
                  </a:lnTo>
                  <a:lnTo>
                    <a:pt x="403" y="231"/>
                  </a:lnTo>
                  <a:lnTo>
                    <a:pt x="360" y="231"/>
                  </a:lnTo>
                  <a:lnTo>
                    <a:pt x="351" y="235"/>
                  </a:lnTo>
                  <a:lnTo>
                    <a:pt x="351" y="257"/>
                  </a:lnTo>
                  <a:lnTo>
                    <a:pt x="308" y="257"/>
                  </a:lnTo>
                  <a:lnTo>
                    <a:pt x="303" y="262"/>
                  </a:lnTo>
                  <a:lnTo>
                    <a:pt x="303" y="284"/>
                  </a:lnTo>
                  <a:lnTo>
                    <a:pt x="209" y="284"/>
                  </a:lnTo>
                  <a:lnTo>
                    <a:pt x="209" y="262"/>
                  </a:lnTo>
                  <a:lnTo>
                    <a:pt x="199" y="257"/>
                  </a:lnTo>
                  <a:lnTo>
                    <a:pt x="157" y="257"/>
                  </a:lnTo>
                  <a:lnTo>
                    <a:pt x="157" y="53"/>
                  </a:lnTo>
                  <a:lnTo>
                    <a:pt x="199" y="53"/>
                  </a:lnTo>
                  <a:lnTo>
                    <a:pt x="209" y="49"/>
                  </a:lnTo>
                  <a:lnTo>
                    <a:pt x="209" y="26"/>
                  </a:lnTo>
                  <a:close/>
                  <a:moveTo>
                    <a:pt x="10" y="0"/>
                  </a:moveTo>
                  <a:lnTo>
                    <a:pt x="147" y="0"/>
                  </a:lnTo>
                  <a:lnTo>
                    <a:pt x="157" y="4"/>
                  </a:lnTo>
                  <a:lnTo>
                    <a:pt x="157" y="22"/>
                  </a:lnTo>
                  <a:lnTo>
                    <a:pt x="199" y="22"/>
                  </a:lnTo>
                  <a:lnTo>
                    <a:pt x="199" y="4"/>
                  </a:lnTo>
                  <a:lnTo>
                    <a:pt x="209" y="0"/>
                  </a:lnTo>
                  <a:lnTo>
                    <a:pt x="351" y="0"/>
                  </a:lnTo>
                  <a:lnTo>
                    <a:pt x="360" y="4"/>
                  </a:lnTo>
                  <a:lnTo>
                    <a:pt x="360" y="22"/>
                  </a:lnTo>
                  <a:lnTo>
                    <a:pt x="455" y="22"/>
                  </a:lnTo>
                  <a:lnTo>
                    <a:pt x="465" y="26"/>
                  </a:lnTo>
                  <a:lnTo>
                    <a:pt x="465" y="75"/>
                  </a:lnTo>
                  <a:lnTo>
                    <a:pt x="507" y="75"/>
                  </a:lnTo>
                  <a:lnTo>
                    <a:pt x="512" y="79"/>
                  </a:lnTo>
                  <a:lnTo>
                    <a:pt x="512" y="231"/>
                  </a:lnTo>
                  <a:lnTo>
                    <a:pt x="507" y="235"/>
                  </a:lnTo>
                  <a:lnTo>
                    <a:pt x="465" y="235"/>
                  </a:lnTo>
                  <a:lnTo>
                    <a:pt x="465" y="284"/>
                  </a:lnTo>
                  <a:lnTo>
                    <a:pt x="455" y="289"/>
                  </a:lnTo>
                  <a:lnTo>
                    <a:pt x="360" y="289"/>
                  </a:lnTo>
                  <a:lnTo>
                    <a:pt x="360" y="311"/>
                  </a:lnTo>
                  <a:lnTo>
                    <a:pt x="351" y="315"/>
                  </a:lnTo>
                  <a:lnTo>
                    <a:pt x="209" y="315"/>
                  </a:lnTo>
                  <a:lnTo>
                    <a:pt x="199" y="311"/>
                  </a:lnTo>
                  <a:lnTo>
                    <a:pt x="199" y="289"/>
                  </a:lnTo>
                  <a:lnTo>
                    <a:pt x="157" y="289"/>
                  </a:lnTo>
                  <a:lnTo>
                    <a:pt x="157" y="415"/>
                  </a:lnTo>
                  <a:lnTo>
                    <a:pt x="199" y="415"/>
                  </a:lnTo>
                  <a:lnTo>
                    <a:pt x="209" y="418"/>
                  </a:lnTo>
                  <a:lnTo>
                    <a:pt x="209" y="440"/>
                  </a:lnTo>
                  <a:lnTo>
                    <a:pt x="199" y="444"/>
                  </a:lnTo>
                  <a:lnTo>
                    <a:pt x="10" y="444"/>
                  </a:lnTo>
                  <a:lnTo>
                    <a:pt x="0" y="440"/>
                  </a:lnTo>
                  <a:lnTo>
                    <a:pt x="0" y="418"/>
                  </a:lnTo>
                  <a:lnTo>
                    <a:pt x="10" y="415"/>
                  </a:lnTo>
                  <a:lnTo>
                    <a:pt x="52" y="415"/>
                  </a:lnTo>
                  <a:lnTo>
                    <a:pt x="52" y="26"/>
                  </a:lnTo>
                  <a:lnTo>
                    <a:pt x="10" y="26"/>
                  </a:lnTo>
                  <a:lnTo>
                    <a:pt x="0" y="22"/>
                  </a:lnTo>
                  <a:lnTo>
                    <a:pt x="0" y="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7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55" name="Google Shape;255;p28"/>
            <p:cNvSpPr/>
            <p:nvPr/>
          </p:nvSpPr>
          <p:spPr>
            <a:xfrm>
              <a:off x="1309" y="1922"/>
              <a:ext cx="130" cy="71"/>
            </a:xfrm>
            <a:custGeom>
              <a:avLst/>
              <a:gdLst/>
              <a:ahLst/>
              <a:cxnLst/>
              <a:rect l="l" t="t" r="r" b="b"/>
              <a:pathLst>
                <a:path w="579" h="317" extrusionOk="0">
                  <a:moveTo>
                    <a:pt x="5" y="0"/>
                  </a:moveTo>
                  <a:lnTo>
                    <a:pt x="152" y="0"/>
                  </a:lnTo>
                  <a:lnTo>
                    <a:pt x="156" y="4"/>
                  </a:lnTo>
                  <a:lnTo>
                    <a:pt x="156" y="233"/>
                  </a:lnTo>
                  <a:lnTo>
                    <a:pt x="204" y="233"/>
                  </a:lnTo>
                  <a:lnTo>
                    <a:pt x="213" y="236"/>
                  </a:lnTo>
                  <a:lnTo>
                    <a:pt x="213" y="258"/>
                  </a:lnTo>
                  <a:lnTo>
                    <a:pt x="365" y="258"/>
                  </a:lnTo>
                  <a:lnTo>
                    <a:pt x="365" y="236"/>
                  </a:lnTo>
                  <a:lnTo>
                    <a:pt x="374" y="233"/>
                  </a:lnTo>
                  <a:lnTo>
                    <a:pt x="417" y="233"/>
                  </a:lnTo>
                  <a:lnTo>
                    <a:pt x="417" y="26"/>
                  </a:lnTo>
                  <a:lnTo>
                    <a:pt x="374" y="26"/>
                  </a:lnTo>
                  <a:lnTo>
                    <a:pt x="365" y="22"/>
                  </a:lnTo>
                  <a:lnTo>
                    <a:pt x="365" y="4"/>
                  </a:lnTo>
                  <a:lnTo>
                    <a:pt x="374" y="0"/>
                  </a:lnTo>
                  <a:lnTo>
                    <a:pt x="526" y="0"/>
                  </a:lnTo>
                  <a:lnTo>
                    <a:pt x="535" y="4"/>
                  </a:lnTo>
                  <a:lnTo>
                    <a:pt x="535" y="285"/>
                  </a:lnTo>
                  <a:lnTo>
                    <a:pt x="573" y="285"/>
                  </a:lnTo>
                  <a:lnTo>
                    <a:pt x="578" y="289"/>
                  </a:lnTo>
                  <a:lnTo>
                    <a:pt x="578" y="311"/>
                  </a:lnTo>
                  <a:lnTo>
                    <a:pt x="573" y="316"/>
                  </a:lnTo>
                  <a:lnTo>
                    <a:pt x="426" y="316"/>
                  </a:lnTo>
                  <a:lnTo>
                    <a:pt x="417" y="311"/>
                  </a:lnTo>
                  <a:lnTo>
                    <a:pt x="417" y="262"/>
                  </a:lnTo>
                  <a:lnTo>
                    <a:pt x="374" y="262"/>
                  </a:lnTo>
                  <a:lnTo>
                    <a:pt x="374" y="285"/>
                  </a:lnTo>
                  <a:lnTo>
                    <a:pt x="365" y="289"/>
                  </a:lnTo>
                  <a:lnTo>
                    <a:pt x="322" y="289"/>
                  </a:lnTo>
                  <a:lnTo>
                    <a:pt x="322" y="311"/>
                  </a:lnTo>
                  <a:lnTo>
                    <a:pt x="313" y="316"/>
                  </a:lnTo>
                  <a:lnTo>
                    <a:pt x="156" y="316"/>
                  </a:lnTo>
                  <a:lnTo>
                    <a:pt x="152" y="311"/>
                  </a:lnTo>
                  <a:lnTo>
                    <a:pt x="152" y="289"/>
                  </a:lnTo>
                  <a:lnTo>
                    <a:pt x="114" y="289"/>
                  </a:lnTo>
                  <a:lnTo>
                    <a:pt x="104" y="285"/>
                  </a:lnTo>
                  <a:lnTo>
                    <a:pt x="104" y="262"/>
                  </a:lnTo>
                  <a:lnTo>
                    <a:pt x="61" y="262"/>
                  </a:lnTo>
                  <a:lnTo>
                    <a:pt x="52" y="258"/>
                  </a:lnTo>
                  <a:lnTo>
                    <a:pt x="52" y="26"/>
                  </a:lnTo>
                  <a:lnTo>
                    <a:pt x="5" y="26"/>
                  </a:lnTo>
                  <a:lnTo>
                    <a:pt x="0" y="22"/>
                  </a:lnTo>
                  <a:lnTo>
                    <a:pt x="0" y="4"/>
                  </a:lnTo>
                  <a:lnTo>
                    <a:pt x="5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7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56" name="Google Shape;256;p28"/>
            <p:cNvSpPr/>
            <p:nvPr/>
          </p:nvSpPr>
          <p:spPr>
            <a:xfrm>
              <a:off x="1296" y="2070"/>
              <a:ext cx="83" cy="89"/>
            </a:xfrm>
            <a:custGeom>
              <a:avLst/>
              <a:gdLst/>
              <a:ahLst/>
              <a:cxnLst/>
              <a:rect l="l" t="t" r="r" b="b"/>
              <a:pathLst>
                <a:path w="371" h="397" extrusionOk="0">
                  <a:moveTo>
                    <a:pt x="166" y="0"/>
                  </a:moveTo>
                  <a:lnTo>
                    <a:pt x="204" y="0"/>
                  </a:lnTo>
                  <a:lnTo>
                    <a:pt x="213" y="5"/>
                  </a:lnTo>
                  <a:lnTo>
                    <a:pt x="213" y="81"/>
                  </a:lnTo>
                  <a:lnTo>
                    <a:pt x="360" y="81"/>
                  </a:lnTo>
                  <a:lnTo>
                    <a:pt x="370" y="85"/>
                  </a:lnTo>
                  <a:lnTo>
                    <a:pt x="370" y="104"/>
                  </a:lnTo>
                  <a:lnTo>
                    <a:pt x="360" y="107"/>
                  </a:lnTo>
                  <a:lnTo>
                    <a:pt x="213" y="107"/>
                  </a:lnTo>
                  <a:lnTo>
                    <a:pt x="213" y="367"/>
                  </a:lnTo>
                  <a:lnTo>
                    <a:pt x="308" y="367"/>
                  </a:lnTo>
                  <a:lnTo>
                    <a:pt x="308" y="343"/>
                  </a:lnTo>
                  <a:lnTo>
                    <a:pt x="318" y="340"/>
                  </a:lnTo>
                  <a:lnTo>
                    <a:pt x="360" y="340"/>
                  </a:lnTo>
                  <a:lnTo>
                    <a:pt x="370" y="343"/>
                  </a:lnTo>
                  <a:lnTo>
                    <a:pt x="370" y="367"/>
                  </a:lnTo>
                  <a:lnTo>
                    <a:pt x="360" y="370"/>
                  </a:lnTo>
                  <a:lnTo>
                    <a:pt x="318" y="370"/>
                  </a:lnTo>
                  <a:lnTo>
                    <a:pt x="318" y="392"/>
                  </a:lnTo>
                  <a:lnTo>
                    <a:pt x="308" y="396"/>
                  </a:lnTo>
                  <a:lnTo>
                    <a:pt x="166" y="396"/>
                  </a:lnTo>
                  <a:lnTo>
                    <a:pt x="161" y="392"/>
                  </a:lnTo>
                  <a:lnTo>
                    <a:pt x="161" y="370"/>
                  </a:lnTo>
                  <a:lnTo>
                    <a:pt x="114" y="370"/>
                  </a:lnTo>
                  <a:lnTo>
                    <a:pt x="109" y="367"/>
                  </a:lnTo>
                  <a:lnTo>
                    <a:pt x="109" y="107"/>
                  </a:lnTo>
                  <a:lnTo>
                    <a:pt x="9" y="107"/>
                  </a:lnTo>
                  <a:lnTo>
                    <a:pt x="0" y="104"/>
                  </a:lnTo>
                  <a:lnTo>
                    <a:pt x="0" y="85"/>
                  </a:lnTo>
                  <a:lnTo>
                    <a:pt x="9" y="81"/>
                  </a:lnTo>
                  <a:lnTo>
                    <a:pt x="57" y="81"/>
                  </a:lnTo>
                  <a:lnTo>
                    <a:pt x="57" y="58"/>
                  </a:lnTo>
                  <a:lnTo>
                    <a:pt x="62" y="54"/>
                  </a:lnTo>
                  <a:lnTo>
                    <a:pt x="109" y="54"/>
                  </a:lnTo>
                  <a:lnTo>
                    <a:pt x="109" y="31"/>
                  </a:lnTo>
                  <a:lnTo>
                    <a:pt x="114" y="27"/>
                  </a:lnTo>
                  <a:lnTo>
                    <a:pt x="161" y="27"/>
                  </a:lnTo>
                  <a:lnTo>
                    <a:pt x="161" y="5"/>
                  </a:lnTo>
                  <a:lnTo>
                    <a:pt x="166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7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257" name="Google Shape;257;p28"/>
          <p:cNvGrpSpPr/>
          <p:nvPr/>
        </p:nvGrpSpPr>
        <p:grpSpPr>
          <a:xfrm>
            <a:off x="6089650" y="3276600"/>
            <a:ext cx="295446" cy="1341437"/>
            <a:chOff x="3480" y="1872"/>
            <a:chExt cx="168" cy="767"/>
          </a:xfrm>
        </p:grpSpPr>
        <p:sp>
          <p:nvSpPr>
            <p:cNvPr id="258" name="Google Shape;258;p28"/>
            <p:cNvSpPr/>
            <p:nvPr/>
          </p:nvSpPr>
          <p:spPr>
            <a:xfrm>
              <a:off x="3490" y="1872"/>
              <a:ext cx="158" cy="83"/>
            </a:xfrm>
            <a:custGeom>
              <a:avLst/>
              <a:gdLst/>
              <a:ahLst/>
              <a:cxnLst/>
              <a:rect l="l" t="t" r="r" b="b"/>
              <a:pathLst>
                <a:path w="700" h="369" extrusionOk="0">
                  <a:moveTo>
                    <a:pt x="265" y="24"/>
                  </a:moveTo>
                  <a:lnTo>
                    <a:pt x="434" y="24"/>
                  </a:lnTo>
                  <a:lnTo>
                    <a:pt x="434" y="44"/>
                  </a:lnTo>
                  <a:lnTo>
                    <a:pt x="440" y="47"/>
                  </a:lnTo>
                  <a:lnTo>
                    <a:pt x="472" y="47"/>
                  </a:lnTo>
                  <a:lnTo>
                    <a:pt x="472" y="66"/>
                  </a:lnTo>
                  <a:lnTo>
                    <a:pt x="479" y="68"/>
                  </a:lnTo>
                  <a:lnTo>
                    <a:pt x="560" y="68"/>
                  </a:lnTo>
                  <a:lnTo>
                    <a:pt x="560" y="110"/>
                  </a:lnTo>
                  <a:lnTo>
                    <a:pt x="566" y="113"/>
                  </a:lnTo>
                  <a:lnTo>
                    <a:pt x="605" y="113"/>
                  </a:lnTo>
                  <a:lnTo>
                    <a:pt x="605" y="259"/>
                  </a:lnTo>
                  <a:lnTo>
                    <a:pt x="566" y="259"/>
                  </a:lnTo>
                  <a:lnTo>
                    <a:pt x="560" y="263"/>
                  </a:lnTo>
                  <a:lnTo>
                    <a:pt x="560" y="300"/>
                  </a:lnTo>
                  <a:lnTo>
                    <a:pt x="479" y="300"/>
                  </a:lnTo>
                  <a:lnTo>
                    <a:pt x="472" y="303"/>
                  </a:lnTo>
                  <a:lnTo>
                    <a:pt x="472" y="322"/>
                  </a:lnTo>
                  <a:lnTo>
                    <a:pt x="440" y="322"/>
                  </a:lnTo>
                  <a:lnTo>
                    <a:pt x="434" y="325"/>
                  </a:lnTo>
                  <a:lnTo>
                    <a:pt x="434" y="344"/>
                  </a:lnTo>
                  <a:lnTo>
                    <a:pt x="265" y="344"/>
                  </a:lnTo>
                  <a:lnTo>
                    <a:pt x="265" y="325"/>
                  </a:lnTo>
                  <a:lnTo>
                    <a:pt x="259" y="322"/>
                  </a:lnTo>
                  <a:lnTo>
                    <a:pt x="220" y="322"/>
                  </a:lnTo>
                  <a:lnTo>
                    <a:pt x="220" y="303"/>
                  </a:lnTo>
                  <a:lnTo>
                    <a:pt x="214" y="300"/>
                  </a:lnTo>
                  <a:lnTo>
                    <a:pt x="133" y="300"/>
                  </a:lnTo>
                  <a:lnTo>
                    <a:pt x="133" y="263"/>
                  </a:lnTo>
                  <a:lnTo>
                    <a:pt x="129" y="259"/>
                  </a:lnTo>
                  <a:lnTo>
                    <a:pt x="97" y="259"/>
                  </a:lnTo>
                  <a:lnTo>
                    <a:pt x="97" y="113"/>
                  </a:lnTo>
                  <a:lnTo>
                    <a:pt x="129" y="113"/>
                  </a:lnTo>
                  <a:lnTo>
                    <a:pt x="133" y="110"/>
                  </a:lnTo>
                  <a:lnTo>
                    <a:pt x="133" y="68"/>
                  </a:lnTo>
                  <a:lnTo>
                    <a:pt x="214" y="68"/>
                  </a:lnTo>
                  <a:lnTo>
                    <a:pt x="220" y="66"/>
                  </a:lnTo>
                  <a:lnTo>
                    <a:pt x="220" y="47"/>
                  </a:lnTo>
                  <a:lnTo>
                    <a:pt x="259" y="47"/>
                  </a:lnTo>
                  <a:lnTo>
                    <a:pt x="265" y="44"/>
                  </a:lnTo>
                  <a:lnTo>
                    <a:pt x="265" y="24"/>
                  </a:lnTo>
                  <a:close/>
                  <a:moveTo>
                    <a:pt x="220" y="0"/>
                  </a:moveTo>
                  <a:lnTo>
                    <a:pt x="472" y="0"/>
                  </a:lnTo>
                  <a:lnTo>
                    <a:pt x="479" y="3"/>
                  </a:lnTo>
                  <a:lnTo>
                    <a:pt x="479" y="22"/>
                  </a:lnTo>
                  <a:lnTo>
                    <a:pt x="560" y="22"/>
                  </a:lnTo>
                  <a:lnTo>
                    <a:pt x="566" y="24"/>
                  </a:lnTo>
                  <a:lnTo>
                    <a:pt x="566" y="44"/>
                  </a:lnTo>
                  <a:lnTo>
                    <a:pt x="605" y="44"/>
                  </a:lnTo>
                  <a:lnTo>
                    <a:pt x="612" y="47"/>
                  </a:lnTo>
                  <a:lnTo>
                    <a:pt x="612" y="66"/>
                  </a:lnTo>
                  <a:lnTo>
                    <a:pt x="647" y="66"/>
                  </a:lnTo>
                  <a:lnTo>
                    <a:pt x="654" y="68"/>
                  </a:lnTo>
                  <a:lnTo>
                    <a:pt x="654" y="110"/>
                  </a:lnTo>
                  <a:lnTo>
                    <a:pt x="693" y="110"/>
                  </a:lnTo>
                  <a:lnTo>
                    <a:pt x="699" y="113"/>
                  </a:lnTo>
                  <a:lnTo>
                    <a:pt x="699" y="259"/>
                  </a:lnTo>
                  <a:lnTo>
                    <a:pt x="693" y="263"/>
                  </a:lnTo>
                  <a:lnTo>
                    <a:pt x="654" y="263"/>
                  </a:lnTo>
                  <a:lnTo>
                    <a:pt x="654" y="300"/>
                  </a:lnTo>
                  <a:lnTo>
                    <a:pt x="647" y="303"/>
                  </a:lnTo>
                  <a:lnTo>
                    <a:pt x="612" y="303"/>
                  </a:lnTo>
                  <a:lnTo>
                    <a:pt x="612" y="322"/>
                  </a:lnTo>
                  <a:lnTo>
                    <a:pt x="605" y="325"/>
                  </a:lnTo>
                  <a:lnTo>
                    <a:pt x="566" y="325"/>
                  </a:lnTo>
                  <a:lnTo>
                    <a:pt x="566" y="344"/>
                  </a:lnTo>
                  <a:lnTo>
                    <a:pt x="560" y="347"/>
                  </a:lnTo>
                  <a:lnTo>
                    <a:pt x="479" y="347"/>
                  </a:lnTo>
                  <a:lnTo>
                    <a:pt x="479" y="366"/>
                  </a:lnTo>
                  <a:lnTo>
                    <a:pt x="472" y="368"/>
                  </a:lnTo>
                  <a:lnTo>
                    <a:pt x="220" y="368"/>
                  </a:lnTo>
                  <a:lnTo>
                    <a:pt x="214" y="366"/>
                  </a:lnTo>
                  <a:lnTo>
                    <a:pt x="214" y="347"/>
                  </a:lnTo>
                  <a:lnTo>
                    <a:pt x="133" y="347"/>
                  </a:lnTo>
                  <a:lnTo>
                    <a:pt x="129" y="344"/>
                  </a:lnTo>
                  <a:lnTo>
                    <a:pt x="129" y="325"/>
                  </a:lnTo>
                  <a:lnTo>
                    <a:pt x="97" y="325"/>
                  </a:lnTo>
                  <a:lnTo>
                    <a:pt x="91" y="322"/>
                  </a:lnTo>
                  <a:lnTo>
                    <a:pt x="91" y="303"/>
                  </a:lnTo>
                  <a:lnTo>
                    <a:pt x="52" y="303"/>
                  </a:lnTo>
                  <a:lnTo>
                    <a:pt x="45" y="300"/>
                  </a:lnTo>
                  <a:lnTo>
                    <a:pt x="45" y="263"/>
                  </a:lnTo>
                  <a:lnTo>
                    <a:pt x="7" y="263"/>
                  </a:lnTo>
                  <a:lnTo>
                    <a:pt x="0" y="259"/>
                  </a:lnTo>
                  <a:lnTo>
                    <a:pt x="0" y="113"/>
                  </a:lnTo>
                  <a:lnTo>
                    <a:pt x="7" y="110"/>
                  </a:lnTo>
                  <a:lnTo>
                    <a:pt x="45" y="110"/>
                  </a:lnTo>
                  <a:lnTo>
                    <a:pt x="45" y="68"/>
                  </a:lnTo>
                  <a:lnTo>
                    <a:pt x="52" y="66"/>
                  </a:lnTo>
                  <a:lnTo>
                    <a:pt x="91" y="66"/>
                  </a:lnTo>
                  <a:lnTo>
                    <a:pt x="91" y="47"/>
                  </a:lnTo>
                  <a:lnTo>
                    <a:pt x="97" y="44"/>
                  </a:lnTo>
                  <a:lnTo>
                    <a:pt x="129" y="44"/>
                  </a:lnTo>
                  <a:lnTo>
                    <a:pt x="129" y="24"/>
                  </a:lnTo>
                  <a:lnTo>
                    <a:pt x="133" y="22"/>
                  </a:lnTo>
                  <a:lnTo>
                    <a:pt x="214" y="22"/>
                  </a:lnTo>
                  <a:lnTo>
                    <a:pt x="214" y="3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7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59" name="Google Shape;259;p28"/>
            <p:cNvSpPr/>
            <p:nvPr/>
          </p:nvSpPr>
          <p:spPr>
            <a:xfrm>
              <a:off x="3490" y="2034"/>
              <a:ext cx="111" cy="58"/>
            </a:xfrm>
            <a:custGeom>
              <a:avLst/>
              <a:gdLst/>
              <a:ahLst/>
              <a:cxnLst/>
              <a:rect l="l" t="t" r="r" b="b"/>
              <a:pathLst>
                <a:path w="493" h="261" extrusionOk="0">
                  <a:moveTo>
                    <a:pt x="7" y="0"/>
                  </a:moveTo>
                  <a:lnTo>
                    <a:pt x="130" y="0"/>
                  </a:lnTo>
                  <a:lnTo>
                    <a:pt x="136" y="4"/>
                  </a:lnTo>
                  <a:lnTo>
                    <a:pt x="136" y="191"/>
                  </a:lnTo>
                  <a:lnTo>
                    <a:pt x="175" y="191"/>
                  </a:lnTo>
                  <a:lnTo>
                    <a:pt x="182" y="194"/>
                  </a:lnTo>
                  <a:lnTo>
                    <a:pt x="182" y="212"/>
                  </a:lnTo>
                  <a:lnTo>
                    <a:pt x="311" y="212"/>
                  </a:lnTo>
                  <a:lnTo>
                    <a:pt x="311" y="194"/>
                  </a:lnTo>
                  <a:lnTo>
                    <a:pt x="317" y="191"/>
                  </a:lnTo>
                  <a:lnTo>
                    <a:pt x="356" y="191"/>
                  </a:lnTo>
                  <a:lnTo>
                    <a:pt x="356" y="22"/>
                  </a:lnTo>
                  <a:lnTo>
                    <a:pt x="317" y="22"/>
                  </a:lnTo>
                  <a:lnTo>
                    <a:pt x="311" y="19"/>
                  </a:lnTo>
                  <a:lnTo>
                    <a:pt x="311" y="4"/>
                  </a:lnTo>
                  <a:lnTo>
                    <a:pt x="317" y="0"/>
                  </a:lnTo>
                  <a:lnTo>
                    <a:pt x="447" y="0"/>
                  </a:lnTo>
                  <a:lnTo>
                    <a:pt x="453" y="4"/>
                  </a:lnTo>
                  <a:lnTo>
                    <a:pt x="453" y="234"/>
                  </a:lnTo>
                  <a:lnTo>
                    <a:pt x="486" y="234"/>
                  </a:lnTo>
                  <a:lnTo>
                    <a:pt x="492" y="238"/>
                  </a:lnTo>
                  <a:lnTo>
                    <a:pt x="492" y="256"/>
                  </a:lnTo>
                  <a:lnTo>
                    <a:pt x="486" y="260"/>
                  </a:lnTo>
                  <a:lnTo>
                    <a:pt x="363" y="260"/>
                  </a:lnTo>
                  <a:lnTo>
                    <a:pt x="356" y="256"/>
                  </a:lnTo>
                  <a:lnTo>
                    <a:pt x="356" y="216"/>
                  </a:lnTo>
                  <a:lnTo>
                    <a:pt x="317" y="216"/>
                  </a:lnTo>
                  <a:lnTo>
                    <a:pt x="317" y="234"/>
                  </a:lnTo>
                  <a:lnTo>
                    <a:pt x="311" y="238"/>
                  </a:lnTo>
                  <a:lnTo>
                    <a:pt x="272" y="238"/>
                  </a:lnTo>
                  <a:lnTo>
                    <a:pt x="272" y="256"/>
                  </a:lnTo>
                  <a:lnTo>
                    <a:pt x="266" y="260"/>
                  </a:lnTo>
                  <a:lnTo>
                    <a:pt x="136" y="260"/>
                  </a:lnTo>
                  <a:lnTo>
                    <a:pt x="130" y="256"/>
                  </a:lnTo>
                  <a:lnTo>
                    <a:pt x="130" y="238"/>
                  </a:lnTo>
                  <a:lnTo>
                    <a:pt x="97" y="238"/>
                  </a:lnTo>
                  <a:lnTo>
                    <a:pt x="91" y="234"/>
                  </a:lnTo>
                  <a:lnTo>
                    <a:pt x="91" y="216"/>
                  </a:lnTo>
                  <a:lnTo>
                    <a:pt x="52" y="216"/>
                  </a:lnTo>
                  <a:lnTo>
                    <a:pt x="46" y="212"/>
                  </a:lnTo>
                  <a:lnTo>
                    <a:pt x="46" y="22"/>
                  </a:lnTo>
                  <a:lnTo>
                    <a:pt x="7" y="22"/>
                  </a:lnTo>
                  <a:lnTo>
                    <a:pt x="0" y="19"/>
                  </a:lnTo>
                  <a:lnTo>
                    <a:pt x="0" y="4"/>
                  </a:lnTo>
                  <a:lnTo>
                    <a:pt x="7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7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60" name="Google Shape;260;p28"/>
            <p:cNvSpPr/>
            <p:nvPr/>
          </p:nvSpPr>
          <p:spPr>
            <a:xfrm>
              <a:off x="3480" y="2156"/>
              <a:ext cx="70" cy="73"/>
            </a:xfrm>
            <a:custGeom>
              <a:avLst/>
              <a:gdLst/>
              <a:ahLst/>
              <a:cxnLst/>
              <a:rect l="l" t="t" r="r" b="b"/>
              <a:pathLst>
                <a:path w="312" h="326" extrusionOk="0">
                  <a:moveTo>
                    <a:pt x="139" y="0"/>
                  </a:moveTo>
                  <a:lnTo>
                    <a:pt x="171" y="0"/>
                  </a:lnTo>
                  <a:lnTo>
                    <a:pt x="178" y="3"/>
                  </a:lnTo>
                  <a:lnTo>
                    <a:pt x="178" y="66"/>
                  </a:lnTo>
                  <a:lnTo>
                    <a:pt x="304" y="66"/>
                  </a:lnTo>
                  <a:lnTo>
                    <a:pt x="311" y="69"/>
                  </a:lnTo>
                  <a:lnTo>
                    <a:pt x="311" y="84"/>
                  </a:lnTo>
                  <a:lnTo>
                    <a:pt x="304" y="88"/>
                  </a:lnTo>
                  <a:lnTo>
                    <a:pt x="178" y="88"/>
                  </a:lnTo>
                  <a:lnTo>
                    <a:pt x="178" y="301"/>
                  </a:lnTo>
                  <a:lnTo>
                    <a:pt x="259" y="301"/>
                  </a:lnTo>
                  <a:lnTo>
                    <a:pt x="259" y="281"/>
                  </a:lnTo>
                  <a:lnTo>
                    <a:pt x="265" y="279"/>
                  </a:lnTo>
                  <a:lnTo>
                    <a:pt x="304" y="279"/>
                  </a:lnTo>
                  <a:lnTo>
                    <a:pt x="311" y="281"/>
                  </a:lnTo>
                  <a:lnTo>
                    <a:pt x="311" y="301"/>
                  </a:lnTo>
                  <a:lnTo>
                    <a:pt x="304" y="303"/>
                  </a:lnTo>
                  <a:lnTo>
                    <a:pt x="265" y="303"/>
                  </a:lnTo>
                  <a:lnTo>
                    <a:pt x="265" y="321"/>
                  </a:lnTo>
                  <a:lnTo>
                    <a:pt x="259" y="325"/>
                  </a:lnTo>
                  <a:lnTo>
                    <a:pt x="139" y="325"/>
                  </a:lnTo>
                  <a:lnTo>
                    <a:pt x="133" y="321"/>
                  </a:lnTo>
                  <a:lnTo>
                    <a:pt x="133" y="303"/>
                  </a:lnTo>
                  <a:lnTo>
                    <a:pt x="94" y="303"/>
                  </a:lnTo>
                  <a:lnTo>
                    <a:pt x="91" y="301"/>
                  </a:lnTo>
                  <a:lnTo>
                    <a:pt x="91" y="88"/>
                  </a:lnTo>
                  <a:lnTo>
                    <a:pt x="6" y="88"/>
                  </a:lnTo>
                  <a:lnTo>
                    <a:pt x="0" y="84"/>
                  </a:lnTo>
                  <a:lnTo>
                    <a:pt x="0" y="69"/>
                  </a:lnTo>
                  <a:lnTo>
                    <a:pt x="6" y="66"/>
                  </a:lnTo>
                  <a:lnTo>
                    <a:pt x="45" y="66"/>
                  </a:lnTo>
                  <a:lnTo>
                    <a:pt x="45" y="47"/>
                  </a:lnTo>
                  <a:lnTo>
                    <a:pt x="52" y="44"/>
                  </a:lnTo>
                  <a:lnTo>
                    <a:pt x="91" y="44"/>
                  </a:lnTo>
                  <a:lnTo>
                    <a:pt x="91" y="25"/>
                  </a:lnTo>
                  <a:lnTo>
                    <a:pt x="94" y="23"/>
                  </a:lnTo>
                  <a:lnTo>
                    <a:pt x="133" y="23"/>
                  </a:lnTo>
                  <a:lnTo>
                    <a:pt x="133" y="3"/>
                  </a:lnTo>
                  <a:lnTo>
                    <a:pt x="139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7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61" name="Google Shape;261;p28"/>
            <p:cNvSpPr/>
            <p:nvPr/>
          </p:nvSpPr>
          <p:spPr>
            <a:xfrm>
              <a:off x="3490" y="2308"/>
              <a:ext cx="98" cy="82"/>
            </a:xfrm>
            <a:custGeom>
              <a:avLst/>
              <a:gdLst/>
              <a:ahLst/>
              <a:cxnLst/>
              <a:rect l="l" t="t" r="r" b="b"/>
              <a:pathLst>
                <a:path w="435" h="366" extrusionOk="0">
                  <a:moveTo>
                    <a:pt x="175" y="21"/>
                  </a:moveTo>
                  <a:lnTo>
                    <a:pt x="256" y="21"/>
                  </a:lnTo>
                  <a:lnTo>
                    <a:pt x="256" y="41"/>
                  </a:lnTo>
                  <a:lnTo>
                    <a:pt x="262" y="43"/>
                  </a:lnTo>
                  <a:lnTo>
                    <a:pt x="298" y="43"/>
                  </a:lnTo>
                  <a:lnTo>
                    <a:pt x="298" y="61"/>
                  </a:lnTo>
                  <a:lnTo>
                    <a:pt x="304" y="65"/>
                  </a:lnTo>
                  <a:lnTo>
                    <a:pt x="343" y="65"/>
                  </a:lnTo>
                  <a:lnTo>
                    <a:pt x="343" y="190"/>
                  </a:lnTo>
                  <a:lnTo>
                    <a:pt x="304" y="190"/>
                  </a:lnTo>
                  <a:lnTo>
                    <a:pt x="298" y="193"/>
                  </a:lnTo>
                  <a:lnTo>
                    <a:pt x="298" y="212"/>
                  </a:lnTo>
                  <a:lnTo>
                    <a:pt x="262" y="212"/>
                  </a:lnTo>
                  <a:lnTo>
                    <a:pt x="256" y="215"/>
                  </a:lnTo>
                  <a:lnTo>
                    <a:pt x="256" y="234"/>
                  </a:lnTo>
                  <a:lnTo>
                    <a:pt x="175" y="234"/>
                  </a:lnTo>
                  <a:lnTo>
                    <a:pt x="175" y="215"/>
                  </a:lnTo>
                  <a:lnTo>
                    <a:pt x="168" y="212"/>
                  </a:lnTo>
                  <a:lnTo>
                    <a:pt x="133" y="212"/>
                  </a:lnTo>
                  <a:lnTo>
                    <a:pt x="133" y="43"/>
                  </a:lnTo>
                  <a:lnTo>
                    <a:pt x="168" y="43"/>
                  </a:lnTo>
                  <a:lnTo>
                    <a:pt x="175" y="41"/>
                  </a:lnTo>
                  <a:lnTo>
                    <a:pt x="175" y="21"/>
                  </a:lnTo>
                  <a:close/>
                  <a:moveTo>
                    <a:pt x="7" y="0"/>
                  </a:moveTo>
                  <a:lnTo>
                    <a:pt x="126" y="0"/>
                  </a:lnTo>
                  <a:lnTo>
                    <a:pt x="133" y="2"/>
                  </a:lnTo>
                  <a:lnTo>
                    <a:pt x="133" y="17"/>
                  </a:lnTo>
                  <a:lnTo>
                    <a:pt x="168" y="17"/>
                  </a:lnTo>
                  <a:lnTo>
                    <a:pt x="168" y="2"/>
                  </a:lnTo>
                  <a:lnTo>
                    <a:pt x="175" y="0"/>
                  </a:lnTo>
                  <a:lnTo>
                    <a:pt x="298" y="0"/>
                  </a:lnTo>
                  <a:lnTo>
                    <a:pt x="304" y="2"/>
                  </a:lnTo>
                  <a:lnTo>
                    <a:pt x="304" y="17"/>
                  </a:lnTo>
                  <a:lnTo>
                    <a:pt x="385" y="17"/>
                  </a:lnTo>
                  <a:lnTo>
                    <a:pt x="392" y="21"/>
                  </a:lnTo>
                  <a:lnTo>
                    <a:pt x="392" y="61"/>
                  </a:lnTo>
                  <a:lnTo>
                    <a:pt x="427" y="61"/>
                  </a:lnTo>
                  <a:lnTo>
                    <a:pt x="434" y="65"/>
                  </a:lnTo>
                  <a:lnTo>
                    <a:pt x="434" y="190"/>
                  </a:lnTo>
                  <a:lnTo>
                    <a:pt x="427" y="193"/>
                  </a:lnTo>
                  <a:lnTo>
                    <a:pt x="392" y="193"/>
                  </a:lnTo>
                  <a:lnTo>
                    <a:pt x="392" y="234"/>
                  </a:lnTo>
                  <a:lnTo>
                    <a:pt x="385" y="237"/>
                  </a:lnTo>
                  <a:lnTo>
                    <a:pt x="304" y="237"/>
                  </a:lnTo>
                  <a:lnTo>
                    <a:pt x="304" y="256"/>
                  </a:lnTo>
                  <a:lnTo>
                    <a:pt x="298" y="258"/>
                  </a:lnTo>
                  <a:lnTo>
                    <a:pt x="175" y="258"/>
                  </a:lnTo>
                  <a:lnTo>
                    <a:pt x="168" y="256"/>
                  </a:lnTo>
                  <a:lnTo>
                    <a:pt x="168" y="237"/>
                  </a:lnTo>
                  <a:lnTo>
                    <a:pt x="133" y="237"/>
                  </a:lnTo>
                  <a:lnTo>
                    <a:pt x="133" y="340"/>
                  </a:lnTo>
                  <a:lnTo>
                    <a:pt x="168" y="340"/>
                  </a:lnTo>
                  <a:lnTo>
                    <a:pt x="175" y="344"/>
                  </a:lnTo>
                  <a:lnTo>
                    <a:pt x="175" y="361"/>
                  </a:lnTo>
                  <a:lnTo>
                    <a:pt x="168" y="365"/>
                  </a:lnTo>
                  <a:lnTo>
                    <a:pt x="7" y="365"/>
                  </a:lnTo>
                  <a:lnTo>
                    <a:pt x="0" y="361"/>
                  </a:lnTo>
                  <a:lnTo>
                    <a:pt x="0" y="344"/>
                  </a:lnTo>
                  <a:lnTo>
                    <a:pt x="7" y="340"/>
                  </a:lnTo>
                  <a:lnTo>
                    <a:pt x="45" y="340"/>
                  </a:lnTo>
                  <a:lnTo>
                    <a:pt x="45" y="21"/>
                  </a:lnTo>
                  <a:lnTo>
                    <a:pt x="7" y="21"/>
                  </a:lnTo>
                  <a:lnTo>
                    <a:pt x="0" y="17"/>
                  </a:lnTo>
                  <a:lnTo>
                    <a:pt x="0" y="2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7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62" name="Google Shape;262;p28"/>
            <p:cNvSpPr/>
            <p:nvPr/>
          </p:nvSpPr>
          <p:spPr>
            <a:xfrm>
              <a:off x="3490" y="2444"/>
              <a:ext cx="111" cy="58"/>
            </a:xfrm>
            <a:custGeom>
              <a:avLst/>
              <a:gdLst/>
              <a:ahLst/>
              <a:cxnLst/>
              <a:rect l="l" t="t" r="r" b="b"/>
              <a:pathLst>
                <a:path w="493" h="261" extrusionOk="0">
                  <a:moveTo>
                    <a:pt x="7" y="0"/>
                  </a:moveTo>
                  <a:lnTo>
                    <a:pt x="130" y="0"/>
                  </a:lnTo>
                  <a:lnTo>
                    <a:pt x="136" y="4"/>
                  </a:lnTo>
                  <a:lnTo>
                    <a:pt x="136" y="190"/>
                  </a:lnTo>
                  <a:lnTo>
                    <a:pt x="175" y="190"/>
                  </a:lnTo>
                  <a:lnTo>
                    <a:pt x="182" y="194"/>
                  </a:lnTo>
                  <a:lnTo>
                    <a:pt x="182" y="212"/>
                  </a:lnTo>
                  <a:lnTo>
                    <a:pt x="311" y="212"/>
                  </a:lnTo>
                  <a:lnTo>
                    <a:pt x="311" y="194"/>
                  </a:lnTo>
                  <a:lnTo>
                    <a:pt x="317" y="190"/>
                  </a:lnTo>
                  <a:lnTo>
                    <a:pt x="356" y="190"/>
                  </a:lnTo>
                  <a:lnTo>
                    <a:pt x="356" y="21"/>
                  </a:lnTo>
                  <a:lnTo>
                    <a:pt x="317" y="21"/>
                  </a:lnTo>
                  <a:lnTo>
                    <a:pt x="311" y="19"/>
                  </a:lnTo>
                  <a:lnTo>
                    <a:pt x="311" y="4"/>
                  </a:lnTo>
                  <a:lnTo>
                    <a:pt x="317" y="0"/>
                  </a:lnTo>
                  <a:lnTo>
                    <a:pt x="447" y="0"/>
                  </a:lnTo>
                  <a:lnTo>
                    <a:pt x="453" y="4"/>
                  </a:lnTo>
                  <a:lnTo>
                    <a:pt x="453" y="234"/>
                  </a:lnTo>
                  <a:lnTo>
                    <a:pt x="486" y="234"/>
                  </a:lnTo>
                  <a:lnTo>
                    <a:pt x="492" y="238"/>
                  </a:lnTo>
                  <a:lnTo>
                    <a:pt x="492" y="256"/>
                  </a:lnTo>
                  <a:lnTo>
                    <a:pt x="486" y="260"/>
                  </a:lnTo>
                  <a:lnTo>
                    <a:pt x="363" y="260"/>
                  </a:lnTo>
                  <a:lnTo>
                    <a:pt x="356" y="256"/>
                  </a:lnTo>
                  <a:lnTo>
                    <a:pt x="356" y="216"/>
                  </a:lnTo>
                  <a:lnTo>
                    <a:pt x="317" y="216"/>
                  </a:lnTo>
                  <a:lnTo>
                    <a:pt x="317" y="234"/>
                  </a:lnTo>
                  <a:lnTo>
                    <a:pt x="311" y="238"/>
                  </a:lnTo>
                  <a:lnTo>
                    <a:pt x="272" y="238"/>
                  </a:lnTo>
                  <a:lnTo>
                    <a:pt x="272" y="256"/>
                  </a:lnTo>
                  <a:lnTo>
                    <a:pt x="266" y="260"/>
                  </a:lnTo>
                  <a:lnTo>
                    <a:pt x="136" y="260"/>
                  </a:lnTo>
                  <a:lnTo>
                    <a:pt x="130" y="256"/>
                  </a:lnTo>
                  <a:lnTo>
                    <a:pt x="130" y="238"/>
                  </a:lnTo>
                  <a:lnTo>
                    <a:pt x="97" y="238"/>
                  </a:lnTo>
                  <a:lnTo>
                    <a:pt x="91" y="234"/>
                  </a:lnTo>
                  <a:lnTo>
                    <a:pt x="91" y="216"/>
                  </a:lnTo>
                  <a:lnTo>
                    <a:pt x="52" y="216"/>
                  </a:lnTo>
                  <a:lnTo>
                    <a:pt x="46" y="212"/>
                  </a:lnTo>
                  <a:lnTo>
                    <a:pt x="46" y="21"/>
                  </a:lnTo>
                  <a:lnTo>
                    <a:pt x="7" y="21"/>
                  </a:lnTo>
                  <a:lnTo>
                    <a:pt x="0" y="19"/>
                  </a:lnTo>
                  <a:lnTo>
                    <a:pt x="0" y="4"/>
                  </a:lnTo>
                  <a:lnTo>
                    <a:pt x="7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7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63" name="Google Shape;263;p28"/>
            <p:cNvSpPr/>
            <p:nvPr/>
          </p:nvSpPr>
          <p:spPr>
            <a:xfrm>
              <a:off x="3480" y="2566"/>
              <a:ext cx="70" cy="73"/>
            </a:xfrm>
            <a:custGeom>
              <a:avLst/>
              <a:gdLst/>
              <a:ahLst/>
              <a:cxnLst/>
              <a:rect l="l" t="t" r="r" b="b"/>
              <a:pathLst>
                <a:path w="312" h="326" extrusionOk="0">
                  <a:moveTo>
                    <a:pt x="139" y="0"/>
                  </a:moveTo>
                  <a:lnTo>
                    <a:pt x="171" y="0"/>
                  </a:lnTo>
                  <a:lnTo>
                    <a:pt x="178" y="3"/>
                  </a:lnTo>
                  <a:lnTo>
                    <a:pt x="178" y="66"/>
                  </a:lnTo>
                  <a:lnTo>
                    <a:pt x="304" y="66"/>
                  </a:lnTo>
                  <a:lnTo>
                    <a:pt x="311" y="69"/>
                  </a:lnTo>
                  <a:lnTo>
                    <a:pt x="311" y="84"/>
                  </a:lnTo>
                  <a:lnTo>
                    <a:pt x="304" y="88"/>
                  </a:lnTo>
                  <a:lnTo>
                    <a:pt x="178" y="88"/>
                  </a:lnTo>
                  <a:lnTo>
                    <a:pt x="178" y="300"/>
                  </a:lnTo>
                  <a:lnTo>
                    <a:pt x="259" y="300"/>
                  </a:lnTo>
                  <a:lnTo>
                    <a:pt x="259" y="281"/>
                  </a:lnTo>
                  <a:lnTo>
                    <a:pt x="265" y="278"/>
                  </a:lnTo>
                  <a:lnTo>
                    <a:pt x="304" y="278"/>
                  </a:lnTo>
                  <a:lnTo>
                    <a:pt x="311" y="281"/>
                  </a:lnTo>
                  <a:lnTo>
                    <a:pt x="311" y="300"/>
                  </a:lnTo>
                  <a:lnTo>
                    <a:pt x="304" y="303"/>
                  </a:lnTo>
                  <a:lnTo>
                    <a:pt x="265" y="303"/>
                  </a:lnTo>
                  <a:lnTo>
                    <a:pt x="265" y="322"/>
                  </a:lnTo>
                  <a:lnTo>
                    <a:pt x="259" y="325"/>
                  </a:lnTo>
                  <a:lnTo>
                    <a:pt x="139" y="325"/>
                  </a:lnTo>
                  <a:lnTo>
                    <a:pt x="133" y="322"/>
                  </a:lnTo>
                  <a:lnTo>
                    <a:pt x="133" y="303"/>
                  </a:lnTo>
                  <a:lnTo>
                    <a:pt x="94" y="303"/>
                  </a:lnTo>
                  <a:lnTo>
                    <a:pt x="91" y="300"/>
                  </a:lnTo>
                  <a:lnTo>
                    <a:pt x="91" y="88"/>
                  </a:lnTo>
                  <a:lnTo>
                    <a:pt x="6" y="88"/>
                  </a:lnTo>
                  <a:lnTo>
                    <a:pt x="0" y="84"/>
                  </a:lnTo>
                  <a:lnTo>
                    <a:pt x="0" y="69"/>
                  </a:lnTo>
                  <a:lnTo>
                    <a:pt x="6" y="66"/>
                  </a:lnTo>
                  <a:lnTo>
                    <a:pt x="45" y="66"/>
                  </a:lnTo>
                  <a:lnTo>
                    <a:pt x="45" y="47"/>
                  </a:lnTo>
                  <a:lnTo>
                    <a:pt x="52" y="44"/>
                  </a:lnTo>
                  <a:lnTo>
                    <a:pt x="91" y="44"/>
                  </a:lnTo>
                  <a:lnTo>
                    <a:pt x="91" y="25"/>
                  </a:lnTo>
                  <a:lnTo>
                    <a:pt x="94" y="22"/>
                  </a:lnTo>
                  <a:lnTo>
                    <a:pt x="133" y="22"/>
                  </a:lnTo>
                  <a:lnTo>
                    <a:pt x="133" y="3"/>
                  </a:lnTo>
                  <a:lnTo>
                    <a:pt x="139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7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264" name="Google Shape;264;p28"/>
          <p:cNvGrpSpPr/>
          <p:nvPr/>
        </p:nvGrpSpPr>
        <p:grpSpPr>
          <a:xfrm>
            <a:off x="4430712" y="2027237"/>
            <a:ext cx="689391" cy="2973936"/>
            <a:chOff x="2400" y="1392"/>
            <a:chExt cx="192" cy="1392"/>
          </a:xfrm>
        </p:grpSpPr>
        <p:sp>
          <p:nvSpPr>
            <p:cNvPr id="265" name="Google Shape;265;p28"/>
            <p:cNvSpPr/>
            <p:nvPr/>
          </p:nvSpPr>
          <p:spPr>
            <a:xfrm>
              <a:off x="2411" y="1392"/>
              <a:ext cx="111" cy="151"/>
            </a:xfrm>
            <a:custGeom>
              <a:avLst/>
              <a:gdLst/>
              <a:ahLst/>
              <a:cxnLst/>
              <a:rect l="l" t="t" r="r" b="b"/>
              <a:pathLst>
                <a:path w="495" h="669" extrusionOk="0">
                  <a:moveTo>
                    <a:pt x="137" y="0"/>
                  </a:moveTo>
                  <a:lnTo>
                    <a:pt x="313" y="0"/>
                  </a:lnTo>
                  <a:lnTo>
                    <a:pt x="318" y="6"/>
                  </a:lnTo>
                  <a:lnTo>
                    <a:pt x="318" y="39"/>
                  </a:lnTo>
                  <a:lnTo>
                    <a:pt x="403" y="39"/>
                  </a:lnTo>
                  <a:lnTo>
                    <a:pt x="403" y="6"/>
                  </a:lnTo>
                  <a:lnTo>
                    <a:pt x="408" y="0"/>
                  </a:lnTo>
                  <a:lnTo>
                    <a:pt x="447" y="0"/>
                  </a:lnTo>
                  <a:lnTo>
                    <a:pt x="455" y="6"/>
                  </a:lnTo>
                  <a:lnTo>
                    <a:pt x="455" y="199"/>
                  </a:lnTo>
                  <a:lnTo>
                    <a:pt x="447" y="204"/>
                  </a:lnTo>
                  <a:lnTo>
                    <a:pt x="408" y="204"/>
                  </a:lnTo>
                  <a:lnTo>
                    <a:pt x="403" y="199"/>
                  </a:lnTo>
                  <a:lnTo>
                    <a:pt x="403" y="124"/>
                  </a:lnTo>
                  <a:lnTo>
                    <a:pt x="364" y="124"/>
                  </a:lnTo>
                  <a:lnTo>
                    <a:pt x="357" y="119"/>
                  </a:lnTo>
                  <a:lnTo>
                    <a:pt x="357" y="85"/>
                  </a:lnTo>
                  <a:lnTo>
                    <a:pt x="274" y="85"/>
                  </a:lnTo>
                  <a:lnTo>
                    <a:pt x="266" y="79"/>
                  </a:lnTo>
                  <a:lnTo>
                    <a:pt x="266" y="45"/>
                  </a:lnTo>
                  <a:lnTo>
                    <a:pt x="137" y="45"/>
                  </a:lnTo>
                  <a:lnTo>
                    <a:pt x="137" y="79"/>
                  </a:lnTo>
                  <a:lnTo>
                    <a:pt x="129" y="85"/>
                  </a:lnTo>
                  <a:lnTo>
                    <a:pt x="97" y="85"/>
                  </a:lnTo>
                  <a:lnTo>
                    <a:pt x="97" y="199"/>
                  </a:lnTo>
                  <a:lnTo>
                    <a:pt x="129" y="199"/>
                  </a:lnTo>
                  <a:lnTo>
                    <a:pt x="137" y="204"/>
                  </a:lnTo>
                  <a:lnTo>
                    <a:pt x="137" y="231"/>
                  </a:lnTo>
                  <a:lnTo>
                    <a:pt x="220" y="231"/>
                  </a:lnTo>
                  <a:lnTo>
                    <a:pt x="227" y="237"/>
                  </a:lnTo>
                  <a:lnTo>
                    <a:pt x="227" y="271"/>
                  </a:lnTo>
                  <a:lnTo>
                    <a:pt x="313" y="271"/>
                  </a:lnTo>
                  <a:lnTo>
                    <a:pt x="318" y="277"/>
                  </a:lnTo>
                  <a:lnTo>
                    <a:pt x="318" y="310"/>
                  </a:lnTo>
                  <a:lnTo>
                    <a:pt x="403" y="310"/>
                  </a:lnTo>
                  <a:lnTo>
                    <a:pt x="408" y="316"/>
                  </a:lnTo>
                  <a:lnTo>
                    <a:pt x="408" y="351"/>
                  </a:lnTo>
                  <a:lnTo>
                    <a:pt x="447" y="351"/>
                  </a:lnTo>
                  <a:lnTo>
                    <a:pt x="455" y="356"/>
                  </a:lnTo>
                  <a:lnTo>
                    <a:pt x="455" y="390"/>
                  </a:lnTo>
                  <a:lnTo>
                    <a:pt x="487" y="390"/>
                  </a:lnTo>
                  <a:lnTo>
                    <a:pt x="494" y="395"/>
                  </a:lnTo>
                  <a:lnTo>
                    <a:pt x="494" y="544"/>
                  </a:lnTo>
                  <a:lnTo>
                    <a:pt x="487" y="549"/>
                  </a:lnTo>
                  <a:lnTo>
                    <a:pt x="455" y="549"/>
                  </a:lnTo>
                  <a:lnTo>
                    <a:pt x="455" y="583"/>
                  </a:lnTo>
                  <a:lnTo>
                    <a:pt x="447" y="588"/>
                  </a:lnTo>
                  <a:lnTo>
                    <a:pt x="408" y="588"/>
                  </a:lnTo>
                  <a:lnTo>
                    <a:pt x="408" y="623"/>
                  </a:lnTo>
                  <a:lnTo>
                    <a:pt x="403" y="629"/>
                  </a:lnTo>
                  <a:lnTo>
                    <a:pt x="318" y="629"/>
                  </a:lnTo>
                  <a:lnTo>
                    <a:pt x="318" y="662"/>
                  </a:lnTo>
                  <a:lnTo>
                    <a:pt x="313" y="668"/>
                  </a:lnTo>
                  <a:lnTo>
                    <a:pt x="137" y="668"/>
                  </a:lnTo>
                  <a:lnTo>
                    <a:pt x="129" y="662"/>
                  </a:lnTo>
                  <a:lnTo>
                    <a:pt x="129" y="629"/>
                  </a:lnTo>
                  <a:lnTo>
                    <a:pt x="51" y="629"/>
                  </a:lnTo>
                  <a:lnTo>
                    <a:pt x="51" y="662"/>
                  </a:lnTo>
                  <a:lnTo>
                    <a:pt x="46" y="668"/>
                  </a:lnTo>
                  <a:lnTo>
                    <a:pt x="4" y="668"/>
                  </a:lnTo>
                  <a:lnTo>
                    <a:pt x="0" y="662"/>
                  </a:lnTo>
                  <a:lnTo>
                    <a:pt x="0" y="475"/>
                  </a:lnTo>
                  <a:lnTo>
                    <a:pt x="4" y="469"/>
                  </a:lnTo>
                  <a:lnTo>
                    <a:pt x="46" y="469"/>
                  </a:lnTo>
                  <a:lnTo>
                    <a:pt x="51" y="475"/>
                  </a:lnTo>
                  <a:lnTo>
                    <a:pt x="51" y="544"/>
                  </a:lnTo>
                  <a:lnTo>
                    <a:pt x="90" y="544"/>
                  </a:lnTo>
                  <a:lnTo>
                    <a:pt x="97" y="549"/>
                  </a:lnTo>
                  <a:lnTo>
                    <a:pt x="97" y="583"/>
                  </a:lnTo>
                  <a:lnTo>
                    <a:pt x="176" y="583"/>
                  </a:lnTo>
                  <a:lnTo>
                    <a:pt x="181" y="588"/>
                  </a:lnTo>
                  <a:lnTo>
                    <a:pt x="181" y="623"/>
                  </a:lnTo>
                  <a:lnTo>
                    <a:pt x="313" y="623"/>
                  </a:lnTo>
                  <a:lnTo>
                    <a:pt x="313" y="588"/>
                  </a:lnTo>
                  <a:lnTo>
                    <a:pt x="318" y="583"/>
                  </a:lnTo>
                  <a:lnTo>
                    <a:pt x="357" y="583"/>
                  </a:lnTo>
                  <a:lnTo>
                    <a:pt x="357" y="549"/>
                  </a:lnTo>
                  <a:lnTo>
                    <a:pt x="364" y="544"/>
                  </a:lnTo>
                  <a:lnTo>
                    <a:pt x="403" y="544"/>
                  </a:lnTo>
                  <a:lnTo>
                    <a:pt x="403" y="435"/>
                  </a:lnTo>
                  <a:lnTo>
                    <a:pt x="364" y="435"/>
                  </a:lnTo>
                  <a:lnTo>
                    <a:pt x="357" y="430"/>
                  </a:lnTo>
                  <a:lnTo>
                    <a:pt x="357" y="395"/>
                  </a:lnTo>
                  <a:lnTo>
                    <a:pt x="274" y="395"/>
                  </a:lnTo>
                  <a:lnTo>
                    <a:pt x="266" y="390"/>
                  </a:lnTo>
                  <a:lnTo>
                    <a:pt x="266" y="356"/>
                  </a:lnTo>
                  <a:lnTo>
                    <a:pt x="181" y="356"/>
                  </a:lnTo>
                  <a:lnTo>
                    <a:pt x="176" y="351"/>
                  </a:lnTo>
                  <a:lnTo>
                    <a:pt x="176" y="316"/>
                  </a:lnTo>
                  <a:lnTo>
                    <a:pt x="137" y="316"/>
                  </a:lnTo>
                  <a:lnTo>
                    <a:pt x="129" y="310"/>
                  </a:lnTo>
                  <a:lnTo>
                    <a:pt x="129" y="277"/>
                  </a:lnTo>
                  <a:lnTo>
                    <a:pt x="51" y="277"/>
                  </a:lnTo>
                  <a:lnTo>
                    <a:pt x="46" y="271"/>
                  </a:lnTo>
                  <a:lnTo>
                    <a:pt x="46" y="237"/>
                  </a:lnTo>
                  <a:lnTo>
                    <a:pt x="4" y="237"/>
                  </a:lnTo>
                  <a:lnTo>
                    <a:pt x="0" y="231"/>
                  </a:lnTo>
                  <a:lnTo>
                    <a:pt x="0" y="85"/>
                  </a:lnTo>
                  <a:lnTo>
                    <a:pt x="4" y="79"/>
                  </a:lnTo>
                  <a:lnTo>
                    <a:pt x="46" y="79"/>
                  </a:lnTo>
                  <a:lnTo>
                    <a:pt x="46" y="45"/>
                  </a:lnTo>
                  <a:lnTo>
                    <a:pt x="51" y="39"/>
                  </a:lnTo>
                  <a:lnTo>
                    <a:pt x="129" y="39"/>
                  </a:lnTo>
                  <a:lnTo>
                    <a:pt x="129" y="6"/>
                  </a:lnTo>
                  <a:lnTo>
                    <a:pt x="137" y="0"/>
                  </a:lnTo>
                </a:path>
              </a:pathLst>
            </a:cu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7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66" name="Google Shape;266;p28"/>
            <p:cNvSpPr/>
            <p:nvPr/>
          </p:nvSpPr>
          <p:spPr>
            <a:xfrm>
              <a:off x="2400" y="1685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486" h="663" extrusionOk="0">
                  <a:moveTo>
                    <a:pt x="7" y="0"/>
                  </a:moveTo>
                  <a:lnTo>
                    <a:pt x="171" y="0"/>
                  </a:lnTo>
                  <a:lnTo>
                    <a:pt x="176" y="6"/>
                  </a:lnTo>
                  <a:lnTo>
                    <a:pt x="176" y="32"/>
                  </a:lnTo>
                  <a:lnTo>
                    <a:pt x="171" y="38"/>
                  </a:lnTo>
                  <a:lnTo>
                    <a:pt x="140" y="38"/>
                  </a:lnTo>
                  <a:lnTo>
                    <a:pt x="140" y="112"/>
                  </a:lnTo>
                  <a:lnTo>
                    <a:pt x="171" y="112"/>
                  </a:lnTo>
                  <a:lnTo>
                    <a:pt x="176" y="117"/>
                  </a:lnTo>
                  <a:lnTo>
                    <a:pt x="176" y="231"/>
                  </a:lnTo>
                  <a:lnTo>
                    <a:pt x="215" y="231"/>
                  </a:lnTo>
                  <a:lnTo>
                    <a:pt x="220" y="237"/>
                  </a:lnTo>
                  <a:lnTo>
                    <a:pt x="220" y="345"/>
                  </a:lnTo>
                  <a:lnTo>
                    <a:pt x="259" y="345"/>
                  </a:lnTo>
                  <a:lnTo>
                    <a:pt x="259" y="316"/>
                  </a:lnTo>
                  <a:lnTo>
                    <a:pt x="264" y="310"/>
                  </a:lnTo>
                  <a:lnTo>
                    <a:pt x="301" y="310"/>
                  </a:lnTo>
                  <a:lnTo>
                    <a:pt x="301" y="197"/>
                  </a:lnTo>
                  <a:lnTo>
                    <a:pt x="308" y="191"/>
                  </a:lnTo>
                  <a:lnTo>
                    <a:pt x="345" y="191"/>
                  </a:lnTo>
                  <a:lnTo>
                    <a:pt x="345" y="38"/>
                  </a:lnTo>
                  <a:lnTo>
                    <a:pt x="308" y="38"/>
                  </a:lnTo>
                  <a:lnTo>
                    <a:pt x="301" y="32"/>
                  </a:lnTo>
                  <a:lnTo>
                    <a:pt x="301" y="6"/>
                  </a:lnTo>
                  <a:lnTo>
                    <a:pt x="308" y="0"/>
                  </a:lnTo>
                  <a:lnTo>
                    <a:pt x="477" y="0"/>
                  </a:lnTo>
                  <a:lnTo>
                    <a:pt x="485" y="6"/>
                  </a:lnTo>
                  <a:lnTo>
                    <a:pt x="485" y="32"/>
                  </a:lnTo>
                  <a:lnTo>
                    <a:pt x="477" y="38"/>
                  </a:lnTo>
                  <a:lnTo>
                    <a:pt x="441" y="38"/>
                  </a:lnTo>
                  <a:lnTo>
                    <a:pt x="441" y="73"/>
                  </a:lnTo>
                  <a:lnTo>
                    <a:pt x="433" y="78"/>
                  </a:lnTo>
                  <a:lnTo>
                    <a:pt x="397" y="78"/>
                  </a:lnTo>
                  <a:lnTo>
                    <a:pt x="397" y="191"/>
                  </a:lnTo>
                  <a:lnTo>
                    <a:pt x="389" y="197"/>
                  </a:lnTo>
                  <a:lnTo>
                    <a:pt x="353" y="197"/>
                  </a:lnTo>
                  <a:lnTo>
                    <a:pt x="353" y="310"/>
                  </a:lnTo>
                  <a:lnTo>
                    <a:pt x="345" y="316"/>
                  </a:lnTo>
                  <a:lnTo>
                    <a:pt x="308" y="316"/>
                  </a:lnTo>
                  <a:lnTo>
                    <a:pt x="308" y="424"/>
                  </a:lnTo>
                  <a:lnTo>
                    <a:pt x="301" y="430"/>
                  </a:lnTo>
                  <a:lnTo>
                    <a:pt x="264" y="430"/>
                  </a:lnTo>
                  <a:lnTo>
                    <a:pt x="264" y="504"/>
                  </a:lnTo>
                  <a:lnTo>
                    <a:pt x="259" y="509"/>
                  </a:lnTo>
                  <a:lnTo>
                    <a:pt x="220" y="509"/>
                  </a:lnTo>
                  <a:lnTo>
                    <a:pt x="220" y="583"/>
                  </a:lnTo>
                  <a:lnTo>
                    <a:pt x="215" y="588"/>
                  </a:lnTo>
                  <a:lnTo>
                    <a:pt x="176" y="588"/>
                  </a:lnTo>
                  <a:lnTo>
                    <a:pt x="176" y="617"/>
                  </a:lnTo>
                  <a:lnTo>
                    <a:pt x="171" y="623"/>
                  </a:lnTo>
                  <a:lnTo>
                    <a:pt x="140" y="623"/>
                  </a:lnTo>
                  <a:lnTo>
                    <a:pt x="140" y="657"/>
                  </a:lnTo>
                  <a:lnTo>
                    <a:pt x="132" y="662"/>
                  </a:lnTo>
                  <a:lnTo>
                    <a:pt x="7" y="662"/>
                  </a:lnTo>
                  <a:lnTo>
                    <a:pt x="0" y="657"/>
                  </a:lnTo>
                  <a:lnTo>
                    <a:pt x="0" y="588"/>
                  </a:lnTo>
                  <a:lnTo>
                    <a:pt x="7" y="583"/>
                  </a:lnTo>
                  <a:lnTo>
                    <a:pt x="132" y="583"/>
                  </a:lnTo>
                  <a:lnTo>
                    <a:pt x="132" y="548"/>
                  </a:lnTo>
                  <a:lnTo>
                    <a:pt x="140" y="543"/>
                  </a:lnTo>
                  <a:lnTo>
                    <a:pt x="171" y="543"/>
                  </a:lnTo>
                  <a:lnTo>
                    <a:pt x="171" y="469"/>
                  </a:lnTo>
                  <a:lnTo>
                    <a:pt x="176" y="463"/>
                  </a:lnTo>
                  <a:lnTo>
                    <a:pt x="215" y="463"/>
                  </a:lnTo>
                  <a:lnTo>
                    <a:pt x="215" y="430"/>
                  </a:lnTo>
                  <a:lnTo>
                    <a:pt x="176" y="430"/>
                  </a:lnTo>
                  <a:lnTo>
                    <a:pt x="171" y="424"/>
                  </a:lnTo>
                  <a:lnTo>
                    <a:pt x="171" y="351"/>
                  </a:lnTo>
                  <a:lnTo>
                    <a:pt x="140" y="351"/>
                  </a:lnTo>
                  <a:lnTo>
                    <a:pt x="132" y="345"/>
                  </a:lnTo>
                  <a:lnTo>
                    <a:pt x="132" y="237"/>
                  </a:lnTo>
                  <a:lnTo>
                    <a:pt x="95" y="237"/>
                  </a:lnTo>
                  <a:lnTo>
                    <a:pt x="88" y="231"/>
                  </a:lnTo>
                  <a:lnTo>
                    <a:pt x="88" y="117"/>
                  </a:lnTo>
                  <a:lnTo>
                    <a:pt x="51" y="117"/>
                  </a:lnTo>
                  <a:lnTo>
                    <a:pt x="44" y="112"/>
                  </a:lnTo>
                  <a:lnTo>
                    <a:pt x="44" y="38"/>
                  </a:lnTo>
                  <a:lnTo>
                    <a:pt x="7" y="38"/>
                  </a:lnTo>
                  <a:lnTo>
                    <a:pt x="0" y="32"/>
                  </a:lnTo>
                  <a:lnTo>
                    <a:pt x="0" y="6"/>
                  </a:lnTo>
                  <a:lnTo>
                    <a:pt x="7" y="0"/>
                  </a:lnTo>
                </a:path>
              </a:pathLst>
            </a:cu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7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67" name="Google Shape;267;p28"/>
            <p:cNvSpPr/>
            <p:nvPr/>
          </p:nvSpPr>
          <p:spPr>
            <a:xfrm>
              <a:off x="2411" y="1933"/>
              <a:ext cx="80" cy="106"/>
            </a:xfrm>
            <a:custGeom>
              <a:avLst/>
              <a:gdLst/>
              <a:ahLst/>
              <a:cxnLst/>
              <a:rect l="l" t="t" r="r" b="b"/>
              <a:pathLst>
                <a:path w="358" h="470" extrusionOk="0">
                  <a:moveTo>
                    <a:pt x="95" y="0"/>
                  </a:moveTo>
                  <a:lnTo>
                    <a:pt x="306" y="0"/>
                  </a:lnTo>
                  <a:lnTo>
                    <a:pt x="313" y="6"/>
                  </a:lnTo>
                  <a:lnTo>
                    <a:pt x="313" y="112"/>
                  </a:lnTo>
                  <a:lnTo>
                    <a:pt x="306" y="118"/>
                  </a:lnTo>
                  <a:lnTo>
                    <a:pt x="269" y="118"/>
                  </a:lnTo>
                  <a:lnTo>
                    <a:pt x="261" y="112"/>
                  </a:lnTo>
                  <a:lnTo>
                    <a:pt x="261" y="78"/>
                  </a:lnTo>
                  <a:lnTo>
                    <a:pt x="222" y="78"/>
                  </a:lnTo>
                  <a:lnTo>
                    <a:pt x="217" y="73"/>
                  </a:lnTo>
                  <a:lnTo>
                    <a:pt x="217" y="38"/>
                  </a:lnTo>
                  <a:lnTo>
                    <a:pt x="134" y="38"/>
                  </a:lnTo>
                  <a:lnTo>
                    <a:pt x="134" y="73"/>
                  </a:lnTo>
                  <a:lnTo>
                    <a:pt x="127" y="78"/>
                  </a:lnTo>
                  <a:lnTo>
                    <a:pt x="95" y="78"/>
                  </a:lnTo>
                  <a:lnTo>
                    <a:pt x="95" y="112"/>
                  </a:lnTo>
                  <a:lnTo>
                    <a:pt x="127" y="112"/>
                  </a:lnTo>
                  <a:lnTo>
                    <a:pt x="134" y="118"/>
                  </a:lnTo>
                  <a:lnTo>
                    <a:pt x="134" y="152"/>
                  </a:lnTo>
                  <a:lnTo>
                    <a:pt x="171" y="152"/>
                  </a:lnTo>
                  <a:lnTo>
                    <a:pt x="178" y="158"/>
                  </a:lnTo>
                  <a:lnTo>
                    <a:pt x="178" y="191"/>
                  </a:lnTo>
                  <a:lnTo>
                    <a:pt x="261" y="191"/>
                  </a:lnTo>
                  <a:lnTo>
                    <a:pt x="269" y="197"/>
                  </a:lnTo>
                  <a:lnTo>
                    <a:pt x="269" y="231"/>
                  </a:lnTo>
                  <a:lnTo>
                    <a:pt x="306" y="231"/>
                  </a:lnTo>
                  <a:lnTo>
                    <a:pt x="313" y="237"/>
                  </a:lnTo>
                  <a:lnTo>
                    <a:pt x="313" y="270"/>
                  </a:lnTo>
                  <a:lnTo>
                    <a:pt x="352" y="270"/>
                  </a:lnTo>
                  <a:lnTo>
                    <a:pt x="357" y="276"/>
                  </a:lnTo>
                  <a:lnTo>
                    <a:pt x="357" y="384"/>
                  </a:lnTo>
                  <a:lnTo>
                    <a:pt x="352" y="390"/>
                  </a:lnTo>
                  <a:lnTo>
                    <a:pt x="313" y="390"/>
                  </a:lnTo>
                  <a:lnTo>
                    <a:pt x="313" y="425"/>
                  </a:lnTo>
                  <a:lnTo>
                    <a:pt x="306" y="430"/>
                  </a:lnTo>
                  <a:lnTo>
                    <a:pt x="222" y="430"/>
                  </a:lnTo>
                  <a:lnTo>
                    <a:pt x="222" y="464"/>
                  </a:lnTo>
                  <a:lnTo>
                    <a:pt x="217" y="469"/>
                  </a:lnTo>
                  <a:lnTo>
                    <a:pt x="4" y="469"/>
                  </a:lnTo>
                  <a:lnTo>
                    <a:pt x="0" y="464"/>
                  </a:lnTo>
                  <a:lnTo>
                    <a:pt x="0" y="351"/>
                  </a:lnTo>
                  <a:lnTo>
                    <a:pt x="4" y="345"/>
                  </a:lnTo>
                  <a:lnTo>
                    <a:pt x="44" y="345"/>
                  </a:lnTo>
                  <a:lnTo>
                    <a:pt x="51" y="351"/>
                  </a:lnTo>
                  <a:lnTo>
                    <a:pt x="51" y="384"/>
                  </a:lnTo>
                  <a:lnTo>
                    <a:pt x="90" y="384"/>
                  </a:lnTo>
                  <a:lnTo>
                    <a:pt x="95" y="390"/>
                  </a:lnTo>
                  <a:lnTo>
                    <a:pt x="95" y="425"/>
                  </a:lnTo>
                  <a:lnTo>
                    <a:pt x="217" y="425"/>
                  </a:lnTo>
                  <a:lnTo>
                    <a:pt x="217" y="390"/>
                  </a:lnTo>
                  <a:lnTo>
                    <a:pt x="222" y="384"/>
                  </a:lnTo>
                  <a:lnTo>
                    <a:pt x="261" y="384"/>
                  </a:lnTo>
                  <a:lnTo>
                    <a:pt x="261" y="316"/>
                  </a:lnTo>
                  <a:lnTo>
                    <a:pt x="222" y="316"/>
                  </a:lnTo>
                  <a:lnTo>
                    <a:pt x="217" y="311"/>
                  </a:lnTo>
                  <a:lnTo>
                    <a:pt x="217" y="276"/>
                  </a:lnTo>
                  <a:lnTo>
                    <a:pt x="134" y="276"/>
                  </a:lnTo>
                  <a:lnTo>
                    <a:pt x="127" y="270"/>
                  </a:lnTo>
                  <a:lnTo>
                    <a:pt x="127" y="237"/>
                  </a:lnTo>
                  <a:lnTo>
                    <a:pt x="51" y="237"/>
                  </a:lnTo>
                  <a:lnTo>
                    <a:pt x="44" y="231"/>
                  </a:lnTo>
                  <a:lnTo>
                    <a:pt x="44" y="158"/>
                  </a:lnTo>
                  <a:lnTo>
                    <a:pt x="4" y="158"/>
                  </a:lnTo>
                  <a:lnTo>
                    <a:pt x="0" y="152"/>
                  </a:lnTo>
                  <a:lnTo>
                    <a:pt x="0" y="78"/>
                  </a:lnTo>
                  <a:lnTo>
                    <a:pt x="4" y="73"/>
                  </a:lnTo>
                  <a:lnTo>
                    <a:pt x="44" y="73"/>
                  </a:lnTo>
                  <a:lnTo>
                    <a:pt x="44" y="38"/>
                  </a:lnTo>
                  <a:lnTo>
                    <a:pt x="51" y="33"/>
                  </a:lnTo>
                  <a:lnTo>
                    <a:pt x="90" y="33"/>
                  </a:lnTo>
                  <a:lnTo>
                    <a:pt x="90" y="6"/>
                  </a:lnTo>
                  <a:lnTo>
                    <a:pt x="95" y="0"/>
                  </a:lnTo>
                </a:path>
              </a:pathLst>
            </a:cu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7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68" name="Google Shape;268;p28"/>
            <p:cNvSpPr/>
            <p:nvPr/>
          </p:nvSpPr>
          <p:spPr>
            <a:xfrm>
              <a:off x="2400" y="2154"/>
              <a:ext cx="70" cy="133"/>
            </a:xfrm>
            <a:custGeom>
              <a:avLst/>
              <a:gdLst/>
              <a:ahLst/>
              <a:cxnLst/>
              <a:rect l="l" t="t" r="r" b="b"/>
              <a:pathLst>
                <a:path w="314" h="589" extrusionOk="0">
                  <a:moveTo>
                    <a:pt x="142" y="0"/>
                  </a:moveTo>
                  <a:lnTo>
                    <a:pt x="174" y="0"/>
                  </a:lnTo>
                  <a:lnTo>
                    <a:pt x="179" y="6"/>
                  </a:lnTo>
                  <a:lnTo>
                    <a:pt x="179" y="120"/>
                  </a:lnTo>
                  <a:lnTo>
                    <a:pt x="308" y="120"/>
                  </a:lnTo>
                  <a:lnTo>
                    <a:pt x="313" y="125"/>
                  </a:lnTo>
                  <a:lnTo>
                    <a:pt x="313" y="152"/>
                  </a:lnTo>
                  <a:lnTo>
                    <a:pt x="308" y="157"/>
                  </a:lnTo>
                  <a:lnTo>
                    <a:pt x="179" y="157"/>
                  </a:lnTo>
                  <a:lnTo>
                    <a:pt x="179" y="544"/>
                  </a:lnTo>
                  <a:lnTo>
                    <a:pt x="262" y="544"/>
                  </a:lnTo>
                  <a:lnTo>
                    <a:pt x="262" y="509"/>
                  </a:lnTo>
                  <a:lnTo>
                    <a:pt x="269" y="504"/>
                  </a:lnTo>
                  <a:lnTo>
                    <a:pt x="308" y="504"/>
                  </a:lnTo>
                  <a:lnTo>
                    <a:pt x="313" y="509"/>
                  </a:lnTo>
                  <a:lnTo>
                    <a:pt x="313" y="544"/>
                  </a:lnTo>
                  <a:lnTo>
                    <a:pt x="308" y="549"/>
                  </a:lnTo>
                  <a:lnTo>
                    <a:pt x="269" y="549"/>
                  </a:lnTo>
                  <a:lnTo>
                    <a:pt x="269" y="583"/>
                  </a:lnTo>
                  <a:lnTo>
                    <a:pt x="262" y="588"/>
                  </a:lnTo>
                  <a:lnTo>
                    <a:pt x="142" y="588"/>
                  </a:lnTo>
                  <a:lnTo>
                    <a:pt x="135" y="583"/>
                  </a:lnTo>
                  <a:lnTo>
                    <a:pt x="135" y="549"/>
                  </a:lnTo>
                  <a:lnTo>
                    <a:pt x="95" y="549"/>
                  </a:lnTo>
                  <a:lnTo>
                    <a:pt x="91" y="544"/>
                  </a:lnTo>
                  <a:lnTo>
                    <a:pt x="91" y="157"/>
                  </a:lnTo>
                  <a:lnTo>
                    <a:pt x="7" y="157"/>
                  </a:lnTo>
                  <a:lnTo>
                    <a:pt x="0" y="152"/>
                  </a:lnTo>
                  <a:lnTo>
                    <a:pt x="0" y="125"/>
                  </a:lnTo>
                  <a:lnTo>
                    <a:pt x="7" y="120"/>
                  </a:lnTo>
                  <a:lnTo>
                    <a:pt x="47" y="120"/>
                  </a:lnTo>
                  <a:lnTo>
                    <a:pt x="47" y="85"/>
                  </a:lnTo>
                  <a:lnTo>
                    <a:pt x="51" y="79"/>
                  </a:lnTo>
                  <a:lnTo>
                    <a:pt x="91" y="79"/>
                  </a:lnTo>
                  <a:lnTo>
                    <a:pt x="91" y="45"/>
                  </a:lnTo>
                  <a:lnTo>
                    <a:pt x="95" y="40"/>
                  </a:lnTo>
                  <a:lnTo>
                    <a:pt x="135" y="40"/>
                  </a:lnTo>
                  <a:lnTo>
                    <a:pt x="135" y="6"/>
                  </a:lnTo>
                  <a:lnTo>
                    <a:pt x="142" y="0"/>
                  </a:lnTo>
                </a:path>
              </a:pathLst>
            </a:cu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7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69" name="Google Shape;269;p28"/>
            <p:cNvSpPr/>
            <p:nvPr/>
          </p:nvSpPr>
          <p:spPr>
            <a:xfrm>
              <a:off x="2410" y="2430"/>
              <a:ext cx="89" cy="106"/>
            </a:xfrm>
            <a:custGeom>
              <a:avLst/>
              <a:gdLst/>
              <a:ahLst/>
              <a:cxnLst/>
              <a:rect l="l" t="t" r="r" b="b"/>
              <a:pathLst>
                <a:path w="398" h="470" extrusionOk="0">
                  <a:moveTo>
                    <a:pt x="132" y="39"/>
                  </a:moveTo>
                  <a:lnTo>
                    <a:pt x="257" y="39"/>
                  </a:lnTo>
                  <a:lnTo>
                    <a:pt x="257" y="72"/>
                  </a:lnTo>
                  <a:lnTo>
                    <a:pt x="264" y="78"/>
                  </a:lnTo>
                  <a:lnTo>
                    <a:pt x="301" y="78"/>
                  </a:lnTo>
                  <a:lnTo>
                    <a:pt x="301" y="152"/>
                  </a:lnTo>
                  <a:lnTo>
                    <a:pt x="96" y="152"/>
                  </a:lnTo>
                  <a:lnTo>
                    <a:pt x="96" y="78"/>
                  </a:lnTo>
                  <a:lnTo>
                    <a:pt x="127" y="78"/>
                  </a:lnTo>
                  <a:lnTo>
                    <a:pt x="132" y="72"/>
                  </a:lnTo>
                  <a:lnTo>
                    <a:pt x="132" y="39"/>
                  </a:lnTo>
                  <a:close/>
                  <a:moveTo>
                    <a:pt x="132" y="0"/>
                  </a:moveTo>
                  <a:lnTo>
                    <a:pt x="301" y="0"/>
                  </a:lnTo>
                  <a:lnTo>
                    <a:pt x="309" y="5"/>
                  </a:lnTo>
                  <a:lnTo>
                    <a:pt x="309" y="32"/>
                  </a:lnTo>
                  <a:lnTo>
                    <a:pt x="345" y="32"/>
                  </a:lnTo>
                  <a:lnTo>
                    <a:pt x="353" y="39"/>
                  </a:lnTo>
                  <a:lnTo>
                    <a:pt x="353" y="72"/>
                  </a:lnTo>
                  <a:lnTo>
                    <a:pt x="389" y="72"/>
                  </a:lnTo>
                  <a:lnTo>
                    <a:pt x="397" y="78"/>
                  </a:lnTo>
                  <a:lnTo>
                    <a:pt x="397" y="191"/>
                  </a:lnTo>
                  <a:lnTo>
                    <a:pt x="389" y="196"/>
                  </a:lnTo>
                  <a:lnTo>
                    <a:pt x="96" y="196"/>
                  </a:lnTo>
                  <a:lnTo>
                    <a:pt x="96" y="310"/>
                  </a:lnTo>
                  <a:lnTo>
                    <a:pt x="127" y="310"/>
                  </a:lnTo>
                  <a:lnTo>
                    <a:pt x="132" y="316"/>
                  </a:lnTo>
                  <a:lnTo>
                    <a:pt x="132" y="345"/>
                  </a:lnTo>
                  <a:lnTo>
                    <a:pt x="171" y="345"/>
                  </a:lnTo>
                  <a:lnTo>
                    <a:pt x="176" y="350"/>
                  </a:lnTo>
                  <a:lnTo>
                    <a:pt x="176" y="384"/>
                  </a:lnTo>
                  <a:lnTo>
                    <a:pt x="345" y="384"/>
                  </a:lnTo>
                  <a:lnTo>
                    <a:pt x="345" y="350"/>
                  </a:lnTo>
                  <a:lnTo>
                    <a:pt x="353" y="345"/>
                  </a:lnTo>
                  <a:lnTo>
                    <a:pt x="389" y="345"/>
                  </a:lnTo>
                  <a:lnTo>
                    <a:pt x="397" y="350"/>
                  </a:lnTo>
                  <a:lnTo>
                    <a:pt x="397" y="384"/>
                  </a:lnTo>
                  <a:lnTo>
                    <a:pt x="389" y="389"/>
                  </a:lnTo>
                  <a:lnTo>
                    <a:pt x="353" y="389"/>
                  </a:lnTo>
                  <a:lnTo>
                    <a:pt x="353" y="424"/>
                  </a:lnTo>
                  <a:lnTo>
                    <a:pt x="345" y="430"/>
                  </a:lnTo>
                  <a:lnTo>
                    <a:pt x="309" y="430"/>
                  </a:lnTo>
                  <a:lnTo>
                    <a:pt x="309" y="463"/>
                  </a:lnTo>
                  <a:lnTo>
                    <a:pt x="301" y="469"/>
                  </a:lnTo>
                  <a:lnTo>
                    <a:pt x="132" y="469"/>
                  </a:lnTo>
                  <a:lnTo>
                    <a:pt x="127" y="463"/>
                  </a:lnTo>
                  <a:lnTo>
                    <a:pt x="127" y="430"/>
                  </a:lnTo>
                  <a:lnTo>
                    <a:pt x="51" y="430"/>
                  </a:lnTo>
                  <a:lnTo>
                    <a:pt x="44" y="424"/>
                  </a:lnTo>
                  <a:lnTo>
                    <a:pt x="44" y="350"/>
                  </a:lnTo>
                  <a:lnTo>
                    <a:pt x="7" y="350"/>
                  </a:lnTo>
                  <a:lnTo>
                    <a:pt x="0" y="345"/>
                  </a:lnTo>
                  <a:lnTo>
                    <a:pt x="0" y="117"/>
                  </a:lnTo>
                  <a:lnTo>
                    <a:pt x="7" y="111"/>
                  </a:lnTo>
                  <a:lnTo>
                    <a:pt x="44" y="111"/>
                  </a:lnTo>
                  <a:lnTo>
                    <a:pt x="44" y="39"/>
                  </a:lnTo>
                  <a:lnTo>
                    <a:pt x="51" y="32"/>
                  </a:lnTo>
                  <a:lnTo>
                    <a:pt x="127" y="32"/>
                  </a:lnTo>
                  <a:lnTo>
                    <a:pt x="127" y="5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7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70" name="Google Shape;270;p28"/>
            <p:cNvSpPr/>
            <p:nvPr/>
          </p:nvSpPr>
          <p:spPr>
            <a:xfrm>
              <a:off x="2411" y="2678"/>
              <a:ext cx="181" cy="106"/>
            </a:xfrm>
            <a:custGeom>
              <a:avLst/>
              <a:gdLst/>
              <a:ahLst/>
              <a:cxnLst/>
              <a:rect l="l" t="t" r="r" b="b"/>
              <a:pathLst>
                <a:path w="801" h="470" extrusionOk="0">
                  <a:moveTo>
                    <a:pt x="4" y="0"/>
                  </a:moveTo>
                  <a:lnTo>
                    <a:pt x="129" y="0"/>
                  </a:lnTo>
                  <a:lnTo>
                    <a:pt x="137" y="6"/>
                  </a:lnTo>
                  <a:lnTo>
                    <a:pt x="137" y="73"/>
                  </a:lnTo>
                  <a:lnTo>
                    <a:pt x="173" y="73"/>
                  </a:lnTo>
                  <a:lnTo>
                    <a:pt x="173" y="39"/>
                  </a:lnTo>
                  <a:lnTo>
                    <a:pt x="181" y="32"/>
                  </a:lnTo>
                  <a:lnTo>
                    <a:pt x="220" y="32"/>
                  </a:lnTo>
                  <a:lnTo>
                    <a:pt x="220" y="6"/>
                  </a:lnTo>
                  <a:lnTo>
                    <a:pt x="225" y="0"/>
                  </a:lnTo>
                  <a:lnTo>
                    <a:pt x="354" y="0"/>
                  </a:lnTo>
                  <a:lnTo>
                    <a:pt x="362" y="6"/>
                  </a:lnTo>
                  <a:lnTo>
                    <a:pt x="362" y="32"/>
                  </a:lnTo>
                  <a:lnTo>
                    <a:pt x="399" y="32"/>
                  </a:lnTo>
                  <a:lnTo>
                    <a:pt x="406" y="39"/>
                  </a:lnTo>
                  <a:lnTo>
                    <a:pt x="406" y="73"/>
                  </a:lnTo>
                  <a:lnTo>
                    <a:pt x="484" y="73"/>
                  </a:lnTo>
                  <a:lnTo>
                    <a:pt x="484" y="39"/>
                  </a:lnTo>
                  <a:lnTo>
                    <a:pt x="492" y="32"/>
                  </a:lnTo>
                  <a:lnTo>
                    <a:pt x="528" y="32"/>
                  </a:lnTo>
                  <a:lnTo>
                    <a:pt x="528" y="6"/>
                  </a:lnTo>
                  <a:lnTo>
                    <a:pt x="536" y="0"/>
                  </a:lnTo>
                  <a:lnTo>
                    <a:pt x="665" y="0"/>
                  </a:lnTo>
                  <a:lnTo>
                    <a:pt x="670" y="6"/>
                  </a:lnTo>
                  <a:lnTo>
                    <a:pt x="670" y="32"/>
                  </a:lnTo>
                  <a:lnTo>
                    <a:pt x="709" y="32"/>
                  </a:lnTo>
                  <a:lnTo>
                    <a:pt x="717" y="39"/>
                  </a:lnTo>
                  <a:lnTo>
                    <a:pt x="717" y="73"/>
                  </a:lnTo>
                  <a:lnTo>
                    <a:pt x="756" y="73"/>
                  </a:lnTo>
                  <a:lnTo>
                    <a:pt x="763" y="78"/>
                  </a:lnTo>
                  <a:lnTo>
                    <a:pt x="763" y="424"/>
                  </a:lnTo>
                  <a:lnTo>
                    <a:pt x="795" y="424"/>
                  </a:lnTo>
                  <a:lnTo>
                    <a:pt x="800" y="430"/>
                  </a:lnTo>
                  <a:lnTo>
                    <a:pt x="800" y="463"/>
                  </a:lnTo>
                  <a:lnTo>
                    <a:pt x="795" y="469"/>
                  </a:lnTo>
                  <a:lnTo>
                    <a:pt x="626" y="469"/>
                  </a:lnTo>
                  <a:lnTo>
                    <a:pt x="619" y="463"/>
                  </a:lnTo>
                  <a:lnTo>
                    <a:pt x="619" y="430"/>
                  </a:lnTo>
                  <a:lnTo>
                    <a:pt x="626" y="424"/>
                  </a:lnTo>
                  <a:lnTo>
                    <a:pt x="665" y="424"/>
                  </a:lnTo>
                  <a:lnTo>
                    <a:pt x="665" y="117"/>
                  </a:lnTo>
                  <a:lnTo>
                    <a:pt x="626" y="117"/>
                  </a:lnTo>
                  <a:lnTo>
                    <a:pt x="619" y="112"/>
                  </a:lnTo>
                  <a:lnTo>
                    <a:pt x="619" y="78"/>
                  </a:lnTo>
                  <a:lnTo>
                    <a:pt x="492" y="78"/>
                  </a:lnTo>
                  <a:lnTo>
                    <a:pt x="492" y="112"/>
                  </a:lnTo>
                  <a:lnTo>
                    <a:pt x="484" y="117"/>
                  </a:lnTo>
                  <a:lnTo>
                    <a:pt x="452" y="117"/>
                  </a:lnTo>
                  <a:lnTo>
                    <a:pt x="452" y="424"/>
                  </a:lnTo>
                  <a:lnTo>
                    <a:pt x="484" y="424"/>
                  </a:lnTo>
                  <a:lnTo>
                    <a:pt x="492" y="430"/>
                  </a:lnTo>
                  <a:lnTo>
                    <a:pt x="492" y="463"/>
                  </a:lnTo>
                  <a:lnTo>
                    <a:pt x="484" y="469"/>
                  </a:lnTo>
                  <a:lnTo>
                    <a:pt x="315" y="469"/>
                  </a:lnTo>
                  <a:lnTo>
                    <a:pt x="308" y="463"/>
                  </a:lnTo>
                  <a:lnTo>
                    <a:pt x="308" y="430"/>
                  </a:lnTo>
                  <a:lnTo>
                    <a:pt x="315" y="424"/>
                  </a:lnTo>
                  <a:lnTo>
                    <a:pt x="354" y="424"/>
                  </a:lnTo>
                  <a:lnTo>
                    <a:pt x="354" y="117"/>
                  </a:lnTo>
                  <a:lnTo>
                    <a:pt x="315" y="117"/>
                  </a:lnTo>
                  <a:lnTo>
                    <a:pt x="308" y="112"/>
                  </a:lnTo>
                  <a:lnTo>
                    <a:pt x="308" y="78"/>
                  </a:lnTo>
                  <a:lnTo>
                    <a:pt x="181" y="78"/>
                  </a:lnTo>
                  <a:lnTo>
                    <a:pt x="181" y="112"/>
                  </a:lnTo>
                  <a:lnTo>
                    <a:pt x="173" y="117"/>
                  </a:lnTo>
                  <a:lnTo>
                    <a:pt x="137" y="117"/>
                  </a:lnTo>
                  <a:lnTo>
                    <a:pt x="137" y="424"/>
                  </a:lnTo>
                  <a:lnTo>
                    <a:pt x="173" y="424"/>
                  </a:lnTo>
                  <a:lnTo>
                    <a:pt x="181" y="430"/>
                  </a:lnTo>
                  <a:lnTo>
                    <a:pt x="181" y="463"/>
                  </a:lnTo>
                  <a:lnTo>
                    <a:pt x="173" y="469"/>
                  </a:lnTo>
                  <a:lnTo>
                    <a:pt x="4" y="469"/>
                  </a:lnTo>
                  <a:lnTo>
                    <a:pt x="0" y="463"/>
                  </a:lnTo>
                  <a:lnTo>
                    <a:pt x="0" y="430"/>
                  </a:lnTo>
                  <a:lnTo>
                    <a:pt x="4" y="424"/>
                  </a:lnTo>
                  <a:lnTo>
                    <a:pt x="44" y="424"/>
                  </a:lnTo>
                  <a:lnTo>
                    <a:pt x="44" y="39"/>
                  </a:lnTo>
                  <a:lnTo>
                    <a:pt x="4" y="39"/>
                  </a:lnTo>
                  <a:lnTo>
                    <a:pt x="0" y="32"/>
                  </a:lnTo>
                  <a:lnTo>
                    <a:pt x="0" y="6"/>
                  </a:lnTo>
                  <a:lnTo>
                    <a:pt x="4" y="0"/>
                  </a:lnTo>
                </a:path>
              </a:pathLst>
            </a:cu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7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pic>
        <p:nvPicPr>
          <p:cNvPr id="271" name="Google Shape;271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73912" y="2484437"/>
            <a:ext cx="2525712" cy="2154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"/>
          <p:cNvSpPr txBox="1">
            <a:spLocks noGrp="1"/>
          </p:cNvSpPr>
          <p:nvPr>
            <p:ph type="title"/>
          </p:nvPr>
        </p:nvSpPr>
        <p:spPr>
          <a:xfrm>
            <a:off x="504825" y="-47625"/>
            <a:ext cx="9064625" cy="195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lang="en-US" sz="49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How Do You Test a Program?</a:t>
            </a:r>
            <a:endParaRPr/>
          </a:p>
        </p:txBody>
      </p:sp>
      <p:sp>
        <p:nvSpPr>
          <p:cNvPr id="278" name="Google Shape;278;p29"/>
          <p:cNvSpPr txBox="1">
            <a:spLocks noGrp="1"/>
          </p:cNvSpPr>
          <p:nvPr>
            <p:ph type="body" idx="1"/>
          </p:nvPr>
        </p:nvSpPr>
        <p:spPr>
          <a:xfrm>
            <a:off x="468312" y="1874837"/>
            <a:ext cx="9144000" cy="47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342900" marR="0" lvl="0" indent="-3429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lang="en-US" sz="4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If the program does not behave as expected:</a:t>
            </a:r>
            <a:endParaRPr/>
          </a:p>
          <a:p>
            <a:pPr marL="742950" marR="0" lvl="1" indent="-28575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lang="en-US"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Note the conditions under which it failed.</a:t>
            </a:r>
            <a:endParaRPr/>
          </a:p>
          <a:p>
            <a:pPr marL="742950" marR="0" lvl="1" indent="-28575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lang="en-US"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Later debug and correct.</a:t>
            </a:r>
            <a:endParaRPr/>
          </a:p>
        </p:txBody>
      </p:sp>
      <p:sp>
        <p:nvSpPr>
          <p:cNvPr id="279" name="Google Shape;279;p29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0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/>
          </a:p>
        </p:txBody>
      </p:sp>
      <p:sp>
        <p:nvSpPr>
          <p:cNvPr id="285" name="Google Shape;285;p30"/>
          <p:cNvSpPr txBox="1">
            <a:spLocks noGrp="1"/>
          </p:cNvSpPr>
          <p:nvPr>
            <p:ph type="title" idx="4294967295"/>
          </p:nvPr>
        </p:nvSpPr>
        <p:spPr>
          <a:xfrm>
            <a:off x="0" y="268287"/>
            <a:ext cx="9296400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500"/>
              <a:buFont typeface="Gill Sans"/>
              <a:buNone/>
            </a:pPr>
            <a:r>
              <a:rPr lang="en-US" sz="45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What’s So Hard About Testing ?</a:t>
            </a:r>
            <a:endParaRPr/>
          </a:p>
        </p:txBody>
      </p:sp>
      <p:sp>
        <p:nvSpPr>
          <p:cNvPr id="286" name="Google Shape;286;p30"/>
          <p:cNvSpPr txBox="1">
            <a:spLocks noGrp="1"/>
          </p:cNvSpPr>
          <p:nvPr>
            <p:ph type="body" idx="4294967295"/>
          </p:nvPr>
        </p:nvSpPr>
        <p:spPr>
          <a:xfrm>
            <a:off x="555625" y="1189037"/>
            <a:ext cx="9525000" cy="589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800" marR="0" lvl="0" indent="-3238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⚫"/>
            </a:pPr>
            <a:r>
              <a:rPr lang="en-US" sz="3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Consider</a:t>
            </a:r>
            <a:r>
              <a:rPr lang="en-US" sz="35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</a:t>
            </a:r>
            <a:r>
              <a:rPr lang="en-US" sz="4300" b="1" i="0" u="none" strike="noStrike" cap="none">
                <a:solidFill>
                  <a:srgbClr val="9C20EE"/>
                </a:solidFill>
                <a:latin typeface="Arimo"/>
                <a:ea typeface="Arimo"/>
                <a:cs typeface="Arimo"/>
                <a:sym typeface="Arimo"/>
              </a:rPr>
              <a:t>int</a:t>
            </a:r>
            <a:r>
              <a:rPr lang="en-US" sz="4300" b="1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proc1(</a:t>
            </a:r>
            <a:r>
              <a:rPr lang="en-US" sz="4300" b="1" i="0" u="none" strike="noStrike" cap="none">
                <a:solidFill>
                  <a:srgbClr val="9C20EE"/>
                </a:solidFill>
                <a:latin typeface="Arimo"/>
                <a:ea typeface="Arimo"/>
                <a:cs typeface="Arimo"/>
                <a:sym typeface="Arimo"/>
              </a:rPr>
              <a:t>int</a:t>
            </a:r>
            <a:r>
              <a:rPr lang="en-US" sz="4300" b="1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x, </a:t>
            </a:r>
            <a:r>
              <a:rPr lang="en-US" sz="4300" b="1" i="0" u="none" strike="noStrike" cap="none">
                <a:solidFill>
                  <a:srgbClr val="9C20EE"/>
                </a:solidFill>
                <a:latin typeface="Arimo"/>
                <a:ea typeface="Arimo"/>
                <a:cs typeface="Arimo"/>
                <a:sym typeface="Arimo"/>
              </a:rPr>
              <a:t>int</a:t>
            </a:r>
            <a:r>
              <a:rPr lang="en-US" sz="4300" b="1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y)</a:t>
            </a:r>
            <a:endParaRPr/>
          </a:p>
          <a:p>
            <a:pPr marL="431800" marR="0" lvl="0" indent="-323850" algn="l" rtl="0">
              <a:lnSpc>
                <a:spcPct val="105000"/>
              </a:lnSpc>
              <a:spcBef>
                <a:spcPts val="95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⚫"/>
            </a:pPr>
            <a:r>
              <a:rPr lang="en-US" sz="3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Assuming a 64 bit computer</a:t>
            </a:r>
            <a:endParaRPr/>
          </a:p>
          <a:p>
            <a:pPr marL="863600" marR="0" lvl="1" indent="-287337" algn="l" rtl="0">
              <a:lnSpc>
                <a:spcPct val="105000"/>
              </a:lnSpc>
              <a:spcBef>
                <a:spcPts val="89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/>
              <a:buChar char="◦"/>
            </a:pPr>
            <a:r>
              <a:rPr lang="en-US" sz="3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Input space = 2</a:t>
            </a:r>
            <a:r>
              <a:rPr lang="en-US" sz="3600" b="0" i="0" u="none" strike="noStrike" cap="none" baseline="30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128</a:t>
            </a:r>
            <a:endParaRPr/>
          </a:p>
          <a:p>
            <a:pPr marL="863600" marR="0" lvl="1" indent="-287337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None/>
            </a:pPr>
            <a:endParaRPr sz="3600" b="0" i="0" u="none" strike="noStrike" cap="none" baseline="30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31800" marR="0" lvl="0" indent="-323850" algn="l" rtl="0">
              <a:lnSpc>
                <a:spcPct val="105000"/>
              </a:lnSpc>
              <a:spcBef>
                <a:spcPts val="1125"/>
              </a:spcBef>
              <a:spcAft>
                <a:spcPts val="0"/>
              </a:spcAft>
              <a:buClr>
                <a:schemeClr val="dk1"/>
              </a:buClr>
              <a:buSzPts val="4080"/>
              <a:buFont typeface="Noto Sans Symbols"/>
              <a:buChar char="⚫"/>
            </a:pPr>
            <a:r>
              <a:rPr lang="en-US" sz="5100" b="0" i="0" u="none" strike="noStrike" cap="none" baseline="30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Assuming it takes 10secs to key-in an integer pair</a:t>
            </a:r>
            <a:endParaRPr/>
          </a:p>
          <a:p>
            <a:pPr marL="863600" marR="0" lvl="1" indent="-304800" algn="l" rtl="0">
              <a:lnSpc>
                <a:spcPct val="105000"/>
              </a:lnSpc>
              <a:spcBef>
                <a:spcPts val="123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Verdana"/>
              <a:buChar char="◦"/>
            </a:pPr>
            <a:r>
              <a:rPr lang="en-US" sz="4800" b="0" i="0" u="none" strike="noStrike" cap="none" baseline="30000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It would take about a billion years to enter all possible values!</a:t>
            </a:r>
            <a:endParaRPr/>
          </a:p>
          <a:p>
            <a:pPr marL="863600" marR="0" lvl="1" indent="-30480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Verdana"/>
              <a:buChar char="◦"/>
            </a:pPr>
            <a:r>
              <a:rPr lang="en-US" sz="4800" b="0" i="0" u="none" strike="noStrike" cap="none" baseline="30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Automatic testing has its own problems!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"/>
          <p:cNvSpPr txBox="1">
            <a:spLocks noGrp="1"/>
          </p:cNvSpPr>
          <p:nvPr>
            <p:ph type="title"/>
          </p:nvPr>
        </p:nvSpPr>
        <p:spPr>
          <a:xfrm>
            <a:off x="468312" y="-411162"/>
            <a:ext cx="9066212" cy="1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lang="en-US" sz="47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Testing Facts</a:t>
            </a:r>
            <a:endParaRPr/>
          </a:p>
        </p:txBody>
      </p:sp>
      <p:sp>
        <p:nvSpPr>
          <p:cNvPr id="292" name="Google Shape;292;p31"/>
          <p:cNvSpPr txBox="1">
            <a:spLocks noGrp="1"/>
          </p:cNvSpPr>
          <p:nvPr>
            <p:ph type="body" idx="1"/>
          </p:nvPr>
        </p:nvSpPr>
        <p:spPr>
          <a:xfrm>
            <a:off x="163512" y="1265237"/>
            <a:ext cx="9917112" cy="584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40"/>
              <a:buFont typeface="Noto Sans Symbols"/>
              <a:buChar char="⚫"/>
            </a:pPr>
            <a:r>
              <a:rPr lang="en-US" sz="4300" b="0" i="0" u="none" strike="noStrike" cap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Consumes largest effort among all phases</a:t>
            </a:r>
            <a:endParaRPr/>
          </a:p>
          <a:p>
            <a:pPr marL="704850" marR="0" lvl="1" indent="-261937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900"/>
              <a:buFont typeface="Verdana"/>
              <a:buChar char="◦"/>
            </a:pPr>
            <a:r>
              <a:rPr lang="en-US" sz="39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Largest manpower among all other development roles</a:t>
            </a:r>
            <a:endParaRPr/>
          </a:p>
          <a:p>
            <a:pPr marL="704850" marR="0" lvl="1" indent="-261937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900"/>
              <a:buFont typeface="Verdana"/>
              <a:buChar char="◦"/>
            </a:pPr>
            <a:r>
              <a:rPr lang="en-US" sz="39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Implies more job opportunities</a:t>
            </a:r>
            <a:endParaRPr/>
          </a:p>
          <a:p>
            <a:pPr marL="401637" marR="0" lvl="0" indent="-311148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440"/>
              <a:buFont typeface="Noto Sans Symbols"/>
              <a:buChar char="⚫"/>
            </a:pPr>
            <a:r>
              <a:rPr lang="en-US" sz="4300" b="0" i="0" u="none" strike="noStrike" cap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About 50% development effort</a:t>
            </a:r>
            <a:endParaRPr/>
          </a:p>
          <a:p>
            <a:pPr marL="704850" marR="0" lvl="1" indent="-261937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900"/>
              <a:buFont typeface="Verdana"/>
              <a:buChar char="◦"/>
            </a:pPr>
            <a:r>
              <a:rPr lang="en-US" sz="39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But 10% of development time?</a:t>
            </a:r>
            <a:endParaRPr/>
          </a:p>
          <a:p>
            <a:pPr marL="704850" marR="0" lvl="1" indent="-261937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900"/>
              <a:buFont typeface="Verdana"/>
              <a:buChar char="◦"/>
            </a:pPr>
            <a:r>
              <a:rPr lang="en-US" sz="39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How?</a:t>
            </a:r>
            <a:endParaRPr/>
          </a:p>
        </p:txBody>
      </p:sp>
      <p:sp>
        <p:nvSpPr>
          <p:cNvPr id="293" name="Google Shape;293;p31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"/>
          <p:cNvSpPr txBox="1">
            <a:spLocks noGrp="1"/>
          </p:cNvSpPr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lang="en-US" sz="47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Testing Facts</a:t>
            </a:r>
            <a:endParaRPr/>
          </a:p>
        </p:txBody>
      </p:sp>
      <p:sp>
        <p:nvSpPr>
          <p:cNvPr id="299" name="Google Shape;299;p32"/>
          <p:cNvSpPr txBox="1">
            <a:spLocks noGrp="1"/>
          </p:cNvSpPr>
          <p:nvPr>
            <p:ph type="body" idx="1"/>
          </p:nvPr>
        </p:nvSpPr>
        <p:spPr>
          <a:xfrm>
            <a:off x="228600" y="1646237"/>
            <a:ext cx="9764712" cy="5349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60"/>
              <a:buFont typeface="Noto Sans Symbols"/>
              <a:buChar char="⚫"/>
            </a:pPr>
            <a:r>
              <a:rPr lang="en-US" sz="47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Testing is getting more complex and sophisticated every year.</a:t>
            </a:r>
            <a:endParaRPr/>
          </a:p>
          <a:p>
            <a:pPr marL="704850" marR="0" lvl="1" indent="-27305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Verdana"/>
              <a:buChar char="◦"/>
            </a:pPr>
            <a:r>
              <a:rPr lang="en-US" sz="4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Larger and more complex programs</a:t>
            </a:r>
            <a:endParaRPr/>
          </a:p>
          <a:p>
            <a:pPr marL="704850" marR="0" lvl="1" indent="-27305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Verdana"/>
              <a:buChar char="◦"/>
            </a:pPr>
            <a:r>
              <a:rPr lang="en-US" sz="4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Newer programming paradigms</a:t>
            </a:r>
            <a:endParaRPr/>
          </a:p>
          <a:p>
            <a:pPr marL="401638" marR="0" lvl="0" indent="-92709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3440"/>
              <a:buFont typeface="Noto Sans Symbols"/>
              <a:buNone/>
            </a:pPr>
            <a:endParaRPr sz="43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0" name="Google Shape;300;p32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05300" y="-1672331"/>
            <a:ext cx="18158284" cy="10511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8153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3"/>
          <p:cNvSpPr txBox="1">
            <a:spLocks noGrp="1"/>
          </p:cNvSpPr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5000"/>
              <a:buFont typeface="Gill Sans"/>
              <a:buNone/>
            </a:pPr>
            <a:r>
              <a:rPr lang="en-US" sz="5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Overview of Testing Activities</a:t>
            </a:r>
            <a:endParaRPr/>
          </a:p>
        </p:txBody>
      </p:sp>
      <p:sp>
        <p:nvSpPr>
          <p:cNvPr id="306" name="Google Shape;306;p33"/>
          <p:cNvSpPr txBox="1">
            <a:spLocks noGrp="1"/>
          </p:cNvSpPr>
          <p:nvPr>
            <p:ph type="body" idx="1"/>
          </p:nvPr>
        </p:nvSpPr>
        <p:spPr>
          <a:xfrm>
            <a:off x="739775" y="1893887"/>
            <a:ext cx="8601075" cy="508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840"/>
              <a:buFont typeface="Noto Sans Symbols"/>
              <a:buChar char="⚫"/>
            </a:pPr>
            <a:r>
              <a:rPr lang="en-US" sz="4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Test Suite Design</a:t>
            </a:r>
            <a:endParaRPr/>
          </a:p>
          <a:p>
            <a:pPr marL="401637" marR="0" lvl="0" indent="-311148" algn="l" rtl="0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accent1"/>
              </a:buClr>
              <a:buSzPts val="3840"/>
              <a:buFont typeface="Noto Sans Symbols"/>
              <a:buChar char="⚫"/>
            </a:pPr>
            <a:r>
              <a:rPr lang="en-US" sz="4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Run test cases and observe results to detect failures.</a:t>
            </a:r>
            <a:endParaRPr/>
          </a:p>
          <a:p>
            <a:pPr marL="401637" marR="0" lvl="0" indent="-311148" algn="l" rtl="0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accent1"/>
              </a:buClr>
              <a:buSzPts val="3840"/>
              <a:buFont typeface="Noto Sans Symbols"/>
              <a:buChar char="⚫"/>
            </a:pPr>
            <a:r>
              <a:rPr lang="en-US" sz="4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Debug to locate errors</a:t>
            </a:r>
            <a:endParaRPr/>
          </a:p>
          <a:p>
            <a:pPr marL="401637" marR="0" lvl="0" indent="-311148" algn="l" rtl="0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accent1"/>
              </a:buClr>
              <a:buSzPts val="3840"/>
              <a:buFont typeface="Noto Sans Symbols"/>
              <a:buChar char="⚫"/>
            </a:pPr>
            <a:r>
              <a:rPr lang="en-US" sz="4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Correct errors.</a:t>
            </a:r>
            <a:endParaRPr/>
          </a:p>
        </p:txBody>
      </p:sp>
      <p:sp>
        <p:nvSpPr>
          <p:cNvPr id="307" name="Google Shape;307;p33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"/>
          <p:cNvSpPr txBox="1">
            <a:spLocks noGrp="1"/>
          </p:cNvSpPr>
          <p:nvPr>
            <p:ph type="title"/>
          </p:nvPr>
        </p:nvSpPr>
        <p:spPr>
          <a:xfrm>
            <a:off x="504825" y="-47625"/>
            <a:ext cx="9064625" cy="195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5500"/>
              <a:buFont typeface="Gill Sans"/>
              <a:buNone/>
            </a:pPr>
            <a:r>
              <a:rPr lang="en-US" sz="55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Error, Faults, and Failures</a:t>
            </a:r>
            <a:endParaRPr/>
          </a:p>
        </p:txBody>
      </p:sp>
      <p:sp>
        <p:nvSpPr>
          <p:cNvPr id="314" name="Google Shape;314;p34"/>
          <p:cNvSpPr txBox="1">
            <a:spLocks noGrp="1"/>
          </p:cNvSpPr>
          <p:nvPr>
            <p:ph type="body" idx="1"/>
          </p:nvPr>
        </p:nvSpPr>
        <p:spPr>
          <a:xfrm>
            <a:off x="450850" y="1828800"/>
            <a:ext cx="9009062" cy="4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342900" marR="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840"/>
              <a:buFont typeface="Noto Sans Symbols"/>
              <a:buChar char="⚫"/>
            </a:pPr>
            <a:r>
              <a:rPr lang="en-US" sz="4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failure is a manifestation of an  error (also defect or  bug).</a:t>
            </a:r>
            <a:endParaRPr/>
          </a:p>
          <a:p>
            <a:pPr marL="742950" marR="0" lvl="1" indent="-285750" algn="l" rtl="0">
              <a:lnSpc>
                <a:spcPct val="110000"/>
              </a:lnSpc>
              <a:spcBef>
                <a:spcPts val="915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lang="en-US" sz="40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Mere presence of an</a:t>
            </a:r>
            <a:r>
              <a:rPr lang="en-US" sz="45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40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error may</a:t>
            </a:r>
            <a:r>
              <a:rPr lang="en-US" sz="45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40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not lead to a</a:t>
            </a:r>
            <a:r>
              <a:rPr lang="en-US" sz="45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40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failure.</a:t>
            </a:r>
            <a:r>
              <a:rPr lang="en-US"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315" name="Google Shape;315;p34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5"/>
          <p:cNvSpPr txBox="1">
            <a:spLocks noGrp="1"/>
          </p:cNvSpPr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lang="en-US" sz="47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Pesticide Effect</a:t>
            </a:r>
            <a:endParaRPr/>
          </a:p>
        </p:txBody>
      </p:sp>
      <p:sp>
        <p:nvSpPr>
          <p:cNvPr id="321" name="Google Shape;321;p35"/>
          <p:cNvSpPr txBox="1">
            <a:spLocks noGrp="1"/>
          </p:cNvSpPr>
          <p:nvPr>
            <p:ph type="body" idx="1"/>
          </p:nvPr>
        </p:nvSpPr>
        <p:spPr>
          <a:xfrm>
            <a:off x="317500" y="1417637"/>
            <a:ext cx="9523412" cy="569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</a:pPr>
            <a:r>
              <a:rPr lang="en-US" sz="35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Errors that escape a fault detection technique:</a:t>
            </a:r>
            <a:endParaRPr/>
          </a:p>
          <a:p>
            <a:pPr marL="704850" marR="0" lvl="1" indent="-261937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</a:pPr>
            <a:r>
              <a:rPr lang="en-US" sz="3100" b="0" i="0" u="none" strike="noStrike" cap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Can not be detected by further applications of that technique.</a:t>
            </a:r>
            <a:endParaRPr/>
          </a:p>
        </p:txBody>
      </p:sp>
      <p:sp>
        <p:nvSpPr>
          <p:cNvPr id="322" name="Google Shape;322;p35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/>
          </a:p>
        </p:txBody>
      </p:sp>
      <p:sp>
        <p:nvSpPr>
          <p:cNvPr id="323" name="Google Shape;323;p35"/>
          <p:cNvSpPr txBox="1"/>
          <p:nvPr/>
        </p:nvSpPr>
        <p:spPr>
          <a:xfrm>
            <a:off x="1306512" y="4618037"/>
            <a:ext cx="381000" cy="1828800"/>
          </a:xfrm>
          <a:prstGeom prst="rect">
            <a:avLst/>
          </a:prstGeom>
          <a:solidFill>
            <a:srgbClr val="00B8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24" name="Google Shape;324;p35"/>
          <p:cNvSpPr txBox="1"/>
          <p:nvPr/>
        </p:nvSpPr>
        <p:spPr>
          <a:xfrm>
            <a:off x="3135312" y="4694237"/>
            <a:ext cx="304800" cy="1752600"/>
          </a:xfrm>
          <a:prstGeom prst="rect">
            <a:avLst/>
          </a:prstGeom>
          <a:solidFill>
            <a:srgbClr val="00B8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25" name="Google Shape;325;p35"/>
          <p:cNvSpPr txBox="1"/>
          <p:nvPr/>
        </p:nvSpPr>
        <p:spPr>
          <a:xfrm>
            <a:off x="6564312" y="4694237"/>
            <a:ext cx="228600" cy="1828800"/>
          </a:xfrm>
          <a:prstGeom prst="rect">
            <a:avLst/>
          </a:prstGeom>
          <a:solidFill>
            <a:srgbClr val="00B8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26" name="Google Shape;326;p35"/>
          <p:cNvSpPr/>
          <p:nvPr/>
        </p:nvSpPr>
        <p:spPr>
          <a:xfrm>
            <a:off x="239712" y="5456237"/>
            <a:ext cx="10668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6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27" name="Google Shape;327;p35"/>
          <p:cNvSpPr/>
          <p:nvPr/>
        </p:nvSpPr>
        <p:spPr>
          <a:xfrm>
            <a:off x="1916112" y="5303837"/>
            <a:ext cx="152400" cy="228600"/>
          </a:xfrm>
          <a:prstGeom prst="ellipse">
            <a:avLst/>
          </a:prstGeom>
          <a:solidFill>
            <a:srgbClr val="0000CC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28" name="Google Shape;328;p35"/>
          <p:cNvSpPr/>
          <p:nvPr/>
        </p:nvSpPr>
        <p:spPr>
          <a:xfrm>
            <a:off x="2068512" y="5456237"/>
            <a:ext cx="152400" cy="228600"/>
          </a:xfrm>
          <a:prstGeom prst="ellipse">
            <a:avLst/>
          </a:prstGeom>
          <a:solidFill>
            <a:srgbClr val="0000CC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29" name="Google Shape;329;p35"/>
          <p:cNvSpPr/>
          <p:nvPr/>
        </p:nvSpPr>
        <p:spPr>
          <a:xfrm>
            <a:off x="2220912" y="5608637"/>
            <a:ext cx="152400" cy="228600"/>
          </a:xfrm>
          <a:prstGeom prst="ellipse">
            <a:avLst/>
          </a:prstGeom>
          <a:solidFill>
            <a:srgbClr val="0000CC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30" name="Google Shape;330;p35"/>
          <p:cNvSpPr/>
          <p:nvPr/>
        </p:nvSpPr>
        <p:spPr>
          <a:xfrm>
            <a:off x="1916112" y="5380037"/>
            <a:ext cx="152400" cy="228600"/>
          </a:xfrm>
          <a:prstGeom prst="ellipse">
            <a:avLst/>
          </a:prstGeom>
          <a:solidFill>
            <a:srgbClr val="66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31" name="Google Shape;331;p35"/>
          <p:cNvSpPr/>
          <p:nvPr/>
        </p:nvSpPr>
        <p:spPr>
          <a:xfrm>
            <a:off x="1839912" y="5837237"/>
            <a:ext cx="152400" cy="228600"/>
          </a:xfrm>
          <a:prstGeom prst="ellipse">
            <a:avLst/>
          </a:prstGeom>
          <a:solidFill>
            <a:srgbClr val="66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32" name="Google Shape;332;p35"/>
          <p:cNvSpPr/>
          <p:nvPr/>
        </p:nvSpPr>
        <p:spPr>
          <a:xfrm>
            <a:off x="1992312" y="5989637"/>
            <a:ext cx="152400" cy="228600"/>
          </a:xfrm>
          <a:prstGeom prst="ellipse">
            <a:avLst/>
          </a:prstGeom>
          <a:solidFill>
            <a:srgbClr val="66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33" name="Google Shape;333;p35"/>
          <p:cNvSpPr/>
          <p:nvPr/>
        </p:nvSpPr>
        <p:spPr>
          <a:xfrm>
            <a:off x="2144712" y="5837237"/>
            <a:ext cx="152400" cy="2286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34" name="Google Shape;334;p35"/>
          <p:cNvSpPr/>
          <p:nvPr/>
        </p:nvSpPr>
        <p:spPr>
          <a:xfrm>
            <a:off x="2297112" y="5989637"/>
            <a:ext cx="152400" cy="2286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35" name="Google Shape;335;p35"/>
          <p:cNvSpPr/>
          <p:nvPr/>
        </p:nvSpPr>
        <p:spPr>
          <a:xfrm>
            <a:off x="2449512" y="6142037"/>
            <a:ext cx="152400" cy="2286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36" name="Google Shape;336;p35"/>
          <p:cNvSpPr/>
          <p:nvPr/>
        </p:nvSpPr>
        <p:spPr>
          <a:xfrm>
            <a:off x="2220912" y="4541837"/>
            <a:ext cx="152400" cy="228600"/>
          </a:xfrm>
          <a:prstGeom prst="ellipse">
            <a:avLst/>
          </a:prstGeom>
          <a:solidFill>
            <a:srgbClr val="0000CC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37" name="Google Shape;337;p35"/>
          <p:cNvSpPr/>
          <p:nvPr/>
        </p:nvSpPr>
        <p:spPr>
          <a:xfrm>
            <a:off x="2373312" y="4694237"/>
            <a:ext cx="152400" cy="228600"/>
          </a:xfrm>
          <a:prstGeom prst="ellipse">
            <a:avLst/>
          </a:prstGeom>
          <a:solidFill>
            <a:srgbClr val="0000CC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38" name="Google Shape;338;p35"/>
          <p:cNvSpPr/>
          <p:nvPr/>
        </p:nvSpPr>
        <p:spPr>
          <a:xfrm>
            <a:off x="2525712" y="4846637"/>
            <a:ext cx="152400" cy="228600"/>
          </a:xfrm>
          <a:prstGeom prst="ellipse">
            <a:avLst/>
          </a:prstGeom>
          <a:solidFill>
            <a:srgbClr val="0000CC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39" name="Google Shape;339;p35"/>
          <p:cNvSpPr/>
          <p:nvPr/>
        </p:nvSpPr>
        <p:spPr>
          <a:xfrm>
            <a:off x="1992312" y="4922837"/>
            <a:ext cx="152400" cy="228600"/>
          </a:xfrm>
          <a:prstGeom prst="ellipse">
            <a:avLst/>
          </a:prstGeom>
          <a:solidFill>
            <a:srgbClr val="66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40" name="Google Shape;340;p35"/>
          <p:cNvSpPr/>
          <p:nvPr/>
        </p:nvSpPr>
        <p:spPr>
          <a:xfrm>
            <a:off x="2144712" y="5075237"/>
            <a:ext cx="152400" cy="228600"/>
          </a:xfrm>
          <a:prstGeom prst="ellipse">
            <a:avLst/>
          </a:prstGeom>
          <a:solidFill>
            <a:srgbClr val="66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41" name="Google Shape;341;p35"/>
          <p:cNvSpPr/>
          <p:nvPr/>
        </p:nvSpPr>
        <p:spPr>
          <a:xfrm>
            <a:off x="2297112" y="5227637"/>
            <a:ext cx="152400" cy="228600"/>
          </a:xfrm>
          <a:prstGeom prst="ellipse">
            <a:avLst/>
          </a:prstGeom>
          <a:solidFill>
            <a:srgbClr val="66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42" name="Google Shape;342;p35"/>
          <p:cNvSpPr/>
          <p:nvPr/>
        </p:nvSpPr>
        <p:spPr>
          <a:xfrm>
            <a:off x="2449512" y="5075237"/>
            <a:ext cx="152400" cy="2286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43" name="Google Shape;343;p35"/>
          <p:cNvSpPr/>
          <p:nvPr/>
        </p:nvSpPr>
        <p:spPr>
          <a:xfrm>
            <a:off x="2601912" y="5227637"/>
            <a:ext cx="152400" cy="2286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44" name="Google Shape;344;p35"/>
          <p:cNvSpPr/>
          <p:nvPr/>
        </p:nvSpPr>
        <p:spPr>
          <a:xfrm>
            <a:off x="2754312" y="5380037"/>
            <a:ext cx="152400" cy="2286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45" name="Google Shape;345;p35"/>
          <p:cNvSpPr/>
          <p:nvPr/>
        </p:nvSpPr>
        <p:spPr>
          <a:xfrm>
            <a:off x="3516312" y="6065837"/>
            <a:ext cx="152400" cy="2286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46" name="Google Shape;346;p35"/>
          <p:cNvSpPr/>
          <p:nvPr/>
        </p:nvSpPr>
        <p:spPr>
          <a:xfrm>
            <a:off x="3973512" y="5608637"/>
            <a:ext cx="152400" cy="228600"/>
          </a:xfrm>
          <a:prstGeom prst="ellipse">
            <a:avLst/>
          </a:prstGeom>
          <a:solidFill>
            <a:srgbClr val="0000CC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47" name="Google Shape;347;p35"/>
          <p:cNvSpPr/>
          <p:nvPr/>
        </p:nvSpPr>
        <p:spPr>
          <a:xfrm>
            <a:off x="3668712" y="5380037"/>
            <a:ext cx="152400" cy="228600"/>
          </a:xfrm>
          <a:prstGeom prst="ellipse">
            <a:avLst/>
          </a:prstGeom>
          <a:solidFill>
            <a:srgbClr val="66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48" name="Google Shape;348;p35"/>
          <p:cNvSpPr/>
          <p:nvPr/>
        </p:nvSpPr>
        <p:spPr>
          <a:xfrm>
            <a:off x="3592512" y="5837237"/>
            <a:ext cx="152400" cy="228600"/>
          </a:xfrm>
          <a:prstGeom prst="ellipse">
            <a:avLst/>
          </a:prstGeom>
          <a:solidFill>
            <a:srgbClr val="66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49" name="Google Shape;349;p35"/>
          <p:cNvSpPr/>
          <p:nvPr/>
        </p:nvSpPr>
        <p:spPr>
          <a:xfrm>
            <a:off x="4049712" y="5989637"/>
            <a:ext cx="152400" cy="2286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50" name="Google Shape;350;p35"/>
          <p:cNvSpPr/>
          <p:nvPr/>
        </p:nvSpPr>
        <p:spPr>
          <a:xfrm>
            <a:off x="4125912" y="4694237"/>
            <a:ext cx="152400" cy="228600"/>
          </a:xfrm>
          <a:prstGeom prst="ellipse">
            <a:avLst/>
          </a:prstGeom>
          <a:solidFill>
            <a:srgbClr val="0000CC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51" name="Google Shape;351;p35"/>
          <p:cNvSpPr/>
          <p:nvPr/>
        </p:nvSpPr>
        <p:spPr>
          <a:xfrm>
            <a:off x="4202112" y="5075237"/>
            <a:ext cx="152400" cy="2286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52" name="Google Shape;352;p35"/>
          <p:cNvSpPr/>
          <p:nvPr/>
        </p:nvSpPr>
        <p:spPr>
          <a:xfrm>
            <a:off x="3744912" y="4922837"/>
            <a:ext cx="152400" cy="30480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FF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53" name="Google Shape;353;p35"/>
          <p:cNvSpPr/>
          <p:nvPr/>
        </p:nvSpPr>
        <p:spPr>
          <a:xfrm>
            <a:off x="4202112" y="5380037"/>
            <a:ext cx="152400" cy="30480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FF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54" name="Google Shape;354;p35"/>
          <p:cNvSpPr/>
          <p:nvPr/>
        </p:nvSpPr>
        <p:spPr>
          <a:xfrm>
            <a:off x="4354512" y="5913437"/>
            <a:ext cx="152400" cy="30480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FF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55" name="Google Shape;355;p35"/>
          <p:cNvSpPr/>
          <p:nvPr/>
        </p:nvSpPr>
        <p:spPr>
          <a:xfrm>
            <a:off x="4506912" y="5075237"/>
            <a:ext cx="152400" cy="30480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FF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56" name="Google Shape;356;p35"/>
          <p:cNvSpPr txBox="1"/>
          <p:nvPr/>
        </p:nvSpPr>
        <p:spPr>
          <a:xfrm>
            <a:off x="4735512" y="4694237"/>
            <a:ext cx="228600" cy="1828800"/>
          </a:xfrm>
          <a:prstGeom prst="rect">
            <a:avLst/>
          </a:prstGeom>
          <a:solidFill>
            <a:srgbClr val="00B8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57" name="Google Shape;357;p35"/>
          <p:cNvSpPr/>
          <p:nvPr/>
        </p:nvSpPr>
        <p:spPr>
          <a:xfrm>
            <a:off x="4125912" y="6523037"/>
            <a:ext cx="381000" cy="4572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35"/>
          <p:cNvSpPr txBox="1"/>
          <p:nvPr/>
        </p:nvSpPr>
        <p:spPr>
          <a:xfrm rot="5400000">
            <a:off x="4135425" y="6704000"/>
            <a:ext cx="3619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59" name="Google Shape;359;p35"/>
          <p:cNvSpPr/>
          <p:nvPr/>
        </p:nvSpPr>
        <p:spPr>
          <a:xfrm>
            <a:off x="3821112" y="6980237"/>
            <a:ext cx="152400" cy="30480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FF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60" name="Google Shape;360;p35"/>
          <p:cNvSpPr/>
          <p:nvPr/>
        </p:nvSpPr>
        <p:spPr>
          <a:xfrm>
            <a:off x="4278312" y="7254875"/>
            <a:ext cx="152400" cy="30480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FF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4583112" y="7056437"/>
            <a:ext cx="152400" cy="30480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FF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6"/>
          <p:cNvSpPr txBox="1">
            <a:spLocks noGrp="1"/>
          </p:cNvSpPr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lang="en-US" sz="47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Pesticide Effect</a:t>
            </a:r>
            <a:endParaRPr/>
          </a:p>
        </p:txBody>
      </p:sp>
      <p:sp>
        <p:nvSpPr>
          <p:cNvPr id="367" name="Google Shape;367;p36"/>
          <p:cNvSpPr txBox="1">
            <a:spLocks noGrp="1"/>
          </p:cNvSpPr>
          <p:nvPr>
            <p:ph type="body" idx="1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40"/>
              <a:buFont typeface="Noto Sans Symbols"/>
              <a:buChar char="⚫"/>
            </a:pPr>
            <a:r>
              <a:rPr lang="en-US" sz="43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Assume we use 4 fault detection techniques and 1000 bugs:</a:t>
            </a:r>
            <a:endParaRPr/>
          </a:p>
          <a:p>
            <a:pPr marL="704850" marR="0" lvl="1" indent="-261937" algn="l" rtl="0">
              <a:lnSpc>
                <a:spcPct val="110000"/>
              </a:lnSpc>
              <a:spcBef>
                <a:spcPts val="605"/>
              </a:spcBef>
              <a:spcAft>
                <a:spcPts val="0"/>
              </a:spcAft>
              <a:buClr>
                <a:schemeClr val="accent1"/>
              </a:buClr>
              <a:buSzPts val="3900"/>
              <a:buFont typeface="Verdana"/>
              <a:buChar char="◦"/>
            </a:pPr>
            <a:r>
              <a:rPr lang="en-US" sz="39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Each detects only 70% bugs</a:t>
            </a:r>
            <a:endParaRPr/>
          </a:p>
          <a:p>
            <a:pPr marL="704850" marR="0" lvl="1" indent="-261937" algn="l" rtl="0">
              <a:lnSpc>
                <a:spcPct val="110000"/>
              </a:lnSpc>
              <a:spcBef>
                <a:spcPts val="585"/>
              </a:spcBef>
              <a:spcAft>
                <a:spcPts val="0"/>
              </a:spcAft>
              <a:buClr>
                <a:schemeClr val="accent1"/>
              </a:buClr>
              <a:buSzPts val="3900"/>
              <a:buFont typeface="Verdana"/>
              <a:buChar char="◦"/>
            </a:pPr>
            <a:r>
              <a:rPr lang="en-US" sz="39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How many bugs would remain</a:t>
            </a:r>
            <a:endParaRPr/>
          </a:p>
          <a:p>
            <a:pPr marL="704850" marR="0" lvl="1" indent="-261937" algn="l" rtl="0">
              <a:lnSpc>
                <a:spcPct val="110000"/>
              </a:lnSpc>
              <a:spcBef>
                <a:spcPts val="585"/>
              </a:spcBef>
              <a:spcAft>
                <a:spcPts val="0"/>
              </a:spcAft>
              <a:buClr>
                <a:schemeClr val="accent1"/>
              </a:buClr>
              <a:buSzPts val="3900"/>
              <a:buFont typeface="Verdana"/>
              <a:buChar char="◦"/>
            </a:pPr>
            <a:r>
              <a:rPr lang="en-US" sz="3900" b="0" i="0" u="none" strike="noStrike" cap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1000*(0.3)</a:t>
            </a:r>
            <a:r>
              <a:rPr lang="en-US" sz="3900" b="0" i="0" u="none" strike="noStrike" cap="none" baseline="30000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4</a:t>
            </a:r>
            <a:r>
              <a:rPr lang="en-US" sz="3900" b="0" i="0" u="none" strike="noStrike" cap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=81 bugs</a:t>
            </a:r>
            <a:endParaRPr/>
          </a:p>
          <a:p>
            <a:pPr marL="401638" marR="0" lvl="0" indent="-113029" algn="l" rtl="0">
              <a:spcBef>
                <a:spcPts val="858"/>
              </a:spcBef>
              <a:spcAft>
                <a:spcPts val="0"/>
              </a:spcAft>
              <a:buClr>
                <a:schemeClr val="accent1"/>
              </a:buClr>
              <a:buSzPts val="3120"/>
              <a:buFont typeface="Noto Sans Symbols"/>
              <a:buNone/>
            </a:pPr>
            <a:endParaRPr sz="3900" b="0" i="0" u="none" strike="noStrike" cap="none">
              <a:solidFill>
                <a:srgbClr val="0000CC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8" name="Google Shape;368;p36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>
            <a:spLocks noGrp="1"/>
          </p:cNvSpPr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lang="en-US" sz="47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Fault Model</a:t>
            </a:r>
            <a:endParaRPr/>
          </a:p>
        </p:txBody>
      </p:sp>
      <p:sp>
        <p:nvSpPr>
          <p:cNvPr id="374" name="Google Shape;374;p37"/>
          <p:cNvSpPr txBox="1">
            <a:spLocks noGrp="1"/>
          </p:cNvSpPr>
          <p:nvPr>
            <p:ph type="body" idx="1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40"/>
              <a:buFont typeface="Noto Sans Symbols"/>
              <a:buChar char="⚫"/>
            </a:pPr>
            <a:r>
              <a:rPr lang="en-US" sz="4300" b="0" i="0" u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Types of faults possible in a program.</a:t>
            </a:r>
            <a:endParaRPr/>
          </a:p>
          <a:p>
            <a:pPr marL="401637" marR="0" lvl="0" indent="-311148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440"/>
              <a:buFont typeface="Noto Sans Symbols"/>
              <a:buChar char="⚫"/>
            </a:pPr>
            <a:r>
              <a:rPr lang="en-US" sz="43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Some types can be ruled out</a:t>
            </a:r>
            <a:endParaRPr/>
          </a:p>
          <a:p>
            <a:pPr marL="704850" marR="0" lvl="1" indent="-261937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900"/>
              <a:buFont typeface="Verdana"/>
              <a:buChar char="◦"/>
            </a:pPr>
            <a:r>
              <a:rPr lang="en-US" sz="39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Concurrency related-problems in a sequential program</a:t>
            </a:r>
            <a:endParaRPr/>
          </a:p>
        </p:txBody>
      </p:sp>
      <p:sp>
        <p:nvSpPr>
          <p:cNvPr id="375" name="Google Shape;375;p37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8"/>
          <p:cNvSpPr txBox="1">
            <a:spLocks noGrp="1"/>
          </p:cNvSpPr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lang="en-US" sz="49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Fault Model of an OO Program</a:t>
            </a:r>
            <a:endParaRPr/>
          </a:p>
        </p:txBody>
      </p:sp>
      <p:sp>
        <p:nvSpPr>
          <p:cNvPr id="381" name="Google Shape;381;p38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/>
          </a:p>
        </p:txBody>
      </p:sp>
      <p:sp>
        <p:nvSpPr>
          <p:cNvPr id="382" name="Google Shape;382;p38"/>
          <p:cNvSpPr txBox="1"/>
          <p:nvPr/>
        </p:nvSpPr>
        <p:spPr>
          <a:xfrm>
            <a:off x="3440112" y="1951037"/>
            <a:ext cx="21336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Comic Sans MS"/>
              <a:buNone/>
            </a:pPr>
            <a:r>
              <a:rPr lang="en-US" sz="2400" b="1" i="0" u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OO Faults</a:t>
            </a:r>
            <a:endParaRPr/>
          </a:p>
        </p:txBody>
      </p:sp>
      <p:sp>
        <p:nvSpPr>
          <p:cNvPr id="383" name="Google Shape;383;p38"/>
          <p:cNvSpPr txBox="1"/>
          <p:nvPr/>
        </p:nvSpPr>
        <p:spPr>
          <a:xfrm>
            <a:off x="1077912" y="2636837"/>
            <a:ext cx="2133600" cy="63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Comic Sans MS"/>
              <a:buNone/>
            </a:pPr>
            <a:r>
              <a:rPr lang="en-US" sz="2400" b="1" i="0" u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Structural  Faults</a:t>
            </a:r>
            <a:endParaRPr/>
          </a:p>
        </p:txBody>
      </p:sp>
      <p:sp>
        <p:nvSpPr>
          <p:cNvPr id="384" name="Google Shape;384;p38"/>
          <p:cNvSpPr txBox="1"/>
          <p:nvPr/>
        </p:nvSpPr>
        <p:spPr>
          <a:xfrm>
            <a:off x="6411912" y="2636837"/>
            <a:ext cx="2133600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Comic Sans MS"/>
              <a:buNone/>
            </a:pPr>
            <a:r>
              <a:rPr lang="en-US" sz="2400" b="1" i="0" u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Algorithmic  Faults</a:t>
            </a:r>
            <a:endParaRPr/>
          </a:p>
        </p:txBody>
      </p:sp>
      <p:sp>
        <p:nvSpPr>
          <p:cNvPr id="385" name="Google Shape;385;p38"/>
          <p:cNvSpPr txBox="1"/>
          <p:nvPr/>
        </p:nvSpPr>
        <p:spPr>
          <a:xfrm>
            <a:off x="-141287" y="3986212"/>
            <a:ext cx="2133600" cy="63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Comic Sans MS"/>
              <a:buNone/>
            </a:pPr>
            <a:r>
              <a:rPr lang="en-US" sz="2400" b="1" i="0" u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Procedural  Faults</a:t>
            </a:r>
            <a:endParaRPr/>
          </a:p>
        </p:txBody>
      </p:sp>
      <p:sp>
        <p:nvSpPr>
          <p:cNvPr id="386" name="Google Shape;386;p38"/>
          <p:cNvSpPr txBox="1"/>
          <p:nvPr/>
        </p:nvSpPr>
        <p:spPr>
          <a:xfrm>
            <a:off x="1763712" y="3986212"/>
            <a:ext cx="2133600" cy="63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Comic Sans MS"/>
              <a:buNone/>
            </a:pPr>
            <a:r>
              <a:rPr lang="en-US" sz="2400" b="1" i="0" u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Traceability  Faults</a:t>
            </a:r>
            <a:endParaRPr/>
          </a:p>
        </p:txBody>
      </p:sp>
      <p:sp>
        <p:nvSpPr>
          <p:cNvPr id="387" name="Google Shape;387;p38"/>
          <p:cNvSpPr txBox="1"/>
          <p:nvPr/>
        </p:nvSpPr>
        <p:spPr>
          <a:xfrm>
            <a:off x="3287712" y="4008437"/>
            <a:ext cx="2133600" cy="63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Comic Sans MS"/>
              <a:buNone/>
            </a:pPr>
            <a:r>
              <a:rPr lang="en-US" sz="2400" b="1" i="0" u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OO</a:t>
            </a:r>
            <a:endParaRPr/>
          </a:p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Comic Sans MS"/>
              <a:buNone/>
            </a:pPr>
            <a:r>
              <a:rPr lang="en-US" sz="2400" b="1" i="0" u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  Faults</a:t>
            </a:r>
            <a:endParaRPr/>
          </a:p>
        </p:txBody>
      </p:sp>
      <p:sp>
        <p:nvSpPr>
          <p:cNvPr id="388" name="Google Shape;388;p38"/>
          <p:cNvSpPr txBox="1"/>
          <p:nvPr/>
        </p:nvSpPr>
        <p:spPr>
          <a:xfrm>
            <a:off x="5345112" y="3932237"/>
            <a:ext cx="2133600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Comic Sans MS"/>
              <a:buNone/>
            </a:pPr>
            <a:r>
              <a:rPr lang="en-US" sz="2400" b="1" i="0" u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Incorrect  Result</a:t>
            </a:r>
            <a:endParaRPr/>
          </a:p>
        </p:txBody>
      </p:sp>
      <p:sp>
        <p:nvSpPr>
          <p:cNvPr id="389" name="Google Shape;389;p38"/>
          <p:cNvSpPr txBox="1"/>
          <p:nvPr/>
        </p:nvSpPr>
        <p:spPr>
          <a:xfrm>
            <a:off x="7478712" y="3932237"/>
            <a:ext cx="2133600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Comic Sans MS"/>
              <a:buNone/>
            </a:pPr>
            <a:r>
              <a:rPr lang="en-US" sz="2400" b="1" i="0" u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Inadequate  Performance</a:t>
            </a:r>
            <a:endParaRPr/>
          </a:p>
        </p:txBody>
      </p:sp>
      <p:cxnSp>
        <p:nvCxnSpPr>
          <p:cNvPr id="390" name="Google Shape;390;p38"/>
          <p:cNvCxnSpPr/>
          <p:nvPr/>
        </p:nvCxnSpPr>
        <p:spPr>
          <a:xfrm>
            <a:off x="2373312" y="2408237"/>
            <a:ext cx="5029200" cy="0"/>
          </a:xfrm>
          <a:prstGeom prst="straightConnector1">
            <a:avLst/>
          </a:prstGeom>
          <a:noFill/>
          <a:ln w="76200" cap="flat" cmpd="sng">
            <a:solidFill>
              <a:srgbClr val="66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91" name="Google Shape;391;p38"/>
          <p:cNvCxnSpPr/>
          <p:nvPr/>
        </p:nvCxnSpPr>
        <p:spPr>
          <a:xfrm>
            <a:off x="2373312" y="2408237"/>
            <a:ext cx="0" cy="304800"/>
          </a:xfrm>
          <a:prstGeom prst="straightConnector1">
            <a:avLst/>
          </a:prstGeom>
          <a:noFill/>
          <a:ln w="76200" cap="flat" cmpd="sng">
            <a:solidFill>
              <a:srgbClr val="66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92" name="Google Shape;392;p38"/>
          <p:cNvCxnSpPr/>
          <p:nvPr/>
        </p:nvCxnSpPr>
        <p:spPr>
          <a:xfrm>
            <a:off x="7402512" y="2408237"/>
            <a:ext cx="0" cy="381000"/>
          </a:xfrm>
          <a:prstGeom prst="straightConnector1">
            <a:avLst/>
          </a:prstGeom>
          <a:noFill/>
          <a:ln w="76200" cap="flat" cmpd="sng">
            <a:solidFill>
              <a:srgbClr val="66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93" name="Google Shape;393;p38"/>
          <p:cNvCxnSpPr/>
          <p:nvPr/>
        </p:nvCxnSpPr>
        <p:spPr>
          <a:xfrm>
            <a:off x="4430712" y="2255837"/>
            <a:ext cx="0" cy="152400"/>
          </a:xfrm>
          <a:prstGeom prst="straightConnector1">
            <a:avLst/>
          </a:prstGeom>
          <a:noFill/>
          <a:ln w="76200" cap="flat" cmpd="sng">
            <a:solidFill>
              <a:srgbClr val="66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94" name="Google Shape;394;p38"/>
          <p:cNvCxnSpPr/>
          <p:nvPr/>
        </p:nvCxnSpPr>
        <p:spPr>
          <a:xfrm>
            <a:off x="773112" y="3627437"/>
            <a:ext cx="3505200" cy="0"/>
          </a:xfrm>
          <a:prstGeom prst="straightConnector1">
            <a:avLst/>
          </a:prstGeom>
          <a:noFill/>
          <a:ln w="76200" cap="flat" cmpd="sng">
            <a:solidFill>
              <a:srgbClr val="66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95" name="Google Shape;395;p38"/>
          <p:cNvCxnSpPr/>
          <p:nvPr/>
        </p:nvCxnSpPr>
        <p:spPr>
          <a:xfrm>
            <a:off x="2220912" y="3246437"/>
            <a:ext cx="0" cy="381000"/>
          </a:xfrm>
          <a:prstGeom prst="straightConnector1">
            <a:avLst/>
          </a:prstGeom>
          <a:noFill/>
          <a:ln w="76200" cap="flat" cmpd="sng">
            <a:solidFill>
              <a:srgbClr val="66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96" name="Google Shape;396;p38"/>
          <p:cNvCxnSpPr/>
          <p:nvPr/>
        </p:nvCxnSpPr>
        <p:spPr>
          <a:xfrm>
            <a:off x="773112" y="3627437"/>
            <a:ext cx="0" cy="381000"/>
          </a:xfrm>
          <a:prstGeom prst="straightConnector1">
            <a:avLst/>
          </a:prstGeom>
          <a:noFill/>
          <a:ln w="76200" cap="flat" cmpd="sng">
            <a:solidFill>
              <a:srgbClr val="66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97" name="Google Shape;397;p38"/>
          <p:cNvCxnSpPr/>
          <p:nvPr/>
        </p:nvCxnSpPr>
        <p:spPr>
          <a:xfrm>
            <a:off x="2601912" y="3627437"/>
            <a:ext cx="0" cy="381000"/>
          </a:xfrm>
          <a:prstGeom prst="straightConnector1">
            <a:avLst/>
          </a:prstGeom>
          <a:noFill/>
          <a:ln w="76200" cap="flat" cmpd="sng">
            <a:solidFill>
              <a:srgbClr val="66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98" name="Google Shape;398;p38"/>
          <p:cNvCxnSpPr/>
          <p:nvPr/>
        </p:nvCxnSpPr>
        <p:spPr>
          <a:xfrm>
            <a:off x="4278312" y="3627437"/>
            <a:ext cx="0" cy="381000"/>
          </a:xfrm>
          <a:prstGeom prst="straightConnector1">
            <a:avLst/>
          </a:prstGeom>
          <a:noFill/>
          <a:ln w="76200" cap="flat" cmpd="sng">
            <a:solidFill>
              <a:srgbClr val="66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99" name="Google Shape;399;p38"/>
          <p:cNvCxnSpPr/>
          <p:nvPr/>
        </p:nvCxnSpPr>
        <p:spPr>
          <a:xfrm>
            <a:off x="6030912" y="3627437"/>
            <a:ext cx="2438400" cy="0"/>
          </a:xfrm>
          <a:prstGeom prst="straightConnector1">
            <a:avLst/>
          </a:prstGeom>
          <a:noFill/>
          <a:ln w="76200" cap="flat" cmpd="sng">
            <a:solidFill>
              <a:srgbClr val="66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00" name="Google Shape;400;p38"/>
          <p:cNvCxnSpPr/>
          <p:nvPr/>
        </p:nvCxnSpPr>
        <p:spPr>
          <a:xfrm>
            <a:off x="7478712" y="3246437"/>
            <a:ext cx="0" cy="381000"/>
          </a:xfrm>
          <a:prstGeom prst="straightConnector1">
            <a:avLst/>
          </a:prstGeom>
          <a:noFill/>
          <a:ln w="76200" cap="flat" cmpd="sng">
            <a:solidFill>
              <a:srgbClr val="66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01" name="Google Shape;401;p38"/>
          <p:cNvCxnSpPr/>
          <p:nvPr/>
        </p:nvCxnSpPr>
        <p:spPr>
          <a:xfrm>
            <a:off x="6030912" y="3627437"/>
            <a:ext cx="0" cy="381000"/>
          </a:xfrm>
          <a:prstGeom prst="straightConnector1">
            <a:avLst/>
          </a:prstGeom>
          <a:noFill/>
          <a:ln w="76200" cap="flat" cmpd="sng">
            <a:solidFill>
              <a:srgbClr val="66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02" name="Google Shape;402;p38"/>
          <p:cNvCxnSpPr/>
          <p:nvPr/>
        </p:nvCxnSpPr>
        <p:spPr>
          <a:xfrm>
            <a:off x="8469312" y="3627437"/>
            <a:ext cx="0" cy="381000"/>
          </a:xfrm>
          <a:prstGeom prst="straightConnector1">
            <a:avLst/>
          </a:prstGeom>
          <a:noFill/>
          <a:ln w="76200" cap="flat" cmpd="sng">
            <a:solidFill>
              <a:srgbClr val="6600FF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9"/>
          <p:cNvSpPr txBox="1">
            <a:spLocks noGrp="1"/>
          </p:cNvSpPr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lang="en-US" sz="47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Hardware Fault-Model</a:t>
            </a:r>
            <a:endParaRPr/>
          </a:p>
        </p:txBody>
      </p:sp>
      <p:sp>
        <p:nvSpPr>
          <p:cNvPr id="408" name="Google Shape;408;p39"/>
          <p:cNvSpPr txBox="1">
            <a:spLocks noGrp="1"/>
          </p:cNvSpPr>
          <p:nvPr>
            <p:ph type="body" idx="1"/>
          </p:nvPr>
        </p:nvSpPr>
        <p:spPr>
          <a:xfrm>
            <a:off x="317500" y="1493837"/>
            <a:ext cx="9523412" cy="561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</a:pPr>
            <a:r>
              <a:rPr lang="en-US" sz="35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Simple:</a:t>
            </a:r>
            <a:endParaRPr/>
          </a:p>
          <a:p>
            <a:pPr marL="704850" marR="0" lvl="1" indent="-26193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</a:pPr>
            <a:r>
              <a:rPr lang="en-US" sz="3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Stuck-at 0</a:t>
            </a:r>
            <a:endParaRPr/>
          </a:p>
          <a:p>
            <a:pPr marL="704850" marR="0" lvl="1" indent="-26193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</a:pPr>
            <a:r>
              <a:rPr lang="en-US" sz="3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Stuck-at 1</a:t>
            </a:r>
            <a:endParaRPr/>
          </a:p>
          <a:p>
            <a:pPr marL="704850" marR="0" lvl="1" indent="-26193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</a:pPr>
            <a:r>
              <a:rPr lang="en-US" sz="3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Open circuit</a:t>
            </a:r>
            <a:endParaRPr/>
          </a:p>
          <a:p>
            <a:pPr marL="704850" marR="0" lvl="1" indent="-26193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</a:pPr>
            <a:r>
              <a:rPr lang="en-US" sz="3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Short circuit</a:t>
            </a:r>
            <a:endParaRPr/>
          </a:p>
          <a:p>
            <a:pPr marL="401637" marR="0" lvl="0" indent="-31114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</a:pPr>
            <a:r>
              <a:rPr lang="en-US" sz="35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Simple ways to test the presence of each</a:t>
            </a:r>
            <a:endParaRPr/>
          </a:p>
          <a:p>
            <a:pPr marL="401637" marR="0" lvl="0" indent="-31114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</a:pPr>
            <a:r>
              <a:rPr lang="en-US" sz="35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Hardware testing is fault-based testing</a:t>
            </a:r>
            <a:endParaRPr/>
          </a:p>
        </p:txBody>
      </p:sp>
      <p:sp>
        <p:nvSpPr>
          <p:cNvPr id="409" name="Google Shape;409;p39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0"/>
          <p:cNvSpPr txBox="1">
            <a:spLocks noGrp="1"/>
          </p:cNvSpPr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lang="en-US" sz="47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Software Testing</a:t>
            </a:r>
            <a:endParaRPr/>
          </a:p>
        </p:txBody>
      </p:sp>
      <p:sp>
        <p:nvSpPr>
          <p:cNvPr id="415" name="Google Shape;415;p40"/>
          <p:cNvSpPr txBox="1">
            <a:spLocks noGrp="1"/>
          </p:cNvSpPr>
          <p:nvPr>
            <p:ph type="body" idx="1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</a:pPr>
            <a:r>
              <a:rPr lang="en-US" sz="35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Each test case typically tries to establish correct working of some functionality</a:t>
            </a:r>
            <a:endParaRPr/>
          </a:p>
          <a:p>
            <a:pPr marL="704850" marR="0" lvl="1" indent="-261937" algn="l" rtl="0">
              <a:lnSpc>
                <a:spcPct val="110000"/>
              </a:lnSpc>
              <a:spcBef>
                <a:spcPts val="66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</a:pPr>
            <a:r>
              <a:rPr lang="en-US" sz="3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Executes (covers) some program elements</a:t>
            </a:r>
            <a:endParaRPr/>
          </a:p>
          <a:p>
            <a:pPr marL="704850" marR="0" lvl="1" indent="-261937" algn="l" rtl="0">
              <a:lnSpc>
                <a:spcPct val="110000"/>
              </a:lnSpc>
              <a:spcBef>
                <a:spcPts val="62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</a:pPr>
            <a:r>
              <a:rPr lang="en-US" sz="3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For restricted types of faults, fault-based testing exists.</a:t>
            </a:r>
            <a:endParaRPr/>
          </a:p>
        </p:txBody>
      </p:sp>
      <p:sp>
        <p:nvSpPr>
          <p:cNvPr id="416" name="Google Shape;416;p40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1"/>
          <p:cNvSpPr txBox="1">
            <a:spLocks noGrp="1"/>
          </p:cNvSpPr>
          <p:nvPr>
            <p:ph type="title"/>
          </p:nvPr>
        </p:nvSpPr>
        <p:spPr>
          <a:xfrm>
            <a:off x="504825" y="-47625"/>
            <a:ext cx="9064625" cy="195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lang="en-US" sz="49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Test Cases and Test Suites</a:t>
            </a:r>
            <a:endParaRPr/>
          </a:p>
        </p:txBody>
      </p:sp>
      <p:sp>
        <p:nvSpPr>
          <p:cNvPr id="423" name="Google Shape;423;p41"/>
          <p:cNvSpPr txBox="1">
            <a:spLocks noGrp="1"/>
          </p:cNvSpPr>
          <p:nvPr>
            <p:ph type="body" idx="1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60"/>
              <a:buFont typeface="Noto Sans Symbols"/>
              <a:buChar char="⚫"/>
            </a:pPr>
            <a:r>
              <a:rPr lang="en-US" sz="5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Test a software using a set of carefully designed test cases:</a:t>
            </a:r>
            <a:endParaRPr/>
          </a:p>
          <a:p>
            <a:pPr marL="742950" marR="0" lvl="1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Verdana"/>
              <a:buChar char="◦"/>
            </a:pPr>
            <a:r>
              <a:rPr lang="en-US" sz="48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T</a:t>
            </a:r>
            <a:r>
              <a:rPr lang="en-US" sz="53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he set of all test cases is </a:t>
            </a:r>
            <a:r>
              <a:rPr lang="en-US" sz="48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called the</a:t>
            </a:r>
            <a:r>
              <a:rPr lang="en-US" sz="53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48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test suite</a:t>
            </a:r>
            <a:r>
              <a:rPr lang="en-US" sz="4800" b="0" i="0" u="sng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424" name="Google Shape;424;p41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2"/>
          <p:cNvSpPr txBox="1">
            <a:spLocks noGrp="1"/>
          </p:cNvSpPr>
          <p:nvPr>
            <p:ph type="title"/>
          </p:nvPr>
        </p:nvSpPr>
        <p:spPr>
          <a:xfrm>
            <a:off x="504825" y="-47625"/>
            <a:ext cx="9064625" cy="195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lang="en-US" sz="49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Test Cases and Test Suites</a:t>
            </a:r>
            <a:endParaRPr/>
          </a:p>
        </p:txBody>
      </p:sp>
      <p:sp>
        <p:nvSpPr>
          <p:cNvPr id="431" name="Google Shape;431;p42"/>
          <p:cNvSpPr txBox="1">
            <a:spLocks noGrp="1"/>
          </p:cNvSpPr>
          <p:nvPr>
            <p:ph type="body" idx="1"/>
          </p:nvPr>
        </p:nvSpPr>
        <p:spPr>
          <a:xfrm>
            <a:off x="300037" y="1722437"/>
            <a:ext cx="9159875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342900" marR="0" lvl="0" indent="-3429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840"/>
              <a:buFont typeface="Noto Sans Symbols"/>
              <a:buChar char="⚫"/>
            </a:pPr>
            <a:r>
              <a:rPr lang="en-US" sz="4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</a:t>
            </a:r>
            <a:r>
              <a:rPr lang="en-US" sz="4800" b="0" i="0" u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test case</a:t>
            </a:r>
            <a:r>
              <a:rPr lang="en-US" sz="4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is a triplet [I,S,O]</a:t>
            </a:r>
            <a:endParaRPr/>
          </a:p>
          <a:p>
            <a:pPr marL="742950" marR="0" lvl="1" indent="-28575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Verdana"/>
              <a:buChar char="◦"/>
            </a:pPr>
            <a:r>
              <a:rPr lang="en-US" sz="4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 is the data to be input to the system, </a:t>
            </a:r>
            <a:endParaRPr/>
          </a:p>
          <a:p>
            <a:pPr marL="742950" marR="0" lvl="1" indent="-28575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Verdana"/>
              <a:buChar char="◦"/>
            </a:pPr>
            <a:r>
              <a:rPr lang="en-US" sz="4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 is the state of the system at which the data will be input,</a:t>
            </a:r>
            <a:endParaRPr/>
          </a:p>
          <a:p>
            <a:pPr marL="742950" marR="0" lvl="1" indent="-28575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Verdana"/>
              <a:buChar char="◦"/>
            </a:pPr>
            <a:r>
              <a:rPr lang="en-US" sz="4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 is the expected output of the system.</a:t>
            </a:r>
            <a:endParaRPr/>
          </a:p>
        </p:txBody>
      </p:sp>
      <p:sp>
        <p:nvSpPr>
          <p:cNvPr id="432" name="Google Shape;432;p42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3"/>
          <p:cNvSpPr txBox="1">
            <a:spLocks noGrp="1"/>
          </p:cNvSpPr>
          <p:nvPr>
            <p:ph type="title"/>
          </p:nvPr>
        </p:nvSpPr>
        <p:spPr>
          <a:xfrm>
            <a:off x="1154112" y="274637"/>
            <a:ext cx="8566150" cy="1277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lang="en-US" sz="49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Aim of Testing</a:t>
            </a:r>
            <a:endParaRPr/>
          </a:p>
        </p:txBody>
      </p:sp>
      <p:sp>
        <p:nvSpPr>
          <p:cNvPr id="439" name="Google Shape;439;p43"/>
          <p:cNvSpPr txBox="1">
            <a:spLocks noGrp="1"/>
          </p:cNvSpPr>
          <p:nvPr>
            <p:ph type="body" idx="1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01637" marR="0" lvl="0" indent="-3111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lang="en-US" sz="4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aim of testing  is to identify all defects in a software product.  </a:t>
            </a:r>
            <a:endParaRPr/>
          </a:p>
          <a:p>
            <a:pPr marL="401637" marR="0" lvl="0" indent="-311148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lang="en-US" sz="4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However, in practice even after thorough testing:</a:t>
            </a:r>
            <a:endParaRPr/>
          </a:p>
          <a:p>
            <a:pPr marL="704850" marR="0" lvl="1" indent="-261937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lang="en-US"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one cannot  guarantee that the software is error-free. </a:t>
            </a:r>
            <a:endParaRPr/>
          </a:p>
        </p:txBody>
      </p:sp>
      <p:sp>
        <p:nvSpPr>
          <p:cNvPr id="440" name="Google Shape;440;p43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</a:pPr>
            <a:fld id="{00000000-1234-1234-1234-123412341234}" type="slidenum">
              <a:rPr lang="en-US"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rPr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4"/>
          <p:cNvSpPr txBox="1">
            <a:spLocks noGrp="1"/>
          </p:cNvSpPr>
          <p:nvPr>
            <p:ph type="title"/>
          </p:nvPr>
        </p:nvSpPr>
        <p:spPr>
          <a:xfrm>
            <a:off x="1077912" y="274637"/>
            <a:ext cx="8566150" cy="1277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lang="en-US" sz="49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Aim of Testing</a:t>
            </a:r>
            <a:endParaRPr/>
          </a:p>
        </p:txBody>
      </p:sp>
      <p:sp>
        <p:nvSpPr>
          <p:cNvPr id="447" name="Google Shape;447;p44"/>
          <p:cNvSpPr txBox="1">
            <a:spLocks noGrp="1"/>
          </p:cNvSpPr>
          <p:nvPr>
            <p:ph type="body" idx="1"/>
          </p:nvPr>
        </p:nvSpPr>
        <p:spPr>
          <a:xfrm>
            <a:off x="755650" y="1511300"/>
            <a:ext cx="8567737" cy="4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01637" marR="0" lvl="0" indent="-3111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920"/>
              <a:buFont typeface="Noto Sans Symbols"/>
              <a:buChar char="⚫"/>
            </a:pPr>
            <a:r>
              <a:rPr lang="en-US" sz="49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input data domain of most software products is very large: </a:t>
            </a:r>
            <a:endParaRPr/>
          </a:p>
          <a:p>
            <a:pPr marL="704850" marR="0" lvl="1" indent="-2794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Verdana"/>
              <a:buChar char="◦"/>
            </a:pPr>
            <a:r>
              <a:rPr lang="en-US" sz="44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it is not practical to test the software exhaustively with each input data value.</a:t>
            </a:r>
            <a:endParaRPr/>
          </a:p>
        </p:txBody>
      </p:sp>
      <p:sp>
        <p:nvSpPr>
          <p:cNvPr id="448" name="Google Shape;448;p44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</a:pPr>
            <a:fld id="{00000000-1234-1234-1234-123412341234}" type="slidenum">
              <a:rPr lang="en-US"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rPr>
              <a:t>26</a:t>
            </a:fld>
            <a:endParaRPr/>
          </a:p>
        </p:txBody>
      </p:sp>
      <p:sp>
        <p:nvSpPr>
          <p:cNvPr id="449" name="Google Shape;449;p44"/>
          <p:cNvSpPr/>
          <p:nvPr/>
        </p:nvSpPr>
        <p:spPr>
          <a:xfrm>
            <a:off x="1176337" y="3948112"/>
            <a:ext cx="7473950" cy="2014537"/>
          </a:xfrm>
          <a:prstGeom prst="roundRect">
            <a:avLst>
              <a:gd name="adj" fmla="val 18"/>
            </a:avLst>
          </a:prstGeom>
          <a:noFill/>
          <a:ln w="38150" cap="rnd" cmpd="sng">
            <a:solidFill>
              <a:srgbClr val="FF6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5"/>
          <p:cNvSpPr txBox="1">
            <a:spLocks noGrp="1"/>
          </p:cNvSpPr>
          <p:nvPr>
            <p:ph type="title"/>
          </p:nvPr>
        </p:nvSpPr>
        <p:spPr>
          <a:xfrm>
            <a:off x="1306512" y="274637"/>
            <a:ext cx="8566150" cy="1277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lang="en-US" sz="49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Aim of Testing</a:t>
            </a:r>
            <a:endParaRPr/>
          </a:p>
        </p:txBody>
      </p:sp>
      <p:sp>
        <p:nvSpPr>
          <p:cNvPr id="456" name="Google Shape;456;p45"/>
          <p:cNvSpPr txBox="1">
            <a:spLocks noGrp="1"/>
          </p:cNvSpPr>
          <p:nvPr>
            <p:ph type="body" idx="1"/>
          </p:nvPr>
        </p:nvSpPr>
        <p:spPr>
          <a:xfrm>
            <a:off x="755650" y="1511300"/>
            <a:ext cx="8567737" cy="4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01637" marR="0" lvl="0" indent="-3111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lang="en-US" sz="4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Testing does however expose many errors:</a:t>
            </a:r>
            <a:endParaRPr/>
          </a:p>
          <a:p>
            <a:pPr marL="704850" marR="0" lvl="1" indent="-261937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lang="en-US" sz="40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testing provides a practical way of reducing defects in a system </a:t>
            </a:r>
            <a:endParaRPr/>
          </a:p>
          <a:p>
            <a:pPr marL="704850" marR="0" lvl="1" indent="-261937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lang="en-US" sz="40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increases the users' confidence in a developed system.</a:t>
            </a:r>
            <a:endParaRPr/>
          </a:p>
        </p:txBody>
      </p:sp>
      <p:sp>
        <p:nvSpPr>
          <p:cNvPr id="457" name="Google Shape;457;p45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</a:pPr>
            <a:fld id="{00000000-1234-1234-1234-123412341234}" type="slidenum">
              <a:rPr lang="en-US"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rPr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6"/>
          <p:cNvSpPr txBox="1">
            <a:spLocks noGrp="1"/>
          </p:cNvSpPr>
          <p:nvPr>
            <p:ph type="title"/>
          </p:nvPr>
        </p:nvSpPr>
        <p:spPr>
          <a:xfrm>
            <a:off x="1306512" y="198437"/>
            <a:ext cx="8566150" cy="1277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lang="en-US" sz="49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Aim of Testing</a:t>
            </a:r>
            <a:endParaRPr/>
          </a:p>
        </p:txBody>
      </p:sp>
      <p:sp>
        <p:nvSpPr>
          <p:cNvPr id="464" name="Google Shape;464;p46"/>
          <p:cNvSpPr txBox="1">
            <a:spLocks noGrp="1"/>
          </p:cNvSpPr>
          <p:nvPr>
            <p:ph type="body" idx="1"/>
          </p:nvPr>
        </p:nvSpPr>
        <p:spPr>
          <a:xfrm>
            <a:off x="755650" y="1595437"/>
            <a:ext cx="8567737" cy="4649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01637" marR="0" lvl="0" indent="-3111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⚫"/>
            </a:pPr>
            <a:r>
              <a:rPr lang="en-US" sz="40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Testing is an important development  phase:</a:t>
            </a:r>
            <a:endParaRPr/>
          </a:p>
          <a:p>
            <a:pPr marL="704850" marR="0" lvl="1" indent="-261937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Verdana"/>
              <a:buChar char="◦"/>
            </a:pPr>
            <a:r>
              <a:rPr lang="en-US" sz="3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requires the maximum effort among all development phases. </a:t>
            </a:r>
            <a:endParaRPr/>
          </a:p>
          <a:p>
            <a:pPr marL="401637" marR="0" lvl="0" indent="-311148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⚫"/>
            </a:pPr>
            <a:r>
              <a:rPr lang="en-US" sz="4000" b="0" i="0" u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In a typical </a:t>
            </a:r>
            <a:r>
              <a:rPr lang="en-US" sz="3500" b="0" i="0" u="sng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development organization</a:t>
            </a:r>
            <a:r>
              <a:rPr lang="en-US" sz="3500" b="0" i="0" u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: </a:t>
            </a:r>
            <a:endParaRPr/>
          </a:p>
          <a:p>
            <a:pPr marL="704850" marR="0" lvl="1" indent="-261937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</a:pPr>
            <a:r>
              <a:rPr lang="en-US" sz="31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maximum number of software engineers can be found to be engaged in testing activities.</a:t>
            </a:r>
            <a:endParaRPr/>
          </a:p>
        </p:txBody>
      </p:sp>
      <p:sp>
        <p:nvSpPr>
          <p:cNvPr id="465" name="Google Shape;465;p46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</a:pPr>
            <a:fld id="{00000000-1234-1234-1234-123412341234}" type="slidenum">
              <a:rPr lang="en-US"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rPr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7"/>
          <p:cNvSpPr txBox="1">
            <a:spLocks noGrp="1"/>
          </p:cNvSpPr>
          <p:nvPr>
            <p:ph type="title"/>
          </p:nvPr>
        </p:nvSpPr>
        <p:spPr>
          <a:xfrm>
            <a:off x="1306512" y="350837"/>
            <a:ext cx="8566150" cy="1277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lang="en-US" sz="49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Aim of Testing</a:t>
            </a:r>
            <a:endParaRPr/>
          </a:p>
        </p:txBody>
      </p:sp>
      <p:sp>
        <p:nvSpPr>
          <p:cNvPr id="472" name="Google Shape;472;p47"/>
          <p:cNvSpPr txBox="1">
            <a:spLocks noGrp="1"/>
          </p:cNvSpPr>
          <p:nvPr>
            <p:ph type="body" idx="1"/>
          </p:nvPr>
        </p:nvSpPr>
        <p:spPr>
          <a:xfrm>
            <a:off x="755650" y="1511300"/>
            <a:ext cx="8567737" cy="4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01637" marR="0" lvl="0" indent="-3111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920"/>
              <a:buFont typeface="Noto Sans Symbols"/>
              <a:buChar char="⚫"/>
            </a:pPr>
            <a:r>
              <a:rPr lang="en-US" sz="49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Many engineers have the wrong impression:</a:t>
            </a:r>
            <a:endParaRPr/>
          </a:p>
          <a:p>
            <a:pPr marL="704850" marR="0" lvl="1" indent="-2794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Verdana"/>
              <a:buChar char="◦"/>
            </a:pPr>
            <a:r>
              <a:rPr lang="en-US" sz="4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testing is a secondary activity</a:t>
            </a:r>
            <a:endParaRPr/>
          </a:p>
          <a:p>
            <a:pPr marL="704850" marR="0" lvl="1" indent="-2794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Verdana"/>
              <a:buChar char="◦"/>
            </a:pPr>
            <a:r>
              <a:rPr lang="en-US" sz="4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it is intellectually not as stimulating as the other development activities, etc.</a:t>
            </a:r>
            <a:endParaRPr/>
          </a:p>
        </p:txBody>
      </p:sp>
      <p:sp>
        <p:nvSpPr>
          <p:cNvPr id="473" name="Google Shape;473;p47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</a:pPr>
            <a:fld id="{00000000-1234-1234-1234-123412341234}" type="slidenum">
              <a:rPr lang="en-US"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rPr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8"/>
          <p:cNvSpPr txBox="1">
            <a:spLocks noGrp="1"/>
          </p:cNvSpPr>
          <p:nvPr>
            <p:ph type="title"/>
          </p:nvPr>
        </p:nvSpPr>
        <p:spPr>
          <a:xfrm>
            <a:off x="1230312" y="274637"/>
            <a:ext cx="8566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lang="en-US" sz="49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Aim of Testing</a:t>
            </a:r>
            <a:endParaRPr/>
          </a:p>
        </p:txBody>
      </p:sp>
      <p:sp>
        <p:nvSpPr>
          <p:cNvPr id="480" name="Google Shape;480;p48"/>
          <p:cNvSpPr txBox="1">
            <a:spLocks noGrp="1"/>
          </p:cNvSpPr>
          <p:nvPr>
            <p:ph type="body" idx="1"/>
          </p:nvPr>
        </p:nvSpPr>
        <p:spPr>
          <a:xfrm>
            <a:off x="755650" y="1511300"/>
            <a:ext cx="8567737" cy="517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01637" marR="0" lvl="0" indent="-3111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⚫"/>
            </a:pPr>
            <a:r>
              <a:rPr lang="en-US" sz="40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Testing a</a:t>
            </a:r>
            <a:r>
              <a:rPr lang="en-US" sz="4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40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software</a:t>
            </a:r>
            <a:r>
              <a:rPr lang="en-US" sz="4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40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product </a:t>
            </a:r>
            <a:r>
              <a:rPr lang="en-US" sz="35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is</a:t>
            </a:r>
            <a:r>
              <a:rPr lang="en-US" sz="40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in </a:t>
            </a:r>
            <a:r>
              <a:rPr lang="en-US" sz="35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fact:</a:t>
            </a:r>
            <a:endParaRPr/>
          </a:p>
          <a:p>
            <a:pPr marL="704850" marR="0" lvl="1" indent="-261937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lang="en-US" sz="40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as much challenging as initial development activities such as specification, design, and coding.  </a:t>
            </a:r>
            <a:endParaRPr/>
          </a:p>
          <a:p>
            <a:pPr marL="401637" marR="0" lvl="0" indent="-311148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lang="en-US" sz="4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Also, testing involves a lot of creative thinking.</a:t>
            </a:r>
            <a:endParaRPr/>
          </a:p>
        </p:txBody>
      </p:sp>
      <p:sp>
        <p:nvSpPr>
          <p:cNvPr id="481" name="Google Shape;481;p48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</a:pPr>
            <a:fld id="{00000000-1234-1234-1234-123412341234}" type="slidenum">
              <a:rPr lang="en-US"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rPr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9"/>
          <p:cNvSpPr txBox="1">
            <a:spLocks noGrp="1"/>
          </p:cNvSpPr>
          <p:nvPr>
            <p:ph type="title"/>
          </p:nvPr>
        </p:nvSpPr>
        <p:spPr>
          <a:xfrm>
            <a:off x="1001712" y="274637"/>
            <a:ext cx="8566150" cy="1414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lang="en-US" sz="49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Levels of Testing</a:t>
            </a:r>
            <a:endParaRPr/>
          </a:p>
        </p:txBody>
      </p:sp>
      <p:sp>
        <p:nvSpPr>
          <p:cNvPr id="488" name="Google Shape;488;p49"/>
          <p:cNvSpPr txBox="1">
            <a:spLocks noGrp="1"/>
          </p:cNvSpPr>
          <p:nvPr>
            <p:ph type="body" idx="1"/>
          </p:nvPr>
        </p:nvSpPr>
        <p:spPr>
          <a:xfrm>
            <a:off x="755650" y="1595437"/>
            <a:ext cx="8567737" cy="4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01637" marR="0" lvl="0" indent="-3111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⚫"/>
            </a:pPr>
            <a:r>
              <a:rPr lang="en-US" sz="40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Software products are tested at three levels:</a:t>
            </a:r>
            <a:endParaRPr/>
          </a:p>
          <a:p>
            <a:pPr marL="704850" marR="0" lvl="1" indent="-261937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Char char="◦"/>
            </a:pPr>
            <a:r>
              <a:rPr lang="en-US" sz="3600" b="0" i="0" u="none" strike="noStrike" cap="non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Unit testing</a:t>
            </a:r>
            <a:endParaRPr/>
          </a:p>
          <a:p>
            <a:pPr marL="704850" marR="0" lvl="1" indent="-261937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Char char="◦"/>
            </a:pPr>
            <a:r>
              <a:rPr lang="en-US" sz="3600" b="0" i="0" u="none" strike="noStrike" cap="non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Integration testing</a:t>
            </a:r>
            <a:endParaRPr/>
          </a:p>
          <a:p>
            <a:pPr marL="704850" marR="0" lvl="1" indent="-261937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Char char="◦"/>
            </a:pPr>
            <a:r>
              <a:rPr lang="en-US" sz="3600" b="0" i="0" u="none" strike="noStrike" cap="non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System testing</a:t>
            </a:r>
            <a:endParaRPr/>
          </a:p>
        </p:txBody>
      </p:sp>
      <p:sp>
        <p:nvSpPr>
          <p:cNvPr id="489" name="Google Shape;489;p49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</a:pPr>
            <a:fld id="{00000000-1234-1234-1234-123412341234}" type="slidenum">
              <a:rPr lang="en-US"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rPr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0"/>
          <p:cNvSpPr txBox="1">
            <a:spLocks noGrp="1"/>
          </p:cNvSpPr>
          <p:nvPr>
            <p:ph type="title"/>
          </p:nvPr>
        </p:nvSpPr>
        <p:spPr>
          <a:xfrm>
            <a:off x="1230312" y="350837"/>
            <a:ext cx="8566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lang="en-US" sz="49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Unit testing</a:t>
            </a:r>
            <a:endParaRPr/>
          </a:p>
        </p:txBody>
      </p:sp>
      <p:sp>
        <p:nvSpPr>
          <p:cNvPr id="496" name="Google Shape;496;p50"/>
          <p:cNvSpPr txBox="1">
            <a:spLocks noGrp="1"/>
          </p:cNvSpPr>
          <p:nvPr>
            <p:ph type="body" idx="1"/>
          </p:nvPr>
        </p:nvSpPr>
        <p:spPr>
          <a:xfrm>
            <a:off x="755650" y="1595437"/>
            <a:ext cx="8567737" cy="479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01637" marR="0" lvl="0" indent="-3111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⚫"/>
            </a:pPr>
            <a:r>
              <a:rPr lang="en-US" sz="40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During unit testing, modules are tested in isolation:</a:t>
            </a:r>
            <a:endParaRPr/>
          </a:p>
          <a:p>
            <a:pPr marL="704850" marR="0" lvl="1" indent="-261937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Char char="◦"/>
            </a:pPr>
            <a:r>
              <a:rPr lang="en-US" sz="3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If all modules were to be tested together: </a:t>
            </a:r>
            <a:endParaRPr/>
          </a:p>
          <a:p>
            <a:pPr marL="976312" marR="0" lvl="2" indent="-250824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●"/>
            </a:pPr>
            <a:r>
              <a:rPr lang="en-US"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it may not be easy to determine which module has the error.</a:t>
            </a:r>
            <a:endParaRPr/>
          </a:p>
        </p:txBody>
      </p:sp>
      <p:sp>
        <p:nvSpPr>
          <p:cNvPr id="497" name="Google Shape;497;p50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</a:pPr>
            <a:fld id="{00000000-1234-1234-1234-123412341234}" type="slidenum">
              <a:rPr lang="en-US"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rPr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1"/>
          <p:cNvSpPr txBox="1">
            <a:spLocks noGrp="1"/>
          </p:cNvSpPr>
          <p:nvPr>
            <p:ph type="title"/>
          </p:nvPr>
        </p:nvSpPr>
        <p:spPr>
          <a:xfrm>
            <a:off x="1077912" y="274637"/>
            <a:ext cx="8566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lang="en-US" sz="49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Unit testing</a:t>
            </a:r>
            <a:endParaRPr/>
          </a:p>
        </p:txBody>
      </p:sp>
      <p:sp>
        <p:nvSpPr>
          <p:cNvPr id="504" name="Google Shape;504;p51"/>
          <p:cNvSpPr txBox="1">
            <a:spLocks noGrp="1"/>
          </p:cNvSpPr>
          <p:nvPr>
            <p:ph type="body" idx="1"/>
          </p:nvPr>
        </p:nvSpPr>
        <p:spPr>
          <a:xfrm>
            <a:off x="755650" y="1595437"/>
            <a:ext cx="8567737" cy="506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01637" marR="0" lvl="0" indent="-31114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⚫"/>
            </a:pPr>
            <a:r>
              <a:rPr lang="en-US" sz="40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Unit testing reduces debugging effort several folds. 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Char char="◦"/>
            </a:pPr>
            <a:r>
              <a:rPr lang="en-US" sz="3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Programmers carry out unit testing immediately after they complete the coding of a module. </a:t>
            </a:r>
            <a:endParaRPr/>
          </a:p>
        </p:txBody>
      </p:sp>
      <p:sp>
        <p:nvSpPr>
          <p:cNvPr id="505" name="Google Shape;505;p51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</a:pPr>
            <a:fld id="{00000000-1234-1234-1234-123412341234}" type="slidenum">
              <a:rPr lang="en-US"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rPr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2"/>
          <p:cNvSpPr txBox="1">
            <a:spLocks noGrp="1"/>
          </p:cNvSpPr>
          <p:nvPr>
            <p:ph type="title"/>
          </p:nvPr>
        </p:nvSpPr>
        <p:spPr>
          <a:xfrm>
            <a:off x="1154112" y="274637"/>
            <a:ext cx="8566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lang="en-US" sz="49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Integration testing</a:t>
            </a:r>
            <a:endParaRPr/>
          </a:p>
        </p:txBody>
      </p:sp>
      <p:sp>
        <p:nvSpPr>
          <p:cNvPr id="512" name="Google Shape;512;p52"/>
          <p:cNvSpPr txBox="1">
            <a:spLocks noGrp="1"/>
          </p:cNvSpPr>
          <p:nvPr>
            <p:ph type="body" idx="1"/>
          </p:nvPr>
        </p:nvSpPr>
        <p:spPr>
          <a:xfrm>
            <a:off x="755650" y="1595437"/>
            <a:ext cx="8567737" cy="463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01637" marR="0" lvl="0" indent="-3111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⚫"/>
            </a:pPr>
            <a:r>
              <a:rPr lang="en-US" sz="40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After different modules of a system have been coded and  unit tested: </a:t>
            </a:r>
            <a:endParaRPr/>
          </a:p>
          <a:p>
            <a:pPr marL="704850" marR="0" lvl="1" indent="-261937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Char char="◦"/>
            </a:pPr>
            <a:r>
              <a:rPr lang="en-US" sz="3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modules are integrated in steps according to an integration plan</a:t>
            </a:r>
            <a:endParaRPr/>
          </a:p>
          <a:p>
            <a:pPr marL="704850" marR="0" lvl="1" indent="-261937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Char char="◦"/>
            </a:pPr>
            <a:r>
              <a:rPr lang="en-US" sz="3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partially integrated system is tested at each integration step.</a:t>
            </a:r>
            <a:endParaRPr/>
          </a:p>
        </p:txBody>
      </p:sp>
      <p:sp>
        <p:nvSpPr>
          <p:cNvPr id="513" name="Google Shape;513;p52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</a:pPr>
            <a:fld id="{00000000-1234-1234-1234-123412341234}" type="slidenum">
              <a:rPr lang="en-US"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rPr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3"/>
          <p:cNvSpPr txBox="1">
            <a:spLocks noGrp="1"/>
          </p:cNvSpPr>
          <p:nvPr>
            <p:ph type="title"/>
          </p:nvPr>
        </p:nvSpPr>
        <p:spPr>
          <a:xfrm>
            <a:off x="1306512" y="274637"/>
            <a:ext cx="8566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lang="en-US" sz="49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System Testing</a:t>
            </a:r>
            <a:endParaRPr/>
          </a:p>
        </p:txBody>
      </p:sp>
      <p:sp>
        <p:nvSpPr>
          <p:cNvPr id="520" name="Google Shape;520;p53"/>
          <p:cNvSpPr txBox="1">
            <a:spLocks noGrp="1"/>
          </p:cNvSpPr>
          <p:nvPr>
            <p:ph type="body" idx="1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01637" marR="0" lvl="0" indent="-3111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⚫"/>
            </a:pPr>
            <a:r>
              <a:rPr lang="en-US" sz="40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System testing involves:</a:t>
            </a:r>
            <a:endParaRPr/>
          </a:p>
          <a:p>
            <a:pPr marL="704850" marR="0" lvl="1" indent="-261937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Char char="◦"/>
            </a:pPr>
            <a:r>
              <a:rPr lang="en-US" sz="36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validating a fully developed system against its requirements.</a:t>
            </a:r>
            <a:endParaRPr/>
          </a:p>
        </p:txBody>
      </p:sp>
      <p:sp>
        <p:nvSpPr>
          <p:cNvPr id="521" name="Google Shape;521;p53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</a:pPr>
            <a:fld id="{00000000-1234-1234-1234-123412341234}" type="slidenum">
              <a:rPr lang="en-US"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rPr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4"/>
          <p:cNvSpPr txBox="1">
            <a:spLocks noGrp="1"/>
          </p:cNvSpPr>
          <p:nvPr>
            <p:ph type="title"/>
          </p:nvPr>
        </p:nvSpPr>
        <p:spPr>
          <a:xfrm>
            <a:off x="504825" y="-47625"/>
            <a:ext cx="9064625" cy="195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5500"/>
              <a:buFont typeface="Gill Sans"/>
              <a:buNone/>
            </a:pPr>
            <a:r>
              <a:rPr lang="en-US" sz="55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Verification versus Validation</a:t>
            </a:r>
            <a:endParaRPr/>
          </a:p>
        </p:txBody>
      </p:sp>
      <p:sp>
        <p:nvSpPr>
          <p:cNvPr id="528" name="Google Shape;528;p54"/>
          <p:cNvSpPr txBox="1">
            <a:spLocks noGrp="1"/>
          </p:cNvSpPr>
          <p:nvPr>
            <p:ph type="body" idx="1"/>
          </p:nvPr>
        </p:nvSpPr>
        <p:spPr>
          <a:xfrm>
            <a:off x="301625" y="1722437"/>
            <a:ext cx="9559925" cy="5192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lang="en-US" sz="4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Verification is the process of determining: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</a:pPr>
            <a:r>
              <a:rPr lang="en-US" sz="31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Whether output</a:t>
            </a:r>
            <a:r>
              <a:rPr lang="en-US" sz="40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 of </a:t>
            </a:r>
            <a:r>
              <a:rPr lang="en-US" sz="31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one phase of</a:t>
            </a:r>
            <a:r>
              <a:rPr lang="en-US" sz="40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31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development</a:t>
            </a:r>
            <a:r>
              <a:rPr lang="en-US" sz="40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31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conforms to its previous phase.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lang="en-US" sz="4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Validation </a:t>
            </a:r>
            <a:r>
              <a:rPr lang="en-US" sz="35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is the process of</a:t>
            </a:r>
            <a:r>
              <a:rPr lang="en-US" sz="4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35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determining: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lang="en-US" sz="40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Whether a fully developed system conforms to its </a:t>
            </a:r>
            <a:r>
              <a:rPr lang="en-US" sz="31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SRS </a:t>
            </a:r>
            <a:r>
              <a:rPr lang="en-US" sz="40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document</a:t>
            </a:r>
            <a:r>
              <a:rPr lang="en-US" sz="40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.  </a:t>
            </a:r>
            <a:endParaRPr/>
          </a:p>
        </p:txBody>
      </p:sp>
      <p:sp>
        <p:nvSpPr>
          <p:cNvPr id="529" name="Google Shape;529;p54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5"/>
          <p:cNvSpPr txBox="1">
            <a:spLocks noGrp="1"/>
          </p:cNvSpPr>
          <p:nvPr>
            <p:ph type="title"/>
          </p:nvPr>
        </p:nvSpPr>
        <p:spPr>
          <a:xfrm>
            <a:off x="504825" y="-47625"/>
            <a:ext cx="9064625" cy="195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lang="en-US" sz="49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Verification versus Validation</a:t>
            </a:r>
            <a:endParaRPr/>
          </a:p>
        </p:txBody>
      </p:sp>
      <p:sp>
        <p:nvSpPr>
          <p:cNvPr id="536" name="Google Shape;536;p55"/>
          <p:cNvSpPr txBox="1">
            <a:spLocks noGrp="1"/>
          </p:cNvSpPr>
          <p:nvPr>
            <p:ph type="body" idx="1"/>
          </p:nvPr>
        </p:nvSpPr>
        <p:spPr>
          <a:xfrm>
            <a:off x="315912" y="1722437"/>
            <a:ext cx="9253537" cy="5837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342900" marR="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840"/>
              <a:buFont typeface="Noto Sans Symbols"/>
              <a:buChar char="⚫"/>
            </a:pPr>
            <a:r>
              <a:rPr lang="en-US" sz="4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Verification is concerned with phase containment of errors, </a:t>
            </a:r>
            <a:endParaRPr/>
          </a:p>
          <a:p>
            <a:pPr marL="742950" marR="0" lvl="1" indent="-28575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Verdana"/>
              <a:buChar char="◦"/>
            </a:pPr>
            <a:r>
              <a:rPr lang="en-US" sz="4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Whereas the aim of validation is that the final product be error free.</a:t>
            </a:r>
            <a:endParaRPr/>
          </a:p>
        </p:txBody>
      </p:sp>
      <p:sp>
        <p:nvSpPr>
          <p:cNvPr id="537" name="Google Shape;537;p55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6"/>
          <p:cNvSpPr txBox="1">
            <a:spLocks noGrp="1"/>
          </p:cNvSpPr>
          <p:nvPr>
            <p:ph type="title"/>
          </p:nvPr>
        </p:nvSpPr>
        <p:spPr>
          <a:xfrm>
            <a:off x="504825" y="-47625"/>
            <a:ext cx="9064625" cy="195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5500"/>
              <a:buFont typeface="Gill Sans"/>
              <a:buNone/>
            </a:pPr>
            <a:r>
              <a:rPr lang="en-US" sz="55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Design of Test Cases</a:t>
            </a:r>
            <a:endParaRPr/>
          </a:p>
        </p:txBody>
      </p:sp>
      <p:sp>
        <p:nvSpPr>
          <p:cNvPr id="544" name="Google Shape;544;p56"/>
          <p:cNvSpPr txBox="1">
            <a:spLocks noGrp="1"/>
          </p:cNvSpPr>
          <p:nvPr>
            <p:ph type="body" idx="1"/>
          </p:nvPr>
        </p:nvSpPr>
        <p:spPr>
          <a:xfrm>
            <a:off x="392112" y="1493837"/>
            <a:ext cx="9448800" cy="6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342900" marR="0" lvl="0" indent="-3429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840"/>
              <a:buFont typeface="Noto Sans Symbols"/>
              <a:buChar char="⚫"/>
            </a:pPr>
            <a:r>
              <a:rPr lang="en-US" sz="4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Exhaustive testing of any non-trivial system is impractical: </a:t>
            </a:r>
            <a:endParaRPr/>
          </a:p>
          <a:p>
            <a:pPr marL="742950" marR="0" lvl="1" indent="-285750" algn="l" rtl="0">
              <a:lnSpc>
                <a:spcPct val="105000"/>
              </a:lnSpc>
              <a:spcBef>
                <a:spcPts val="435"/>
              </a:spcBef>
              <a:spcAft>
                <a:spcPts val="0"/>
              </a:spcAft>
              <a:buClr>
                <a:schemeClr val="accent1"/>
              </a:buClr>
              <a:buSzPts val="3900"/>
              <a:buFont typeface="Verdana"/>
              <a:buChar char="◦"/>
            </a:pPr>
            <a:r>
              <a:rPr lang="en-US" sz="39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Input data domain </a:t>
            </a:r>
            <a:r>
              <a:rPr lang="en-US" sz="3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is</a:t>
            </a:r>
            <a:r>
              <a:rPr lang="en-US" sz="39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extremely large. </a:t>
            </a:r>
            <a:endParaRPr/>
          </a:p>
          <a:p>
            <a:pPr marL="342900" marR="0" lvl="0" indent="-342900" algn="l" rtl="0">
              <a:lnSpc>
                <a:spcPct val="105000"/>
              </a:lnSpc>
              <a:spcBef>
                <a:spcPts val="435"/>
              </a:spcBef>
              <a:spcAft>
                <a:spcPts val="0"/>
              </a:spcAft>
              <a:buClr>
                <a:schemeClr val="accent1"/>
              </a:buClr>
              <a:buSzPts val="3840"/>
              <a:buFont typeface="Noto Sans Symbols"/>
              <a:buChar char="⚫"/>
            </a:pPr>
            <a:r>
              <a:rPr lang="en-US" sz="4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Design an </a:t>
            </a:r>
            <a:r>
              <a:rPr lang="en-US" sz="4800" b="0" i="0" u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optimal test suite:</a:t>
            </a:r>
            <a:endParaRPr/>
          </a:p>
          <a:p>
            <a:pPr marL="742950" marR="0" lvl="1" indent="-285750" algn="l" rtl="0">
              <a:lnSpc>
                <a:spcPct val="105000"/>
              </a:lnSpc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Verdana"/>
              <a:buChar char="◦"/>
            </a:pPr>
            <a:r>
              <a:rPr lang="en-US" sz="4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Of reasonable size and  </a:t>
            </a:r>
            <a:endParaRPr/>
          </a:p>
          <a:p>
            <a:pPr marL="742950" marR="0" lvl="1" indent="-285750" algn="l" rtl="0">
              <a:lnSpc>
                <a:spcPct val="105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Verdana"/>
              <a:buChar char="◦"/>
            </a:pPr>
            <a:r>
              <a:rPr lang="en-US" sz="4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Uncovers as many errors as possible.</a:t>
            </a:r>
            <a:r>
              <a:rPr lang="en-US" sz="39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545" name="Google Shape;545;p56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38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7"/>
          <p:cNvSpPr txBox="1">
            <a:spLocks noGrp="1"/>
          </p:cNvSpPr>
          <p:nvPr>
            <p:ph type="title"/>
          </p:nvPr>
        </p:nvSpPr>
        <p:spPr>
          <a:xfrm>
            <a:off x="504825" y="-47625"/>
            <a:ext cx="9064625" cy="195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lang="en-US" sz="49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Design of Test Cases</a:t>
            </a:r>
            <a:endParaRPr/>
          </a:p>
        </p:txBody>
      </p:sp>
      <p:sp>
        <p:nvSpPr>
          <p:cNvPr id="552" name="Google Shape;552;p57"/>
          <p:cNvSpPr txBox="1">
            <a:spLocks noGrp="1"/>
          </p:cNvSpPr>
          <p:nvPr>
            <p:ph type="body" idx="1"/>
          </p:nvPr>
        </p:nvSpPr>
        <p:spPr>
          <a:xfrm>
            <a:off x="209550" y="1493837"/>
            <a:ext cx="9871075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342900" marR="0" lvl="0" indent="-3429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</a:pPr>
            <a:r>
              <a:rPr lang="en-US" sz="35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If test cases are selected randomly: </a:t>
            </a:r>
            <a:endParaRPr/>
          </a:p>
          <a:p>
            <a:pPr marL="742950" marR="0" lvl="1" indent="-285750" algn="l" rtl="0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</a:pPr>
            <a:r>
              <a:rPr lang="en-US" sz="3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Many test cases would not contribute to the significance of the test suite,  </a:t>
            </a:r>
            <a:endParaRPr/>
          </a:p>
          <a:p>
            <a:pPr marL="742950" marR="0" lvl="1" indent="-285750" algn="l" rtl="0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</a:pPr>
            <a:r>
              <a:rPr lang="en-US" sz="3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Would not detect errors not already being detected by other test cases in the suite.</a:t>
            </a:r>
            <a:endParaRPr/>
          </a:p>
          <a:p>
            <a:pPr marL="342900" marR="0" lvl="0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</a:pPr>
            <a:r>
              <a:rPr lang="en-US" sz="3500" b="0" i="0" u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Number of test cases in a randomly selected test suite:</a:t>
            </a:r>
            <a:endParaRPr/>
          </a:p>
          <a:p>
            <a:pPr marL="742950" marR="0" lvl="1" indent="-285750" algn="l" rtl="0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</a:pPr>
            <a:r>
              <a:rPr lang="en-US" sz="31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Not an indication of effectiveness of testing</a:t>
            </a:r>
            <a:r>
              <a:rPr lang="en-US" sz="3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/>
          </a:p>
        </p:txBody>
      </p:sp>
      <p:sp>
        <p:nvSpPr>
          <p:cNvPr id="553" name="Google Shape;553;p57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39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8"/>
          <p:cNvSpPr txBox="1">
            <a:spLocks noGrp="1"/>
          </p:cNvSpPr>
          <p:nvPr>
            <p:ph type="title"/>
          </p:nvPr>
        </p:nvSpPr>
        <p:spPr>
          <a:xfrm>
            <a:off x="504825" y="-47625"/>
            <a:ext cx="9064625" cy="195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5500"/>
              <a:buFont typeface="Gill Sans"/>
              <a:buNone/>
            </a:pPr>
            <a:r>
              <a:rPr lang="en-US" sz="55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Design of Test Cases</a:t>
            </a:r>
            <a:endParaRPr/>
          </a:p>
        </p:txBody>
      </p:sp>
      <p:sp>
        <p:nvSpPr>
          <p:cNvPr id="560" name="Google Shape;560;p58"/>
          <p:cNvSpPr txBox="1">
            <a:spLocks noGrp="1"/>
          </p:cNvSpPr>
          <p:nvPr>
            <p:ph type="body" idx="1"/>
          </p:nvPr>
        </p:nvSpPr>
        <p:spPr>
          <a:xfrm>
            <a:off x="239712" y="1493837"/>
            <a:ext cx="9494837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342900" marR="0" lvl="0" indent="-3429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lang="en-US" sz="4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Testing a system using a</a:t>
            </a:r>
            <a:r>
              <a:rPr lang="en-US" sz="35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large number </a:t>
            </a:r>
            <a:r>
              <a:rPr lang="en-US" sz="4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of randomly selected test cases:</a:t>
            </a:r>
            <a:endParaRPr/>
          </a:p>
          <a:p>
            <a:pPr marL="742950" marR="0" lvl="1" indent="-285750" algn="l" rtl="0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lang="en-US" sz="40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Does not mean that  many errors in the system will be uncovered.</a:t>
            </a:r>
            <a:endParaRPr/>
          </a:p>
          <a:p>
            <a:pPr marL="342900" marR="0" lvl="0" indent="-3429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lang="en-US" sz="4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Consider following example:</a:t>
            </a:r>
            <a:endParaRPr/>
          </a:p>
          <a:p>
            <a:pPr marL="742950" marR="0" lvl="1" indent="-28575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lang="en-US"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Find the maximum of two integers  x and  y. </a:t>
            </a:r>
            <a:endParaRPr/>
          </a:p>
        </p:txBody>
      </p:sp>
      <p:sp>
        <p:nvSpPr>
          <p:cNvPr id="561" name="Google Shape;561;p58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9"/>
          <p:cNvSpPr txBox="1">
            <a:spLocks noGrp="1"/>
          </p:cNvSpPr>
          <p:nvPr>
            <p:ph type="title"/>
          </p:nvPr>
        </p:nvSpPr>
        <p:spPr>
          <a:xfrm>
            <a:off x="504825" y="-47625"/>
            <a:ext cx="9064625" cy="195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5500"/>
              <a:buFont typeface="Gill Sans"/>
              <a:buNone/>
            </a:pPr>
            <a:r>
              <a:rPr lang="en-US" sz="55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Design of Test Cases</a:t>
            </a:r>
            <a:endParaRPr/>
          </a:p>
        </p:txBody>
      </p:sp>
      <p:sp>
        <p:nvSpPr>
          <p:cNvPr id="568" name="Google Shape;568;p59"/>
          <p:cNvSpPr txBox="1">
            <a:spLocks noGrp="1"/>
          </p:cNvSpPr>
          <p:nvPr>
            <p:ph type="body" idx="1"/>
          </p:nvPr>
        </p:nvSpPr>
        <p:spPr>
          <a:xfrm>
            <a:off x="504825" y="1417637"/>
            <a:ext cx="9013825" cy="53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342900" marR="0" lvl="0" indent="-3429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</a:pPr>
            <a:r>
              <a:rPr lang="en-US" sz="35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code has a simple programming error:</a:t>
            </a:r>
            <a:endParaRPr/>
          </a:p>
          <a:p>
            <a:pPr marL="342900" marR="0" lvl="0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</a:pPr>
            <a:r>
              <a:rPr lang="en-US" sz="35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r>
              <a:rPr lang="en-US" sz="3500" b="0" i="0" u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If (x&gt;y) max = x;                </a:t>
            </a:r>
            <a:br>
              <a:rPr lang="en-US" sz="3500" b="0" i="0" u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lang="en-US" sz="3500" b="0" i="0" u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		else max = x;</a:t>
            </a:r>
            <a:endParaRPr/>
          </a:p>
          <a:p>
            <a:pPr marL="342900" marR="0" lvl="0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</a:pPr>
            <a:r>
              <a:rPr lang="en-US" sz="35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Test suite </a:t>
            </a:r>
            <a:r>
              <a:rPr lang="en-US" sz="3500" b="0" i="0" u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{(x=3,y=2);(x=2,y=3)}</a:t>
            </a:r>
            <a:r>
              <a:rPr lang="en-US" sz="35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can detect the error, </a:t>
            </a:r>
            <a:endParaRPr/>
          </a:p>
          <a:p>
            <a:pPr marL="342900" marR="0" lvl="0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</a:pPr>
            <a:r>
              <a:rPr lang="en-US" sz="35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larger test suite </a:t>
            </a:r>
            <a:r>
              <a:rPr lang="en-US" sz="3500" b="0" i="0" u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{(x=3,y=2);(x=4,y=3); (x=5,y=1)}</a:t>
            </a:r>
            <a:r>
              <a:rPr lang="en-US" sz="35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does not detect the error.</a:t>
            </a:r>
            <a:endParaRPr/>
          </a:p>
        </p:txBody>
      </p:sp>
      <p:sp>
        <p:nvSpPr>
          <p:cNvPr id="569" name="Google Shape;569;p59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41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0"/>
          <p:cNvSpPr txBox="1">
            <a:spLocks noGrp="1"/>
          </p:cNvSpPr>
          <p:nvPr>
            <p:ph type="title"/>
          </p:nvPr>
        </p:nvSpPr>
        <p:spPr>
          <a:xfrm>
            <a:off x="504825" y="-47625"/>
            <a:ext cx="9064625" cy="195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5500"/>
              <a:buFont typeface="Gill Sans"/>
              <a:buNone/>
            </a:pPr>
            <a:r>
              <a:rPr lang="en-US" sz="55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Design of Test Cases</a:t>
            </a:r>
            <a:endParaRPr/>
          </a:p>
        </p:txBody>
      </p:sp>
      <p:sp>
        <p:nvSpPr>
          <p:cNvPr id="576" name="Google Shape;576;p60"/>
          <p:cNvSpPr txBox="1">
            <a:spLocks noGrp="1"/>
          </p:cNvSpPr>
          <p:nvPr>
            <p:ph type="body" idx="1"/>
          </p:nvPr>
        </p:nvSpPr>
        <p:spPr>
          <a:xfrm>
            <a:off x="317500" y="1570037"/>
            <a:ext cx="9253537" cy="554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342900" marR="0" lvl="0" indent="-3429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lang="en-US" sz="4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Systematic approaches are required to design an </a:t>
            </a:r>
            <a:r>
              <a:rPr lang="en-US" sz="4400" b="0" i="0" u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optimal test suite:</a:t>
            </a:r>
            <a:endParaRPr/>
          </a:p>
          <a:p>
            <a:pPr marL="742950" marR="0" lvl="1" indent="-28575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lang="en-US" sz="4000" b="0" i="0" u="none" strike="noStrike" cap="none">
                <a:solidFill>
                  <a:srgbClr val="993300"/>
                </a:solidFill>
                <a:latin typeface="Gill Sans"/>
                <a:ea typeface="Gill Sans"/>
                <a:cs typeface="Gill Sans"/>
                <a:sym typeface="Gill Sans"/>
              </a:rPr>
              <a:t>Each test case in the suite should detect different errors.</a:t>
            </a:r>
            <a:endParaRPr/>
          </a:p>
        </p:txBody>
      </p:sp>
      <p:sp>
        <p:nvSpPr>
          <p:cNvPr id="577" name="Google Shape;577;p60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42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1"/>
          <p:cNvSpPr txBox="1">
            <a:spLocks noGrp="1"/>
          </p:cNvSpPr>
          <p:nvPr>
            <p:ph type="title"/>
          </p:nvPr>
        </p:nvSpPr>
        <p:spPr>
          <a:xfrm>
            <a:off x="1306512" y="0"/>
            <a:ext cx="9064625" cy="131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5500"/>
              <a:buFont typeface="Gill Sans"/>
              <a:buNone/>
            </a:pPr>
            <a:r>
              <a:rPr lang="en-US" sz="55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Design of Test Cases</a:t>
            </a:r>
            <a:endParaRPr/>
          </a:p>
        </p:txBody>
      </p:sp>
      <p:sp>
        <p:nvSpPr>
          <p:cNvPr id="584" name="Google Shape;584;p61"/>
          <p:cNvSpPr txBox="1">
            <a:spLocks noGrp="1"/>
          </p:cNvSpPr>
          <p:nvPr>
            <p:ph type="body" idx="1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⚫"/>
            </a:pPr>
            <a:r>
              <a:rPr lang="en-US" sz="40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There are essentially three main approaches to design test cases: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Char char="◦"/>
            </a:pPr>
            <a:r>
              <a:rPr lang="en-US" sz="36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Black-box approach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Char char="◦"/>
            </a:pPr>
            <a:r>
              <a:rPr lang="en-US" sz="36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White-box (or glass-box) approach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Char char="◦"/>
            </a:pPr>
            <a:r>
              <a:rPr lang="en-US" sz="36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Grey-box (or model based) approach</a:t>
            </a:r>
            <a:endParaRPr/>
          </a:p>
        </p:txBody>
      </p:sp>
      <p:sp>
        <p:nvSpPr>
          <p:cNvPr id="585" name="Google Shape;585;p61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43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2"/>
          <p:cNvSpPr txBox="1">
            <a:spLocks noGrp="1"/>
          </p:cNvSpPr>
          <p:nvPr>
            <p:ph type="title"/>
          </p:nvPr>
        </p:nvSpPr>
        <p:spPr>
          <a:xfrm>
            <a:off x="504825" y="-47625"/>
            <a:ext cx="9064625" cy="195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lang="en-US" sz="47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Black-Box Testing</a:t>
            </a:r>
            <a:endParaRPr/>
          </a:p>
        </p:txBody>
      </p:sp>
      <p:sp>
        <p:nvSpPr>
          <p:cNvPr id="592" name="Google Shape;592;p62"/>
          <p:cNvSpPr txBox="1">
            <a:spLocks noGrp="1"/>
          </p:cNvSpPr>
          <p:nvPr>
            <p:ph type="body" idx="1"/>
          </p:nvPr>
        </p:nvSpPr>
        <p:spPr>
          <a:xfrm>
            <a:off x="468312" y="1493837"/>
            <a:ext cx="9240837" cy="489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342900" marR="0" lvl="0" indent="-3429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⚫"/>
            </a:pPr>
            <a:r>
              <a:rPr lang="en-US" sz="40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Test cases are designed using only </a:t>
            </a:r>
            <a:r>
              <a:rPr lang="en-US" sz="4000" b="0" i="0" u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functional specification</a:t>
            </a:r>
            <a:r>
              <a:rPr lang="en-US" sz="40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of the software:</a:t>
            </a:r>
            <a:endParaRPr/>
          </a:p>
          <a:p>
            <a:pPr marL="742950" marR="0" lvl="1" indent="-285750" algn="l" rtl="0">
              <a:lnSpc>
                <a:spcPct val="105000"/>
              </a:lnSpc>
              <a:spcBef>
                <a:spcPts val="76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Char char="◦"/>
            </a:pPr>
            <a:r>
              <a:rPr lang="en-US" sz="3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Without any knowledge of the internal structure of the software.</a:t>
            </a:r>
            <a:endParaRPr/>
          </a:p>
          <a:p>
            <a:pPr marL="342900" marR="0" lvl="0" indent="-342900" algn="l" rtl="0">
              <a:lnSpc>
                <a:spcPct val="105000"/>
              </a:lnSpc>
              <a:spcBef>
                <a:spcPts val="76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⚫"/>
            </a:pPr>
            <a:r>
              <a:rPr lang="en-US" sz="40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For this reason, black-box testing is also known as  </a:t>
            </a:r>
            <a:r>
              <a:rPr lang="en-US" sz="4000" b="0" i="0" u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functional testing.</a:t>
            </a:r>
            <a:endParaRPr/>
          </a:p>
        </p:txBody>
      </p:sp>
      <p:sp>
        <p:nvSpPr>
          <p:cNvPr id="593" name="Google Shape;593;p62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44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3"/>
          <p:cNvSpPr txBox="1">
            <a:spLocks noGrp="1"/>
          </p:cNvSpPr>
          <p:nvPr>
            <p:ph type="title"/>
          </p:nvPr>
        </p:nvSpPr>
        <p:spPr>
          <a:xfrm>
            <a:off x="1401762" y="274637"/>
            <a:ext cx="8567737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5400"/>
              <a:buFont typeface="Gill Sans"/>
              <a:buNone/>
            </a:pPr>
            <a:r>
              <a:rPr lang="en-US" sz="54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Black-box Testing Techniques</a:t>
            </a:r>
            <a:endParaRPr/>
          </a:p>
        </p:txBody>
      </p:sp>
      <p:sp>
        <p:nvSpPr>
          <p:cNvPr id="600" name="Google Shape;600;p63"/>
          <p:cNvSpPr txBox="1">
            <a:spLocks noGrp="1"/>
          </p:cNvSpPr>
          <p:nvPr>
            <p:ph type="body" idx="1"/>
          </p:nvPr>
        </p:nvSpPr>
        <p:spPr>
          <a:xfrm>
            <a:off x="1176337" y="1595437"/>
            <a:ext cx="8651875" cy="529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rmAutofit/>
          </a:bodyPr>
          <a:lstStyle/>
          <a:p>
            <a:pPr marL="401637" marR="0" lvl="0" indent="-31114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60"/>
              <a:buFont typeface="Noto Sans Symbols"/>
              <a:buChar char="⚫"/>
            </a:pPr>
            <a:r>
              <a:rPr lang="en-US" sz="4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There are many approaches to design black box test cases:</a:t>
            </a:r>
            <a:endParaRPr/>
          </a:p>
          <a:p>
            <a:pPr marL="704850" marR="0" lvl="1" indent="-261937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Verdana"/>
              <a:buChar char="◦"/>
            </a:pPr>
            <a:r>
              <a:rPr lang="en-US" sz="37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Equivalence class partitioning</a:t>
            </a:r>
            <a:endParaRPr/>
          </a:p>
          <a:p>
            <a:pPr marL="704850" marR="0" lvl="1" indent="-261937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Verdana"/>
              <a:buChar char="◦"/>
            </a:pPr>
            <a:r>
              <a:rPr lang="en-US" sz="37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Boundary value analysis</a:t>
            </a:r>
            <a:endParaRPr/>
          </a:p>
          <a:p>
            <a:pPr marL="704850" marR="0" lvl="1" indent="-261937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Verdana"/>
              <a:buChar char="◦"/>
            </a:pPr>
            <a:r>
              <a:rPr lang="en-US" sz="37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State table based testing</a:t>
            </a:r>
            <a:endParaRPr/>
          </a:p>
          <a:p>
            <a:pPr marL="704850" marR="0" lvl="1" indent="-261937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Verdana"/>
              <a:buChar char="◦"/>
            </a:pPr>
            <a:r>
              <a:rPr lang="en-US" sz="37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Decision table based testing</a:t>
            </a:r>
            <a:endParaRPr/>
          </a:p>
          <a:p>
            <a:pPr marL="704850" marR="0" lvl="1" indent="-261937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Verdana"/>
              <a:buChar char="◦"/>
            </a:pPr>
            <a:r>
              <a:rPr lang="en-US" sz="37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Cause-effect graph based testing</a:t>
            </a:r>
            <a:endParaRPr/>
          </a:p>
          <a:p>
            <a:pPr marL="704850" marR="0" lvl="1" indent="-261937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Verdana"/>
              <a:buChar char="◦"/>
            </a:pPr>
            <a:r>
              <a:rPr lang="en-US" sz="37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Orthogonal array testing</a:t>
            </a:r>
            <a:endParaRPr/>
          </a:p>
          <a:p>
            <a:pPr marL="704850" marR="0" lvl="1" indent="-261937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Verdana"/>
              <a:buChar char="◦"/>
            </a:pPr>
            <a:r>
              <a:rPr lang="en-US" sz="37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Positive-negative testing</a:t>
            </a:r>
            <a:endParaRPr/>
          </a:p>
        </p:txBody>
      </p:sp>
      <p:sp>
        <p:nvSpPr>
          <p:cNvPr id="601" name="Google Shape;601;p63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</a:pPr>
            <a:fld id="{00000000-1234-1234-1234-123412341234}" type="slidenum">
              <a:rPr lang="en-US"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rPr>
              <a:t>45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64"/>
          <p:cNvSpPr txBox="1">
            <a:spLocks noGrp="1"/>
          </p:cNvSpPr>
          <p:nvPr>
            <p:ph type="title"/>
          </p:nvPr>
        </p:nvSpPr>
        <p:spPr>
          <a:xfrm>
            <a:off x="504825" y="-47625"/>
            <a:ext cx="9064625" cy="195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lang="en-US" sz="47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White-box Testing</a:t>
            </a:r>
            <a:endParaRPr/>
          </a:p>
        </p:txBody>
      </p:sp>
      <p:sp>
        <p:nvSpPr>
          <p:cNvPr id="608" name="Google Shape;608;p64"/>
          <p:cNvSpPr txBox="1">
            <a:spLocks noGrp="1"/>
          </p:cNvSpPr>
          <p:nvPr>
            <p:ph type="body" idx="1"/>
          </p:nvPr>
        </p:nvSpPr>
        <p:spPr>
          <a:xfrm>
            <a:off x="315912" y="1646237"/>
            <a:ext cx="94488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342900" marR="0" lvl="0" indent="-3429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840"/>
              <a:buFont typeface="Noto Sans Symbols"/>
              <a:buChar char="⚫"/>
            </a:pPr>
            <a:r>
              <a:rPr lang="en-US" sz="4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Designing white-box test cases: </a:t>
            </a:r>
            <a:endParaRPr/>
          </a:p>
          <a:p>
            <a:pPr marL="742950" marR="0" lvl="1" indent="-28575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Verdana"/>
              <a:buChar char="◦"/>
            </a:pPr>
            <a:r>
              <a:rPr lang="en-US" sz="4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Requires knowledge about the internal structure of software. </a:t>
            </a:r>
            <a:endParaRPr/>
          </a:p>
          <a:p>
            <a:pPr marL="742950" marR="0" lvl="1" indent="-28575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Verdana"/>
              <a:buChar char="◦"/>
            </a:pPr>
            <a:r>
              <a:rPr lang="en-US" sz="44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White-box testing is also called structural testing.</a:t>
            </a:r>
            <a:endParaRPr/>
          </a:p>
        </p:txBody>
      </p:sp>
      <p:sp>
        <p:nvSpPr>
          <p:cNvPr id="609" name="Google Shape;609;p64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46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65"/>
          <p:cNvSpPr txBox="1">
            <a:spLocks noGrp="1"/>
          </p:cNvSpPr>
          <p:nvPr>
            <p:ph type="title"/>
          </p:nvPr>
        </p:nvSpPr>
        <p:spPr>
          <a:xfrm>
            <a:off x="1306512" y="274637"/>
            <a:ext cx="90662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5500"/>
              <a:buFont typeface="Gill Sans"/>
              <a:buNone/>
            </a:pPr>
            <a:r>
              <a:rPr lang="en-US" sz="55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White-Box Testing Techniques</a:t>
            </a:r>
            <a:endParaRPr/>
          </a:p>
        </p:txBody>
      </p:sp>
      <p:sp>
        <p:nvSpPr>
          <p:cNvPr id="615" name="Google Shape;615;p65"/>
          <p:cNvSpPr txBox="1">
            <a:spLocks noGrp="1"/>
          </p:cNvSpPr>
          <p:nvPr>
            <p:ph type="body" idx="1"/>
          </p:nvPr>
        </p:nvSpPr>
        <p:spPr>
          <a:xfrm>
            <a:off x="1154112" y="1493837"/>
            <a:ext cx="9558337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42900" marR="0" lvl="0" indent="-3429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⚫"/>
            </a:pPr>
            <a:r>
              <a:rPr lang="en-US" sz="36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There exist several popular white-box testing methodologies:</a:t>
            </a:r>
            <a:endParaRPr/>
          </a:p>
          <a:p>
            <a:pPr marL="742950" marR="0" lvl="1" indent="-285750" algn="l" rtl="0">
              <a:lnSpc>
                <a:spcPct val="105000"/>
              </a:lnSpc>
              <a:spcBef>
                <a:spcPts val="68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lang="en-US" sz="3200" b="0" i="0" u="none" strike="noStrike" cap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Statement coverage</a:t>
            </a:r>
            <a:endParaRPr/>
          </a:p>
          <a:p>
            <a:pPr marL="742950" marR="0" lvl="1" indent="-285750" algn="l" rtl="0">
              <a:lnSpc>
                <a:spcPct val="105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lang="en-US" sz="3200" b="0" i="0" u="none" strike="noStrike" cap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Branch coverage</a:t>
            </a:r>
            <a:endParaRPr/>
          </a:p>
          <a:p>
            <a:pPr marL="742950" marR="0" lvl="1" indent="-285750" algn="l" rtl="0">
              <a:lnSpc>
                <a:spcPct val="105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lang="en-US" sz="3200" b="0" i="0" u="none" strike="noStrike" cap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Path coverage</a:t>
            </a:r>
            <a:endParaRPr/>
          </a:p>
          <a:p>
            <a:pPr marL="742950" marR="0" lvl="1" indent="-285750" algn="l" rtl="0">
              <a:lnSpc>
                <a:spcPct val="105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lang="en-US" sz="3200" b="0" i="0" u="none" strike="noStrike" cap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Condition coverage</a:t>
            </a:r>
            <a:endParaRPr/>
          </a:p>
          <a:p>
            <a:pPr marL="742950" marR="0" lvl="1" indent="-285750" algn="l" rtl="0">
              <a:lnSpc>
                <a:spcPct val="105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lang="en-US" sz="3200" b="0" i="0" u="none" strike="noStrike" cap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MC/DC coverage</a:t>
            </a:r>
            <a:endParaRPr/>
          </a:p>
          <a:p>
            <a:pPr marL="742950" marR="0" lvl="1" indent="-285750" algn="l" rtl="0">
              <a:lnSpc>
                <a:spcPct val="105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lang="en-US" sz="3200" b="0" i="0" u="none" strike="noStrike" cap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Mutation testing</a:t>
            </a:r>
            <a:endParaRPr/>
          </a:p>
          <a:p>
            <a:pPr marL="742950" marR="0" lvl="1" indent="-285750" algn="l" rtl="0">
              <a:lnSpc>
                <a:spcPct val="105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lang="en-US" sz="3200" b="0" i="0" u="none" strike="noStrike" cap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Data flow-based testing</a:t>
            </a:r>
            <a:endParaRPr/>
          </a:p>
        </p:txBody>
      </p:sp>
      <p:sp>
        <p:nvSpPr>
          <p:cNvPr id="616" name="Google Shape;616;p65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47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6"/>
          <p:cNvSpPr txBox="1">
            <a:spLocks noGrp="1"/>
          </p:cNvSpPr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400"/>
              <a:buFont typeface="Gill Sans"/>
              <a:buNone/>
            </a:pPr>
            <a:r>
              <a:rPr lang="en-US" sz="44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Coverage-Based Testing Versus Fault-Based Testing</a:t>
            </a:r>
            <a:endParaRPr/>
          </a:p>
        </p:txBody>
      </p:sp>
      <p:sp>
        <p:nvSpPr>
          <p:cNvPr id="622" name="Google Shape;622;p66"/>
          <p:cNvSpPr txBox="1">
            <a:spLocks noGrp="1"/>
          </p:cNvSpPr>
          <p:nvPr>
            <p:ph type="body" idx="1"/>
          </p:nvPr>
        </p:nvSpPr>
        <p:spPr>
          <a:xfrm>
            <a:off x="38100" y="1708150"/>
            <a:ext cx="9886950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⚫"/>
            </a:pPr>
            <a:r>
              <a:rPr lang="en-US" sz="40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Idea behind coverage-based testing:</a:t>
            </a:r>
            <a:endParaRPr/>
          </a:p>
          <a:p>
            <a:pPr marL="704850" marR="0" lvl="1" indent="-26193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Char char="◦"/>
            </a:pPr>
            <a:r>
              <a:rPr lang="en-US" sz="3600" b="0" i="0" u="none" strike="noStrike" cap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Design test cases so that certain program elements are executed (or covered).</a:t>
            </a:r>
            <a:endParaRPr/>
          </a:p>
          <a:p>
            <a:pPr marL="704850" marR="0" lvl="1" indent="-26193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Char char="◦"/>
            </a:pPr>
            <a:r>
              <a:rPr lang="en-US" sz="3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Example: statement coverage, path coverage, etc.</a:t>
            </a:r>
            <a:endParaRPr/>
          </a:p>
          <a:p>
            <a:pPr marL="401637" marR="0" lvl="0" indent="-31114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⚫"/>
            </a:pPr>
            <a:r>
              <a:rPr lang="en-US" sz="40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Idea behind fault-based testing:</a:t>
            </a:r>
            <a:endParaRPr/>
          </a:p>
          <a:p>
            <a:pPr marL="704850" marR="0" lvl="1" indent="-26193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Char char="◦"/>
            </a:pPr>
            <a:r>
              <a:rPr lang="en-US" sz="3600" b="0" i="0" u="none" strike="noStrike" cap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Design test cases that focus on discovering certain types of faults.</a:t>
            </a:r>
            <a:endParaRPr/>
          </a:p>
          <a:p>
            <a:pPr marL="704850" marR="0" lvl="1" indent="-26193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Char char="◦"/>
            </a:pPr>
            <a:r>
              <a:rPr lang="en-US" sz="3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Example: Mutation testing.</a:t>
            </a:r>
            <a:endParaRPr/>
          </a:p>
        </p:txBody>
      </p:sp>
      <p:sp>
        <p:nvSpPr>
          <p:cNvPr id="623" name="Google Shape;623;p66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48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7"/>
          <p:cNvSpPr txBox="1">
            <a:spLocks noGrp="1"/>
          </p:cNvSpPr>
          <p:nvPr>
            <p:ph type="title"/>
          </p:nvPr>
        </p:nvSpPr>
        <p:spPr>
          <a:xfrm>
            <a:off x="1582737" y="301625"/>
            <a:ext cx="8266112" cy="126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lang="en-US" sz="49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Why Both BB and WB Testing?</a:t>
            </a:r>
            <a:endParaRPr/>
          </a:p>
        </p:txBody>
      </p:sp>
      <p:sp>
        <p:nvSpPr>
          <p:cNvPr id="629" name="Google Shape;629;p67"/>
          <p:cNvSpPr txBox="1">
            <a:spLocks noGrp="1"/>
          </p:cNvSpPr>
          <p:nvPr>
            <p:ph type="body" idx="1"/>
          </p:nvPr>
        </p:nvSpPr>
        <p:spPr>
          <a:xfrm>
            <a:off x="163512" y="1708150"/>
            <a:ext cx="4724400" cy="5348287"/>
          </a:xfrm>
          <a:prstGeom prst="rect">
            <a:avLst/>
          </a:prstGeom>
          <a:solidFill>
            <a:srgbClr val="CCFF66"/>
          </a:solidFill>
          <a:ln w="9525" cap="flat" cmpd="sng">
            <a:solidFill>
              <a:srgbClr val="FF00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rPr lang="en-US" sz="3200" b="0" i="0" u="sng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Black-box</a:t>
            </a:r>
            <a:endParaRPr/>
          </a:p>
          <a:p>
            <a:pPr marL="401637" marR="0" lvl="0" indent="-31114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Impossible to write a test case for every possible set of inputs and outputs</a:t>
            </a:r>
            <a:endParaRPr/>
          </a:p>
          <a:p>
            <a:pPr marL="401637" marR="0" lvl="0" indent="-31114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Some code parts may not be reachable </a:t>
            </a:r>
            <a:endParaRPr/>
          </a:p>
          <a:p>
            <a:pPr marL="401637" marR="0" lvl="0" indent="-31114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Does not tell if extra functionality has been implemented.</a:t>
            </a:r>
            <a:endParaRPr/>
          </a:p>
        </p:txBody>
      </p:sp>
      <p:sp>
        <p:nvSpPr>
          <p:cNvPr id="630" name="Google Shape;630;p67"/>
          <p:cNvSpPr txBox="1">
            <a:spLocks noGrp="1"/>
          </p:cNvSpPr>
          <p:nvPr>
            <p:ph type="body" idx="2"/>
          </p:nvPr>
        </p:nvSpPr>
        <p:spPr>
          <a:xfrm>
            <a:off x="5040312" y="1708150"/>
            <a:ext cx="4964112" cy="5348287"/>
          </a:xfrm>
          <a:prstGeom prst="rect">
            <a:avLst/>
          </a:prstGeom>
          <a:solidFill>
            <a:srgbClr val="EBFE5C"/>
          </a:solidFill>
          <a:ln w="9525" cap="flat" cmpd="sng">
            <a:solidFill>
              <a:srgbClr val="FF00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80"/>
              <a:buFont typeface="Noto Sans Symbols"/>
              <a:buNone/>
            </a:pPr>
            <a:r>
              <a:rPr lang="en-US" sz="3100" b="0" i="0" u="sng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White-box</a:t>
            </a:r>
            <a:endParaRPr/>
          </a:p>
          <a:p>
            <a:pPr marL="401637" marR="0" lvl="0" indent="-31114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80"/>
              <a:buFont typeface="Noto Sans Symbols"/>
              <a:buChar char="⚫"/>
            </a:pPr>
            <a:r>
              <a:rPr lang="en-US" sz="3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Does not address the question of whether or not a program matches the specification</a:t>
            </a:r>
            <a:endParaRPr/>
          </a:p>
          <a:p>
            <a:pPr marL="401637" marR="0" lvl="0" indent="-31114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80"/>
              <a:buFont typeface="Noto Sans Symbols"/>
              <a:buChar char="⚫"/>
            </a:pPr>
            <a:r>
              <a:rPr lang="en-US" sz="3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Does not tell you if all of the functionality has been implemented</a:t>
            </a:r>
            <a:endParaRPr/>
          </a:p>
          <a:p>
            <a:pPr marL="401637" marR="0" lvl="0" indent="-31114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80"/>
              <a:buFont typeface="Noto Sans Symbols"/>
              <a:buChar char="⚫"/>
            </a:pPr>
            <a:r>
              <a:rPr lang="en-US" sz="3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Does not discover missing program logic</a:t>
            </a:r>
            <a:endParaRPr/>
          </a:p>
        </p:txBody>
      </p:sp>
      <p:sp>
        <p:nvSpPr>
          <p:cNvPr id="631" name="Google Shape;631;p67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49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68"/>
          <p:cNvSpPr txBox="1">
            <a:spLocks noGrp="1"/>
          </p:cNvSpPr>
          <p:nvPr>
            <p:ph type="title"/>
          </p:nvPr>
        </p:nvSpPr>
        <p:spPr>
          <a:xfrm>
            <a:off x="1382712" y="0"/>
            <a:ext cx="9064625" cy="149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lang="en-US" sz="47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Grey Box  / Model Based Testing</a:t>
            </a:r>
            <a:endParaRPr/>
          </a:p>
        </p:txBody>
      </p:sp>
      <p:sp>
        <p:nvSpPr>
          <p:cNvPr id="638" name="Google Shape;638;p68"/>
          <p:cNvSpPr txBox="1">
            <a:spLocks noGrp="1"/>
          </p:cNvSpPr>
          <p:nvPr>
            <p:ph type="body" idx="1"/>
          </p:nvPr>
        </p:nvSpPr>
        <p:spPr>
          <a:xfrm>
            <a:off x="1077912" y="1570037"/>
            <a:ext cx="9002712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342900" marR="0" lvl="0" indent="-3429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⚫"/>
            </a:pPr>
            <a:r>
              <a:rPr lang="en-US" sz="40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 grey box testing, test cases are designed from design documents / models, such as UML diagrams.</a:t>
            </a:r>
            <a:endParaRPr/>
          </a:p>
          <a:p>
            <a:pPr marL="342900" marR="0" lvl="0" indent="-3429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⚫"/>
            </a:pPr>
            <a:r>
              <a:rPr lang="en-US" sz="4000" b="0" i="0" u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Grey-box testing is also called model based testing.</a:t>
            </a:r>
            <a:endParaRPr/>
          </a:p>
          <a:p>
            <a:pPr marL="342900" marR="0" lvl="0" indent="-3429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⚫"/>
            </a:pPr>
            <a:r>
              <a:rPr lang="en-US" sz="4000" b="0" i="0" u="non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Mainly used for testing of O-O systems</a:t>
            </a:r>
            <a:r>
              <a:rPr lang="en-US" sz="4400" b="0" i="0" u="non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/>
          </a:p>
        </p:txBody>
      </p:sp>
      <p:sp>
        <p:nvSpPr>
          <p:cNvPr id="639" name="Google Shape;639;p68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69"/>
          <p:cNvSpPr txBox="1">
            <a:spLocks noGrp="1"/>
          </p:cNvSpPr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lang="en-US" sz="47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Summary</a:t>
            </a:r>
            <a:endParaRPr/>
          </a:p>
        </p:txBody>
      </p:sp>
      <p:sp>
        <p:nvSpPr>
          <p:cNvPr id="645" name="Google Shape;645;p69"/>
          <p:cNvSpPr txBox="1">
            <a:spLocks noGrp="1"/>
          </p:cNvSpPr>
          <p:nvPr>
            <p:ph type="body" idx="1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</a:pPr>
            <a:r>
              <a:rPr lang="en-US" sz="35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Discussed importance of testing and the basic concepts of testing.</a:t>
            </a:r>
            <a:endParaRPr/>
          </a:p>
          <a:p>
            <a:pPr marL="401637" marR="0" lvl="0" indent="-311148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</a:pPr>
            <a:r>
              <a:rPr lang="en-US" sz="35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Presented the levels of testing.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</a:pPr>
            <a:r>
              <a:rPr lang="en-US" sz="3100" b="0" i="0" u="none" strike="noStrike" cap="non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Unit testing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</a:pPr>
            <a:r>
              <a:rPr lang="en-US" sz="3100" b="0" i="0" u="none" strike="noStrike" cap="non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Integration testing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</a:pPr>
            <a:r>
              <a:rPr lang="en-US" sz="3100" b="0" i="0" u="none" strike="noStrike" cap="non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System testing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</a:pPr>
            <a:r>
              <a:rPr lang="en-US" sz="3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Discussed the fundamentals of black box testing, </a:t>
            </a:r>
            <a:r>
              <a:rPr lang="en-US" sz="3500" b="0" i="0" u="none" strike="noStrike" cap="none">
                <a:solidFill>
                  <a:srgbClr val="FFC000"/>
                </a:solidFill>
                <a:latin typeface="Gill Sans"/>
                <a:ea typeface="Gill Sans"/>
                <a:cs typeface="Gill Sans"/>
                <a:sym typeface="Gill Sans"/>
              </a:rPr>
              <a:t>white box testing </a:t>
            </a:r>
            <a:r>
              <a:rPr lang="en-US" sz="3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and </a:t>
            </a:r>
            <a:r>
              <a:rPr lang="en-US" sz="3500" b="0" i="0" u="none" strike="noStrike" cap="none">
                <a:solidFill>
                  <a:srgbClr val="964305"/>
                </a:solidFill>
                <a:latin typeface="Gill Sans"/>
                <a:ea typeface="Gill Sans"/>
                <a:cs typeface="Gill Sans"/>
                <a:sym typeface="Gill Sans"/>
              </a:rPr>
              <a:t>grey box testing</a:t>
            </a:r>
            <a:r>
              <a:rPr lang="en-US" sz="3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/>
          </a:p>
        </p:txBody>
      </p:sp>
      <p:sp>
        <p:nvSpPr>
          <p:cNvPr id="646" name="Google Shape;646;p69"/>
          <p:cNvSpPr txBox="1"/>
          <p:nvPr/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</a:pPr>
            <a:r>
              <a:rPr lang="en-US"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rPr>
              <a:t>*08/10/1003/08/10</a:t>
            </a:r>
            <a:endParaRPr/>
          </a:p>
        </p:txBody>
      </p:sp>
      <p:sp>
        <p:nvSpPr>
          <p:cNvPr id="647" name="Google Shape;647;p69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</a:pPr>
            <a:fld id="{00000000-1234-1234-1234-123412341234}" type="slidenum">
              <a:rPr lang="en-US" sz="1300" b="0" i="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rPr>
              <a:t>51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70"/>
          <p:cNvSpPr txBox="1"/>
          <p:nvPr/>
        </p:nvSpPr>
        <p:spPr>
          <a:xfrm>
            <a:off x="1243012" y="307975"/>
            <a:ext cx="8669337" cy="94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650" tIns="43325" rIns="16650" bIns="4332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5300"/>
              <a:buFont typeface="Gill Sans"/>
              <a:buNone/>
            </a:pPr>
            <a:r>
              <a:rPr lang="en-US" sz="53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References </a:t>
            </a:r>
            <a:endParaRPr/>
          </a:p>
        </p:txBody>
      </p:sp>
      <p:sp>
        <p:nvSpPr>
          <p:cNvPr id="653" name="Google Shape;653;p70"/>
          <p:cNvSpPr txBox="1"/>
          <p:nvPr/>
        </p:nvSpPr>
        <p:spPr>
          <a:xfrm>
            <a:off x="1260475" y="1539875"/>
            <a:ext cx="8651875" cy="1352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875" tIns="56425" rIns="112875" bIns="56425" anchor="t" anchorCtr="0">
            <a:spAutoFit/>
          </a:bodyPr>
          <a:lstStyle/>
          <a:p>
            <a:pPr marL="422275" marR="0" lvl="0" indent="-422275" algn="just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Gill Sans"/>
              <a:buAutoNum type="arabicPeriod"/>
            </a:pPr>
            <a:r>
              <a:rPr lang="en-US" sz="28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R. Mall, Fundamentals of Software Engineering, (Chapter – 10), Fifth Edition, PHI Learning Pvt. Ltd., 2018.</a:t>
            </a:r>
            <a:endParaRPr/>
          </a:p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71"/>
          <p:cNvSpPr txBox="1">
            <a:spLocks noGrp="1"/>
          </p:cNvSpPr>
          <p:nvPr>
            <p:ph type="title"/>
          </p:nvPr>
        </p:nvSpPr>
        <p:spPr>
          <a:xfrm>
            <a:off x="468312" y="-334962"/>
            <a:ext cx="9066212" cy="1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7300"/>
              <a:buFont typeface="Gill Sans"/>
              <a:buNone/>
            </a:pPr>
            <a:r>
              <a:rPr lang="en-US" sz="73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659" name="Google Shape;659;p71"/>
          <p:cNvSpPr txBox="1">
            <a:spLocks noGrp="1"/>
          </p:cNvSpPr>
          <p:nvPr>
            <p:ph type="body" idx="1"/>
          </p:nvPr>
        </p:nvSpPr>
        <p:spPr>
          <a:xfrm>
            <a:off x="384175" y="1441450"/>
            <a:ext cx="9388475" cy="523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840"/>
              <a:buFont typeface="Noto Sans Symbols"/>
              <a:buNone/>
            </a:pPr>
            <a:endParaRPr sz="48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240"/>
              </a:spcBef>
              <a:spcAft>
                <a:spcPts val="0"/>
              </a:spcAft>
              <a:buClr>
                <a:schemeClr val="accent1"/>
              </a:buClr>
              <a:buSzPts val="3840"/>
              <a:buFont typeface="Noto Sans Symbols"/>
              <a:buNone/>
            </a:pPr>
            <a:endParaRPr sz="48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240"/>
              </a:spcBef>
              <a:spcAft>
                <a:spcPts val="0"/>
              </a:spcAft>
              <a:buClr>
                <a:schemeClr val="accent1"/>
              </a:buClr>
              <a:buSzPts val="3840"/>
              <a:buFont typeface="Noto Sans Symbols"/>
              <a:buNone/>
            </a:pPr>
            <a:endParaRPr sz="48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240"/>
              </a:spcBef>
              <a:spcAft>
                <a:spcPts val="0"/>
              </a:spcAft>
              <a:buClr>
                <a:schemeClr val="accent1"/>
              </a:buClr>
              <a:buSzPts val="3840"/>
              <a:buFont typeface="Noto Sans Symbols"/>
              <a:buNone/>
            </a:pPr>
            <a:r>
              <a:rPr lang="en-US" sz="4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			</a:t>
            </a:r>
            <a:r>
              <a:rPr lang="en-US" sz="4800" b="1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Thank You</a:t>
            </a:r>
            <a:endParaRPr/>
          </a:p>
        </p:txBody>
      </p:sp>
      <p:sp>
        <p:nvSpPr>
          <p:cNvPr id="660" name="Google Shape;660;p71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6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3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5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8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9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0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1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1636</Words>
  <Application>Microsoft Office PowerPoint</Application>
  <PresentationFormat>Custom</PresentationFormat>
  <Paragraphs>330</Paragraphs>
  <Slides>53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53</vt:i4>
      </vt:variant>
    </vt:vector>
  </HeadingPairs>
  <TitlesOfParts>
    <vt:vector size="73" baseType="lpstr">
      <vt:lpstr>Arial</vt:lpstr>
      <vt:lpstr>Noto Sans Symbols</vt:lpstr>
      <vt:lpstr>Verdana</vt:lpstr>
      <vt:lpstr>Gill Sans</vt:lpstr>
      <vt:lpstr>Times New Roman</vt:lpstr>
      <vt:lpstr>Comic Sans MS</vt:lpstr>
      <vt:lpstr>Courier New</vt:lpstr>
      <vt:lpstr>Arimo</vt:lpstr>
      <vt:lpstr>7_Solstice</vt:lpstr>
      <vt:lpstr>2_Solstice</vt:lpstr>
      <vt:lpstr>6_Solstice</vt:lpstr>
      <vt:lpstr>4_Solstice</vt:lpstr>
      <vt:lpstr>Solstice</vt:lpstr>
      <vt:lpstr>1_Solstice</vt:lpstr>
      <vt:lpstr>3_Solstice</vt:lpstr>
      <vt:lpstr>5_Solstice</vt:lpstr>
      <vt:lpstr>8_Solstice</vt:lpstr>
      <vt:lpstr>9_Solstice</vt:lpstr>
      <vt:lpstr>10_Solstice</vt:lpstr>
      <vt:lpstr>11_Solstice</vt:lpstr>
      <vt:lpstr>PowerPoint Presentation</vt:lpstr>
      <vt:lpstr>PowerPoint Presentation</vt:lpstr>
      <vt:lpstr>Software Life Cycle</vt:lpstr>
      <vt:lpstr>Classical Waterfall Model</vt:lpstr>
      <vt:lpstr>Classical Waterfall Model</vt:lpstr>
      <vt:lpstr>Defect Reduction Techniques</vt:lpstr>
      <vt:lpstr>Why Test?</vt:lpstr>
      <vt:lpstr>How Do You Test a Program?</vt:lpstr>
      <vt:lpstr>How Do You Test a Program?</vt:lpstr>
      <vt:lpstr>How Do You Test a Program?</vt:lpstr>
      <vt:lpstr>What’s So Hard About Testing ?</vt:lpstr>
      <vt:lpstr>Testing Facts</vt:lpstr>
      <vt:lpstr>Testing Facts</vt:lpstr>
      <vt:lpstr>PowerPoint Presentation</vt:lpstr>
      <vt:lpstr>Overview of Testing Activities</vt:lpstr>
      <vt:lpstr>Error, Faults, and Failures</vt:lpstr>
      <vt:lpstr>Pesticide Effect</vt:lpstr>
      <vt:lpstr>Pesticide Effect</vt:lpstr>
      <vt:lpstr>Fault Model</vt:lpstr>
      <vt:lpstr>Fault Model of an OO Program</vt:lpstr>
      <vt:lpstr>Hardware Fault-Model</vt:lpstr>
      <vt:lpstr>Software Testing</vt:lpstr>
      <vt:lpstr>Test Cases and Test Suites</vt:lpstr>
      <vt:lpstr>Test Cases and Test Suites</vt:lpstr>
      <vt:lpstr>Aim of Testing</vt:lpstr>
      <vt:lpstr>Aim of Testing</vt:lpstr>
      <vt:lpstr>Aim of Testing</vt:lpstr>
      <vt:lpstr>Aim of Testing</vt:lpstr>
      <vt:lpstr>Aim of Testing</vt:lpstr>
      <vt:lpstr>Aim of Testing</vt:lpstr>
      <vt:lpstr>Levels of Testing</vt:lpstr>
      <vt:lpstr>Unit testing</vt:lpstr>
      <vt:lpstr>Unit testing</vt:lpstr>
      <vt:lpstr>Integration testing</vt:lpstr>
      <vt:lpstr>System Testing</vt:lpstr>
      <vt:lpstr>Verification versus Validation</vt:lpstr>
      <vt:lpstr>Verification versus Validation</vt:lpstr>
      <vt:lpstr>Design of Test Cases</vt:lpstr>
      <vt:lpstr>Design of Test Cases</vt:lpstr>
      <vt:lpstr>Design of Test Cases</vt:lpstr>
      <vt:lpstr>Design of Test Cases</vt:lpstr>
      <vt:lpstr>Design of Test Cases</vt:lpstr>
      <vt:lpstr>Design of Test Cases</vt:lpstr>
      <vt:lpstr>Black-Box Testing</vt:lpstr>
      <vt:lpstr>Black-box Testing Techniques</vt:lpstr>
      <vt:lpstr>White-box Testing</vt:lpstr>
      <vt:lpstr>White-Box Testing Techniques</vt:lpstr>
      <vt:lpstr>Coverage-Based Testing Versus Fault-Based Testing</vt:lpstr>
      <vt:lpstr>Why Both BB and WB Testing?</vt:lpstr>
      <vt:lpstr>Grey Box  / Model Based Testing</vt:lpstr>
      <vt:lpstr>Summary</vt:lpstr>
      <vt:lpstr>PowerPoint Presentation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Manoj Mahanta</cp:lastModifiedBy>
  <cp:revision>3</cp:revision>
  <dcterms:modified xsi:type="dcterms:W3CDTF">2026-07-23T17:27:49Z</dcterms:modified>
</cp:coreProperties>
</file>