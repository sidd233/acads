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8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9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4.xml"/>
  <Override ContentType="application/vnd.openxmlformats-officedocument.presentationml.slideMaster+xml" PartName="/ppt/slideMasters/slideMaster7.xml"/>
  <Override ContentType="application/vnd.openxmlformats-officedocument.presentationml.slideMaster+xml" PartName="/ppt/slideMasters/slideMaster6.xml"/>
  <Override ContentType="application/vnd.openxmlformats-officedocument.presentationml.slideMaster+xml" PartName="/ppt/slideMasters/slideMaster5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7.xml"/>
  <Override ContentType="application/vnd.openxmlformats-officedocument.theme+xml" PartName="/ppt/theme/theme6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theme+xml" PartName="/ppt/theme/theme5.xml"/>
  <Override ContentType="application/vnd.openxmlformats-officedocument.theme+xml" PartName="/ppt/theme/theme8.xml"/>
  <Override ContentType="application/vnd.openxmlformats-officedocument.theme+xml" PartName="/ppt/theme/theme10.xml"/>
  <Override ContentType="application/vnd.openxmlformats-officedocument.theme+xml" PartName="/ppt/theme/theme9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98" r:id="rId5"/>
    <p:sldMasterId id="2147483699" r:id="rId6"/>
    <p:sldMasterId id="2147483700" r:id="rId7"/>
    <p:sldMasterId id="2147483701" r:id="rId8"/>
    <p:sldMasterId id="2147483702" r:id="rId9"/>
    <p:sldMasterId id="2147483703" r:id="rId10"/>
    <p:sldMasterId id="2147483704" r:id="rId11"/>
    <p:sldMasterId id="2147483705" r:id="rId12"/>
    <p:sldMasterId id="2147483706" r:id="rId13"/>
  </p:sldMasterIdLst>
  <p:notesMasterIdLst>
    <p:notesMasterId r:id="rId14"/>
  </p:notesMasterIdLst>
  <p:sldIdLst>
    <p:sldId id="256" r:id="rId15"/>
    <p:sldId id="257" r:id="rId16"/>
    <p:sldId id="258" r:id="rId17"/>
    <p:sldId id="259" r:id="rId18"/>
    <p:sldId id="260" r:id="rId19"/>
    <p:sldId id="261" r:id="rId20"/>
    <p:sldId id="262" r:id="rId21"/>
    <p:sldId id="263" r:id="rId22"/>
    <p:sldId id="264" r:id="rId23"/>
    <p:sldId id="265" r:id="rId24"/>
    <p:sldId id="266" r:id="rId25"/>
    <p:sldId id="267" r:id="rId26"/>
    <p:sldId id="268" r:id="rId27"/>
    <p:sldId id="269" r:id="rId28"/>
    <p:sldId id="270" r:id="rId29"/>
    <p:sldId id="271" r:id="rId30"/>
    <p:sldId id="272" r:id="rId31"/>
    <p:sldId id="273" r:id="rId32"/>
    <p:sldId id="274" r:id="rId33"/>
    <p:sldId id="275" r:id="rId34"/>
    <p:sldId id="276" r:id="rId35"/>
    <p:sldId id="277" r:id="rId36"/>
    <p:sldId id="278" r:id="rId37"/>
    <p:sldId id="279" r:id="rId38"/>
    <p:sldId id="280" r:id="rId39"/>
    <p:sldId id="281" r:id="rId40"/>
    <p:sldId id="282" r:id="rId41"/>
    <p:sldId id="283" r:id="rId42"/>
    <p:sldId id="284" r:id="rId43"/>
    <p:sldId id="285" r:id="rId44"/>
  </p:sldIdLst>
  <p:sldSz cy="5143500" cx="9144000"/>
  <p:notesSz cx="6858000" cy="9144000"/>
  <p:embeddedFontLst>
    <p:embeddedFont>
      <p:font typeface="Gill Sans"/>
      <p:regular r:id="rId45"/>
      <p:bold r:id="rId4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2825ACD-0D31-4B73-8974-34D1A045FB7C}">
  <a:tblStyle styleId="{62825ACD-0D31-4B73-8974-34D1A045FB7C}" styleName="Table_0">
    <a:wholeTbl>
      <a:tcTxStyle b="off" i="off">
        <a:font>
          <a:latin typeface="Gill Sans MT"/>
          <a:ea typeface="Gill Sans MT"/>
          <a:cs typeface="Gill Sans MT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7EEF0"/>
          </a:solidFill>
        </a:fill>
      </a:tcStyle>
    </a:wholeTbl>
    <a:band1H>
      <a:tcTxStyle/>
      <a:tcStyle>
        <a:fill>
          <a:solidFill>
            <a:srgbClr val="CCDBE1"/>
          </a:solidFill>
        </a:fill>
      </a:tcStyle>
    </a:band1H>
    <a:band2H>
      <a:tcTxStyle/>
    </a:band2H>
    <a:band1V>
      <a:tcTxStyle/>
      <a:tcStyle>
        <a:fill>
          <a:solidFill>
            <a:srgbClr val="CCDBE1"/>
          </a:solidFill>
        </a:fill>
      </a:tcStyle>
    </a:band1V>
    <a:band2V>
      <a:tcTxStyle/>
    </a:band2V>
    <a:lastCol>
      <a:tcTxStyle b="on" i="off">
        <a:font>
          <a:latin typeface="Gill Sans MT"/>
          <a:ea typeface="Gill Sans MT"/>
          <a:cs typeface="Gill Sans MT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Gill Sans MT"/>
          <a:ea typeface="Gill Sans MT"/>
          <a:cs typeface="Gill Sans MT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Gill Sans MT"/>
          <a:ea typeface="Gill Sans MT"/>
          <a:cs typeface="Gill Sans MT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Gill Sans MT"/>
          <a:ea typeface="Gill Sans MT"/>
          <a:cs typeface="Gill Sans MT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26.xml"/><Relationship Id="rId20" Type="http://schemas.openxmlformats.org/officeDocument/2006/relationships/slide" Target="slides/slide6.xml"/><Relationship Id="rId42" Type="http://schemas.openxmlformats.org/officeDocument/2006/relationships/slide" Target="slides/slide28.xml"/><Relationship Id="rId41" Type="http://schemas.openxmlformats.org/officeDocument/2006/relationships/slide" Target="slides/slide27.xml"/><Relationship Id="rId22" Type="http://schemas.openxmlformats.org/officeDocument/2006/relationships/slide" Target="slides/slide8.xml"/><Relationship Id="rId44" Type="http://schemas.openxmlformats.org/officeDocument/2006/relationships/slide" Target="slides/slide30.xml"/><Relationship Id="rId21" Type="http://schemas.openxmlformats.org/officeDocument/2006/relationships/slide" Target="slides/slide7.xml"/><Relationship Id="rId43" Type="http://schemas.openxmlformats.org/officeDocument/2006/relationships/slide" Target="slides/slide29.xml"/><Relationship Id="rId24" Type="http://schemas.openxmlformats.org/officeDocument/2006/relationships/slide" Target="slides/slide10.xml"/><Relationship Id="rId46" Type="http://schemas.openxmlformats.org/officeDocument/2006/relationships/font" Target="fonts/GillSans-bold.fntdata"/><Relationship Id="rId23" Type="http://schemas.openxmlformats.org/officeDocument/2006/relationships/slide" Target="slides/slide9.xml"/><Relationship Id="rId45" Type="http://schemas.openxmlformats.org/officeDocument/2006/relationships/font" Target="fonts/GillSans-regular.fntdata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Master" Target="slideMasters/slideMaster5.xml"/><Relationship Id="rId26" Type="http://schemas.openxmlformats.org/officeDocument/2006/relationships/slide" Target="slides/slide12.xml"/><Relationship Id="rId25" Type="http://schemas.openxmlformats.org/officeDocument/2006/relationships/slide" Target="slides/slide11.xml"/><Relationship Id="rId28" Type="http://schemas.openxmlformats.org/officeDocument/2006/relationships/slide" Target="slides/slide14.xml"/><Relationship Id="rId27" Type="http://schemas.openxmlformats.org/officeDocument/2006/relationships/slide" Target="slides/slide13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29" Type="http://schemas.openxmlformats.org/officeDocument/2006/relationships/slide" Target="slides/slide15.xml"/><Relationship Id="rId7" Type="http://schemas.openxmlformats.org/officeDocument/2006/relationships/slideMaster" Target="slideMasters/slideMaster3.xml"/><Relationship Id="rId8" Type="http://schemas.openxmlformats.org/officeDocument/2006/relationships/slideMaster" Target="slideMasters/slideMaster4.xml"/><Relationship Id="rId31" Type="http://schemas.openxmlformats.org/officeDocument/2006/relationships/slide" Target="slides/slide17.xml"/><Relationship Id="rId30" Type="http://schemas.openxmlformats.org/officeDocument/2006/relationships/slide" Target="slides/slide16.xml"/><Relationship Id="rId11" Type="http://schemas.openxmlformats.org/officeDocument/2006/relationships/slideMaster" Target="slideMasters/slideMaster7.xml"/><Relationship Id="rId33" Type="http://schemas.openxmlformats.org/officeDocument/2006/relationships/slide" Target="slides/slide19.xml"/><Relationship Id="rId10" Type="http://schemas.openxmlformats.org/officeDocument/2006/relationships/slideMaster" Target="slideMasters/slideMaster6.xml"/><Relationship Id="rId32" Type="http://schemas.openxmlformats.org/officeDocument/2006/relationships/slide" Target="slides/slide18.xml"/><Relationship Id="rId13" Type="http://schemas.openxmlformats.org/officeDocument/2006/relationships/slideMaster" Target="slideMasters/slideMaster9.xml"/><Relationship Id="rId35" Type="http://schemas.openxmlformats.org/officeDocument/2006/relationships/slide" Target="slides/slide21.xml"/><Relationship Id="rId12" Type="http://schemas.openxmlformats.org/officeDocument/2006/relationships/slideMaster" Target="slideMasters/slideMaster8.xml"/><Relationship Id="rId34" Type="http://schemas.openxmlformats.org/officeDocument/2006/relationships/slide" Target="slides/slide20.xml"/><Relationship Id="rId15" Type="http://schemas.openxmlformats.org/officeDocument/2006/relationships/slide" Target="slides/slide1.xml"/><Relationship Id="rId37" Type="http://schemas.openxmlformats.org/officeDocument/2006/relationships/slide" Target="slides/slide23.xml"/><Relationship Id="rId14" Type="http://schemas.openxmlformats.org/officeDocument/2006/relationships/notesMaster" Target="notesMasters/notesMaster1.xml"/><Relationship Id="rId36" Type="http://schemas.openxmlformats.org/officeDocument/2006/relationships/slide" Target="slides/slide22.xml"/><Relationship Id="rId17" Type="http://schemas.openxmlformats.org/officeDocument/2006/relationships/slide" Target="slides/slide3.xml"/><Relationship Id="rId39" Type="http://schemas.openxmlformats.org/officeDocument/2006/relationships/slide" Target="slides/slide25.xml"/><Relationship Id="rId16" Type="http://schemas.openxmlformats.org/officeDocument/2006/relationships/slide" Target="slides/slide2.xml"/><Relationship Id="rId38" Type="http://schemas.openxmlformats.org/officeDocument/2006/relationships/slide" Target="slides/slide24.xml"/><Relationship Id="rId19" Type="http://schemas.openxmlformats.org/officeDocument/2006/relationships/slide" Target="slides/slide5.xml"/><Relationship Id="rId1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7" name="Google Shape;447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4" name="Google Shape;454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2" name="Google Shape;46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8" name="Google Shape;468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5" name="Google Shape;475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1" name="Google Shape;481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7" name="Google Shape;487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4" name="Google Shape;494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1" name="Google Shape;501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8" name="Google Shape;508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6" name="Google Shape;516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3" name="Google Shape;523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0" name="Google Shape;530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6" name="Google Shape;536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0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2" name="Google Shape;542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6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8" name="Google Shape;548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7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9" name="Google Shape;559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5" name="Google Shape;565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9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1" name="Google Shape;571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5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7" name="Google Shape;577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3" name="Google Shape;583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7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9" name="Google Shape;589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3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5" name="Google Shape;595;p2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9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1" name="Google Shape;601;p2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7" name="Google Shape;607;p2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Google Shape;612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3" name="Google Shape;613;p2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8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Google Shape;619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0" name="Google Shape;620;p2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6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Google Shape;627;p2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28" name="Google Shape;628;p28:notes"/>
          <p:cNvSpPr txBox="1"/>
          <p:nvPr/>
        </p:nvSpPr>
        <p:spPr>
          <a:xfrm>
            <a:off x="503238" y="4316413"/>
            <a:ext cx="5854700" cy="40592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9" name="Google Shape;629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4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Google Shape;635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6" name="Google Shape;636;p2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0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Google Shape;641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2" name="Google Shape;642;p3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2"/>
          <p:cNvSpPr txBox="1"/>
          <p:nvPr>
            <p:ph type="ctrTitle"/>
          </p:nvPr>
        </p:nvSpPr>
        <p:spPr>
          <a:xfrm>
            <a:off x="1432560" y="269923"/>
            <a:ext cx="7406640" cy="11041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3600"/>
              <a:buFont typeface="Gill Sans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"/>
          <p:cNvSpPr txBox="1"/>
          <p:nvPr>
            <p:ph idx="1" type="subTitle"/>
          </p:nvPr>
        </p:nvSpPr>
        <p:spPr>
          <a:xfrm>
            <a:off x="1432560" y="1387548"/>
            <a:ext cx="7406640" cy="1314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80"/>
              <a:buNone/>
              <a:defRPr sz="2600">
                <a:solidFill>
                  <a:srgbClr val="341108"/>
                </a:solidFill>
              </a:defRPr>
            </a:lvl1pPr>
            <a:lvl2pPr lvl="1" algn="ctr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19" name="Google Shape;19;p2"/>
          <p:cNvSpPr txBox="1"/>
          <p:nvPr>
            <p:ph idx="10" type="dt"/>
          </p:nvPr>
        </p:nvSpPr>
        <p:spPr>
          <a:xfrm>
            <a:off x="3581400" y="4729162"/>
            <a:ext cx="2133600" cy="35718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"/>
          <p:cNvSpPr txBox="1"/>
          <p:nvPr>
            <p:ph idx="11" type="ftr"/>
          </p:nvPr>
        </p:nvSpPr>
        <p:spPr>
          <a:xfrm>
            <a:off x="5715000" y="4729162"/>
            <a:ext cx="2895600" cy="35718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"/>
          <p:cNvSpPr txBox="1"/>
          <p:nvPr>
            <p:ph idx="12" type="sldNum"/>
          </p:nvPr>
        </p:nvSpPr>
        <p:spPr>
          <a:xfrm>
            <a:off x="8613648" y="4729162"/>
            <a:ext cx="457200" cy="35718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2" name="Google Shape;22;p2"/>
          <p:cNvSpPr/>
          <p:nvPr/>
        </p:nvSpPr>
        <p:spPr>
          <a:xfrm>
            <a:off x="921433" y="1060352"/>
            <a:ext cx="210312" cy="157734"/>
          </a:xfrm>
          <a:prstGeom prst="ellipse">
            <a:avLst/>
          </a:prstGeom>
          <a:gradFill>
            <a:gsLst>
              <a:gs pos="0">
                <a:srgbClr val="D7F6FF">
                  <a:alpha val="94901"/>
                </a:srgbClr>
              </a:gs>
              <a:gs pos="50000">
                <a:srgbClr val="C0E3F0">
                  <a:alpha val="89803"/>
                </a:srgbClr>
              </a:gs>
              <a:gs pos="95000">
                <a:srgbClr val="65C6EA">
                  <a:alpha val="87843"/>
                </a:srgbClr>
              </a:gs>
              <a:gs pos="100000">
                <a:srgbClr val="00BBF1">
                  <a:alpha val="84705"/>
                </a:srgbClr>
              </a:gs>
            </a:gsLst>
            <a:path path="circle">
              <a:fillToRect b="100%" r="100%"/>
            </a:path>
            <a:tileRect l="-100%" t="-100%"/>
          </a:gradFill>
          <a:ln cap="rnd" cmpd="sng" w="9525">
            <a:solidFill>
              <a:srgbClr val="2F8DA4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3" name="Google Shape;23;p2"/>
          <p:cNvSpPr/>
          <p:nvPr/>
        </p:nvSpPr>
        <p:spPr>
          <a:xfrm>
            <a:off x="1157176" y="1008762"/>
            <a:ext cx="64008" cy="48006"/>
          </a:xfrm>
          <a:prstGeom prst="ellipse">
            <a:avLst/>
          </a:prstGeom>
          <a:noFill/>
          <a:ln cap="rnd" cmpd="sng" w="12700">
            <a:solidFill>
              <a:srgbClr val="317F92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3"/>
          <p:cNvSpPr txBox="1"/>
          <p:nvPr>
            <p:ph type="title"/>
          </p:nvPr>
        </p:nvSpPr>
        <p:spPr>
          <a:xfrm>
            <a:off x="1435608" y="205978"/>
            <a:ext cx="749808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3600"/>
              <a:buFont typeface="Gill Sans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1" type="body"/>
          </p:nvPr>
        </p:nvSpPr>
        <p:spPr>
          <a:xfrm>
            <a:off x="1435608" y="1085850"/>
            <a:ext cx="749808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7084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240"/>
              <a:buChar char="⚫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2400"/>
              <a:buChar char="◦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●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27" name="Google Shape;27;p3"/>
          <p:cNvSpPr txBox="1"/>
          <p:nvPr>
            <p:ph idx="10" type="dt"/>
          </p:nvPr>
        </p:nvSpPr>
        <p:spPr>
          <a:xfrm>
            <a:off x="3581400" y="4729162"/>
            <a:ext cx="2133600" cy="35718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3"/>
          <p:cNvSpPr txBox="1"/>
          <p:nvPr>
            <p:ph idx="11" type="ftr"/>
          </p:nvPr>
        </p:nvSpPr>
        <p:spPr>
          <a:xfrm>
            <a:off x="5715000" y="4729162"/>
            <a:ext cx="2895600" cy="35718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3"/>
          <p:cNvSpPr txBox="1"/>
          <p:nvPr>
            <p:ph idx="12" type="sldNum"/>
          </p:nvPr>
        </p:nvSpPr>
        <p:spPr>
          <a:xfrm>
            <a:off x="8613648" y="4729162"/>
            <a:ext cx="457200" cy="35718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showMasterSp="0" type="secHead">
  <p:cSld name="SECTION_HEADER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4"/>
          <p:cNvSpPr/>
          <p:nvPr/>
        </p:nvSpPr>
        <p:spPr>
          <a:xfrm>
            <a:off x="2282890" y="-40"/>
            <a:ext cx="6858000" cy="5143541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2" name="Google Shape;32;p4"/>
          <p:cNvSpPr txBox="1"/>
          <p:nvPr>
            <p:ph type="title"/>
          </p:nvPr>
        </p:nvSpPr>
        <p:spPr>
          <a:xfrm>
            <a:off x="2578392" y="1950244"/>
            <a:ext cx="6400800" cy="17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4000"/>
              <a:buFont typeface="Gill Sans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4"/>
          <p:cNvSpPr txBox="1"/>
          <p:nvPr>
            <p:ph idx="1" type="body"/>
          </p:nvPr>
        </p:nvSpPr>
        <p:spPr>
          <a:xfrm>
            <a:off x="2578392" y="800100"/>
            <a:ext cx="6400800" cy="113228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000">
                <a:solidFill>
                  <a:srgbClr val="34110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idx="10" type="dt"/>
          </p:nvPr>
        </p:nvSpPr>
        <p:spPr>
          <a:xfrm>
            <a:off x="3581400" y="4729162"/>
            <a:ext cx="2133600" cy="35718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idx="11" type="ftr"/>
          </p:nvPr>
        </p:nvSpPr>
        <p:spPr>
          <a:xfrm>
            <a:off x="5715000" y="4729162"/>
            <a:ext cx="2895600" cy="35718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12" type="sldNum"/>
          </p:nvPr>
        </p:nvSpPr>
        <p:spPr>
          <a:xfrm>
            <a:off x="8613648" y="4729162"/>
            <a:ext cx="457200" cy="35718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7" name="Google Shape;37;p4"/>
          <p:cNvSpPr/>
          <p:nvPr/>
        </p:nvSpPr>
        <p:spPr>
          <a:xfrm>
            <a:off x="2286000" y="1"/>
            <a:ext cx="76200" cy="5143541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38550" rotWithShape="0" algn="tl" dir="10800000" dist="38000">
              <a:srgbClr val="6F6A5F">
                <a:alpha val="24705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8" name="Google Shape;38;p4"/>
          <p:cNvSpPr/>
          <p:nvPr/>
        </p:nvSpPr>
        <p:spPr>
          <a:xfrm>
            <a:off x="2172321" y="2110992"/>
            <a:ext cx="210312" cy="157734"/>
          </a:xfrm>
          <a:prstGeom prst="ellipse">
            <a:avLst/>
          </a:prstGeom>
          <a:gradFill>
            <a:gsLst>
              <a:gs pos="0">
                <a:srgbClr val="D7F6FF">
                  <a:alpha val="94901"/>
                </a:srgbClr>
              </a:gs>
              <a:gs pos="50000">
                <a:srgbClr val="C0E3F0">
                  <a:alpha val="89803"/>
                </a:srgbClr>
              </a:gs>
              <a:gs pos="95000">
                <a:srgbClr val="65C6EA">
                  <a:alpha val="87843"/>
                </a:srgbClr>
              </a:gs>
              <a:gs pos="100000">
                <a:srgbClr val="00BBF1">
                  <a:alpha val="84705"/>
                </a:srgbClr>
              </a:gs>
            </a:gsLst>
            <a:path path="circle">
              <a:fillToRect b="100%" r="100%"/>
            </a:path>
            <a:tileRect l="-100%" t="-100%"/>
          </a:gradFill>
          <a:ln cap="rnd" cmpd="sng" w="9525">
            <a:solidFill>
              <a:srgbClr val="2F8DA4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9" name="Google Shape;39;p4"/>
          <p:cNvSpPr/>
          <p:nvPr/>
        </p:nvSpPr>
        <p:spPr>
          <a:xfrm>
            <a:off x="2408064" y="2059403"/>
            <a:ext cx="64008" cy="48006"/>
          </a:xfrm>
          <a:prstGeom prst="ellipse">
            <a:avLst/>
          </a:prstGeom>
          <a:noFill/>
          <a:ln cap="rnd" cmpd="sng" w="12700">
            <a:solidFill>
              <a:srgbClr val="317F92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5"/>
          <p:cNvSpPr txBox="1"/>
          <p:nvPr>
            <p:ph type="title"/>
          </p:nvPr>
        </p:nvSpPr>
        <p:spPr>
          <a:xfrm>
            <a:off x="1435608" y="205740"/>
            <a:ext cx="749808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1" type="body"/>
          </p:nvPr>
        </p:nvSpPr>
        <p:spPr>
          <a:xfrm>
            <a:off x="1435608" y="1143000"/>
            <a:ext cx="3657600" cy="34975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7084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240"/>
              <a:buChar char="⚫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2400"/>
              <a:buChar char="◦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●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idx="2" type="body"/>
          </p:nvPr>
        </p:nvSpPr>
        <p:spPr>
          <a:xfrm>
            <a:off x="5276088" y="1143000"/>
            <a:ext cx="3657600" cy="34975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7084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240"/>
              <a:buChar char="⚫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2400"/>
              <a:buChar char="◦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●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44" name="Google Shape;44;p5"/>
          <p:cNvSpPr txBox="1"/>
          <p:nvPr>
            <p:ph idx="10" type="dt"/>
          </p:nvPr>
        </p:nvSpPr>
        <p:spPr>
          <a:xfrm>
            <a:off x="3581400" y="4729162"/>
            <a:ext cx="2133600" cy="35718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5"/>
          <p:cNvSpPr txBox="1"/>
          <p:nvPr>
            <p:ph idx="11" type="ftr"/>
          </p:nvPr>
        </p:nvSpPr>
        <p:spPr>
          <a:xfrm>
            <a:off x="5715000" y="4729162"/>
            <a:ext cx="2895600" cy="35718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5"/>
          <p:cNvSpPr txBox="1"/>
          <p:nvPr>
            <p:ph idx="12" type="sldNum"/>
          </p:nvPr>
        </p:nvSpPr>
        <p:spPr>
          <a:xfrm>
            <a:off x="8613648" y="4729162"/>
            <a:ext cx="457200" cy="35718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showMasterSp="0" type="twoTxTwoObj">
  <p:cSld name="TWO_OBJECTS_WITH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6"/>
          <p:cNvSpPr txBox="1"/>
          <p:nvPr>
            <p:ph type="title"/>
          </p:nvPr>
        </p:nvSpPr>
        <p:spPr>
          <a:xfrm>
            <a:off x="457200" y="3870252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4500"/>
              <a:buFont typeface="Gill Sans"/>
              <a:buNone/>
              <a:defRPr b="1" sz="45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idx="1" type="body"/>
          </p:nvPr>
        </p:nvSpPr>
        <p:spPr>
          <a:xfrm>
            <a:off x="457200" y="246209"/>
            <a:ext cx="4023360" cy="480060"/>
          </a:xfrm>
          <a:prstGeom prst="rect">
            <a:avLst/>
          </a:prstGeom>
          <a:solidFill>
            <a:schemeClr val="lt1"/>
          </a:solidFill>
          <a:ln cap="flat" cmpd="sng" w="1077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1520"/>
              <a:buNone/>
              <a:defRPr b="0" sz="19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2" type="body"/>
          </p:nvPr>
        </p:nvSpPr>
        <p:spPr>
          <a:xfrm>
            <a:off x="4663440" y="246209"/>
            <a:ext cx="4023360" cy="480060"/>
          </a:xfrm>
          <a:prstGeom prst="rect">
            <a:avLst/>
          </a:prstGeom>
          <a:solidFill>
            <a:schemeClr val="lt1"/>
          </a:solidFill>
          <a:ln cap="flat" cmpd="sng" w="1077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1520"/>
              <a:buNone/>
              <a:defRPr b="0" sz="19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3" type="body"/>
          </p:nvPr>
        </p:nvSpPr>
        <p:spPr>
          <a:xfrm>
            <a:off x="457200" y="727002"/>
            <a:ext cx="4023360" cy="3086100"/>
          </a:xfrm>
          <a:prstGeom prst="rect">
            <a:avLst/>
          </a:prstGeom>
          <a:noFill/>
          <a:ln cap="flat" cmpd="sng" w="10775">
            <a:solidFill>
              <a:schemeClr val="lt1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0520" lvl="0" marL="4572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920"/>
              <a:buChar char="⚫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2000"/>
              <a:buChar char="◦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800"/>
              <a:buChar char="●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600"/>
              <a:buChar char="●"/>
              <a:defRPr sz="16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idx="4" type="body"/>
          </p:nvPr>
        </p:nvSpPr>
        <p:spPr>
          <a:xfrm>
            <a:off x="4663440" y="727002"/>
            <a:ext cx="4023360" cy="3086100"/>
          </a:xfrm>
          <a:prstGeom prst="rect">
            <a:avLst/>
          </a:prstGeom>
          <a:noFill/>
          <a:ln cap="flat" cmpd="sng" w="10775">
            <a:solidFill>
              <a:schemeClr val="lt1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0520" lvl="0" marL="4572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920"/>
              <a:buChar char="⚫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2000"/>
              <a:buChar char="◦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800"/>
              <a:buChar char="●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600"/>
              <a:buChar char="●"/>
              <a:defRPr sz="16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53" name="Google Shape;53;p6"/>
          <p:cNvSpPr txBox="1"/>
          <p:nvPr>
            <p:ph idx="10" type="dt"/>
          </p:nvPr>
        </p:nvSpPr>
        <p:spPr>
          <a:xfrm>
            <a:off x="3581400" y="4729162"/>
            <a:ext cx="2133600" cy="35718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6"/>
          <p:cNvSpPr txBox="1"/>
          <p:nvPr>
            <p:ph idx="11" type="ftr"/>
          </p:nvPr>
        </p:nvSpPr>
        <p:spPr>
          <a:xfrm>
            <a:off x="5715000" y="4729162"/>
            <a:ext cx="2895600" cy="35718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6"/>
          <p:cNvSpPr txBox="1"/>
          <p:nvPr>
            <p:ph idx="12" type="sldNum"/>
          </p:nvPr>
        </p:nvSpPr>
        <p:spPr>
          <a:xfrm>
            <a:off x="8613648" y="4729162"/>
            <a:ext cx="457200" cy="35718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7"/>
          <p:cNvSpPr txBox="1"/>
          <p:nvPr>
            <p:ph type="title"/>
          </p:nvPr>
        </p:nvSpPr>
        <p:spPr>
          <a:xfrm>
            <a:off x="1435608" y="205740"/>
            <a:ext cx="749808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7"/>
          <p:cNvSpPr txBox="1"/>
          <p:nvPr>
            <p:ph idx="10" type="dt"/>
          </p:nvPr>
        </p:nvSpPr>
        <p:spPr>
          <a:xfrm>
            <a:off x="3581400" y="4729162"/>
            <a:ext cx="2133600" cy="35718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7"/>
          <p:cNvSpPr txBox="1"/>
          <p:nvPr>
            <p:ph idx="11" type="ftr"/>
          </p:nvPr>
        </p:nvSpPr>
        <p:spPr>
          <a:xfrm>
            <a:off x="5715000" y="4729162"/>
            <a:ext cx="2895600" cy="35718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7"/>
          <p:cNvSpPr txBox="1"/>
          <p:nvPr>
            <p:ph idx="12" type="sldNum"/>
          </p:nvPr>
        </p:nvSpPr>
        <p:spPr>
          <a:xfrm>
            <a:off x="8613648" y="4729162"/>
            <a:ext cx="457200" cy="35718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showMasterSp="0" type="blank">
  <p:cSld name="BLANK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8"/>
          <p:cNvSpPr/>
          <p:nvPr/>
        </p:nvSpPr>
        <p:spPr>
          <a:xfrm>
            <a:off x="1014984" y="0"/>
            <a:ext cx="8129016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63" name="Google Shape;63;p8"/>
          <p:cNvSpPr txBox="1"/>
          <p:nvPr>
            <p:ph idx="10" type="dt"/>
          </p:nvPr>
        </p:nvSpPr>
        <p:spPr>
          <a:xfrm>
            <a:off x="3581400" y="4729162"/>
            <a:ext cx="2133600" cy="35718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8"/>
          <p:cNvSpPr txBox="1"/>
          <p:nvPr>
            <p:ph idx="11" type="ftr"/>
          </p:nvPr>
        </p:nvSpPr>
        <p:spPr>
          <a:xfrm>
            <a:off x="5715000" y="4729162"/>
            <a:ext cx="2895600" cy="35718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8"/>
          <p:cNvSpPr txBox="1"/>
          <p:nvPr>
            <p:ph idx="12" type="sldNum"/>
          </p:nvPr>
        </p:nvSpPr>
        <p:spPr>
          <a:xfrm>
            <a:off x="8613648" y="4729162"/>
            <a:ext cx="457200" cy="35718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6" name="Google Shape;66;p8"/>
          <p:cNvSpPr/>
          <p:nvPr/>
        </p:nvSpPr>
        <p:spPr>
          <a:xfrm>
            <a:off x="1014984" y="-40"/>
            <a:ext cx="73152" cy="5143541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38550" rotWithShape="0" algn="tl" dir="10800000" dist="38000">
              <a:srgbClr val="6F6A5F">
                <a:alpha val="24705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showMasterSp="0" type="objTx">
  <p:cSld name="OBJECT_WITH_CAPTION_TEXT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9"/>
          <p:cNvSpPr txBox="1"/>
          <p:nvPr>
            <p:ph type="title"/>
          </p:nvPr>
        </p:nvSpPr>
        <p:spPr>
          <a:xfrm>
            <a:off x="457200" y="162583"/>
            <a:ext cx="3810000" cy="8715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909"/>
              </a:lnSpc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2200"/>
              <a:buFont typeface="Gill Sans"/>
              <a:buNone/>
              <a:defRPr b="1" sz="22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" type="body"/>
          </p:nvPr>
        </p:nvSpPr>
        <p:spPr>
          <a:xfrm>
            <a:off x="457200" y="1055224"/>
            <a:ext cx="381000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2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70" name="Google Shape;70;p9"/>
          <p:cNvSpPr txBox="1"/>
          <p:nvPr>
            <p:ph idx="2" type="body"/>
          </p:nvPr>
        </p:nvSpPr>
        <p:spPr>
          <a:xfrm>
            <a:off x="457200" y="1600201"/>
            <a:ext cx="8153400" cy="29944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9116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60"/>
              <a:buChar char="⚫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2800"/>
              <a:buChar char="◦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●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●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●"/>
              <a:defRPr sz="20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71" name="Google Shape;71;p9"/>
          <p:cNvSpPr txBox="1"/>
          <p:nvPr>
            <p:ph idx="10" type="dt"/>
          </p:nvPr>
        </p:nvSpPr>
        <p:spPr>
          <a:xfrm>
            <a:off x="3581400" y="4729162"/>
            <a:ext cx="2133600" cy="35718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9"/>
          <p:cNvSpPr txBox="1"/>
          <p:nvPr>
            <p:ph idx="11" type="ftr"/>
          </p:nvPr>
        </p:nvSpPr>
        <p:spPr>
          <a:xfrm>
            <a:off x="5715000" y="4729162"/>
            <a:ext cx="2895600" cy="35718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9"/>
          <p:cNvSpPr txBox="1"/>
          <p:nvPr>
            <p:ph idx="12" type="sldNum"/>
          </p:nvPr>
        </p:nvSpPr>
        <p:spPr>
          <a:xfrm>
            <a:off x="8613648" y="4729162"/>
            <a:ext cx="457200" cy="35718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showMasterSp="0" type="picTx">
  <p:cSld name="PICTURE_WITH_CAPTION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0"/>
          <p:cNvSpPr txBox="1"/>
          <p:nvPr>
            <p:ph type="title"/>
          </p:nvPr>
        </p:nvSpPr>
        <p:spPr>
          <a:xfrm>
            <a:off x="5886896" y="800100"/>
            <a:ext cx="2743200" cy="1485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2100"/>
              <a:buFont typeface="Gill Sans"/>
              <a:buNone/>
              <a:defRPr b="1" sz="21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0"/>
          <p:cNvSpPr txBox="1"/>
          <p:nvPr>
            <p:ph idx="10" type="dt"/>
          </p:nvPr>
        </p:nvSpPr>
        <p:spPr>
          <a:xfrm>
            <a:off x="3581400" y="4729162"/>
            <a:ext cx="2133600" cy="35718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0"/>
          <p:cNvSpPr txBox="1"/>
          <p:nvPr>
            <p:ph idx="11" type="ftr"/>
          </p:nvPr>
        </p:nvSpPr>
        <p:spPr>
          <a:xfrm>
            <a:off x="5715000" y="4729162"/>
            <a:ext cx="2895600" cy="35718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0"/>
          <p:cNvSpPr txBox="1"/>
          <p:nvPr>
            <p:ph idx="12" type="sldNum"/>
          </p:nvPr>
        </p:nvSpPr>
        <p:spPr>
          <a:xfrm>
            <a:off x="8613648" y="4729162"/>
            <a:ext cx="457200" cy="35718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9" name="Google Shape;79;p10"/>
          <p:cNvSpPr/>
          <p:nvPr/>
        </p:nvSpPr>
        <p:spPr>
          <a:xfrm>
            <a:off x="762000" y="800100"/>
            <a:ext cx="4572000" cy="3429000"/>
          </a:xfrm>
          <a:prstGeom prst="rect">
            <a:avLst/>
          </a:prstGeom>
          <a:solidFill>
            <a:srgbClr val="FFFFFF"/>
          </a:solidFill>
          <a:ln cap="sq" cmpd="sng" w="88900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5500" rotWithShape="0" algn="tl" dir="5400000" dist="18500">
              <a:srgbClr val="000000">
                <a:alpha val="34901"/>
              </a:srgbClr>
            </a:outerShdw>
          </a:effectLst>
        </p:spPr>
        <p:txBody>
          <a:bodyPr anchorCtr="0" anchor="t" bIns="45700" lIns="91425" spcFirstLastPara="1" rIns="91425" wrap="square" tIns="274300">
            <a:noAutofit/>
          </a:bodyPr>
          <a:lstStyle/>
          <a:p>
            <a:pPr indent="0" lvl="0" marL="0" marR="0" rtl="0" algn="l">
              <a:lnSpc>
                <a:spcPct val="9375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60"/>
              <a:buFont typeface="Noto Sans Symbols"/>
              <a:buNone/>
            </a:pPr>
            <a:r>
              <a:t/>
            </a:r>
            <a:endParaRPr sz="32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80" name="Google Shape;80;p10"/>
          <p:cNvSpPr/>
          <p:nvPr>
            <p:ph idx="2" type="pic"/>
          </p:nvPr>
        </p:nvSpPr>
        <p:spPr>
          <a:xfrm>
            <a:off x="838200" y="857253"/>
            <a:ext cx="4419600" cy="2635898"/>
          </a:xfrm>
          <a:prstGeom prst="roundRect">
            <a:avLst>
              <a:gd fmla="val 783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t" bIns="45700" lIns="91425" spcFirstLastPara="1" rIns="91425" wrap="square" tIns="2743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560"/>
              <a:buFont typeface="Noto Sans Symbols"/>
              <a:buNone/>
              <a:defRPr b="0" i="0" sz="3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Verdana"/>
              <a:buChar char="◦"/>
              <a:defRPr b="0" i="0" sz="2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lvl="2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lvl="3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3"/>
              </a:buClr>
              <a:buSzPts val="2000"/>
              <a:buFont typeface="Noto Sans Symbols"/>
              <a:buChar char="●"/>
              <a:defRPr b="0" i="0" sz="2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lvl="4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Noto Sans Symbols"/>
              <a:buChar char="●"/>
              <a:defRPr b="0" i="0" sz="2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lvl="5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Noto Sans Symbols"/>
              <a:buChar char="●"/>
              <a:defRPr b="0" i="0" sz="2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lvl="6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6"/>
              </a:buClr>
              <a:buSzPts val="2000"/>
              <a:buFont typeface="Noto Sans Symbols"/>
              <a:buChar char="●"/>
              <a:defRPr b="0" i="0" sz="2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lvl="7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6"/>
              </a:buClr>
              <a:buSzPts val="2000"/>
              <a:buFont typeface="Noto Sans Symbols"/>
              <a:buChar char="●"/>
              <a:defRPr b="0" i="0" sz="2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lvl="8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6"/>
              </a:buClr>
              <a:buSzPts val="2000"/>
              <a:buFont typeface="Noto Sans Symbols"/>
              <a:buChar char="●"/>
              <a:defRPr b="0" i="0" sz="2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81" name="Google Shape;81;p10"/>
          <p:cNvSpPr/>
          <p:nvPr/>
        </p:nvSpPr>
        <p:spPr>
          <a:xfrm rot="-2131329">
            <a:off x="396725" y="715757"/>
            <a:ext cx="685800" cy="153233"/>
          </a:xfrm>
          <a:prstGeom prst="flowChartProcess">
            <a:avLst/>
          </a:prstGeom>
          <a:solidFill>
            <a:srgbClr val="FBFBFB">
              <a:alpha val="44705"/>
            </a:srgbClr>
          </a:solidFill>
          <a:ln cap="rnd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sx="96000" rotWithShape="0" algn="tl" dir="3300000" dist="25400" sy="96000">
              <a:srgbClr val="EAD8B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82" name="Google Shape;82;p10"/>
          <p:cNvSpPr/>
          <p:nvPr/>
        </p:nvSpPr>
        <p:spPr>
          <a:xfrm flipH="1" rot="2103354">
            <a:off x="5003667" y="702590"/>
            <a:ext cx="649224" cy="153233"/>
          </a:xfrm>
          <a:prstGeom prst="flowChartProcess">
            <a:avLst/>
          </a:prstGeom>
          <a:solidFill>
            <a:srgbClr val="FBFBFB">
              <a:alpha val="44705"/>
            </a:srgbClr>
          </a:solidFill>
          <a:ln cap="rnd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sx="96000" rotWithShape="0" algn="tl" dir="3300000" dist="25400" sy="96000">
              <a:schemeClr val="lt2">
                <a:alpha val="20000"/>
              </a:scheme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83" name="Google Shape;83;p10"/>
          <p:cNvSpPr txBox="1"/>
          <p:nvPr>
            <p:ph idx="1" type="body"/>
          </p:nvPr>
        </p:nvSpPr>
        <p:spPr>
          <a:xfrm>
            <a:off x="838200" y="3600450"/>
            <a:ext cx="44196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777777"/>
                </a:solidFill>
              </a:defRPr>
            </a:lvl1pPr>
            <a:lvl2pPr indent="-304800" lvl="1" marL="91440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1200"/>
              <a:buChar char="◦"/>
              <a:defRPr sz="1200"/>
            </a:lvl2pPr>
            <a:lvl3pPr indent="-2921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Char char="●"/>
              <a:defRPr sz="1000"/>
            </a:lvl3pPr>
            <a:lvl4pPr indent="-28575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Char char="●"/>
              <a:defRPr sz="9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1"/>
          <p:cNvSpPr txBox="1"/>
          <p:nvPr>
            <p:ph type="title"/>
          </p:nvPr>
        </p:nvSpPr>
        <p:spPr>
          <a:xfrm>
            <a:off x="1435608" y="205978"/>
            <a:ext cx="749808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11"/>
          <p:cNvSpPr txBox="1"/>
          <p:nvPr>
            <p:ph idx="1" type="body"/>
          </p:nvPr>
        </p:nvSpPr>
        <p:spPr>
          <a:xfrm rot="5400000">
            <a:off x="3384423" y="-862965"/>
            <a:ext cx="3600450" cy="7498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Char char="⚫"/>
              <a:defRPr/>
            </a:lvl1pPr>
            <a:lvl2pPr indent="-342900" lvl="1" marL="91440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87" name="Google Shape;87;p11"/>
          <p:cNvSpPr txBox="1"/>
          <p:nvPr>
            <p:ph idx="10" type="dt"/>
          </p:nvPr>
        </p:nvSpPr>
        <p:spPr>
          <a:xfrm>
            <a:off x="3581400" y="4729162"/>
            <a:ext cx="2133600" cy="35718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11"/>
          <p:cNvSpPr txBox="1"/>
          <p:nvPr>
            <p:ph idx="11" type="ftr"/>
          </p:nvPr>
        </p:nvSpPr>
        <p:spPr>
          <a:xfrm>
            <a:off x="5715000" y="4729162"/>
            <a:ext cx="2895600" cy="35718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11"/>
          <p:cNvSpPr txBox="1"/>
          <p:nvPr>
            <p:ph idx="12" type="sldNum"/>
          </p:nvPr>
        </p:nvSpPr>
        <p:spPr>
          <a:xfrm>
            <a:off x="8613648" y="4729162"/>
            <a:ext cx="457200" cy="35718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3"/>
          <p:cNvSpPr txBox="1"/>
          <p:nvPr>
            <p:ph type="title"/>
          </p:nvPr>
        </p:nvSpPr>
        <p:spPr>
          <a:xfrm>
            <a:off x="1435608" y="205978"/>
            <a:ext cx="749808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3600"/>
              <a:buFont typeface="Gill Sans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p13"/>
          <p:cNvSpPr txBox="1"/>
          <p:nvPr>
            <p:ph idx="1" type="body"/>
          </p:nvPr>
        </p:nvSpPr>
        <p:spPr>
          <a:xfrm>
            <a:off x="1435608" y="1085850"/>
            <a:ext cx="749808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7084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240"/>
              <a:buChar char="⚫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2400"/>
              <a:buChar char="◦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●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104" name="Google Shape;104;p13"/>
          <p:cNvSpPr txBox="1"/>
          <p:nvPr>
            <p:ph idx="10" type="dt"/>
          </p:nvPr>
        </p:nvSpPr>
        <p:spPr>
          <a:xfrm>
            <a:off x="3581400" y="4729162"/>
            <a:ext cx="2133600" cy="35718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13"/>
          <p:cNvSpPr txBox="1"/>
          <p:nvPr>
            <p:ph idx="11" type="ftr"/>
          </p:nvPr>
        </p:nvSpPr>
        <p:spPr>
          <a:xfrm>
            <a:off x="5715000" y="4729162"/>
            <a:ext cx="2895600" cy="35718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13"/>
          <p:cNvSpPr txBox="1"/>
          <p:nvPr>
            <p:ph idx="12" type="sldNum"/>
          </p:nvPr>
        </p:nvSpPr>
        <p:spPr>
          <a:xfrm>
            <a:off x="8613648" y="4729162"/>
            <a:ext cx="457200" cy="35718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showMasterSp="0" type="blank">
  <p:cSld name="BLANK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4"/>
          <p:cNvSpPr/>
          <p:nvPr/>
        </p:nvSpPr>
        <p:spPr>
          <a:xfrm>
            <a:off x="1014984" y="0"/>
            <a:ext cx="8129016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09" name="Google Shape;109;p14"/>
          <p:cNvSpPr txBox="1"/>
          <p:nvPr>
            <p:ph idx="10" type="dt"/>
          </p:nvPr>
        </p:nvSpPr>
        <p:spPr>
          <a:xfrm>
            <a:off x="3581400" y="4729162"/>
            <a:ext cx="2133600" cy="35718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14"/>
          <p:cNvSpPr txBox="1"/>
          <p:nvPr>
            <p:ph idx="11" type="ftr"/>
          </p:nvPr>
        </p:nvSpPr>
        <p:spPr>
          <a:xfrm>
            <a:off x="5715000" y="4729162"/>
            <a:ext cx="2895600" cy="35718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p14"/>
          <p:cNvSpPr txBox="1"/>
          <p:nvPr>
            <p:ph idx="12" type="sldNum"/>
          </p:nvPr>
        </p:nvSpPr>
        <p:spPr>
          <a:xfrm>
            <a:off x="8613648" y="4729162"/>
            <a:ext cx="457200" cy="35718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2" name="Google Shape;112;p14"/>
          <p:cNvSpPr/>
          <p:nvPr/>
        </p:nvSpPr>
        <p:spPr>
          <a:xfrm>
            <a:off x="1014984" y="-40"/>
            <a:ext cx="73152" cy="5143541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38550" rotWithShape="0" algn="tl" dir="10800000" dist="38000">
              <a:srgbClr val="6F6A5F">
                <a:alpha val="24705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5"/>
          <p:cNvSpPr txBox="1"/>
          <p:nvPr>
            <p:ph type="ctrTitle"/>
          </p:nvPr>
        </p:nvSpPr>
        <p:spPr>
          <a:xfrm>
            <a:off x="1432560" y="269923"/>
            <a:ext cx="7406640" cy="11041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3600"/>
              <a:buFont typeface="Gill Sans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" name="Google Shape;115;p15"/>
          <p:cNvSpPr txBox="1"/>
          <p:nvPr>
            <p:ph idx="1" type="subTitle"/>
          </p:nvPr>
        </p:nvSpPr>
        <p:spPr>
          <a:xfrm>
            <a:off x="1432560" y="1387548"/>
            <a:ext cx="7406640" cy="1314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80"/>
              <a:buNone/>
              <a:defRPr sz="2600">
                <a:solidFill>
                  <a:srgbClr val="341108"/>
                </a:solidFill>
              </a:defRPr>
            </a:lvl1pPr>
            <a:lvl2pPr lvl="1" algn="ctr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116" name="Google Shape;116;p15"/>
          <p:cNvSpPr txBox="1"/>
          <p:nvPr>
            <p:ph idx="10" type="dt"/>
          </p:nvPr>
        </p:nvSpPr>
        <p:spPr>
          <a:xfrm>
            <a:off x="3581400" y="4729162"/>
            <a:ext cx="2133600" cy="35718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15"/>
          <p:cNvSpPr txBox="1"/>
          <p:nvPr>
            <p:ph idx="11" type="ftr"/>
          </p:nvPr>
        </p:nvSpPr>
        <p:spPr>
          <a:xfrm>
            <a:off x="5715000" y="4729162"/>
            <a:ext cx="2895600" cy="35718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p15"/>
          <p:cNvSpPr txBox="1"/>
          <p:nvPr>
            <p:ph idx="12" type="sldNum"/>
          </p:nvPr>
        </p:nvSpPr>
        <p:spPr>
          <a:xfrm>
            <a:off x="8613648" y="4729162"/>
            <a:ext cx="457200" cy="35718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9" name="Google Shape;119;p15"/>
          <p:cNvSpPr/>
          <p:nvPr/>
        </p:nvSpPr>
        <p:spPr>
          <a:xfrm>
            <a:off x="921433" y="1060352"/>
            <a:ext cx="210312" cy="157734"/>
          </a:xfrm>
          <a:prstGeom prst="ellipse">
            <a:avLst/>
          </a:prstGeom>
          <a:gradFill>
            <a:gsLst>
              <a:gs pos="0">
                <a:srgbClr val="D7F6FF">
                  <a:alpha val="94901"/>
                </a:srgbClr>
              </a:gs>
              <a:gs pos="50000">
                <a:srgbClr val="C0E3F0">
                  <a:alpha val="89803"/>
                </a:srgbClr>
              </a:gs>
              <a:gs pos="95000">
                <a:srgbClr val="65C6EA">
                  <a:alpha val="87843"/>
                </a:srgbClr>
              </a:gs>
              <a:gs pos="100000">
                <a:srgbClr val="00BBF1">
                  <a:alpha val="84705"/>
                </a:srgbClr>
              </a:gs>
            </a:gsLst>
            <a:path path="circle">
              <a:fillToRect b="100%" r="100%"/>
            </a:path>
            <a:tileRect l="-100%" t="-100%"/>
          </a:gradFill>
          <a:ln cap="rnd" cmpd="sng" w="9525">
            <a:solidFill>
              <a:srgbClr val="2F8DA4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20" name="Google Shape;120;p15"/>
          <p:cNvSpPr/>
          <p:nvPr/>
        </p:nvSpPr>
        <p:spPr>
          <a:xfrm>
            <a:off x="1157176" y="1008762"/>
            <a:ext cx="64008" cy="48006"/>
          </a:xfrm>
          <a:prstGeom prst="ellipse">
            <a:avLst/>
          </a:prstGeom>
          <a:noFill/>
          <a:ln cap="rnd" cmpd="sng" w="12700">
            <a:solidFill>
              <a:srgbClr val="317F92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showMasterSp="0" type="secHead">
  <p:cSld name="SECTION_HEADER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6"/>
          <p:cNvSpPr/>
          <p:nvPr/>
        </p:nvSpPr>
        <p:spPr>
          <a:xfrm>
            <a:off x="2282890" y="-40"/>
            <a:ext cx="6858000" cy="5143541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23" name="Google Shape;123;p16"/>
          <p:cNvSpPr txBox="1"/>
          <p:nvPr>
            <p:ph type="title"/>
          </p:nvPr>
        </p:nvSpPr>
        <p:spPr>
          <a:xfrm>
            <a:off x="2578392" y="1950244"/>
            <a:ext cx="6400800" cy="17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4000"/>
              <a:buFont typeface="Gill Sans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4" name="Google Shape;124;p16"/>
          <p:cNvSpPr txBox="1"/>
          <p:nvPr>
            <p:ph idx="1" type="body"/>
          </p:nvPr>
        </p:nvSpPr>
        <p:spPr>
          <a:xfrm>
            <a:off x="2578392" y="800100"/>
            <a:ext cx="6400800" cy="113228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000">
                <a:solidFill>
                  <a:srgbClr val="34110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125" name="Google Shape;125;p16"/>
          <p:cNvSpPr txBox="1"/>
          <p:nvPr>
            <p:ph idx="10" type="dt"/>
          </p:nvPr>
        </p:nvSpPr>
        <p:spPr>
          <a:xfrm>
            <a:off x="3581400" y="4729162"/>
            <a:ext cx="2133600" cy="35718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" name="Google Shape;126;p16"/>
          <p:cNvSpPr txBox="1"/>
          <p:nvPr>
            <p:ph idx="11" type="ftr"/>
          </p:nvPr>
        </p:nvSpPr>
        <p:spPr>
          <a:xfrm>
            <a:off x="5715000" y="4729162"/>
            <a:ext cx="2895600" cy="35718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7" name="Google Shape;127;p16"/>
          <p:cNvSpPr txBox="1"/>
          <p:nvPr>
            <p:ph idx="12" type="sldNum"/>
          </p:nvPr>
        </p:nvSpPr>
        <p:spPr>
          <a:xfrm>
            <a:off x="8613648" y="4729162"/>
            <a:ext cx="457200" cy="35718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8" name="Google Shape;128;p16"/>
          <p:cNvSpPr/>
          <p:nvPr/>
        </p:nvSpPr>
        <p:spPr>
          <a:xfrm>
            <a:off x="2286000" y="1"/>
            <a:ext cx="76200" cy="5143541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38550" rotWithShape="0" algn="tl" dir="10800000" dist="38000">
              <a:srgbClr val="6F6A5F">
                <a:alpha val="24705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29" name="Google Shape;129;p16"/>
          <p:cNvSpPr/>
          <p:nvPr/>
        </p:nvSpPr>
        <p:spPr>
          <a:xfrm>
            <a:off x="2172321" y="2110992"/>
            <a:ext cx="210312" cy="157734"/>
          </a:xfrm>
          <a:prstGeom prst="ellipse">
            <a:avLst/>
          </a:prstGeom>
          <a:gradFill>
            <a:gsLst>
              <a:gs pos="0">
                <a:srgbClr val="D7F6FF">
                  <a:alpha val="94901"/>
                </a:srgbClr>
              </a:gs>
              <a:gs pos="50000">
                <a:srgbClr val="C0E3F0">
                  <a:alpha val="89803"/>
                </a:srgbClr>
              </a:gs>
              <a:gs pos="95000">
                <a:srgbClr val="65C6EA">
                  <a:alpha val="87843"/>
                </a:srgbClr>
              </a:gs>
              <a:gs pos="100000">
                <a:srgbClr val="00BBF1">
                  <a:alpha val="84705"/>
                </a:srgbClr>
              </a:gs>
            </a:gsLst>
            <a:path path="circle">
              <a:fillToRect b="100%" r="100%"/>
            </a:path>
            <a:tileRect l="-100%" t="-100%"/>
          </a:gradFill>
          <a:ln cap="rnd" cmpd="sng" w="9525">
            <a:solidFill>
              <a:srgbClr val="2F8DA4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30" name="Google Shape;130;p16"/>
          <p:cNvSpPr/>
          <p:nvPr/>
        </p:nvSpPr>
        <p:spPr>
          <a:xfrm>
            <a:off x="2408064" y="2059403"/>
            <a:ext cx="64008" cy="48006"/>
          </a:xfrm>
          <a:prstGeom prst="ellipse">
            <a:avLst/>
          </a:prstGeom>
          <a:noFill/>
          <a:ln cap="rnd" cmpd="sng" w="12700">
            <a:solidFill>
              <a:srgbClr val="317F92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7"/>
          <p:cNvSpPr txBox="1"/>
          <p:nvPr>
            <p:ph type="title"/>
          </p:nvPr>
        </p:nvSpPr>
        <p:spPr>
          <a:xfrm>
            <a:off x="1435608" y="205740"/>
            <a:ext cx="749808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3" name="Google Shape;133;p17"/>
          <p:cNvSpPr txBox="1"/>
          <p:nvPr>
            <p:ph idx="1" type="body"/>
          </p:nvPr>
        </p:nvSpPr>
        <p:spPr>
          <a:xfrm>
            <a:off x="1435608" y="1143000"/>
            <a:ext cx="3657600" cy="34975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7084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240"/>
              <a:buChar char="⚫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2400"/>
              <a:buChar char="◦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●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134" name="Google Shape;134;p17"/>
          <p:cNvSpPr txBox="1"/>
          <p:nvPr>
            <p:ph idx="2" type="body"/>
          </p:nvPr>
        </p:nvSpPr>
        <p:spPr>
          <a:xfrm>
            <a:off x="5276088" y="1143000"/>
            <a:ext cx="3657600" cy="34975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7084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240"/>
              <a:buChar char="⚫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2400"/>
              <a:buChar char="◦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●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135" name="Google Shape;135;p17"/>
          <p:cNvSpPr txBox="1"/>
          <p:nvPr>
            <p:ph idx="10" type="dt"/>
          </p:nvPr>
        </p:nvSpPr>
        <p:spPr>
          <a:xfrm>
            <a:off x="3581400" y="4729162"/>
            <a:ext cx="2133600" cy="35718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6" name="Google Shape;136;p17"/>
          <p:cNvSpPr txBox="1"/>
          <p:nvPr>
            <p:ph idx="11" type="ftr"/>
          </p:nvPr>
        </p:nvSpPr>
        <p:spPr>
          <a:xfrm>
            <a:off x="5715000" y="4729162"/>
            <a:ext cx="2895600" cy="35718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7" name="Google Shape;137;p17"/>
          <p:cNvSpPr txBox="1"/>
          <p:nvPr>
            <p:ph idx="12" type="sldNum"/>
          </p:nvPr>
        </p:nvSpPr>
        <p:spPr>
          <a:xfrm>
            <a:off x="8613648" y="4729162"/>
            <a:ext cx="457200" cy="35718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showMasterSp="0" type="twoTxTwoObj">
  <p:cSld name="TWO_OBJECTS_WITH_TEXT"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8"/>
          <p:cNvSpPr txBox="1"/>
          <p:nvPr>
            <p:ph type="title"/>
          </p:nvPr>
        </p:nvSpPr>
        <p:spPr>
          <a:xfrm>
            <a:off x="457200" y="3870252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4500"/>
              <a:buFont typeface="Gill Sans"/>
              <a:buNone/>
              <a:defRPr b="1" sz="45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0" name="Google Shape;140;p18"/>
          <p:cNvSpPr txBox="1"/>
          <p:nvPr>
            <p:ph idx="1" type="body"/>
          </p:nvPr>
        </p:nvSpPr>
        <p:spPr>
          <a:xfrm>
            <a:off x="457200" y="246209"/>
            <a:ext cx="4023360" cy="480060"/>
          </a:xfrm>
          <a:prstGeom prst="rect">
            <a:avLst/>
          </a:prstGeom>
          <a:solidFill>
            <a:schemeClr val="lt1"/>
          </a:solidFill>
          <a:ln cap="flat" cmpd="sng" w="1077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1520"/>
              <a:buNone/>
              <a:defRPr b="0" sz="19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141" name="Google Shape;141;p18"/>
          <p:cNvSpPr txBox="1"/>
          <p:nvPr>
            <p:ph idx="2" type="body"/>
          </p:nvPr>
        </p:nvSpPr>
        <p:spPr>
          <a:xfrm>
            <a:off x="4663440" y="246209"/>
            <a:ext cx="4023360" cy="480060"/>
          </a:xfrm>
          <a:prstGeom prst="rect">
            <a:avLst/>
          </a:prstGeom>
          <a:solidFill>
            <a:schemeClr val="lt1"/>
          </a:solidFill>
          <a:ln cap="flat" cmpd="sng" w="1077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1520"/>
              <a:buNone/>
              <a:defRPr b="0" sz="19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142" name="Google Shape;142;p18"/>
          <p:cNvSpPr txBox="1"/>
          <p:nvPr>
            <p:ph idx="3" type="body"/>
          </p:nvPr>
        </p:nvSpPr>
        <p:spPr>
          <a:xfrm>
            <a:off x="457200" y="727002"/>
            <a:ext cx="4023360" cy="3086100"/>
          </a:xfrm>
          <a:prstGeom prst="rect">
            <a:avLst/>
          </a:prstGeom>
          <a:noFill/>
          <a:ln cap="flat" cmpd="sng" w="10775">
            <a:solidFill>
              <a:schemeClr val="lt1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0520" lvl="0" marL="4572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920"/>
              <a:buChar char="⚫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2000"/>
              <a:buChar char="◦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800"/>
              <a:buChar char="●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600"/>
              <a:buChar char="●"/>
              <a:defRPr sz="16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143" name="Google Shape;143;p18"/>
          <p:cNvSpPr txBox="1"/>
          <p:nvPr>
            <p:ph idx="4" type="body"/>
          </p:nvPr>
        </p:nvSpPr>
        <p:spPr>
          <a:xfrm>
            <a:off x="4663440" y="727002"/>
            <a:ext cx="4023360" cy="3086100"/>
          </a:xfrm>
          <a:prstGeom prst="rect">
            <a:avLst/>
          </a:prstGeom>
          <a:noFill/>
          <a:ln cap="flat" cmpd="sng" w="10775">
            <a:solidFill>
              <a:schemeClr val="lt1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0520" lvl="0" marL="4572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920"/>
              <a:buChar char="⚫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2000"/>
              <a:buChar char="◦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800"/>
              <a:buChar char="●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600"/>
              <a:buChar char="●"/>
              <a:defRPr sz="16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144" name="Google Shape;144;p18"/>
          <p:cNvSpPr txBox="1"/>
          <p:nvPr>
            <p:ph idx="10" type="dt"/>
          </p:nvPr>
        </p:nvSpPr>
        <p:spPr>
          <a:xfrm>
            <a:off x="3581400" y="4729162"/>
            <a:ext cx="2133600" cy="35718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5" name="Google Shape;145;p18"/>
          <p:cNvSpPr txBox="1"/>
          <p:nvPr>
            <p:ph idx="11" type="ftr"/>
          </p:nvPr>
        </p:nvSpPr>
        <p:spPr>
          <a:xfrm>
            <a:off x="5715000" y="4729162"/>
            <a:ext cx="2895600" cy="35718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6" name="Google Shape;146;p18"/>
          <p:cNvSpPr txBox="1"/>
          <p:nvPr>
            <p:ph idx="12" type="sldNum"/>
          </p:nvPr>
        </p:nvSpPr>
        <p:spPr>
          <a:xfrm>
            <a:off x="8613648" y="4729162"/>
            <a:ext cx="457200" cy="35718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9"/>
          <p:cNvSpPr txBox="1"/>
          <p:nvPr>
            <p:ph type="title"/>
          </p:nvPr>
        </p:nvSpPr>
        <p:spPr>
          <a:xfrm>
            <a:off x="1435608" y="205740"/>
            <a:ext cx="749808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9" name="Google Shape;149;p19"/>
          <p:cNvSpPr txBox="1"/>
          <p:nvPr>
            <p:ph idx="10" type="dt"/>
          </p:nvPr>
        </p:nvSpPr>
        <p:spPr>
          <a:xfrm>
            <a:off x="3581400" y="4729162"/>
            <a:ext cx="2133600" cy="35718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0" name="Google Shape;150;p19"/>
          <p:cNvSpPr txBox="1"/>
          <p:nvPr>
            <p:ph idx="11" type="ftr"/>
          </p:nvPr>
        </p:nvSpPr>
        <p:spPr>
          <a:xfrm>
            <a:off x="5715000" y="4729162"/>
            <a:ext cx="2895600" cy="35718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1" name="Google Shape;151;p19"/>
          <p:cNvSpPr txBox="1"/>
          <p:nvPr>
            <p:ph idx="12" type="sldNum"/>
          </p:nvPr>
        </p:nvSpPr>
        <p:spPr>
          <a:xfrm>
            <a:off x="8613648" y="4729162"/>
            <a:ext cx="457200" cy="35718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showMasterSp="0" type="objTx">
  <p:cSld name="OBJECT_WITH_CAPTION_TEXT"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0"/>
          <p:cNvSpPr txBox="1"/>
          <p:nvPr>
            <p:ph type="title"/>
          </p:nvPr>
        </p:nvSpPr>
        <p:spPr>
          <a:xfrm>
            <a:off x="457200" y="162583"/>
            <a:ext cx="3810000" cy="8715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909"/>
              </a:lnSpc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2200"/>
              <a:buFont typeface="Gill Sans"/>
              <a:buNone/>
              <a:defRPr b="1" sz="22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4" name="Google Shape;154;p20"/>
          <p:cNvSpPr txBox="1"/>
          <p:nvPr>
            <p:ph idx="1" type="body"/>
          </p:nvPr>
        </p:nvSpPr>
        <p:spPr>
          <a:xfrm>
            <a:off x="457200" y="1055224"/>
            <a:ext cx="381000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2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155" name="Google Shape;155;p20"/>
          <p:cNvSpPr txBox="1"/>
          <p:nvPr>
            <p:ph idx="2" type="body"/>
          </p:nvPr>
        </p:nvSpPr>
        <p:spPr>
          <a:xfrm>
            <a:off x="457200" y="1600201"/>
            <a:ext cx="8153400" cy="29944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9116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60"/>
              <a:buChar char="⚫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2800"/>
              <a:buChar char="◦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●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●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●"/>
              <a:defRPr sz="20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156" name="Google Shape;156;p20"/>
          <p:cNvSpPr txBox="1"/>
          <p:nvPr>
            <p:ph idx="10" type="dt"/>
          </p:nvPr>
        </p:nvSpPr>
        <p:spPr>
          <a:xfrm>
            <a:off x="3581400" y="4729162"/>
            <a:ext cx="2133600" cy="35718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7" name="Google Shape;157;p20"/>
          <p:cNvSpPr txBox="1"/>
          <p:nvPr>
            <p:ph idx="11" type="ftr"/>
          </p:nvPr>
        </p:nvSpPr>
        <p:spPr>
          <a:xfrm>
            <a:off x="5715000" y="4729162"/>
            <a:ext cx="2895600" cy="35718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8" name="Google Shape;158;p20"/>
          <p:cNvSpPr txBox="1"/>
          <p:nvPr>
            <p:ph idx="12" type="sldNum"/>
          </p:nvPr>
        </p:nvSpPr>
        <p:spPr>
          <a:xfrm>
            <a:off x="8613648" y="4729162"/>
            <a:ext cx="457200" cy="35718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showMasterSp="0" type="picTx">
  <p:cSld name="PICTURE_WITH_CAPTION_TEXT"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1"/>
          <p:cNvSpPr txBox="1"/>
          <p:nvPr>
            <p:ph type="title"/>
          </p:nvPr>
        </p:nvSpPr>
        <p:spPr>
          <a:xfrm>
            <a:off x="5886896" y="800100"/>
            <a:ext cx="2743200" cy="1485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2100"/>
              <a:buFont typeface="Gill Sans"/>
              <a:buNone/>
              <a:defRPr b="1" sz="21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1" name="Google Shape;161;p21"/>
          <p:cNvSpPr txBox="1"/>
          <p:nvPr>
            <p:ph idx="10" type="dt"/>
          </p:nvPr>
        </p:nvSpPr>
        <p:spPr>
          <a:xfrm>
            <a:off x="3581400" y="4729162"/>
            <a:ext cx="2133600" cy="35718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2" name="Google Shape;162;p21"/>
          <p:cNvSpPr txBox="1"/>
          <p:nvPr>
            <p:ph idx="11" type="ftr"/>
          </p:nvPr>
        </p:nvSpPr>
        <p:spPr>
          <a:xfrm>
            <a:off x="5715000" y="4729162"/>
            <a:ext cx="2895600" cy="35718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3" name="Google Shape;163;p21"/>
          <p:cNvSpPr txBox="1"/>
          <p:nvPr>
            <p:ph idx="12" type="sldNum"/>
          </p:nvPr>
        </p:nvSpPr>
        <p:spPr>
          <a:xfrm>
            <a:off x="8613648" y="4729162"/>
            <a:ext cx="457200" cy="35718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4" name="Google Shape;164;p21"/>
          <p:cNvSpPr/>
          <p:nvPr/>
        </p:nvSpPr>
        <p:spPr>
          <a:xfrm>
            <a:off x="762000" y="800100"/>
            <a:ext cx="4572000" cy="3429000"/>
          </a:xfrm>
          <a:prstGeom prst="rect">
            <a:avLst/>
          </a:prstGeom>
          <a:solidFill>
            <a:srgbClr val="FFFFFF"/>
          </a:solidFill>
          <a:ln cap="sq" cmpd="sng" w="88900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5500" rotWithShape="0" algn="tl" dir="5400000" dist="18500">
              <a:srgbClr val="000000">
                <a:alpha val="34901"/>
              </a:srgbClr>
            </a:outerShdw>
          </a:effectLst>
        </p:spPr>
        <p:txBody>
          <a:bodyPr anchorCtr="0" anchor="t" bIns="45700" lIns="91425" spcFirstLastPara="1" rIns="91425" wrap="square" tIns="274300">
            <a:noAutofit/>
          </a:bodyPr>
          <a:lstStyle/>
          <a:p>
            <a:pPr indent="0" lvl="0" marL="0" marR="0" rtl="0" algn="l">
              <a:lnSpc>
                <a:spcPct val="9375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60"/>
              <a:buFont typeface="Noto Sans Symbols"/>
              <a:buNone/>
            </a:pPr>
            <a:r>
              <a:t/>
            </a:r>
            <a:endParaRPr sz="32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65" name="Google Shape;165;p21"/>
          <p:cNvSpPr/>
          <p:nvPr>
            <p:ph idx="2" type="pic"/>
          </p:nvPr>
        </p:nvSpPr>
        <p:spPr>
          <a:xfrm>
            <a:off x="838200" y="857253"/>
            <a:ext cx="4419600" cy="2635898"/>
          </a:xfrm>
          <a:prstGeom prst="roundRect">
            <a:avLst>
              <a:gd fmla="val 783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t" bIns="45700" lIns="91425" spcFirstLastPara="1" rIns="91425" wrap="square" tIns="2743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560"/>
              <a:buFont typeface="Noto Sans Symbols"/>
              <a:buNone/>
              <a:defRPr b="0" i="0" sz="3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Verdana"/>
              <a:buChar char="◦"/>
              <a:defRPr b="0" i="0" sz="2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lvl="2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lvl="3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3"/>
              </a:buClr>
              <a:buSzPts val="2000"/>
              <a:buFont typeface="Noto Sans Symbols"/>
              <a:buChar char="●"/>
              <a:defRPr b="0" i="0" sz="2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lvl="4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Noto Sans Symbols"/>
              <a:buChar char="●"/>
              <a:defRPr b="0" i="0" sz="2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lvl="5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Noto Sans Symbols"/>
              <a:buChar char="●"/>
              <a:defRPr b="0" i="0" sz="2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lvl="6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6"/>
              </a:buClr>
              <a:buSzPts val="2000"/>
              <a:buFont typeface="Noto Sans Symbols"/>
              <a:buChar char="●"/>
              <a:defRPr b="0" i="0" sz="2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lvl="7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6"/>
              </a:buClr>
              <a:buSzPts val="2000"/>
              <a:buFont typeface="Noto Sans Symbols"/>
              <a:buChar char="●"/>
              <a:defRPr b="0" i="0" sz="2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lvl="8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6"/>
              </a:buClr>
              <a:buSzPts val="2000"/>
              <a:buFont typeface="Noto Sans Symbols"/>
              <a:buChar char="●"/>
              <a:defRPr b="0" i="0" sz="2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166" name="Google Shape;166;p21"/>
          <p:cNvSpPr/>
          <p:nvPr/>
        </p:nvSpPr>
        <p:spPr>
          <a:xfrm rot="-2131329">
            <a:off x="396725" y="715757"/>
            <a:ext cx="685800" cy="153233"/>
          </a:xfrm>
          <a:prstGeom prst="flowChartProcess">
            <a:avLst/>
          </a:prstGeom>
          <a:solidFill>
            <a:srgbClr val="FBFBFB">
              <a:alpha val="44705"/>
            </a:srgbClr>
          </a:solidFill>
          <a:ln cap="rnd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sx="96000" rotWithShape="0" algn="tl" dir="3300000" dist="25400" sy="96000">
              <a:srgbClr val="EAD8B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67" name="Google Shape;167;p21"/>
          <p:cNvSpPr/>
          <p:nvPr/>
        </p:nvSpPr>
        <p:spPr>
          <a:xfrm flipH="1" rot="2103354">
            <a:off x="5003667" y="702590"/>
            <a:ext cx="649224" cy="153233"/>
          </a:xfrm>
          <a:prstGeom prst="flowChartProcess">
            <a:avLst/>
          </a:prstGeom>
          <a:solidFill>
            <a:srgbClr val="FBFBFB">
              <a:alpha val="44705"/>
            </a:srgbClr>
          </a:solidFill>
          <a:ln cap="rnd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sx="96000" rotWithShape="0" algn="tl" dir="3300000" dist="25400" sy="96000">
              <a:schemeClr val="lt2">
                <a:alpha val="20000"/>
              </a:scheme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68" name="Google Shape;168;p21"/>
          <p:cNvSpPr txBox="1"/>
          <p:nvPr>
            <p:ph idx="1" type="body"/>
          </p:nvPr>
        </p:nvSpPr>
        <p:spPr>
          <a:xfrm>
            <a:off x="838200" y="3600450"/>
            <a:ext cx="44196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777777"/>
                </a:solidFill>
              </a:defRPr>
            </a:lvl1pPr>
            <a:lvl2pPr indent="-304800" lvl="1" marL="91440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1200"/>
              <a:buChar char="◦"/>
              <a:defRPr sz="1200"/>
            </a:lvl2pPr>
            <a:lvl3pPr indent="-2921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Char char="●"/>
              <a:defRPr sz="1000"/>
            </a:lvl3pPr>
            <a:lvl4pPr indent="-28575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Char char="●"/>
              <a:defRPr sz="9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2"/>
          <p:cNvSpPr txBox="1"/>
          <p:nvPr>
            <p:ph type="title"/>
          </p:nvPr>
        </p:nvSpPr>
        <p:spPr>
          <a:xfrm>
            <a:off x="1435608" y="205978"/>
            <a:ext cx="749808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1" name="Google Shape;171;p22"/>
          <p:cNvSpPr txBox="1"/>
          <p:nvPr>
            <p:ph idx="1" type="body"/>
          </p:nvPr>
        </p:nvSpPr>
        <p:spPr>
          <a:xfrm rot="5400000">
            <a:off x="3384423" y="-862965"/>
            <a:ext cx="3600450" cy="7498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Char char="⚫"/>
              <a:defRPr/>
            </a:lvl1pPr>
            <a:lvl2pPr indent="-342900" lvl="1" marL="91440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172" name="Google Shape;172;p22"/>
          <p:cNvSpPr txBox="1"/>
          <p:nvPr>
            <p:ph idx="10" type="dt"/>
          </p:nvPr>
        </p:nvSpPr>
        <p:spPr>
          <a:xfrm>
            <a:off x="3581400" y="4729162"/>
            <a:ext cx="2133600" cy="35718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3" name="Google Shape;173;p22"/>
          <p:cNvSpPr txBox="1"/>
          <p:nvPr>
            <p:ph idx="11" type="ftr"/>
          </p:nvPr>
        </p:nvSpPr>
        <p:spPr>
          <a:xfrm>
            <a:off x="5715000" y="4729162"/>
            <a:ext cx="2895600" cy="35718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4" name="Google Shape;174;p22"/>
          <p:cNvSpPr txBox="1"/>
          <p:nvPr>
            <p:ph idx="12" type="sldNum"/>
          </p:nvPr>
        </p:nvSpPr>
        <p:spPr>
          <a:xfrm>
            <a:off x="8613648" y="4729162"/>
            <a:ext cx="457200" cy="35718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4"/>
          <p:cNvSpPr txBox="1"/>
          <p:nvPr>
            <p:ph type="title"/>
          </p:nvPr>
        </p:nvSpPr>
        <p:spPr>
          <a:xfrm>
            <a:off x="1435608" y="205740"/>
            <a:ext cx="749808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3600"/>
              <a:buFont typeface="Gill Sans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8" name="Google Shape;188;p24"/>
          <p:cNvSpPr txBox="1"/>
          <p:nvPr>
            <p:ph idx="1" type="body"/>
          </p:nvPr>
        </p:nvSpPr>
        <p:spPr>
          <a:xfrm>
            <a:off x="1435608" y="1143000"/>
            <a:ext cx="7555992" cy="34975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7084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240"/>
              <a:buChar char="⚫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2400"/>
              <a:buChar char="◦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●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showMasterSp="0" type="blank">
  <p:cSld name="BLANK"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5"/>
          <p:cNvSpPr/>
          <p:nvPr/>
        </p:nvSpPr>
        <p:spPr>
          <a:xfrm>
            <a:off x="1014984" y="0"/>
            <a:ext cx="8129016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91" name="Google Shape;191;p25"/>
          <p:cNvSpPr txBox="1"/>
          <p:nvPr>
            <p:ph idx="10" type="dt"/>
          </p:nvPr>
        </p:nvSpPr>
        <p:spPr>
          <a:xfrm>
            <a:off x="3581400" y="4729162"/>
            <a:ext cx="2133600" cy="35718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2" name="Google Shape;192;p25"/>
          <p:cNvSpPr txBox="1"/>
          <p:nvPr>
            <p:ph idx="11" type="ftr"/>
          </p:nvPr>
        </p:nvSpPr>
        <p:spPr>
          <a:xfrm>
            <a:off x="5715000" y="4729162"/>
            <a:ext cx="2895600" cy="35718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3" name="Google Shape;193;p25"/>
          <p:cNvSpPr txBox="1"/>
          <p:nvPr>
            <p:ph idx="12" type="sldNum"/>
          </p:nvPr>
        </p:nvSpPr>
        <p:spPr>
          <a:xfrm>
            <a:off x="8613648" y="4729162"/>
            <a:ext cx="457200" cy="35718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4" name="Google Shape;194;p25"/>
          <p:cNvSpPr/>
          <p:nvPr/>
        </p:nvSpPr>
        <p:spPr>
          <a:xfrm>
            <a:off x="1014984" y="-41"/>
            <a:ext cx="73152" cy="5143541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38550" rotWithShape="0" algn="tl" dir="10800000" dist="38000">
              <a:srgbClr val="6F6A5F">
                <a:alpha val="24705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7"/>
          <p:cNvSpPr txBox="1"/>
          <p:nvPr>
            <p:ph type="title"/>
          </p:nvPr>
        </p:nvSpPr>
        <p:spPr>
          <a:xfrm>
            <a:off x="1435608" y="205740"/>
            <a:ext cx="749808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3600"/>
              <a:buFont typeface="Gill Sans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8" name="Google Shape;208;p27"/>
          <p:cNvSpPr txBox="1"/>
          <p:nvPr>
            <p:ph idx="1" type="body"/>
          </p:nvPr>
        </p:nvSpPr>
        <p:spPr>
          <a:xfrm>
            <a:off x="1435608" y="1143000"/>
            <a:ext cx="7555992" cy="34975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7084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240"/>
              <a:buChar char="⚫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2400"/>
              <a:buChar char="◦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●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showMasterSp="0" type="blank">
  <p:cSld name="BLANK"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8"/>
          <p:cNvSpPr/>
          <p:nvPr/>
        </p:nvSpPr>
        <p:spPr>
          <a:xfrm>
            <a:off x="1014984" y="0"/>
            <a:ext cx="8129016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11" name="Google Shape;211;p28"/>
          <p:cNvSpPr txBox="1"/>
          <p:nvPr>
            <p:ph idx="10" type="dt"/>
          </p:nvPr>
        </p:nvSpPr>
        <p:spPr>
          <a:xfrm>
            <a:off x="3581400" y="4729162"/>
            <a:ext cx="2133600" cy="35718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2" name="Google Shape;212;p28"/>
          <p:cNvSpPr txBox="1"/>
          <p:nvPr>
            <p:ph idx="11" type="ftr"/>
          </p:nvPr>
        </p:nvSpPr>
        <p:spPr>
          <a:xfrm>
            <a:off x="5715000" y="4729162"/>
            <a:ext cx="2895600" cy="35718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3" name="Google Shape;213;p28"/>
          <p:cNvSpPr txBox="1"/>
          <p:nvPr>
            <p:ph idx="12" type="sldNum"/>
          </p:nvPr>
        </p:nvSpPr>
        <p:spPr>
          <a:xfrm>
            <a:off x="8613648" y="4729162"/>
            <a:ext cx="457200" cy="35718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4" name="Google Shape;214;p28"/>
          <p:cNvSpPr/>
          <p:nvPr/>
        </p:nvSpPr>
        <p:spPr>
          <a:xfrm>
            <a:off x="1014984" y="-41"/>
            <a:ext cx="73152" cy="5143541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38550" rotWithShape="0" algn="tl" dir="10800000" dist="38000">
              <a:srgbClr val="6F6A5F">
                <a:alpha val="24705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0"/>
          <p:cNvSpPr txBox="1"/>
          <p:nvPr>
            <p:ph type="title"/>
          </p:nvPr>
        </p:nvSpPr>
        <p:spPr>
          <a:xfrm>
            <a:off x="1435608" y="205740"/>
            <a:ext cx="749808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3600"/>
              <a:buFont typeface="Gill Sans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8" name="Google Shape;228;p30"/>
          <p:cNvSpPr txBox="1"/>
          <p:nvPr>
            <p:ph idx="1" type="body"/>
          </p:nvPr>
        </p:nvSpPr>
        <p:spPr>
          <a:xfrm>
            <a:off x="1435608" y="1143000"/>
            <a:ext cx="7555992" cy="34975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7084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240"/>
              <a:buChar char="⚫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2400"/>
              <a:buChar char="◦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●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showMasterSp="0" type="blank">
  <p:cSld name="BLANK"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31"/>
          <p:cNvSpPr/>
          <p:nvPr/>
        </p:nvSpPr>
        <p:spPr>
          <a:xfrm>
            <a:off x="1014984" y="0"/>
            <a:ext cx="8129016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31" name="Google Shape;231;p31"/>
          <p:cNvSpPr txBox="1"/>
          <p:nvPr>
            <p:ph idx="10" type="dt"/>
          </p:nvPr>
        </p:nvSpPr>
        <p:spPr>
          <a:xfrm>
            <a:off x="3581400" y="4729162"/>
            <a:ext cx="2133600" cy="35718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2" name="Google Shape;232;p31"/>
          <p:cNvSpPr txBox="1"/>
          <p:nvPr>
            <p:ph idx="11" type="ftr"/>
          </p:nvPr>
        </p:nvSpPr>
        <p:spPr>
          <a:xfrm>
            <a:off x="5715000" y="4729162"/>
            <a:ext cx="2895600" cy="35718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3" name="Google Shape;233;p31"/>
          <p:cNvSpPr txBox="1"/>
          <p:nvPr>
            <p:ph idx="12" type="sldNum"/>
          </p:nvPr>
        </p:nvSpPr>
        <p:spPr>
          <a:xfrm>
            <a:off x="8613648" y="4729162"/>
            <a:ext cx="457200" cy="35718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34" name="Google Shape;234;p31"/>
          <p:cNvSpPr/>
          <p:nvPr/>
        </p:nvSpPr>
        <p:spPr>
          <a:xfrm>
            <a:off x="1014984" y="-41"/>
            <a:ext cx="73152" cy="5143541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38550" rotWithShape="0" algn="tl" dir="10800000" dist="38000">
              <a:srgbClr val="6F6A5F">
                <a:alpha val="24705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33"/>
          <p:cNvSpPr txBox="1"/>
          <p:nvPr>
            <p:ph type="ctrTitle"/>
          </p:nvPr>
        </p:nvSpPr>
        <p:spPr>
          <a:xfrm>
            <a:off x="1432560" y="269923"/>
            <a:ext cx="7406640" cy="11041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3600"/>
              <a:buFont typeface="Gill Sans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8" name="Google Shape;248;p33"/>
          <p:cNvSpPr txBox="1"/>
          <p:nvPr>
            <p:ph idx="1" type="subTitle"/>
          </p:nvPr>
        </p:nvSpPr>
        <p:spPr>
          <a:xfrm>
            <a:off x="1432560" y="1387548"/>
            <a:ext cx="7406640" cy="1314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80"/>
              <a:buNone/>
              <a:defRPr sz="2600">
                <a:solidFill>
                  <a:srgbClr val="341108"/>
                </a:solidFill>
              </a:defRPr>
            </a:lvl1pPr>
            <a:lvl2pPr lvl="1" algn="ctr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249" name="Google Shape;249;p33"/>
          <p:cNvSpPr txBox="1"/>
          <p:nvPr>
            <p:ph idx="10" type="dt"/>
          </p:nvPr>
        </p:nvSpPr>
        <p:spPr>
          <a:xfrm>
            <a:off x="3581400" y="4729162"/>
            <a:ext cx="2133600" cy="35718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0" name="Google Shape;250;p33"/>
          <p:cNvSpPr txBox="1"/>
          <p:nvPr>
            <p:ph idx="11" type="ftr"/>
          </p:nvPr>
        </p:nvSpPr>
        <p:spPr>
          <a:xfrm>
            <a:off x="5715000" y="4729162"/>
            <a:ext cx="2895600" cy="35718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1" name="Google Shape;251;p33"/>
          <p:cNvSpPr txBox="1"/>
          <p:nvPr>
            <p:ph idx="12" type="sldNum"/>
          </p:nvPr>
        </p:nvSpPr>
        <p:spPr>
          <a:xfrm>
            <a:off x="8613648" y="4729162"/>
            <a:ext cx="457200" cy="35718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52" name="Google Shape;252;p33"/>
          <p:cNvSpPr/>
          <p:nvPr/>
        </p:nvSpPr>
        <p:spPr>
          <a:xfrm>
            <a:off x="921433" y="1060352"/>
            <a:ext cx="210312" cy="157734"/>
          </a:xfrm>
          <a:prstGeom prst="ellipse">
            <a:avLst/>
          </a:prstGeom>
          <a:gradFill>
            <a:gsLst>
              <a:gs pos="0">
                <a:srgbClr val="D7F6FF">
                  <a:alpha val="94901"/>
                </a:srgbClr>
              </a:gs>
              <a:gs pos="50000">
                <a:srgbClr val="C0E3F0">
                  <a:alpha val="89803"/>
                </a:srgbClr>
              </a:gs>
              <a:gs pos="95000">
                <a:srgbClr val="65C6EA">
                  <a:alpha val="87843"/>
                </a:srgbClr>
              </a:gs>
              <a:gs pos="100000">
                <a:srgbClr val="00BBF1">
                  <a:alpha val="84705"/>
                </a:srgbClr>
              </a:gs>
            </a:gsLst>
            <a:path path="circle">
              <a:fillToRect b="100%" r="100%"/>
            </a:path>
            <a:tileRect l="-100%" t="-100%"/>
          </a:gradFill>
          <a:ln cap="rnd" cmpd="sng" w="9525">
            <a:solidFill>
              <a:srgbClr val="2F8DA4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53" name="Google Shape;253;p33"/>
          <p:cNvSpPr/>
          <p:nvPr/>
        </p:nvSpPr>
        <p:spPr>
          <a:xfrm>
            <a:off x="1157176" y="1008762"/>
            <a:ext cx="64008" cy="48006"/>
          </a:xfrm>
          <a:prstGeom prst="ellipse">
            <a:avLst/>
          </a:prstGeom>
          <a:noFill/>
          <a:ln cap="rnd" cmpd="sng" w="12700">
            <a:solidFill>
              <a:srgbClr val="317F92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34"/>
          <p:cNvSpPr txBox="1"/>
          <p:nvPr>
            <p:ph type="title"/>
          </p:nvPr>
        </p:nvSpPr>
        <p:spPr>
          <a:xfrm>
            <a:off x="1435608" y="205978"/>
            <a:ext cx="749808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3600"/>
              <a:buFont typeface="Gill Sans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6" name="Google Shape;256;p34"/>
          <p:cNvSpPr txBox="1"/>
          <p:nvPr>
            <p:ph idx="1" type="body"/>
          </p:nvPr>
        </p:nvSpPr>
        <p:spPr>
          <a:xfrm>
            <a:off x="1435608" y="1085850"/>
            <a:ext cx="749808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7084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240"/>
              <a:buChar char="⚫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2400"/>
              <a:buChar char="◦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●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257" name="Google Shape;257;p34"/>
          <p:cNvSpPr txBox="1"/>
          <p:nvPr>
            <p:ph idx="10" type="dt"/>
          </p:nvPr>
        </p:nvSpPr>
        <p:spPr>
          <a:xfrm>
            <a:off x="3581400" y="4729162"/>
            <a:ext cx="2133600" cy="35718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8" name="Google Shape;258;p34"/>
          <p:cNvSpPr txBox="1"/>
          <p:nvPr>
            <p:ph idx="11" type="ftr"/>
          </p:nvPr>
        </p:nvSpPr>
        <p:spPr>
          <a:xfrm>
            <a:off x="5715000" y="4729162"/>
            <a:ext cx="2895600" cy="35718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9" name="Google Shape;259;p34"/>
          <p:cNvSpPr txBox="1"/>
          <p:nvPr>
            <p:ph idx="12" type="sldNum"/>
          </p:nvPr>
        </p:nvSpPr>
        <p:spPr>
          <a:xfrm>
            <a:off x="8613648" y="4729162"/>
            <a:ext cx="457200" cy="35718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showMasterSp="0" type="secHead">
  <p:cSld name="SECTION_HEADER"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35"/>
          <p:cNvSpPr/>
          <p:nvPr/>
        </p:nvSpPr>
        <p:spPr>
          <a:xfrm>
            <a:off x="2282890" y="-40"/>
            <a:ext cx="6858000" cy="5143541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62" name="Google Shape;262;p35"/>
          <p:cNvSpPr txBox="1"/>
          <p:nvPr>
            <p:ph type="title"/>
          </p:nvPr>
        </p:nvSpPr>
        <p:spPr>
          <a:xfrm>
            <a:off x="2578392" y="1950244"/>
            <a:ext cx="6400800" cy="17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4000"/>
              <a:buFont typeface="Gill Sans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3" name="Google Shape;263;p35"/>
          <p:cNvSpPr txBox="1"/>
          <p:nvPr>
            <p:ph idx="1" type="body"/>
          </p:nvPr>
        </p:nvSpPr>
        <p:spPr>
          <a:xfrm>
            <a:off x="2578392" y="800100"/>
            <a:ext cx="6400800" cy="113228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000">
                <a:solidFill>
                  <a:srgbClr val="34110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264" name="Google Shape;264;p35"/>
          <p:cNvSpPr txBox="1"/>
          <p:nvPr>
            <p:ph idx="10" type="dt"/>
          </p:nvPr>
        </p:nvSpPr>
        <p:spPr>
          <a:xfrm>
            <a:off x="3581400" y="4729162"/>
            <a:ext cx="2133600" cy="35718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5" name="Google Shape;265;p35"/>
          <p:cNvSpPr txBox="1"/>
          <p:nvPr>
            <p:ph idx="11" type="ftr"/>
          </p:nvPr>
        </p:nvSpPr>
        <p:spPr>
          <a:xfrm>
            <a:off x="5715000" y="4729162"/>
            <a:ext cx="2895600" cy="35718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6" name="Google Shape;266;p35"/>
          <p:cNvSpPr txBox="1"/>
          <p:nvPr>
            <p:ph idx="12" type="sldNum"/>
          </p:nvPr>
        </p:nvSpPr>
        <p:spPr>
          <a:xfrm>
            <a:off x="8613648" y="4729162"/>
            <a:ext cx="457200" cy="35718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67" name="Google Shape;267;p35"/>
          <p:cNvSpPr/>
          <p:nvPr/>
        </p:nvSpPr>
        <p:spPr>
          <a:xfrm>
            <a:off x="2286000" y="1"/>
            <a:ext cx="76200" cy="5143541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38550" rotWithShape="0" algn="tl" dir="10800000" dist="38000">
              <a:srgbClr val="6F6A5F">
                <a:alpha val="24705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68" name="Google Shape;268;p35"/>
          <p:cNvSpPr/>
          <p:nvPr/>
        </p:nvSpPr>
        <p:spPr>
          <a:xfrm>
            <a:off x="2172321" y="2110992"/>
            <a:ext cx="210312" cy="157734"/>
          </a:xfrm>
          <a:prstGeom prst="ellipse">
            <a:avLst/>
          </a:prstGeom>
          <a:gradFill>
            <a:gsLst>
              <a:gs pos="0">
                <a:srgbClr val="D7F6FF">
                  <a:alpha val="94901"/>
                </a:srgbClr>
              </a:gs>
              <a:gs pos="50000">
                <a:srgbClr val="C0E3F0">
                  <a:alpha val="89803"/>
                </a:srgbClr>
              </a:gs>
              <a:gs pos="95000">
                <a:srgbClr val="65C6EA">
                  <a:alpha val="87843"/>
                </a:srgbClr>
              </a:gs>
              <a:gs pos="100000">
                <a:srgbClr val="00BBF1">
                  <a:alpha val="84705"/>
                </a:srgbClr>
              </a:gs>
            </a:gsLst>
            <a:path path="circle">
              <a:fillToRect b="100%" r="100%"/>
            </a:path>
            <a:tileRect l="-100%" t="-100%"/>
          </a:gradFill>
          <a:ln cap="rnd" cmpd="sng" w="9525">
            <a:solidFill>
              <a:srgbClr val="2F8DA4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69" name="Google Shape;269;p35"/>
          <p:cNvSpPr/>
          <p:nvPr/>
        </p:nvSpPr>
        <p:spPr>
          <a:xfrm>
            <a:off x="2408064" y="2059403"/>
            <a:ext cx="64008" cy="48006"/>
          </a:xfrm>
          <a:prstGeom prst="ellipse">
            <a:avLst/>
          </a:prstGeom>
          <a:noFill/>
          <a:ln cap="rnd" cmpd="sng" w="12700">
            <a:solidFill>
              <a:srgbClr val="317F92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36"/>
          <p:cNvSpPr txBox="1"/>
          <p:nvPr>
            <p:ph type="title"/>
          </p:nvPr>
        </p:nvSpPr>
        <p:spPr>
          <a:xfrm>
            <a:off x="1435608" y="205740"/>
            <a:ext cx="749808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2" name="Google Shape;272;p36"/>
          <p:cNvSpPr txBox="1"/>
          <p:nvPr>
            <p:ph idx="1" type="body"/>
          </p:nvPr>
        </p:nvSpPr>
        <p:spPr>
          <a:xfrm>
            <a:off x="1435608" y="1143000"/>
            <a:ext cx="3657600" cy="34975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7084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240"/>
              <a:buChar char="⚫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2400"/>
              <a:buChar char="◦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●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273" name="Google Shape;273;p36"/>
          <p:cNvSpPr txBox="1"/>
          <p:nvPr>
            <p:ph idx="2" type="body"/>
          </p:nvPr>
        </p:nvSpPr>
        <p:spPr>
          <a:xfrm>
            <a:off x="5276088" y="1143000"/>
            <a:ext cx="3657600" cy="34975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7084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240"/>
              <a:buChar char="⚫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2400"/>
              <a:buChar char="◦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●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274" name="Google Shape;274;p36"/>
          <p:cNvSpPr txBox="1"/>
          <p:nvPr>
            <p:ph idx="10" type="dt"/>
          </p:nvPr>
        </p:nvSpPr>
        <p:spPr>
          <a:xfrm>
            <a:off x="3581400" y="4729162"/>
            <a:ext cx="2133600" cy="35718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5" name="Google Shape;275;p36"/>
          <p:cNvSpPr txBox="1"/>
          <p:nvPr>
            <p:ph idx="11" type="ftr"/>
          </p:nvPr>
        </p:nvSpPr>
        <p:spPr>
          <a:xfrm>
            <a:off x="5715000" y="4729162"/>
            <a:ext cx="2895600" cy="35718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6" name="Google Shape;276;p36"/>
          <p:cNvSpPr txBox="1"/>
          <p:nvPr>
            <p:ph idx="12" type="sldNum"/>
          </p:nvPr>
        </p:nvSpPr>
        <p:spPr>
          <a:xfrm>
            <a:off x="8613648" y="4729162"/>
            <a:ext cx="457200" cy="35718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showMasterSp="0" type="twoTxTwoObj">
  <p:cSld name="TWO_OBJECTS_WITH_TEXT"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37"/>
          <p:cNvSpPr txBox="1"/>
          <p:nvPr>
            <p:ph type="title"/>
          </p:nvPr>
        </p:nvSpPr>
        <p:spPr>
          <a:xfrm>
            <a:off x="457200" y="3870252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4500"/>
              <a:buFont typeface="Gill Sans"/>
              <a:buNone/>
              <a:defRPr b="1" sz="45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9" name="Google Shape;279;p37"/>
          <p:cNvSpPr txBox="1"/>
          <p:nvPr>
            <p:ph idx="1" type="body"/>
          </p:nvPr>
        </p:nvSpPr>
        <p:spPr>
          <a:xfrm>
            <a:off x="457200" y="246209"/>
            <a:ext cx="4023360" cy="480060"/>
          </a:xfrm>
          <a:prstGeom prst="rect">
            <a:avLst/>
          </a:prstGeom>
          <a:solidFill>
            <a:schemeClr val="lt1"/>
          </a:solidFill>
          <a:ln cap="flat" cmpd="sng" w="1077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1520"/>
              <a:buNone/>
              <a:defRPr b="0" sz="19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280" name="Google Shape;280;p37"/>
          <p:cNvSpPr txBox="1"/>
          <p:nvPr>
            <p:ph idx="2" type="body"/>
          </p:nvPr>
        </p:nvSpPr>
        <p:spPr>
          <a:xfrm>
            <a:off x="4663440" y="246209"/>
            <a:ext cx="4023360" cy="480060"/>
          </a:xfrm>
          <a:prstGeom prst="rect">
            <a:avLst/>
          </a:prstGeom>
          <a:solidFill>
            <a:schemeClr val="lt1"/>
          </a:solidFill>
          <a:ln cap="flat" cmpd="sng" w="1077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1520"/>
              <a:buNone/>
              <a:defRPr b="0" sz="19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281" name="Google Shape;281;p37"/>
          <p:cNvSpPr txBox="1"/>
          <p:nvPr>
            <p:ph idx="3" type="body"/>
          </p:nvPr>
        </p:nvSpPr>
        <p:spPr>
          <a:xfrm>
            <a:off x="457200" y="727002"/>
            <a:ext cx="4023360" cy="3086100"/>
          </a:xfrm>
          <a:prstGeom prst="rect">
            <a:avLst/>
          </a:prstGeom>
          <a:noFill/>
          <a:ln cap="flat" cmpd="sng" w="10775">
            <a:solidFill>
              <a:schemeClr val="lt1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0520" lvl="0" marL="4572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920"/>
              <a:buChar char="⚫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2000"/>
              <a:buChar char="◦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800"/>
              <a:buChar char="●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600"/>
              <a:buChar char="●"/>
              <a:defRPr sz="16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282" name="Google Shape;282;p37"/>
          <p:cNvSpPr txBox="1"/>
          <p:nvPr>
            <p:ph idx="4" type="body"/>
          </p:nvPr>
        </p:nvSpPr>
        <p:spPr>
          <a:xfrm>
            <a:off x="4663440" y="727002"/>
            <a:ext cx="4023360" cy="3086100"/>
          </a:xfrm>
          <a:prstGeom prst="rect">
            <a:avLst/>
          </a:prstGeom>
          <a:noFill/>
          <a:ln cap="flat" cmpd="sng" w="10775">
            <a:solidFill>
              <a:schemeClr val="lt1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0520" lvl="0" marL="4572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920"/>
              <a:buChar char="⚫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2000"/>
              <a:buChar char="◦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800"/>
              <a:buChar char="●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600"/>
              <a:buChar char="●"/>
              <a:defRPr sz="16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283" name="Google Shape;283;p37"/>
          <p:cNvSpPr txBox="1"/>
          <p:nvPr>
            <p:ph idx="10" type="dt"/>
          </p:nvPr>
        </p:nvSpPr>
        <p:spPr>
          <a:xfrm>
            <a:off x="3581400" y="4729162"/>
            <a:ext cx="2133600" cy="35718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4" name="Google Shape;284;p37"/>
          <p:cNvSpPr txBox="1"/>
          <p:nvPr>
            <p:ph idx="11" type="ftr"/>
          </p:nvPr>
        </p:nvSpPr>
        <p:spPr>
          <a:xfrm>
            <a:off x="5715000" y="4729162"/>
            <a:ext cx="2895600" cy="35718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5" name="Google Shape;285;p37"/>
          <p:cNvSpPr txBox="1"/>
          <p:nvPr>
            <p:ph idx="12" type="sldNum"/>
          </p:nvPr>
        </p:nvSpPr>
        <p:spPr>
          <a:xfrm>
            <a:off x="8613648" y="4729162"/>
            <a:ext cx="457200" cy="35718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38"/>
          <p:cNvSpPr txBox="1"/>
          <p:nvPr>
            <p:ph type="title"/>
          </p:nvPr>
        </p:nvSpPr>
        <p:spPr>
          <a:xfrm>
            <a:off x="1435608" y="205740"/>
            <a:ext cx="749808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8" name="Google Shape;288;p38"/>
          <p:cNvSpPr txBox="1"/>
          <p:nvPr>
            <p:ph idx="10" type="dt"/>
          </p:nvPr>
        </p:nvSpPr>
        <p:spPr>
          <a:xfrm>
            <a:off x="3581400" y="4729162"/>
            <a:ext cx="2133600" cy="35718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9" name="Google Shape;289;p38"/>
          <p:cNvSpPr txBox="1"/>
          <p:nvPr>
            <p:ph idx="11" type="ftr"/>
          </p:nvPr>
        </p:nvSpPr>
        <p:spPr>
          <a:xfrm>
            <a:off x="5715000" y="4729162"/>
            <a:ext cx="2895600" cy="35718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0" name="Google Shape;290;p38"/>
          <p:cNvSpPr txBox="1"/>
          <p:nvPr>
            <p:ph idx="12" type="sldNum"/>
          </p:nvPr>
        </p:nvSpPr>
        <p:spPr>
          <a:xfrm>
            <a:off x="8613648" y="4729162"/>
            <a:ext cx="457200" cy="35718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showMasterSp="0" type="blank">
  <p:cSld name="BLANK"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39"/>
          <p:cNvSpPr/>
          <p:nvPr/>
        </p:nvSpPr>
        <p:spPr>
          <a:xfrm>
            <a:off x="1014984" y="0"/>
            <a:ext cx="8129016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93" name="Google Shape;293;p39"/>
          <p:cNvSpPr txBox="1"/>
          <p:nvPr>
            <p:ph idx="10" type="dt"/>
          </p:nvPr>
        </p:nvSpPr>
        <p:spPr>
          <a:xfrm>
            <a:off x="3581400" y="4729162"/>
            <a:ext cx="2133600" cy="35718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4" name="Google Shape;294;p39"/>
          <p:cNvSpPr txBox="1"/>
          <p:nvPr>
            <p:ph idx="11" type="ftr"/>
          </p:nvPr>
        </p:nvSpPr>
        <p:spPr>
          <a:xfrm>
            <a:off x="5715000" y="4729162"/>
            <a:ext cx="2895600" cy="35718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5" name="Google Shape;295;p39"/>
          <p:cNvSpPr txBox="1"/>
          <p:nvPr>
            <p:ph idx="12" type="sldNum"/>
          </p:nvPr>
        </p:nvSpPr>
        <p:spPr>
          <a:xfrm>
            <a:off x="8613648" y="4729162"/>
            <a:ext cx="457200" cy="35718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96" name="Google Shape;296;p39"/>
          <p:cNvSpPr/>
          <p:nvPr/>
        </p:nvSpPr>
        <p:spPr>
          <a:xfrm>
            <a:off x="1014984" y="-40"/>
            <a:ext cx="73152" cy="5143541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38550" rotWithShape="0" algn="tl" dir="10800000" dist="38000">
              <a:srgbClr val="6F6A5F">
                <a:alpha val="24705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showMasterSp="0" type="objTx">
  <p:cSld name="OBJECT_WITH_CAPTION_TEXT"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40"/>
          <p:cNvSpPr txBox="1"/>
          <p:nvPr>
            <p:ph type="title"/>
          </p:nvPr>
        </p:nvSpPr>
        <p:spPr>
          <a:xfrm>
            <a:off x="457200" y="162583"/>
            <a:ext cx="3810000" cy="8715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909"/>
              </a:lnSpc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2200"/>
              <a:buFont typeface="Gill Sans"/>
              <a:buNone/>
              <a:defRPr b="1" sz="22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9" name="Google Shape;299;p40"/>
          <p:cNvSpPr txBox="1"/>
          <p:nvPr>
            <p:ph idx="1" type="body"/>
          </p:nvPr>
        </p:nvSpPr>
        <p:spPr>
          <a:xfrm>
            <a:off x="457200" y="1055224"/>
            <a:ext cx="381000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2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300" name="Google Shape;300;p40"/>
          <p:cNvSpPr txBox="1"/>
          <p:nvPr>
            <p:ph idx="2" type="body"/>
          </p:nvPr>
        </p:nvSpPr>
        <p:spPr>
          <a:xfrm>
            <a:off x="457200" y="1600201"/>
            <a:ext cx="8153400" cy="29944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9116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60"/>
              <a:buChar char="⚫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2800"/>
              <a:buChar char="◦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●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●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●"/>
              <a:defRPr sz="20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301" name="Google Shape;301;p40"/>
          <p:cNvSpPr txBox="1"/>
          <p:nvPr>
            <p:ph idx="10" type="dt"/>
          </p:nvPr>
        </p:nvSpPr>
        <p:spPr>
          <a:xfrm>
            <a:off x="3581400" y="4729162"/>
            <a:ext cx="2133600" cy="35718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2" name="Google Shape;302;p40"/>
          <p:cNvSpPr txBox="1"/>
          <p:nvPr>
            <p:ph idx="11" type="ftr"/>
          </p:nvPr>
        </p:nvSpPr>
        <p:spPr>
          <a:xfrm>
            <a:off x="5715000" y="4729162"/>
            <a:ext cx="2895600" cy="35718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3" name="Google Shape;303;p40"/>
          <p:cNvSpPr txBox="1"/>
          <p:nvPr>
            <p:ph idx="12" type="sldNum"/>
          </p:nvPr>
        </p:nvSpPr>
        <p:spPr>
          <a:xfrm>
            <a:off x="8613648" y="4729162"/>
            <a:ext cx="457200" cy="35718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showMasterSp="0" type="picTx">
  <p:cSld name="PICTURE_WITH_CAPTION_TEXT"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41"/>
          <p:cNvSpPr txBox="1"/>
          <p:nvPr>
            <p:ph type="title"/>
          </p:nvPr>
        </p:nvSpPr>
        <p:spPr>
          <a:xfrm>
            <a:off x="5886896" y="800100"/>
            <a:ext cx="2743200" cy="1485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2100"/>
              <a:buFont typeface="Gill Sans"/>
              <a:buNone/>
              <a:defRPr b="1" sz="21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6" name="Google Shape;306;p41"/>
          <p:cNvSpPr txBox="1"/>
          <p:nvPr>
            <p:ph idx="10" type="dt"/>
          </p:nvPr>
        </p:nvSpPr>
        <p:spPr>
          <a:xfrm>
            <a:off x="3581400" y="4729162"/>
            <a:ext cx="2133600" cy="35718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7" name="Google Shape;307;p41"/>
          <p:cNvSpPr txBox="1"/>
          <p:nvPr>
            <p:ph idx="11" type="ftr"/>
          </p:nvPr>
        </p:nvSpPr>
        <p:spPr>
          <a:xfrm>
            <a:off x="5715000" y="4729162"/>
            <a:ext cx="2895600" cy="35718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8" name="Google Shape;308;p41"/>
          <p:cNvSpPr txBox="1"/>
          <p:nvPr>
            <p:ph idx="12" type="sldNum"/>
          </p:nvPr>
        </p:nvSpPr>
        <p:spPr>
          <a:xfrm>
            <a:off x="8613648" y="4729162"/>
            <a:ext cx="457200" cy="35718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09" name="Google Shape;309;p41"/>
          <p:cNvSpPr/>
          <p:nvPr/>
        </p:nvSpPr>
        <p:spPr>
          <a:xfrm>
            <a:off x="762000" y="800100"/>
            <a:ext cx="4572000" cy="3429000"/>
          </a:xfrm>
          <a:prstGeom prst="rect">
            <a:avLst/>
          </a:prstGeom>
          <a:solidFill>
            <a:srgbClr val="FFFFFF"/>
          </a:solidFill>
          <a:ln cap="sq" cmpd="sng" w="88900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5500" rotWithShape="0" algn="tl" dir="5400000" dist="18500">
              <a:srgbClr val="000000">
                <a:alpha val="34901"/>
              </a:srgbClr>
            </a:outerShdw>
          </a:effectLst>
        </p:spPr>
        <p:txBody>
          <a:bodyPr anchorCtr="0" anchor="t" bIns="45700" lIns="91425" spcFirstLastPara="1" rIns="91425" wrap="square" tIns="274300">
            <a:noAutofit/>
          </a:bodyPr>
          <a:lstStyle/>
          <a:p>
            <a:pPr indent="0" lvl="0" marL="0" marR="0" rtl="0" algn="l">
              <a:lnSpc>
                <a:spcPct val="9375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60"/>
              <a:buFont typeface="Noto Sans Symbols"/>
              <a:buNone/>
            </a:pPr>
            <a:r>
              <a:t/>
            </a:r>
            <a:endParaRPr sz="32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10" name="Google Shape;310;p41"/>
          <p:cNvSpPr/>
          <p:nvPr>
            <p:ph idx="2" type="pic"/>
          </p:nvPr>
        </p:nvSpPr>
        <p:spPr>
          <a:xfrm>
            <a:off x="838200" y="857253"/>
            <a:ext cx="4419600" cy="2635898"/>
          </a:xfrm>
          <a:prstGeom prst="roundRect">
            <a:avLst>
              <a:gd fmla="val 783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t" bIns="45700" lIns="91425" spcFirstLastPara="1" rIns="91425" wrap="square" tIns="2743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560"/>
              <a:buFont typeface="Noto Sans Symbols"/>
              <a:buNone/>
              <a:defRPr b="0" i="0" sz="3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Verdana"/>
              <a:buChar char="◦"/>
              <a:defRPr b="0" i="0" sz="2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lvl="2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lvl="3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3"/>
              </a:buClr>
              <a:buSzPts val="2000"/>
              <a:buFont typeface="Noto Sans Symbols"/>
              <a:buChar char="●"/>
              <a:defRPr b="0" i="0" sz="2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lvl="4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Noto Sans Symbols"/>
              <a:buChar char="●"/>
              <a:defRPr b="0" i="0" sz="2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lvl="5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Noto Sans Symbols"/>
              <a:buChar char="●"/>
              <a:defRPr b="0" i="0" sz="2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lvl="6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6"/>
              </a:buClr>
              <a:buSzPts val="2000"/>
              <a:buFont typeface="Noto Sans Symbols"/>
              <a:buChar char="●"/>
              <a:defRPr b="0" i="0" sz="2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lvl="7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6"/>
              </a:buClr>
              <a:buSzPts val="2000"/>
              <a:buFont typeface="Noto Sans Symbols"/>
              <a:buChar char="●"/>
              <a:defRPr b="0" i="0" sz="2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lvl="8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6"/>
              </a:buClr>
              <a:buSzPts val="2000"/>
              <a:buFont typeface="Noto Sans Symbols"/>
              <a:buChar char="●"/>
              <a:defRPr b="0" i="0" sz="2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311" name="Google Shape;311;p41"/>
          <p:cNvSpPr/>
          <p:nvPr/>
        </p:nvSpPr>
        <p:spPr>
          <a:xfrm rot="-2131329">
            <a:off x="396725" y="715757"/>
            <a:ext cx="685800" cy="153233"/>
          </a:xfrm>
          <a:prstGeom prst="flowChartProcess">
            <a:avLst/>
          </a:prstGeom>
          <a:solidFill>
            <a:srgbClr val="FBFBFB">
              <a:alpha val="44705"/>
            </a:srgbClr>
          </a:solidFill>
          <a:ln cap="rnd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sx="96000" rotWithShape="0" algn="tl" dir="3300000" dist="25400" sy="96000">
              <a:srgbClr val="EAD8B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12" name="Google Shape;312;p41"/>
          <p:cNvSpPr/>
          <p:nvPr/>
        </p:nvSpPr>
        <p:spPr>
          <a:xfrm flipH="1" rot="2103354">
            <a:off x="5003667" y="702590"/>
            <a:ext cx="649224" cy="153233"/>
          </a:xfrm>
          <a:prstGeom prst="flowChartProcess">
            <a:avLst/>
          </a:prstGeom>
          <a:solidFill>
            <a:srgbClr val="FBFBFB">
              <a:alpha val="44705"/>
            </a:srgbClr>
          </a:solidFill>
          <a:ln cap="rnd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sx="96000" rotWithShape="0" algn="tl" dir="3300000" dist="25400" sy="96000">
              <a:schemeClr val="lt2">
                <a:alpha val="20000"/>
              </a:scheme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13" name="Google Shape;313;p41"/>
          <p:cNvSpPr txBox="1"/>
          <p:nvPr>
            <p:ph idx="1" type="body"/>
          </p:nvPr>
        </p:nvSpPr>
        <p:spPr>
          <a:xfrm>
            <a:off x="838200" y="3600450"/>
            <a:ext cx="44196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777777"/>
                </a:solidFill>
              </a:defRPr>
            </a:lvl1pPr>
            <a:lvl2pPr indent="-304800" lvl="1" marL="91440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1200"/>
              <a:buChar char="◦"/>
              <a:defRPr sz="1200"/>
            </a:lvl2pPr>
            <a:lvl3pPr indent="-2921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Char char="●"/>
              <a:defRPr sz="1000"/>
            </a:lvl3pPr>
            <a:lvl4pPr indent="-28575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Char char="●"/>
              <a:defRPr sz="9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42"/>
          <p:cNvSpPr txBox="1"/>
          <p:nvPr>
            <p:ph type="title"/>
          </p:nvPr>
        </p:nvSpPr>
        <p:spPr>
          <a:xfrm>
            <a:off x="1435608" y="205978"/>
            <a:ext cx="749808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6" name="Google Shape;316;p42"/>
          <p:cNvSpPr txBox="1"/>
          <p:nvPr>
            <p:ph idx="1" type="body"/>
          </p:nvPr>
        </p:nvSpPr>
        <p:spPr>
          <a:xfrm rot="5400000">
            <a:off x="3384423" y="-862965"/>
            <a:ext cx="3600450" cy="7498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Char char="⚫"/>
              <a:defRPr/>
            </a:lvl1pPr>
            <a:lvl2pPr indent="-342900" lvl="1" marL="91440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317" name="Google Shape;317;p42"/>
          <p:cNvSpPr txBox="1"/>
          <p:nvPr>
            <p:ph idx="10" type="dt"/>
          </p:nvPr>
        </p:nvSpPr>
        <p:spPr>
          <a:xfrm>
            <a:off x="3581400" y="4729162"/>
            <a:ext cx="2133600" cy="35718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8" name="Google Shape;318;p42"/>
          <p:cNvSpPr txBox="1"/>
          <p:nvPr>
            <p:ph idx="11" type="ftr"/>
          </p:nvPr>
        </p:nvSpPr>
        <p:spPr>
          <a:xfrm>
            <a:off x="5715000" y="4729162"/>
            <a:ext cx="2895600" cy="35718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9" name="Google Shape;319;p42"/>
          <p:cNvSpPr txBox="1"/>
          <p:nvPr>
            <p:ph idx="12" type="sldNum"/>
          </p:nvPr>
        </p:nvSpPr>
        <p:spPr>
          <a:xfrm>
            <a:off x="8613648" y="4729162"/>
            <a:ext cx="457200" cy="35718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44"/>
          <p:cNvSpPr txBox="1"/>
          <p:nvPr>
            <p:ph type="title"/>
          </p:nvPr>
        </p:nvSpPr>
        <p:spPr>
          <a:xfrm>
            <a:off x="1435608" y="205740"/>
            <a:ext cx="749808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3600"/>
              <a:buFont typeface="Gill Sans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3" name="Google Shape;333;p44"/>
          <p:cNvSpPr txBox="1"/>
          <p:nvPr>
            <p:ph idx="1" type="body"/>
          </p:nvPr>
        </p:nvSpPr>
        <p:spPr>
          <a:xfrm>
            <a:off x="1435608" y="1143000"/>
            <a:ext cx="7555992" cy="34975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7084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240"/>
              <a:buChar char="⚫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2400"/>
              <a:buChar char="◦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●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showMasterSp="0" type="blank">
  <p:cSld name="BLANK"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45"/>
          <p:cNvSpPr/>
          <p:nvPr/>
        </p:nvSpPr>
        <p:spPr>
          <a:xfrm>
            <a:off x="1014984" y="0"/>
            <a:ext cx="8129016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36" name="Google Shape;336;p45"/>
          <p:cNvSpPr txBox="1"/>
          <p:nvPr>
            <p:ph idx="10" type="dt"/>
          </p:nvPr>
        </p:nvSpPr>
        <p:spPr>
          <a:xfrm>
            <a:off x="3581400" y="4729162"/>
            <a:ext cx="2133600" cy="35718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7" name="Google Shape;337;p45"/>
          <p:cNvSpPr txBox="1"/>
          <p:nvPr>
            <p:ph idx="11" type="ftr"/>
          </p:nvPr>
        </p:nvSpPr>
        <p:spPr>
          <a:xfrm>
            <a:off x="5715000" y="4729162"/>
            <a:ext cx="2895600" cy="35718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8" name="Google Shape;338;p45"/>
          <p:cNvSpPr txBox="1"/>
          <p:nvPr>
            <p:ph idx="12" type="sldNum"/>
          </p:nvPr>
        </p:nvSpPr>
        <p:spPr>
          <a:xfrm>
            <a:off x="8613648" y="4729162"/>
            <a:ext cx="457200" cy="35718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39" name="Google Shape;339;p45"/>
          <p:cNvSpPr/>
          <p:nvPr/>
        </p:nvSpPr>
        <p:spPr>
          <a:xfrm>
            <a:off x="1014984" y="-41"/>
            <a:ext cx="73152" cy="5143541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38550" rotWithShape="0" algn="tl" dir="10800000" dist="38000">
              <a:srgbClr val="6F6A5F">
                <a:alpha val="24705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47"/>
          <p:cNvSpPr txBox="1"/>
          <p:nvPr>
            <p:ph type="title"/>
          </p:nvPr>
        </p:nvSpPr>
        <p:spPr>
          <a:xfrm>
            <a:off x="1435608" y="205740"/>
            <a:ext cx="749808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3600"/>
              <a:buFont typeface="Gill Sans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3" name="Google Shape;353;p47"/>
          <p:cNvSpPr txBox="1"/>
          <p:nvPr>
            <p:ph idx="1" type="body"/>
          </p:nvPr>
        </p:nvSpPr>
        <p:spPr>
          <a:xfrm>
            <a:off x="1435608" y="1143000"/>
            <a:ext cx="7555992" cy="34975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7084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240"/>
              <a:buChar char="⚫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2400"/>
              <a:buChar char="◦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●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showMasterSp="0" type="blank">
  <p:cSld name="BLANK"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48"/>
          <p:cNvSpPr/>
          <p:nvPr/>
        </p:nvSpPr>
        <p:spPr>
          <a:xfrm>
            <a:off x="1014984" y="0"/>
            <a:ext cx="8129016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56" name="Google Shape;356;p48"/>
          <p:cNvSpPr txBox="1"/>
          <p:nvPr>
            <p:ph idx="10" type="dt"/>
          </p:nvPr>
        </p:nvSpPr>
        <p:spPr>
          <a:xfrm>
            <a:off x="3581400" y="4729162"/>
            <a:ext cx="2133600" cy="35718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7" name="Google Shape;357;p48"/>
          <p:cNvSpPr txBox="1"/>
          <p:nvPr>
            <p:ph idx="11" type="ftr"/>
          </p:nvPr>
        </p:nvSpPr>
        <p:spPr>
          <a:xfrm>
            <a:off x="5715000" y="4729162"/>
            <a:ext cx="2895600" cy="35718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8" name="Google Shape;358;p48"/>
          <p:cNvSpPr txBox="1"/>
          <p:nvPr>
            <p:ph idx="12" type="sldNum"/>
          </p:nvPr>
        </p:nvSpPr>
        <p:spPr>
          <a:xfrm>
            <a:off x="8613648" y="4729162"/>
            <a:ext cx="457200" cy="35718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59" name="Google Shape;359;p48"/>
          <p:cNvSpPr/>
          <p:nvPr/>
        </p:nvSpPr>
        <p:spPr>
          <a:xfrm>
            <a:off x="1014984" y="-41"/>
            <a:ext cx="73152" cy="5143541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38550" rotWithShape="0" algn="tl" dir="10800000" dist="38000">
              <a:srgbClr val="6F6A5F">
                <a:alpha val="24705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50"/>
          <p:cNvSpPr txBox="1"/>
          <p:nvPr>
            <p:ph type="ctrTitle"/>
          </p:nvPr>
        </p:nvSpPr>
        <p:spPr>
          <a:xfrm>
            <a:off x="1432560" y="269923"/>
            <a:ext cx="7406640" cy="11041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3600"/>
              <a:buFont typeface="Gill Sans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3" name="Google Shape;373;p50"/>
          <p:cNvSpPr txBox="1"/>
          <p:nvPr>
            <p:ph idx="1" type="subTitle"/>
          </p:nvPr>
        </p:nvSpPr>
        <p:spPr>
          <a:xfrm>
            <a:off x="1432560" y="1387548"/>
            <a:ext cx="7406640" cy="1314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80"/>
              <a:buNone/>
              <a:defRPr sz="2600">
                <a:solidFill>
                  <a:srgbClr val="341108"/>
                </a:solidFill>
              </a:defRPr>
            </a:lvl1pPr>
            <a:lvl2pPr lvl="1" algn="ctr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374" name="Google Shape;374;p50"/>
          <p:cNvSpPr txBox="1"/>
          <p:nvPr>
            <p:ph idx="10" type="dt"/>
          </p:nvPr>
        </p:nvSpPr>
        <p:spPr>
          <a:xfrm>
            <a:off x="3581400" y="4729162"/>
            <a:ext cx="2133600" cy="35718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5" name="Google Shape;375;p50"/>
          <p:cNvSpPr txBox="1"/>
          <p:nvPr>
            <p:ph idx="11" type="ftr"/>
          </p:nvPr>
        </p:nvSpPr>
        <p:spPr>
          <a:xfrm>
            <a:off x="5715000" y="4729162"/>
            <a:ext cx="2895600" cy="35718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6" name="Google Shape;376;p50"/>
          <p:cNvSpPr txBox="1"/>
          <p:nvPr>
            <p:ph idx="12" type="sldNum"/>
          </p:nvPr>
        </p:nvSpPr>
        <p:spPr>
          <a:xfrm>
            <a:off x="8613648" y="4729162"/>
            <a:ext cx="457200" cy="35718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77" name="Google Shape;377;p50"/>
          <p:cNvSpPr/>
          <p:nvPr/>
        </p:nvSpPr>
        <p:spPr>
          <a:xfrm>
            <a:off x="921433" y="1060352"/>
            <a:ext cx="210312" cy="157734"/>
          </a:xfrm>
          <a:prstGeom prst="ellipse">
            <a:avLst/>
          </a:prstGeom>
          <a:gradFill>
            <a:gsLst>
              <a:gs pos="0">
                <a:srgbClr val="D7F6FF">
                  <a:alpha val="94901"/>
                </a:srgbClr>
              </a:gs>
              <a:gs pos="50000">
                <a:srgbClr val="C0E3F0">
                  <a:alpha val="89803"/>
                </a:srgbClr>
              </a:gs>
              <a:gs pos="95000">
                <a:srgbClr val="65C6EA">
                  <a:alpha val="87843"/>
                </a:srgbClr>
              </a:gs>
              <a:gs pos="100000">
                <a:srgbClr val="00BBF1">
                  <a:alpha val="84705"/>
                </a:srgbClr>
              </a:gs>
            </a:gsLst>
            <a:path path="circle">
              <a:fillToRect b="100%" r="100%"/>
            </a:path>
            <a:tileRect l="-100%" t="-100%"/>
          </a:gradFill>
          <a:ln cap="rnd" cmpd="sng" w="9525">
            <a:solidFill>
              <a:srgbClr val="2F8DA4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78" name="Google Shape;378;p50"/>
          <p:cNvSpPr/>
          <p:nvPr/>
        </p:nvSpPr>
        <p:spPr>
          <a:xfrm>
            <a:off x="1157176" y="1008762"/>
            <a:ext cx="64008" cy="48006"/>
          </a:xfrm>
          <a:prstGeom prst="ellipse">
            <a:avLst/>
          </a:prstGeom>
          <a:noFill/>
          <a:ln cap="rnd" cmpd="sng" w="12700">
            <a:solidFill>
              <a:srgbClr val="317F92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51"/>
          <p:cNvSpPr txBox="1"/>
          <p:nvPr>
            <p:ph type="title"/>
          </p:nvPr>
        </p:nvSpPr>
        <p:spPr>
          <a:xfrm>
            <a:off x="1435608" y="205978"/>
            <a:ext cx="749808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3600"/>
              <a:buFont typeface="Gill Sans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1" name="Google Shape;381;p51"/>
          <p:cNvSpPr txBox="1"/>
          <p:nvPr>
            <p:ph idx="1" type="body"/>
          </p:nvPr>
        </p:nvSpPr>
        <p:spPr>
          <a:xfrm>
            <a:off x="1435608" y="1085850"/>
            <a:ext cx="749808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7084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240"/>
              <a:buChar char="⚫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2400"/>
              <a:buChar char="◦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●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382" name="Google Shape;382;p51"/>
          <p:cNvSpPr txBox="1"/>
          <p:nvPr>
            <p:ph idx="10" type="dt"/>
          </p:nvPr>
        </p:nvSpPr>
        <p:spPr>
          <a:xfrm>
            <a:off x="3581400" y="4729162"/>
            <a:ext cx="2133600" cy="35718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3" name="Google Shape;383;p51"/>
          <p:cNvSpPr txBox="1"/>
          <p:nvPr>
            <p:ph idx="11" type="ftr"/>
          </p:nvPr>
        </p:nvSpPr>
        <p:spPr>
          <a:xfrm>
            <a:off x="5715000" y="4729162"/>
            <a:ext cx="2895600" cy="35718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4" name="Google Shape;384;p51"/>
          <p:cNvSpPr txBox="1"/>
          <p:nvPr>
            <p:ph idx="12" type="sldNum"/>
          </p:nvPr>
        </p:nvSpPr>
        <p:spPr>
          <a:xfrm>
            <a:off x="8613648" y="4729162"/>
            <a:ext cx="457200" cy="35718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showMasterSp="0" type="secHead">
  <p:cSld name="SECTION_HEADER"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52"/>
          <p:cNvSpPr/>
          <p:nvPr/>
        </p:nvSpPr>
        <p:spPr>
          <a:xfrm>
            <a:off x="2282890" y="-40"/>
            <a:ext cx="6858000" cy="5143541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87" name="Google Shape;387;p52"/>
          <p:cNvSpPr txBox="1"/>
          <p:nvPr>
            <p:ph type="title"/>
          </p:nvPr>
        </p:nvSpPr>
        <p:spPr>
          <a:xfrm>
            <a:off x="2578392" y="1950244"/>
            <a:ext cx="6400800" cy="17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4000"/>
              <a:buFont typeface="Gill Sans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8" name="Google Shape;388;p52"/>
          <p:cNvSpPr txBox="1"/>
          <p:nvPr>
            <p:ph idx="1" type="body"/>
          </p:nvPr>
        </p:nvSpPr>
        <p:spPr>
          <a:xfrm>
            <a:off x="2578392" y="800100"/>
            <a:ext cx="6400800" cy="113228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000">
                <a:solidFill>
                  <a:srgbClr val="34110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389" name="Google Shape;389;p52"/>
          <p:cNvSpPr txBox="1"/>
          <p:nvPr>
            <p:ph idx="10" type="dt"/>
          </p:nvPr>
        </p:nvSpPr>
        <p:spPr>
          <a:xfrm>
            <a:off x="3581400" y="4729162"/>
            <a:ext cx="2133600" cy="35718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0" name="Google Shape;390;p52"/>
          <p:cNvSpPr txBox="1"/>
          <p:nvPr>
            <p:ph idx="11" type="ftr"/>
          </p:nvPr>
        </p:nvSpPr>
        <p:spPr>
          <a:xfrm>
            <a:off x="5715000" y="4729162"/>
            <a:ext cx="2895600" cy="35718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1" name="Google Shape;391;p52"/>
          <p:cNvSpPr txBox="1"/>
          <p:nvPr>
            <p:ph idx="12" type="sldNum"/>
          </p:nvPr>
        </p:nvSpPr>
        <p:spPr>
          <a:xfrm>
            <a:off x="8613648" y="4729162"/>
            <a:ext cx="457200" cy="35718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92" name="Google Shape;392;p52"/>
          <p:cNvSpPr/>
          <p:nvPr/>
        </p:nvSpPr>
        <p:spPr>
          <a:xfrm>
            <a:off x="2286000" y="1"/>
            <a:ext cx="76200" cy="5143541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38550" rotWithShape="0" algn="tl" dir="10800000" dist="38000">
              <a:srgbClr val="6F6A5F">
                <a:alpha val="24705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93" name="Google Shape;393;p52"/>
          <p:cNvSpPr/>
          <p:nvPr/>
        </p:nvSpPr>
        <p:spPr>
          <a:xfrm>
            <a:off x="2172321" y="2110992"/>
            <a:ext cx="210312" cy="157734"/>
          </a:xfrm>
          <a:prstGeom prst="ellipse">
            <a:avLst/>
          </a:prstGeom>
          <a:gradFill>
            <a:gsLst>
              <a:gs pos="0">
                <a:srgbClr val="D7F6FF">
                  <a:alpha val="94901"/>
                </a:srgbClr>
              </a:gs>
              <a:gs pos="50000">
                <a:srgbClr val="C0E3F0">
                  <a:alpha val="89803"/>
                </a:srgbClr>
              </a:gs>
              <a:gs pos="95000">
                <a:srgbClr val="65C6EA">
                  <a:alpha val="87843"/>
                </a:srgbClr>
              </a:gs>
              <a:gs pos="100000">
                <a:srgbClr val="00BBF1">
                  <a:alpha val="84705"/>
                </a:srgbClr>
              </a:gs>
            </a:gsLst>
            <a:path path="circle">
              <a:fillToRect b="100%" r="100%"/>
            </a:path>
            <a:tileRect l="-100%" t="-100%"/>
          </a:gradFill>
          <a:ln cap="rnd" cmpd="sng" w="9525">
            <a:solidFill>
              <a:srgbClr val="2F8DA4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94" name="Google Shape;394;p52"/>
          <p:cNvSpPr/>
          <p:nvPr/>
        </p:nvSpPr>
        <p:spPr>
          <a:xfrm>
            <a:off x="2408064" y="2059403"/>
            <a:ext cx="64008" cy="48006"/>
          </a:xfrm>
          <a:prstGeom prst="ellipse">
            <a:avLst/>
          </a:prstGeom>
          <a:noFill/>
          <a:ln cap="rnd" cmpd="sng" w="12700">
            <a:solidFill>
              <a:srgbClr val="317F92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53"/>
          <p:cNvSpPr txBox="1"/>
          <p:nvPr>
            <p:ph type="title"/>
          </p:nvPr>
        </p:nvSpPr>
        <p:spPr>
          <a:xfrm>
            <a:off x="1435608" y="205740"/>
            <a:ext cx="749808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7" name="Google Shape;397;p53"/>
          <p:cNvSpPr txBox="1"/>
          <p:nvPr>
            <p:ph idx="1" type="body"/>
          </p:nvPr>
        </p:nvSpPr>
        <p:spPr>
          <a:xfrm>
            <a:off x="1435608" y="1143000"/>
            <a:ext cx="3657600" cy="34975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7084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240"/>
              <a:buChar char="⚫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2400"/>
              <a:buChar char="◦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●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398" name="Google Shape;398;p53"/>
          <p:cNvSpPr txBox="1"/>
          <p:nvPr>
            <p:ph idx="2" type="body"/>
          </p:nvPr>
        </p:nvSpPr>
        <p:spPr>
          <a:xfrm>
            <a:off x="5276088" y="1143000"/>
            <a:ext cx="3657600" cy="34975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7084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240"/>
              <a:buChar char="⚫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2400"/>
              <a:buChar char="◦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●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399" name="Google Shape;399;p53"/>
          <p:cNvSpPr txBox="1"/>
          <p:nvPr>
            <p:ph idx="10" type="dt"/>
          </p:nvPr>
        </p:nvSpPr>
        <p:spPr>
          <a:xfrm>
            <a:off x="3581400" y="4729162"/>
            <a:ext cx="2133600" cy="35718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0" name="Google Shape;400;p53"/>
          <p:cNvSpPr txBox="1"/>
          <p:nvPr>
            <p:ph idx="11" type="ftr"/>
          </p:nvPr>
        </p:nvSpPr>
        <p:spPr>
          <a:xfrm>
            <a:off x="5715000" y="4729162"/>
            <a:ext cx="2895600" cy="35718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1" name="Google Shape;401;p53"/>
          <p:cNvSpPr txBox="1"/>
          <p:nvPr>
            <p:ph idx="12" type="sldNum"/>
          </p:nvPr>
        </p:nvSpPr>
        <p:spPr>
          <a:xfrm>
            <a:off x="8613648" y="4729162"/>
            <a:ext cx="457200" cy="35718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showMasterSp="0" type="twoTxTwoObj">
  <p:cSld name="TWO_OBJECTS_WITH_TEXT"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54"/>
          <p:cNvSpPr txBox="1"/>
          <p:nvPr>
            <p:ph type="title"/>
          </p:nvPr>
        </p:nvSpPr>
        <p:spPr>
          <a:xfrm>
            <a:off x="457200" y="3870252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4500"/>
              <a:buFont typeface="Gill Sans"/>
              <a:buNone/>
              <a:defRPr b="1" sz="45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4" name="Google Shape;404;p54"/>
          <p:cNvSpPr txBox="1"/>
          <p:nvPr>
            <p:ph idx="1" type="body"/>
          </p:nvPr>
        </p:nvSpPr>
        <p:spPr>
          <a:xfrm>
            <a:off x="457200" y="246209"/>
            <a:ext cx="4023360" cy="480060"/>
          </a:xfrm>
          <a:prstGeom prst="rect">
            <a:avLst/>
          </a:prstGeom>
          <a:solidFill>
            <a:schemeClr val="lt1"/>
          </a:solidFill>
          <a:ln cap="flat" cmpd="sng" w="1077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1520"/>
              <a:buNone/>
              <a:defRPr b="0" sz="19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405" name="Google Shape;405;p54"/>
          <p:cNvSpPr txBox="1"/>
          <p:nvPr>
            <p:ph idx="2" type="body"/>
          </p:nvPr>
        </p:nvSpPr>
        <p:spPr>
          <a:xfrm>
            <a:off x="4663440" y="246209"/>
            <a:ext cx="4023360" cy="480060"/>
          </a:xfrm>
          <a:prstGeom prst="rect">
            <a:avLst/>
          </a:prstGeom>
          <a:solidFill>
            <a:schemeClr val="lt1"/>
          </a:solidFill>
          <a:ln cap="flat" cmpd="sng" w="1077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1520"/>
              <a:buNone/>
              <a:defRPr b="0" sz="19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406" name="Google Shape;406;p54"/>
          <p:cNvSpPr txBox="1"/>
          <p:nvPr>
            <p:ph idx="3" type="body"/>
          </p:nvPr>
        </p:nvSpPr>
        <p:spPr>
          <a:xfrm>
            <a:off x="457200" y="727002"/>
            <a:ext cx="4023360" cy="3086100"/>
          </a:xfrm>
          <a:prstGeom prst="rect">
            <a:avLst/>
          </a:prstGeom>
          <a:noFill/>
          <a:ln cap="flat" cmpd="sng" w="10775">
            <a:solidFill>
              <a:schemeClr val="lt1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0520" lvl="0" marL="4572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920"/>
              <a:buChar char="⚫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2000"/>
              <a:buChar char="◦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800"/>
              <a:buChar char="●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600"/>
              <a:buChar char="●"/>
              <a:defRPr sz="16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407" name="Google Shape;407;p54"/>
          <p:cNvSpPr txBox="1"/>
          <p:nvPr>
            <p:ph idx="4" type="body"/>
          </p:nvPr>
        </p:nvSpPr>
        <p:spPr>
          <a:xfrm>
            <a:off x="4663440" y="727002"/>
            <a:ext cx="4023360" cy="3086100"/>
          </a:xfrm>
          <a:prstGeom prst="rect">
            <a:avLst/>
          </a:prstGeom>
          <a:noFill/>
          <a:ln cap="flat" cmpd="sng" w="10775">
            <a:solidFill>
              <a:schemeClr val="lt1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0520" lvl="0" marL="4572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920"/>
              <a:buChar char="⚫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2000"/>
              <a:buChar char="◦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800"/>
              <a:buChar char="●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600"/>
              <a:buChar char="●"/>
              <a:defRPr sz="16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408" name="Google Shape;408;p54"/>
          <p:cNvSpPr txBox="1"/>
          <p:nvPr>
            <p:ph idx="10" type="dt"/>
          </p:nvPr>
        </p:nvSpPr>
        <p:spPr>
          <a:xfrm>
            <a:off x="3581400" y="4729162"/>
            <a:ext cx="2133600" cy="35718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9" name="Google Shape;409;p54"/>
          <p:cNvSpPr txBox="1"/>
          <p:nvPr>
            <p:ph idx="11" type="ftr"/>
          </p:nvPr>
        </p:nvSpPr>
        <p:spPr>
          <a:xfrm>
            <a:off x="5715000" y="4729162"/>
            <a:ext cx="2895600" cy="35718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0" name="Google Shape;410;p54"/>
          <p:cNvSpPr txBox="1"/>
          <p:nvPr>
            <p:ph idx="12" type="sldNum"/>
          </p:nvPr>
        </p:nvSpPr>
        <p:spPr>
          <a:xfrm>
            <a:off x="8613648" y="4729162"/>
            <a:ext cx="457200" cy="35718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55"/>
          <p:cNvSpPr txBox="1"/>
          <p:nvPr>
            <p:ph type="title"/>
          </p:nvPr>
        </p:nvSpPr>
        <p:spPr>
          <a:xfrm>
            <a:off x="1435608" y="205740"/>
            <a:ext cx="749808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3" name="Google Shape;413;p55"/>
          <p:cNvSpPr txBox="1"/>
          <p:nvPr>
            <p:ph idx="10" type="dt"/>
          </p:nvPr>
        </p:nvSpPr>
        <p:spPr>
          <a:xfrm>
            <a:off x="3581400" y="4729162"/>
            <a:ext cx="2133600" cy="35718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4" name="Google Shape;414;p55"/>
          <p:cNvSpPr txBox="1"/>
          <p:nvPr>
            <p:ph idx="11" type="ftr"/>
          </p:nvPr>
        </p:nvSpPr>
        <p:spPr>
          <a:xfrm>
            <a:off x="5715000" y="4729162"/>
            <a:ext cx="2895600" cy="35718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5" name="Google Shape;415;p55"/>
          <p:cNvSpPr txBox="1"/>
          <p:nvPr>
            <p:ph idx="12" type="sldNum"/>
          </p:nvPr>
        </p:nvSpPr>
        <p:spPr>
          <a:xfrm>
            <a:off x="8613648" y="4729162"/>
            <a:ext cx="457200" cy="35718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showMasterSp="0" type="blank">
  <p:cSld name="BLANK"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56"/>
          <p:cNvSpPr/>
          <p:nvPr/>
        </p:nvSpPr>
        <p:spPr>
          <a:xfrm>
            <a:off x="1014984" y="0"/>
            <a:ext cx="8129016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418" name="Google Shape;418;p56"/>
          <p:cNvSpPr txBox="1"/>
          <p:nvPr>
            <p:ph idx="10" type="dt"/>
          </p:nvPr>
        </p:nvSpPr>
        <p:spPr>
          <a:xfrm>
            <a:off x="3581400" y="4729162"/>
            <a:ext cx="2133600" cy="35718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9" name="Google Shape;419;p56"/>
          <p:cNvSpPr txBox="1"/>
          <p:nvPr>
            <p:ph idx="11" type="ftr"/>
          </p:nvPr>
        </p:nvSpPr>
        <p:spPr>
          <a:xfrm>
            <a:off x="5715000" y="4729162"/>
            <a:ext cx="2895600" cy="35718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0" name="Google Shape;420;p56"/>
          <p:cNvSpPr txBox="1"/>
          <p:nvPr>
            <p:ph idx="12" type="sldNum"/>
          </p:nvPr>
        </p:nvSpPr>
        <p:spPr>
          <a:xfrm>
            <a:off x="8613648" y="4729162"/>
            <a:ext cx="457200" cy="35718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21" name="Google Shape;421;p56"/>
          <p:cNvSpPr/>
          <p:nvPr/>
        </p:nvSpPr>
        <p:spPr>
          <a:xfrm>
            <a:off x="1014984" y="-40"/>
            <a:ext cx="73152" cy="5143541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38550" rotWithShape="0" algn="tl" dir="10800000" dist="38000">
              <a:srgbClr val="6F6A5F">
                <a:alpha val="24705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showMasterSp="0" type="objTx">
  <p:cSld name="OBJECT_WITH_CAPTION_TEXT"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57"/>
          <p:cNvSpPr txBox="1"/>
          <p:nvPr>
            <p:ph type="title"/>
          </p:nvPr>
        </p:nvSpPr>
        <p:spPr>
          <a:xfrm>
            <a:off x="457200" y="162583"/>
            <a:ext cx="3810000" cy="8715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909"/>
              </a:lnSpc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2200"/>
              <a:buFont typeface="Gill Sans"/>
              <a:buNone/>
              <a:defRPr b="1" sz="22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4" name="Google Shape;424;p57"/>
          <p:cNvSpPr txBox="1"/>
          <p:nvPr>
            <p:ph idx="1" type="body"/>
          </p:nvPr>
        </p:nvSpPr>
        <p:spPr>
          <a:xfrm>
            <a:off x="457200" y="1055224"/>
            <a:ext cx="381000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2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425" name="Google Shape;425;p57"/>
          <p:cNvSpPr txBox="1"/>
          <p:nvPr>
            <p:ph idx="2" type="body"/>
          </p:nvPr>
        </p:nvSpPr>
        <p:spPr>
          <a:xfrm>
            <a:off x="457200" y="1600201"/>
            <a:ext cx="8153400" cy="29944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9116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60"/>
              <a:buChar char="⚫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2800"/>
              <a:buChar char="◦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●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●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●"/>
              <a:defRPr sz="20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426" name="Google Shape;426;p57"/>
          <p:cNvSpPr txBox="1"/>
          <p:nvPr>
            <p:ph idx="10" type="dt"/>
          </p:nvPr>
        </p:nvSpPr>
        <p:spPr>
          <a:xfrm>
            <a:off x="3581400" y="4729162"/>
            <a:ext cx="2133600" cy="35718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7" name="Google Shape;427;p57"/>
          <p:cNvSpPr txBox="1"/>
          <p:nvPr>
            <p:ph idx="11" type="ftr"/>
          </p:nvPr>
        </p:nvSpPr>
        <p:spPr>
          <a:xfrm>
            <a:off x="5715000" y="4729162"/>
            <a:ext cx="2895600" cy="35718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8" name="Google Shape;428;p57"/>
          <p:cNvSpPr txBox="1"/>
          <p:nvPr>
            <p:ph idx="12" type="sldNum"/>
          </p:nvPr>
        </p:nvSpPr>
        <p:spPr>
          <a:xfrm>
            <a:off x="8613648" y="4729162"/>
            <a:ext cx="457200" cy="35718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showMasterSp="0" type="picTx">
  <p:cSld name="PICTURE_WITH_CAPTION_TEXT"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58"/>
          <p:cNvSpPr txBox="1"/>
          <p:nvPr>
            <p:ph type="title"/>
          </p:nvPr>
        </p:nvSpPr>
        <p:spPr>
          <a:xfrm>
            <a:off x="5886896" y="800100"/>
            <a:ext cx="2743200" cy="1485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2100"/>
              <a:buFont typeface="Gill Sans"/>
              <a:buNone/>
              <a:defRPr b="1" sz="21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1" name="Google Shape;431;p58"/>
          <p:cNvSpPr txBox="1"/>
          <p:nvPr>
            <p:ph idx="10" type="dt"/>
          </p:nvPr>
        </p:nvSpPr>
        <p:spPr>
          <a:xfrm>
            <a:off x="3581400" y="4729162"/>
            <a:ext cx="2133600" cy="35718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2" name="Google Shape;432;p58"/>
          <p:cNvSpPr txBox="1"/>
          <p:nvPr>
            <p:ph idx="11" type="ftr"/>
          </p:nvPr>
        </p:nvSpPr>
        <p:spPr>
          <a:xfrm>
            <a:off x="5715000" y="4729162"/>
            <a:ext cx="2895600" cy="35718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3" name="Google Shape;433;p58"/>
          <p:cNvSpPr txBox="1"/>
          <p:nvPr>
            <p:ph idx="12" type="sldNum"/>
          </p:nvPr>
        </p:nvSpPr>
        <p:spPr>
          <a:xfrm>
            <a:off x="8613648" y="4729162"/>
            <a:ext cx="457200" cy="35718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34" name="Google Shape;434;p58"/>
          <p:cNvSpPr/>
          <p:nvPr/>
        </p:nvSpPr>
        <p:spPr>
          <a:xfrm>
            <a:off x="762000" y="800100"/>
            <a:ext cx="4572000" cy="3429000"/>
          </a:xfrm>
          <a:prstGeom prst="rect">
            <a:avLst/>
          </a:prstGeom>
          <a:solidFill>
            <a:srgbClr val="FFFFFF"/>
          </a:solidFill>
          <a:ln cap="sq" cmpd="sng" w="88900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5500" rotWithShape="0" algn="tl" dir="5400000" dist="18500">
              <a:srgbClr val="000000">
                <a:alpha val="34901"/>
              </a:srgbClr>
            </a:outerShdw>
          </a:effectLst>
        </p:spPr>
        <p:txBody>
          <a:bodyPr anchorCtr="0" anchor="t" bIns="45700" lIns="91425" spcFirstLastPara="1" rIns="91425" wrap="square" tIns="274300">
            <a:noAutofit/>
          </a:bodyPr>
          <a:lstStyle/>
          <a:p>
            <a:pPr indent="0" lvl="0" marL="0" marR="0" rtl="0" algn="l">
              <a:lnSpc>
                <a:spcPct val="9375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60"/>
              <a:buFont typeface="Noto Sans Symbols"/>
              <a:buNone/>
            </a:pPr>
            <a:r>
              <a:t/>
            </a:r>
            <a:endParaRPr sz="32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435" name="Google Shape;435;p58"/>
          <p:cNvSpPr/>
          <p:nvPr>
            <p:ph idx="2" type="pic"/>
          </p:nvPr>
        </p:nvSpPr>
        <p:spPr>
          <a:xfrm>
            <a:off x="838200" y="857253"/>
            <a:ext cx="4419600" cy="2635898"/>
          </a:xfrm>
          <a:prstGeom prst="roundRect">
            <a:avLst>
              <a:gd fmla="val 783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t" bIns="45700" lIns="91425" spcFirstLastPara="1" rIns="91425" wrap="square" tIns="2743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560"/>
              <a:buFont typeface="Noto Sans Symbols"/>
              <a:buNone/>
              <a:defRPr b="0" i="0" sz="3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Verdana"/>
              <a:buChar char="◦"/>
              <a:defRPr b="0" i="0" sz="2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lvl="2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lvl="3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3"/>
              </a:buClr>
              <a:buSzPts val="2000"/>
              <a:buFont typeface="Noto Sans Symbols"/>
              <a:buChar char="●"/>
              <a:defRPr b="0" i="0" sz="2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lvl="4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Noto Sans Symbols"/>
              <a:buChar char="●"/>
              <a:defRPr b="0" i="0" sz="2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lvl="5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Noto Sans Symbols"/>
              <a:buChar char="●"/>
              <a:defRPr b="0" i="0" sz="2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lvl="6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6"/>
              </a:buClr>
              <a:buSzPts val="2000"/>
              <a:buFont typeface="Noto Sans Symbols"/>
              <a:buChar char="●"/>
              <a:defRPr b="0" i="0" sz="2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lvl="7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6"/>
              </a:buClr>
              <a:buSzPts val="2000"/>
              <a:buFont typeface="Noto Sans Symbols"/>
              <a:buChar char="●"/>
              <a:defRPr b="0" i="0" sz="2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lvl="8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6"/>
              </a:buClr>
              <a:buSzPts val="2000"/>
              <a:buFont typeface="Noto Sans Symbols"/>
              <a:buChar char="●"/>
              <a:defRPr b="0" i="0" sz="2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436" name="Google Shape;436;p58"/>
          <p:cNvSpPr/>
          <p:nvPr/>
        </p:nvSpPr>
        <p:spPr>
          <a:xfrm rot="-2131329">
            <a:off x="396725" y="715757"/>
            <a:ext cx="685800" cy="153233"/>
          </a:xfrm>
          <a:prstGeom prst="flowChartProcess">
            <a:avLst/>
          </a:prstGeom>
          <a:solidFill>
            <a:srgbClr val="FBFBFB">
              <a:alpha val="44705"/>
            </a:srgbClr>
          </a:solidFill>
          <a:ln cap="rnd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sx="96000" rotWithShape="0" algn="tl" dir="3300000" dist="25400" sy="96000">
              <a:srgbClr val="EAD8B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437" name="Google Shape;437;p58"/>
          <p:cNvSpPr/>
          <p:nvPr/>
        </p:nvSpPr>
        <p:spPr>
          <a:xfrm flipH="1" rot="2103354">
            <a:off x="5003667" y="702590"/>
            <a:ext cx="649224" cy="153233"/>
          </a:xfrm>
          <a:prstGeom prst="flowChartProcess">
            <a:avLst/>
          </a:prstGeom>
          <a:solidFill>
            <a:srgbClr val="FBFBFB">
              <a:alpha val="44705"/>
            </a:srgbClr>
          </a:solidFill>
          <a:ln cap="rnd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sx="96000" rotWithShape="0" algn="tl" dir="3300000" dist="25400" sy="96000">
              <a:schemeClr val="lt2">
                <a:alpha val="20000"/>
              </a:scheme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438" name="Google Shape;438;p58"/>
          <p:cNvSpPr txBox="1"/>
          <p:nvPr>
            <p:ph idx="1" type="body"/>
          </p:nvPr>
        </p:nvSpPr>
        <p:spPr>
          <a:xfrm>
            <a:off x="838200" y="3600450"/>
            <a:ext cx="44196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777777"/>
                </a:solidFill>
              </a:defRPr>
            </a:lvl1pPr>
            <a:lvl2pPr indent="-304800" lvl="1" marL="91440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1200"/>
              <a:buChar char="◦"/>
              <a:defRPr sz="1200"/>
            </a:lvl2pPr>
            <a:lvl3pPr indent="-2921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Char char="●"/>
              <a:defRPr sz="1000"/>
            </a:lvl3pPr>
            <a:lvl4pPr indent="-28575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Char char="●"/>
              <a:defRPr sz="9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59"/>
          <p:cNvSpPr txBox="1"/>
          <p:nvPr>
            <p:ph type="title"/>
          </p:nvPr>
        </p:nvSpPr>
        <p:spPr>
          <a:xfrm>
            <a:off x="1435608" y="205978"/>
            <a:ext cx="749808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1" name="Google Shape;441;p59"/>
          <p:cNvSpPr txBox="1"/>
          <p:nvPr>
            <p:ph idx="1" type="body"/>
          </p:nvPr>
        </p:nvSpPr>
        <p:spPr>
          <a:xfrm rot="5400000">
            <a:off x="3384423" y="-862965"/>
            <a:ext cx="3600450" cy="7498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Char char="⚫"/>
              <a:defRPr/>
            </a:lvl1pPr>
            <a:lvl2pPr indent="-342900" lvl="1" marL="91440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442" name="Google Shape;442;p59"/>
          <p:cNvSpPr txBox="1"/>
          <p:nvPr>
            <p:ph idx="10" type="dt"/>
          </p:nvPr>
        </p:nvSpPr>
        <p:spPr>
          <a:xfrm>
            <a:off x="3581400" y="4729162"/>
            <a:ext cx="2133600" cy="35718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3" name="Google Shape;443;p59"/>
          <p:cNvSpPr txBox="1"/>
          <p:nvPr>
            <p:ph idx="11" type="ftr"/>
          </p:nvPr>
        </p:nvSpPr>
        <p:spPr>
          <a:xfrm>
            <a:off x="5715000" y="4729162"/>
            <a:ext cx="2895600" cy="35718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4" name="Google Shape;444;p59"/>
          <p:cNvSpPr txBox="1"/>
          <p:nvPr>
            <p:ph idx="12" type="sldNum"/>
          </p:nvPr>
        </p:nvSpPr>
        <p:spPr>
          <a:xfrm>
            <a:off x="8613648" y="4729162"/>
            <a:ext cx="457200" cy="35718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1.xml"/><Relationship Id="rId3" Type="http://schemas.openxmlformats.org/officeDocument/2006/relationships/slideLayout" Target="../slideLayouts/slideLayout12.xml"/><Relationship Id="rId4" Type="http://schemas.openxmlformats.org/officeDocument/2006/relationships/slideLayout" Target="../slideLayouts/slideLayout13.xml"/><Relationship Id="rId11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19.xml"/><Relationship Id="rId12" Type="http://schemas.openxmlformats.org/officeDocument/2006/relationships/theme" Target="../theme/theme7.xml"/><Relationship Id="rId9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6.xml"/><Relationship Id="rId8" Type="http://schemas.openxmlformats.org/officeDocument/2006/relationships/slideLayout" Target="../slideLayouts/slideLayout17.xml"/></Relationships>
</file>

<file path=ppt/slideMasters/_rels/slideMaster3.xml.rels><?xml version="1.0" encoding="UTF-8" standalone="yes"?>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1.xml"/><Relationship Id="rId3" Type="http://schemas.openxmlformats.org/officeDocument/2006/relationships/slideLayout" Target="../slideLayouts/slideLayout22.xml"/><Relationship Id="rId4" Type="http://schemas.openxmlformats.org/officeDocument/2006/relationships/theme" Target="../theme/theme2.xml"/></Relationships>
</file>

<file path=ppt/slideMasters/_rels/slideMaster4.xml.rels><?xml version="1.0" encoding="UTF-8" standalone="yes"?>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3.xml"/><Relationship Id="rId3" Type="http://schemas.openxmlformats.org/officeDocument/2006/relationships/slideLayout" Target="../slideLayouts/slideLayout24.xml"/><Relationship Id="rId4" Type="http://schemas.openxmlformats.org/officeDocument/2006/relationships/theme" Target="../theme/theme5.xml"/></Relationships>
</file>

<file path=ppt/slideMasters/_rels/slideMaster5.xml.rels><?xml version="1.0" encoding="UTF-8" standalone="yes"?>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6.xml"/><Relationship Id="rId4" Type="http://schemas.openxmlformats.org/officeDocument/2006/relationships/theme" Target="../theme/theme9.xml"/></Relationships>
</file>

<file path=ppt/slideMasters/_rels/slideMaster6.xml.rels><?xml version="1.0" encoding="UTF-8" standalone="yes"?>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7.xml"/><Relationship Id="rId3" Type="http://schemas.openxmlformats.org/officeDocument/2006/relationships/slideLayout" Target="../slideLayouts/slideLayout28.xml"/><Relationship Id="rId4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35.xml"/><Relationship Id="rId12" Type="http://schemas.openxmlformats.org/officeDocument/2006/relationships/theme" Target="../theme/theme8.xml"/><Relationship Id="rId9" Type="http://schemas.openxmlformats.org/officeDocument/2006/relationships/slideLayout" Target="../slideLayouts/slideLayout34.xml"/><Relationship Id="rId5" Type="http://schemas.openxmlformats.org/officeDocument/2006/relationships/slideLayout" Target="../slideLayouts/slideLayout30.xml"/><Relationship Id="rId6" Type="http://schemas.openxmlformats.org/officeDocument/2006/relationships/slideLayout" Target="../slideLayouts/slideLayout31.xml"/><Relationship Id="rId7" Type="http://schemas.openxmlformats.org/officeDocument/2006/relationships/slideLayout" Target="../slideLayouts/slideLayout32.xml"/><Relationship Id="rId8" Type="http://schemas.openxmlformats.org/officeDocument/2006/relationships/slideLayout" Target="../slideLayouts/slideLayout33.xml"/></Relationships>
</file>

<file path=ppt/slideMasters/_rels/slideMaster7.xml.rels><?xml version="1.0" encoding="UTF-8" standalone="yes"?>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37.xml"/><Relationship Id="rId3" Type="http://schemas.openxmlformats.org/officeDocument/2006/relationships/slideLayout" Target="../slideLayouts/slideLayout38.xml"/><Relationship Id="rId4" Type="http://schemas.openxmlformats.org/officeDocument/2006/relationships/theme" Target="../theme/theme10.xml"/></Relationships>
</file>

<file path=ppt/slideMasters/_rels/slideMaster8.xml.rels><?xml version="1.0" encoding="UTF-8" standalone="yes"?>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39.xml"/><Relationship Id="rId3" Type="http://schemas.openxmlformats.org/officeDocument/2006/relationships/slideLayout" Target="../slideLayouts/slideLayout40.xml"/><Relationship Id="rId4" Type="http://schemas.openxmlformats.org/officeDocument/2006/relationships/theme" Target="../theme/theme6.xml"/></Relationships>
</file>

<file path=ppt/slideMasters/_rels/slideMaster9.xml.rels><?xml version="1.0" encoding="UTF-8" standalone="yes"?>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41.xml"/><Relationship Id="rId3" Type="http://schemas.openxmlformats.org/officeDocument/2006/relationships/slideLayout" Target="../slideLayouts/slideLayout42.xml"/><Relationship Id="rId4" Type="http://schemas.openxmlformats.org/officeDocument/2006/relationships/slideLayout" Target="../slideLayouts/slideLayout43.xml"/><Relationship Id="rId11" Type="http://schemas.openxmlformats.org/officeDocument/2006/relationships/slideLayout" Target="../slideLayouts/slideLayout50.xml"/><Relationship Id="rId10" Type="http://schemas.openxmlformats.org/officeDocument/2006/relationships/slideLayout" Target="../slideLayouts/slideLayout49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4.xml"/><Relationship Id="rId6" Type="http://schemas.openxmlformats.org/officeDocument/2006/relationships/slideLayout" Target="../slideLayouts/slideLayout45.xml"/><Relationship Id="rId7" Type="http://schemas.openxmlformats.org/officeDocument/2006/relationships/slideLayout" Target="../slideLayouts/slideLayout46.xml"/><Relationship Id="rId8" Type="http://schemas.openxmlformats.org/officeDocument/2006/relationships/slideLayout" Target="../slideLayouts/slideLayout4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 rotWithShape="1">
          <a:blip r:embed="rId1">
            <a:alphaModFix/>
          </a:blip>
          <a:tile algn="tl" flip="xy" tx="0" sx="90000" ty="0" sy="90000"/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/>
          <p:nvPr/>
        </p:nvSpPr>
        <p:spPr>
          <a:xfrm>
            <a:off x="-815927" y="-611940"/>
            <a:ext cx="1638887" cy="1229165"/>
          </a:xfrm>
          <a:prstGeom prst="pie">
            <a:avLst>
              <a:gd fmla="val 0" name="adj1"/>
              <a:gd fmla="val 5402120" name="adj2"/>
            </a:avLst>
          </a:prstGeom>
          <a:solidFill>
            <a:srgbClr val="FEF9F3">
              <a:alpha val="32941"/>
            </a:srgbClr>
          </a:solidFill>
          <a:ln cap="rnd" cmpd="sng" w="9525">
            <a:solidFill>
              <a:srgbClr val="D1C19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7" name="Google Shape;7;p1"/>
          <p:cNvSpPr/>
          <p:nvPr/>
        </p:nvSpPr>
        <p:spPr>
          <a:xfrm>
            <a:off x="168818" y="15828"/>
            <a:ext cx="1702191" cy="1276643"/>
          </a:xfrm>
          <a:prstGeom prst="ellipse">
            <a:avLst/>
          </a:prstGeom>
          <a:noFill/>
          <a:ln cap="rnd" cmpd="sng" w="27300">
            <a:solidFill>
              <a:srgbClr val="FFF5DB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tl" dir="5400000" dist="25400">
              <a:srgbClr val="ADA48C">
                <a:alpha val="84705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8" name="Google Shape;8;p1"/>
          <p:cNvSpPr/>
          <p:nvPr/>
        </p:nvSpPr>
        <p:spPr>
          <a:xfrm rot="2315675">
            <a:off x="182881" y="791308"/>
            <a:ext cx="1125717" cy="826968"/>
          </a:xfrm>
          <a:prstGeom prst="donut">
            <a:avLst>
              <a:gd fmla="val 11833" name="adj"/>
            </a:avLst>
          </a:prstGeom>
          <a:gradFill>
            <a:gsLst>
              <a:gs pos="0">
                <a:srgbClr val="FEFBF4">
                  <a:alpha val="69803"/>
                </a:srgbClr>
              </a:gs>
              <a:gs pos="70000">
                <a:srgbClr val="FFFDF8">
                  <a:alpha val="54901"/>
                </a:srgbClr>
              </a:gs>
              <a:gs pos="100000">
                <a:srgbClr val="EDCF8C">
                  <a:alpha val="60000"/>
                </a:srgbClr>
              </a:gs>
            </a:gsLst>
            <a:path path="circle">
              <a:fillToRect b="100%" r="100%"/>
            </a:path>
            <a:tileRect l="-100%" t="-100%"/>
          </a:gradFill>
          <a:ln cap="rnd" cmpd="sng" w="9525">
            <a:solidFill>
              <a:srgbClr val="C5B390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tl" dir="4500000" dist="15000">
              <a:srgbClr val="564E4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9" name="Google Shape;9;p1"/>
          <p:cNvSpPr/>
          <p:nvPr/>
        </p:nvSpPr>
        <p:spPr>
          <a:xfrm>
            <a:off x="1012873" y="-40"/>
            <a:ext cx="8131127" cy="5143541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0" name="Google Shape;10;p1"/>
          <p:cNvSpPr txBox="1"/>
          <p:nvPr>
            <p:ph type="title"/>
          </p:nvPr>
        </p:nvSpPr>
        <p:spPr>
          <a:xfrm>
            <a:off x="1435608" y="205978"/>
            <a:ext cx="749808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4300"/>
              <a:buFont typeface="Gill Sans"/>
              <a:buNone/>
              <a:defRPr b="0" i="0" sz="4300" u="none" cap="none" strike="noStrike">
                <a:solidFill>
                  <a:srgbClr val="562214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1435608" y="1085850"/>
            <a:ext cx="749808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9116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560"/>
              <a:buFont typeface="Noto Sans Symbols"/>
              <a:buChar char="⚫"/>
              <a:defRPr b="0" i="0" sz="3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Verdana"/>
              <a:buChar char="◦"/>
              <a:defRPr b="0" i="0" sz="2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3"/>
              </a:buClr>
              <a:buSzPts val="2000"/>
              <a:buFont typeface="Noto Sans Symbols"/>
              <a:buChar char="●"/>
              <a:defRPr b="0" i="0" sz="2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Noto Sans Symbols"/>
              <a:buChar char="●"/>
              <a:defRPr b="0" i="0" sz="2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Noto Sans Symbols"/>
              <a:buChar char="●"/>
              <a:defRPr b="0" i="0" sz="2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6"/>
              </a:buClr>
              <a:buSzPts val="2000"/>
              <a:buFont typeface="Noto Sans Symbols"/>
              <a:buChar char="●"/>
              <a:defRPr b="0" i="0" sz="2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6"/>
              </a:buClr>
              <a:buSzPts val="2000"/>
              <a:buFont typeface="Noto Sans Symbols"/>
              <a:buChar char="●"/>
              <a:defRPr b="0" i="0" sz="2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6"/>
              </a:buClr>
              <a:buSzPts val="2000"/>
              <a:buFont typeface="Noto Sans Symbols"/>
              <a:buChar char="●"/>
              <a:defRPr b="0" i="0" sz="2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3581400" y="4729162"/>
            <a:ext cx="2133600" cy="35718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5715000" y="4729162"/>
            <a:ext cx="2895600" cy="35718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8613648" y="4729162"/>
            <a:ext cx="457200" cy="35718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B3A787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5" name="Google Shape;15;p1"/>
          <p:cNvSpPr/>
          <p:nvPr/>
        </p:nvSpPr>
        <p:spPr>
          <a:xfrm>
            <a:off x="1014984" y="-40"/>
            <a:ext cx="73152" cy="5143541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38550" rotWithShape="0" algn="tl" dir="10800000" dist="38000">
              <a:srgbClr val="6F6A5F">
                <a:alpha val="24705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 rotWithShape="1">
          <a:blip r:embed="rId1">
            <a:alphaModFix/>
          </a:blip>
          <a:tile algn="tl" flip="xy" tx="0" sx="90000" ty="0" sy="90000"/>
        </a:blip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2"/>
          <p:cNvSpPr/>
          <p:nvPr/>
        </p:nvSpPr>
        <p:spPr>
          <a:xfrm>
            <a:off x="-815927" y="-611940"/>
            <a:ext cx="1638887" cy="1229165"/>
          </a:xfrm>
          <a:prstGeom prst="pie">
            <a:avLst>
              <a:gd fmla="val 0" name="adj1"/>
              <a:gd fmla="val 5402120" name="adj2"/>
            </a:avLst>
          </a:prstGeom>
          <a:solidFill>
            <a:srgbClr val="FEF9F3">
              <a:alpha val="32941"/>
            </a:srgbClr>
          </a:solidFill>
          <a:ln cap="rnd" cmpd="sng" w="9525">
            <a:solidFill>
              <a:srgbClr val="D1C19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92" name="Google Shape;92;p12"/>
          <p:cNvSpPr/>
          <p:nvPr/>
        </p:nvSpPr>
        <p:spPr>
          <a:xfrm>
            <a:off x="168818" y="15828"/>
            <a:ext cx="1702191" cy="1276643"/>
          </a:xfrm>
          <a:prstGeom prst="ellipse">
            <a:avLst/>
          </a:prstGeom>
          <a:noFill/>
          <a:ln cap="rnd" cmpd="sng" w="27300">
            <a:solidFill>
              <a:srgbClr val="FFF5DB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tl" dir="5400000" dist="25400">
              <a:srgbClr val="ADA48C">
                <a:alpha val="84705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93" name="Google Shape;93;p12"/>
          <p:cNvSpPr/>
          <p:nvPr/>
        </p:nvSpPr>
        <p:spPr>
          <a:xfrm rot="2315675">
            <a:off x="182881" y="791308"/>
            <a:ext cx="1125717" cy="826968"/>
          </a:xfrm>
          <a:prstGeom prst="donut">
            <a:avLst>
              <a:gd fmla="val 11833" name="adj"/>
            </a:avLst>
          </a:prstGeom>
          <a:gradFill>
            <a:gsLst>
              <a:gs pos="0">
                <a:srgbClr val="FEFBF4">
                  <a:alpha val="69803"/>
                </a:srgbClr>
              </a:gs>
              <a:gs pos="70000">
                <a:srgbClr val="FFFDF8">
                  <a:alpha val="54901"/>
                </a:srgbClr>
              </a:gs>
              <a:gs pos="100000">
                <a:srgbClr val="EDCF8C">
                  <a:alpha val="60000"/>
                </a:srgbClr>
              </a:gs>
            </a:gsLst>
            <a:path path="circle">
              <a:fillToRect b="100%" r="100%"/>
            </a:path>
            <a:tileRect l="-100%" t="-100%"/>
          </a:gradFill>
          <a:ln cap="rnd" cmpd="sng" w="9525">
            <a:solidFill>
              <a:srgbClr val="C5B390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tl" dir="4500000" dist="15000">
              <a:srgbClr val="564E4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94" name="Google Shape;94;p12"/>
          <p:cNvSpPr/>
          <p:nvPr/>
        </p:nvSpPr>
        <p:spPr>
          <a:xfrm>
            <a:off x="1012873" y="-40"/>
            <a:ext cx="8131127" cy="5143541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95" name="Google Shape;95;p12"/>
          <p:cNvSpPr txBox="1"/>
          <p:nvPr>
            <p:ph type="title"/>
          </p:nvPr>
        </p:nvSpPr>
        <p:spPr>
          <a:xfrm>
            <a:off x="1435608" y="205978"/>
            <a:ext cx="749808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4300"/>
              <a:buFont typeface="Gill Sans"/>
              <a:buNone/>
              <a:defRPr b="0" i="0" sz="4300" u="none" cap="none" strike="noStrike">
                <a:solidFill>
                  <a:srgbClr val="562214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96" name="Google Shape;96;p12"/>
          <p:cNvSpPr txBox="1"/>
          <p:nvPr>
            <p:ph idx="1" type="body"/>
          </p:nvPr>
        </p:nvSpPr>
        <p:spPr>
          <a:xfrm>
            <a:off x="1435608" y="1085850"/>
            <a:ext cx="749808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9116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560"/>
              <a:buFont typeface="Noto Sans Symbols"/>
              <a:buChar char="⚫"/>
              <a:defRPr b="0" i="0" sz="3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Verdana"/>
              <a:buChar char="◦"/>
              <a:defRPr b="0" i="0" sz="2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3"/>
              </a:buClr>
              <a:buSzPts val="2000"/>
              <a:buFont typeface="Noto Sans Symbols"/>
              <a:buChar char="●"/>
              <a:defRPr b="0" i="0" sz="2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Noto Sans Symbols"/>
              <a:buChar char="●"/>
              <a:defRPr b="0" i="0" sz="2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Noto Sans Symbols"/>
              <a:buChar char="●"/>
              <a:defRPr b="0" i="0" sz="2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6"/>
              </a:buClr>
              <a:buSzPts val="2000"/>
              <a:buFont typeface="Noto Sans Symbols"/>
              <a:buChar char="●"/>
              <a:defRPr b="0" i="0" sz="2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6"/>
              </a:buClr>
              <a:buSzPts val="2000"/>
              <a:buFont typeface="Noto Sans Symbols"/>
              <a:buChar char="●"/>
              <a:defRPr b="0" i="0" sz="2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6"/>
              </a:buClr>
              <a:buSzPts val="2000"/>
              <a:buFont typeface="Noto Sans Symbols"/>
              <a:buChar char="●"/>
              <a:defRPr b="0" i="0" sz="2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97" name="Google Shape;97;p12"/>
          <p:cNvSpPr txBox="1"/>
          <p:nvPr>
            <p:ph idx="10" type="dt"/>
          </p:nvPr>
        </p:nvSpPr>
        <p:spPr>
          <a:xfrm>
            <a:off x="3581400" y="4729162"/>
            <a:ext cx="2133600" cy="35718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98" name="Google Shape;98;p12"/>
          <p:cNvSpPr txBox="1"/>
          <p:nvPr>
            <p:ph idx="11" type="ftr"/>
          </p:nvPr>
        </p:nvSpPr>
        <p:spPr>
          <a:xfrm>
            <a:off x="5715000" y="4729162"/>
            <a:ext cx="2895600" cy="35718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99" name="Google Shape;99;p12"/>
          <p:cNvSpPr txBox="1"/>
          <p:nvPr>
            <p:ph idx="12" type="sldNum"/>
          </p:nvPr>
        </p:nvSpPr>
        <p:spPr>
          <a:xfrm>
            <a:off x="8613648" y="4729162"/>
            <a:ext cx="457200" cy="35718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B3A787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00" name="Google Shape;100;p12"/>
          <p:cNvSpPr/>
          <p:nvPr/>
        </p:nvSpPr>
        <p:spPr>
          <a:xfrm>
            <a:off x="1014984" y="-40"/>
            <a:ext cx="73152" cy="5143541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38550" rotWithShape="0" algn="tl" dir="10800000" dist="38000">
              <a:srgbClr val="6F6A5F">
                <a:alpha val="24705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8" r:id="rId2"/>
    <p:sldLayoutId id="2147483659" r:id="rId3"/>
    <p:sldLayoutId id="2147483660" r:id="rId4"/>
    <p:sldLayoutId id="2147483661" r:id="rId5"/>
    <p:sldLayoutId id="2147483662" r:id="rId6"/>
    <p:sldLayoutId id="2147483663" r:id="rId7"/>
    <p:sldLayoutId id="2147483664" r:id="rId8"/>
    <p:sldLayoutId id="2147483665" r:id="rId9"/>
    <p:sldLayoutId id="2147483666" r:id="rId10"/>
    <p:sldLayoutId id="2147483667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 rotWithShape="1">
          <a:blip r:embed="rId1">
            <a:alphaModFix/>
          </a:blip>
          <a:tile algn="tl" flip="xy" tx="0" sx="90000" ty="0" sy="90000"/>
        </a:blipFill>
      </p:bgPr>
    </p:bg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3"/>
          <p:cNvSpPr/>
          <p:nvPr/>
        </p:nvSpPr>
        <p:spPr>
          <a:xfrm>
            <a:off x="-815927" y="-611941"/>
            <a:ext cx="1638887" cy="1229165"/>
          </a:xfrm>
          <a:prstGeom prst="pie">
            <a:avLst>
              <a:gd fmla="val 0" name="adj1"/>
              <a:gd fmla="val 5402120" name="adj2"/>
            </a:avLst>
          </a:prstGeom>
          <a:solidFill>
            <a:srgbClr val="FEF9F3">
              <a:alpha val="32941"/>
            </a:srgbClr>
          </a:solidFill>
          <a:ln cap="rnd" cmpd="sng" w="9525">
            <a:solidFill>
              <a:srgbClr val="D1C19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77" name="Google Shape;177;p23"/>
          <p:cNvSpPr/>
          <p:nvPr/>
        </p:nvSpPr>
        <p:spPr>
          <a:xfrm>
            <a:off x="168817" y="15827"/>
            <a:ext cx="1702191" cy="1276643"/>
          </a:xfrm>
          <a:prstGeom prst="ellipse">
            <a:avLst/>
          </a:prstGeom>
          <a:noFill/>
          <a:ln cap="rnd" cmpd="sng" w="27300">
            <a:solidFill>
              <a:srgbClr val="FFF5DB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tl" dir="5400000" dist="25400">
              <a:srgbClr val="ADA48C">
                <a:alpha val="84705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78" name="Google Shape;178;p23"/>
          <p:cNvSpPr/>
          <p:nvPr/>
        </p:nvSpPr>
        <p:spPr>
          <a:xfrm rot="2315675">
            <a:off x="182881" y="791308"/>
            <a:ext cx="1125717" cy="826968"/>
          </a:xfrm>
          <a:prstGeom prst="donut">
            <a:avLst>
              <a:gd fmla="val 11833" name="adj"/>
            </a:avLst>
          </a:prstGeom>
          <a:gradFill>
            <a:gsLst>
              <a:gs pos="0">
                <a:srgbClr val="FEFBF4">
                  <a:alpha val="69803"/>
                </a:srgbClr>
              </a:gs>
              <a:gs pos="70000">
                <a:srgbClr val="FFFDF8">
                  <a:alpha val="54901"/>
                </a:srgbClr>
              </a:gs>
              <a:gs pos="100000">
                <a:srgbClr val="EDCF8C">
                  <a:alpha val="60000"/>
                </a:srgbClr>
              </a:gs>
            </a:gsLst>
            <a:path path="circle">
              <a:fillToRect b="100%" r="100%"/>
            </a:path>
            <a:tileRect l="-100%" t="-100%"/>
          </a:gradFill>
          <a:ln cap="rnd" cmpd="sng" w="9525">
            <a:solidFill>
              <a:srgbClr val="C5B390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tl" dir="4500000" dist="15000">
              <a:srgbClr val="564E4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79" name="Google Shape;179;p23"/>
          <p:cNvSpPr/>
          <p:nvPr/>
        </p:nvSpPr>
        <p:spPr>
          <a:xfrm>
            <a:off x="1012873" y="-41"/>
            <a:ext cx="8131127" cy="5143541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80" name="Google Shape;180;p23"/>
          <p:cNvSpPr txBox="1"/>
          <p:nvPr>
            <p:ph type="title"/>
          </p:nvPr>
        </p:nvSpPr>
        <p:spPr>
          <a:xfrm>
            <a:off x="1435608" y="205978"/>
            <a:ext cx="749808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3600"/>
              <a:buFont typeface="Gill Sans"/>
              <a:buNone/>
              <a:defRPr b="0" i="0" sz="3600" u="none" cap="none" strike="noStrike">
                <a:solidFill>
                  <a:srgbClr val="562214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81" name="Google Shape;181;p23"/>
          <p:cNvSpPr txBox="1"/>
          <p:nvPr>
            <p:ph idx="1" type="body"/>
          </p:nvPr>
        </p:nvSpPr>
        <p:spPr>
          <a:xfrm>
            <a:off x="1435608" y="1085850"/>
            <a:ext cx="749808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7084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Noto Sans Symbols"/>
              <a:buChar char="⚫"/>
              <a:defRPr b="0" i="0" sz="2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-381000" lvl="1" marL="914400" marR="0" rtl="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erdana"/>
              <a:buChar char="◦"/>
              <a:defRPr b="0" i="0" sz="2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-355600" lvl="2" marL="1371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●"/>
              <a:defRPr b="0" i="0" sz="2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-342900" lvl="3" marL="18288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Noto Sans Symbols"/>
              <a:buChar char="●"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-342900" lvl="4" marL="22860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Noto Sans Symbols"/>
              <a:buChar char="●"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Noto Sans Symbols"/>
              <a:buChar char="●"/>
              <a:defRPr b="0" i="0" sz="2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6"/>
              </a:buClr>
              <a:buSzPts val="2000"/>
              <a:buFont typeface="Noto Sans Symbols"/>
              <a:buChar char="●"/>
              <a:defRPr b="0" i="0" sz="2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6"/>
              </a:buClr>
              <a:buSzPts val="2000"/>
              <a:buFont typeface="Noto Sans Symbols"/>
              <a:buChar char="●"/>
              <a:defRPr b="0" i="0" sz="2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6"/>
              </a:buClr>
              <a:buSzPts val="2000"/>
              <a:buFont typeface="Noto Sans Symbols"/>
              <a:buChar char="●"/>
              <a:defRPr b="0" i="0" sz="2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182" name="Google Shape;182;p23"/>
          <p:cNvSpPr txBox="1"/>
          <p:nvPr>
            <p:ph idx="10" type="dt"/>
          </p:nvPr>
        </p:nvSpPr>
        <p:spPr>
          <a:xfrm>
            <a:off x="3581400" y="4729162"/>
            <a:ext cx="2133600" cy="35718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183" name="Google Shape;183;p23"/>
          <p:cNvSpPr txBox="1"/>
          <p:nvPr>
            <p:ph idx="11" type="ftr"/>
          </p:nvPr>
        </p:nvSpPr>
        <p:spPr>
          <a:xfrm>
            <a:off x="5715000" y="4729162"/>
            <a:ext cx="2895600" cy="35718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184" name="Google Shape;184;p23"/>
          <p:cNvSpPr txBox="1"/>
          <p:nvPr>
            <p:ph idx="12" type="sldNum"/>
          </p:nvPr>
        </p:nvSpPr>
        <p:spPr>
          <a:xfrm>
            <a:off x="8613648" y="4729162"/>
            <a:ext cx="457200" cy="35718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B3A787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85" name="Google Shape;185;p23"/>
          <p:cNvSpPr/>
          <p:nvPr/>
        </p:nvSpPr>
        <p:spPr>
          <a:xfrm>
            <a:off x="1014984" y="-41"/>
            <a:ext cx="73152" cy="5143541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38550" rotWithShape="0" algn="tl" dir="10800000" dist="38000">
              <a:srgbClr val="6F6A5F">
                <a:alpha val="24705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8" r:id="rId2"/>
    <p:sldLayoutId id="2147483669" r:id="rId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 rotWithShape="1">
          <a:blip r:embed="rId1">
            <a:alphaModFix/>
          </a:blip>
          <a:tile algn="tl" flip="xy" tx="0" sx="90000" ty="0" sy="90000"/>
        </a:blipFill>
      </p:bgPr>
    </p:bg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6"/>
          <p:cNvSpPr/>
          <p:nvPr/>
        </p:nvSpPr>
        <p:spPr>
          <a:xfrm>
            <a:off x="-815927" y="-611941"/>
            <a:ext cx="1638887" cy="1229165"/>
          </a:xfrm>
          <a:prstGeom prst="pie">
            <a:avLst>
              <a:gd fmla="val 0" name="adj1"/>
              <a:gd fmla="val 5402120" name="adj2"/>
            </a:avLst>
          </a:prstGeom>
          <a:solidFill>
            <a:srgbClr val="FEF9F3">
              <a:alpha val="32941"/>
            </a:srgbClr>
          </a:solidFill>
          <a:ln cap="rnd" cmpd="sng" w="9525">
            <a:solidFill>
              <a:srgbClr val="D1C19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97" name="Google Shape;197;p26"/>
          <p:cNvSpPr/>
          <p:nvPr/>
        </p:nvSpPr>
        <p:spPr>
          <a:xfrm>
            <a:off x="168817" y="15827"/>
            <a:ext cx="1702191" cy="1276643"/>
          </a:xfrm>
          <a:prstGeom prst="ellipse">
            <a:avLst/>
          </a:prstGeom>
          <a:noFill/>
          <a:ln cap="rnd" cmpd="sng" w="27300">
            <a:solidFill>
              <a:srgbClr val="FFF5DB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tl" dir="5400000" dist="25400">
              <a:srgbClr val="ADA48C">
                <a:alpha val="84705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98" name="Google Shape;198;p26"/>
          <p:cNvSpPr/>
          <p:nvPr/>
        </p:nvSpPr>
        <p:spPr>
          <a:xfrm rot="2315675">
            <a:off x="182881" y="791308"/>
            <a:ext cx="1125717" cy="826968"/>
          </a:xfrm>
          <a:prstGeom prst="donut">
            <a:avLst>
              <a:gd fmla="val 11833" name="adj"/>
            </a:avLst>
          </a:prstGeom>
          <a:gradFill>
            <a:gsLst>
              <a:gs pos="0">
                <a:srgbClr val="FEFBF4">
                  <a:alpha val="69803"/>
                </a:srgbClr>
              </a:gs>
              <a:gs pos="70000">
                <a:srgbClr val="FFFDF8">
                  <a:alpha val="54901"/>
                </a:srgbClr>
              </a:gs>
              <a:gs pos="100000">
                <a:srgbClr val="EDCF8C">
                  <a:alpha val="60000"/>
                </a:srgbClr>
              </a:gs>
            </a:gsLst>
            <a:path path="circle">
              <a:fillToRect b="100%" r="100%"/>
            </a:path>
            <a:tileRect l="-100%" t="-100%"/>
          </a:gradFill>
          <a:ln cap="rnd" cmpd="sng" w="9525">
            <a:solidFill>
              <a:srgbClr val="C5B390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tl" dir="4500000" dist="15000">
              <a:srgbClr val="564E4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99" name="Google Shape;199;p26"/>
          <p:cNvSpPr/>
          <p:nvPr/>
        </p:nvSpPr>
        <p:spPr>
          <a:xfrm>
            <a:off x="1012873" y="-41"/>
            <a:ext cx="8131127" cy="5143541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00" name="Google Shape;200;p26"/>
          <p:cNvSpPr txBox="1"/>
          <p:nvPr>
            <p:ph type="title"/>
          </p:nvPr>
        </p:nvSpPr>
        <p:spPr>
          <a:xfrm>
            <a:off x="1435608" y="205978"/>
            <a:ext cx="749808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3600"/>
              <a:buFont typeface="Gill Sans"/>
              <a:buNone/>
              <a:defRPr b="0" i="0" sz="3600" u="none" cap="none" strike="noStrike">
                <a:solidFill>
                  <a:srgbClr val="562214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01" name="Google Shape;201;p26"/>
          <p:cNvSpPr txBox="1"/>
          <p:nvPr>
            <p:ph idx="1" type="body"/>
          </p:nvPr>
        </p:nvSpPr>
        <p:spPr>
          <a:xfrm>
            <a:off x="1435608" y="1085850"/>
            <a:ext cx="749808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7084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Noto Sans Symbols"/>
              <a:buChar char="⚫"/>
              <a:defRPr b="0" i="0" sz="2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-381000" lvl="1" marL="914400" marR="0" rtl="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erdana"/>
              <a:buChar char="◦"/>
              <a:defRPr b="0" i="0" sz="2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-355600" lvl="2" marL="1371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●"/>
              <a:defRPr b="0" i="0" sz="2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-342900" lvl="3" marL="18288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Noto Sans Symbols"/>
              <a:buChar char="●"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-342900" lvl="4" marL="22860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Noto Sans Symbols"/>
              <a:buChar char="●"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Noto Sans Symbols"/>
              <a:buChar char="●"/>
              <a:defRPr b="0" i="0" sz="2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6"/>
              </a:buClr>
              <a:buSzPts val="2000"/>
              <a:buFont typeface="Noto Sans Symbols"/>
              <a:buChar char="●"/>
              <a:defRPr b="0" i="0" sz="2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6"/>
              </a:buClr>
              <a:buSzPts val="2000"/>
              <a:buFont typeface="Noto Sans Symbols"/>
              <a:buChar char="●"/>
              <a:defRPr b="0" i="0" sz="2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6"/>
              </a:buClr>
              <a:buSzPts val="2000"/>
              <a:buFont typeface="Noto Sans Symbols"/>
              <a:buChar char="●"/>
              <a:defRPr b="0" i="0" sz="2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202" name="Google Shape;202;p26"/>
          <p:cNvSpPr txBox="1"/>
          <p:nvPr>
            <p:ph idx="10" type="dt"/>
          </p:nvPr>
        </p:nvSpPr>
        <p:spPr>
          <a:xfrm>
            <a:off x="3581400" y="4729162"/>
            <a:ext cx="2133600" cy="35718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203" name="Google Shape;203;p26"/>
          <p:cNvSpPr txBox="1"/>
          <p:nvPr>
            <p:ph idx="11" type="ftr"/>
          </p:nvPr>
        </p:nvSpPr>
        <p:spPr>
          <a:xfrm>
            <a:off x="5715000" y="4729162"/>
            <a:ext cx="2895600" cy="35718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204" name="Google Shape;204;p26"/>
          <p:cNvSpPr txBox="1"/>
          <p:nvPr>
            <p:ph idx="12" type="sldNum"/>
          </p:nvPr>
        </p:nvSpPr>
        <p:spPr>
          <a:xfrm>
            <a:off x="8613648" y="4729162"/>
            <a:ext cx="457200" cy="35718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B3A787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05" name="Google Shape;205;p26"/>
          <p:cNvSpPr/>
          <p:nvPr/>
        </p:nvSpPr>
        <p:spPr>
          <a:xfrm>
            <a:off x="1014984" y="-41"/>
            <a:ext cx="73152" cy="5143541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38550" rotWithShape="0" algn="tl" dir="10800000" dist="38000">
              <a:srgbClr val="6F6A5F">
                <a:alpha val="24705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0" r:id="rId2"/>
    <p:sldLayoutId id="2147483671" r:id="rId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 rotWithShape="1">
          <a:blip r:embed="rId1">
            <a:alphaModFix/>
          </a:blip>
          <a:tile algn="tl" flip="xy" tx="0" sx="90000" ty="0" sy="90000"/>
        </a:blipFill>
      </p:bgPr>
    </p:bg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9"/>
          <p:cNvSpPr/>
          <p:nvPr/>
        </p:nvSpPr>
        <p:spPr>
          <a:xfrm>
            <a:off x="-815927" y="-611941"/>
            <a:ext cx="1638887" cy="1229165"/>
          </a:xfrm>
          <a:prstGeom prst="pie">
            <a:avLst>
              <a:gd fmla="val 0" name="adj1"/>
              <a:gd fmla="val 5402120" name="adj2"/>
            </a:avLst>
          </a:prstGeom>
          <a:solidFill>
            <a:srgbClr val="FEF9F3">
              <a:alpha val="32941"/>
            </a:srgbClr>
          </a:solidFill>
          <a:ln cap="rnd" cmpd="sng" w="9525">
            <a:solidFill>
              <a:srgbClr val="D1C19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17" name="Google Shape;217;p29"/>
          <p:cNvSpPr/>
          <p:nvPr/>
        </p:nvSpPr>
        <p:spPr>
          <a:xfrm>
            <a:off x="168817" y="15827"/>
            <a:ext cx="1702191" cy="1276643"/>
          </a:xfrm>
          <a:prstGeom prst="ellipse">
            <a:avLst/>
          </a:prstGeom>
          <a:noFill/>
          <a:ln cap="rnd" cmpd="sng" w="27300">
            <a:solidFill>
              <a:srgbClr val="FFF5DB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tl" dir="5400000" dist="25400">
              <a:srgbClr val="ADA48C">
                <a:alpha val="84705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18" name="Google Shape;218;p29"/>
          <p:cNvSpPr/>
          <p:nvPr/>
        </p:nvSpPr>
        <p:spPr>
          <a:xfrm rot="2315675">
            <a:off x="182881" y="791308"/>
            <a:ext cx="1125717" cy="826968"/>
          </a:xfrm>
          <a:prstGeom prst="donut">
            <a:avLst>
              <a:gd fmla="val 11833" name="adj"/>
            </a:avLst>
          </a:prstGeom>
          <a:gradFill>
            <a:gsLst>
              <a:gs pos="0">
                <a:srgbClr val="FEFBF4">
                  <a:alpha val="69803"/>
                </a:srgbClr>
              </a:gs>
              <a:gs pos="70000">
                <a:srgbClr val="FFFDF8">
                  <a:alpha val="54901"/>
                </a:srgbClr>
              </a:gs>
              <a:gs pos="100000">
                <a:srgbClr val="EDCF8C">
                  <a:alpha val="60000"/>
                </a:srgbClr>
              </a:gs>
            </a:gsLst>
            <a:path path="circle">
              <a:fillToRect b="100%" r="100%"/>
            </a:path>
            <a:tileRect l="-100%" t="-100%"/>
          </a:gradFill>
          <a:ln cap="rnd" cmpd="sng" w="9525">
            <a:solidFill>
              <a:srgbClr val="C5B390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tl" dir="4500000" dist="15000">
              <a:srgbClr val="564E4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19" name="Google Shape;219;p29"/>
          <p:cNvSpPr/>
          <p:nvPr/>
        </p:nvSpPr>
        <p:spPr>
          <a:xfrm>
            <a:off x="1012873" y="-41"/>
            <a:ext cx="8131127" cy="5143541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20" name="Google Shape;220;p29"/>
          <p:cNvSpPr txBox="1"/>
          <p:nvPr>
            <p:ph type="title"/>
          </p:nvPr>
        </p:nvSpPr>
        <p:spPr>
          <a:xfrm>
            <a:off x="1435608" y="205978"/>
            <a:ext cx="749808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3600"/>
              <a:buFont typeface="Gill Sans"/>
              <a:buNone/>
              <a:defRPr b="0" i="0" sz="3600" u="none" cap="none" strike="noStrike">
                <a:solidFill>
                  <a:srgbClr val="562214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21" name="Google Shape;221;p29"/>
          <p:cNvSpPr txBox="1"/>
          <p:nvPr>
            <p:ph idx="1" type="body"/>
          </p:nvPr>
        </p:nvSpPr>
        <p:spPr>
          <a:xfrm>
            <a:off x="1435608" y="1085850"/>
            <a:ext cx="749808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7084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Noto Sans Symbols"/>
              <a:buChar char="⚫"/>
              <a:defRPr b="0" i="0" sz="2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-381000" lvl="1" marL="914400" marR="0" rtl="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erdana"/>
              <a:buChar char="◦"/>
              <a:defRPr b="0" i="0" sz="2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-355600" lvl="2" marL="1371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●"/>
              <a:defRPr b="0" i="0" sz="2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-342900" lvl="3" marL="18288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Noto Sans Symbols"/>
              <a:buChar char="●"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-342900" lvl="4" marL="22860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Noto Sans Symbols"/>
              <a:buChar char="●"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Noto Sans Symbols"/>
              <a:buChar char="●"/>
              <a:defRPr b="0" i="0" sz="2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6"/>
              </a:buClr>
              <a:buSzPts val="2000"/>
              <a:buFont typeface="Noto Sans Symbols"/>
              <a:buChar char="●"/>
              <a:defRPr b="0" i="0" sz="2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6"/>
              </a:buClr>
              <a:buSzPts val="2000"/>
              <a:buFont typeface="Noto Sans Symbols"/>
              <a:buChar char="●"/>
              <a:defRPr b="0" i="0" sz="2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6"/>
              </a:buClr>
              <a:buSzPts val="2000"/>
              <a:buFont typeface="Noto Sans Symbols"/>
              <a:buChar char="●"/>
              <a:defRPr b="0" i="0" sz="2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222" name="Google Shape;222;p29"/>
          <p:cNvSpPr txBox="1"/>
          <p:nvPr>
            <p:ph idx="10" type="dt"/>
          </p:nvPr>
        </p:nvSpPr>
        <p:spPr>
          <a:xfrm>
            <a:off x="3581400" y="4729162"/>
            <a:ext cx="2133600" cy="35718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223" name="Google Shape;223;p29"/>
          <p:cNvSpPr txBox="1"/>
          <p:nvPr>
            <p:ph idx="11" type="ftr"/>
          </p:nvPr>
        </p:nvSpPr>
        <p:spPr>
          <a:xfrm>
            <a:off x="5715000" y="4729162"/>
            <a:ext cx="2895600" cy="35718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224" name="Google Shape;224;p29"/>
          <p:cNvSpPr txBox="1"/>
          <p:nvPr>
            <p:ph idx="12" type="sldNum"/>
          </p:nvPr>
        </p:nvSpPr>
        <p:spPr>
          <a:xfrm>
            <a:off x="8613648" y="4729162"/>
            <a:ext cx="457200" cy="35718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B3A787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25" name="Google Shape;225;p29"/>
          <p:cNvSpPr/>
          <p:nvPr/>
        </p:nvSpPr>
        <p:spPr>
          <a:xfrm>
            <a:off x="1014984" y="-41"/>
            <a:ext cx="73152" cy="5143541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38550" rotWithShape="0" algn="tl" dir="10800000" dist="38000">
              <a:srgbClr val="6F6A5F">
                <a:alpha val="24705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2" r:id="rId2"/>
    <p:sldLayoutId id="2147483673" r:id="rId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 rotWithShape="1">
          <a:blip r:embed="rId1">
            <a:alphaModFix/>
          </a:blip>
          <a:tile algn="tl" flip="xy" tx="0" sx="90000" ty="0" sy="90000"/>
        </a:blipFill>
      </p:bgPr>
    </p:bg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2"/>
          <p:cNvSpPr/>
          <p:nvPr/>
        </p:nvSpPr>
        <p:spPr>
          <a:xfrm>
            <a:off x="-815927" y="-611940"/>
            <a:ext cx="1638887" cy="1229165"/>
          </a:xfrm>
          <a:prstGeom prst="pie">
            <a:avLst>
              <a:gd fmla="val 0" name="adj1"/>
              <a:gd fmla="val 5402120" name="adj2"/>
            </a:avLst>
          </a:prstGeom>
          <a:solidFill>
            <a:srgbClr val="FEF9F3">
              <a:alpha val="32941"/>
            </a:srgbClr>
          </a:solidFill>
          <a:ln cap="rnd" cmpd="sng" w="9525">
            <a:solidFill>
              <a:srgbClr val="D1C19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37" name="Google Shape;237;p32"/>
          <p:cNvSpPr/>
          <p:nvPr/>
        </p:nvSpPr>
        <p:spPr>
          <a:xfrm>
            <a:off x="168818" y="15828"/>
            <a:ext cx="1702191" cy="1276643"/>
          </a:xfrm>
          <a:prstGeom prst="ellipse">
            <a:avLst/>
          </a:prstGeom>
          <a:noFill/>
          <a:ln cap="rnd" cmpd="sng" w="27300">
            <a:solidFill>
              <a:srgbClr val="FFF5DB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tl" dir="5400000" dist="25400">
              <a:srgbClr val="ADA48C">
                <a:alpha val="84705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38" name="Google Shape;238;p32"/>
          <p:cNvSpPr/>
          <p:nvPr/>
        </p:nvSpPr>
        <p:spPr>
          <a:xfrm rot="2315675">
            <a:off x="182881" y="791308"/>
            <a:ext cx="1125717" cy="826968"/>
          </a:xfrm>
          <a:prstGeom prst="donut">
            <a:avLst>
              <a:gd fmla="val 11833" name="adj"/>
            </a:avLst>
          </a:prstGeom>
          <a:gradFill>
            <a:gsLst>
              <a:gs pos="0">
                <a:srgbClr val="FEFBF4">
                  <a:alpha val="69803"/>
                </a:srgbClr>
              </a:gs>
              <a:gs pos="70000">
                <a:srgbClr val="FFFDF8">
                  <a:alpha val="54901"/>
                </a:srgbClr>
              </a:gs>
              <a:gs pos="100000">
                <a:srgbClr val="EDCF8C">
                  <a:alpha val="60000"/>
                </a:srgbClr>
              </a:gs>
            </a:gsLst>
            <a:path path="circle">
              <a:fillToRect b="100%" r="100%"/>
            </a:path>
            <a:tileRect l="-100%" t="-100%"/>
          </a:gradFill>
          <a:ln cap="rnd" cmpd="sng" w="9525">
            <a:solidFill>
              <a:srgbClr val="C5B390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tl" dir="4500000" dist="15000">
              <a:srgbClr val="564E4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39" name="Google Shape;239;p32"/>
          <p:cNvSpPr/>
          <p:nvPr/>
        </p:nvSpPr>
        <p:spPr>
          <a:xfrm>
            <a:off x="1012873" y="-40"/>
            <a:ext cx="8131127" cy="5143541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40" name="Google Shape;240;p32"/>
          <p:cNvSpPr txBox="1"/>
          <p:nvPr>
            <p:ph type="title"/>
          </p:nvPr>
        </p:nvSpPr>
        <p:spPr>
          <a:xfrm>
            <a:off x="1435608" y="205978"/>
            <a:ext cx="749808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4300"/>
              <a:buFont typeface="Gill Sans"/>
              <a:buNone/>
              <a:defRPr b="0" i="0" sz="4300" u="none" cap="none" strike="noStrike">
                <a:solidFill>
                  <a:srgbClr val="562214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41" name="Google Shape;241;p32"/>
          <p:cNvSpPr txBox="1"/>
          <p:nvPr>
            <p:ph idx="1" type="body"/>
          </p:nvPr>
        </p:nvSpPr>
        <p:spPr>
          <a:xfrm>
            <a:off x="1435608" y="1085850"/>
            <a:ext cx="749808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9116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560"/>
              <a:buFont typeface="Noto Sans Symbols"/>
              <a:buChar char="⚫"/>
              <a:defRPr b="0" i="0" sz="3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Verdana"/>
              <a:buChar char="◦"/>
              <a:defRPr b="0" i="0" sz="2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3"/>
              </a:buClr>
              <a:buSzPts val="2000"/>
              <a:buFont typeface="Noto Sans Symbols"/>
              <a:buChar char="●"/>
              <a:defRPr b="0" i="0" sz="2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Noto Sans Symbols"/>
              <a:buChar char="●"/>
              <a:defRPr b="0" i="0" sz="2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Noto Sans Symbols"/>
              <a:buChar char="●"/>
              <a:defRPr b="0" i="0" sz="2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6"/>
              </a:buClr>
              <a:buSzPts val="2000"/>
              <a:buFont typeface="Noto Sans Symbols"/>
              <a:buChar char="●"/>
              <a:defRPr b="0" i="0" sz="2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6"/>
              </a:buClr>
              <a:buSzPts val="2000"/>
              <a:buFont typeface="Noto Sans Symbols"/>
              <a:buChar char="●"/>
              <a:defRPr b="0" i="0" sz="2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6"/>
              </a:buClr>
              <a:buSzPts val="2000"/>
              <a:buFont typeface="Noto Sans Symbols"/>
              <a:buChar char="●"/>
              <a:defRPr b="0" i="0" sz="2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242" name="Google Shape;242;p32"/>
          <p:cNvSpPr txBox="1"/>
          <p:nvPr>
            <p:ph idx="10" type="dt"/>
          </p:nvPr>
        </p:nvSpPr>
        <p:spPr>
          <a:xfrm>
            <a:off x="3581400" y="4729162"/>
            <a:ext cx="2133600" cy="35718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243" name="Google Shape;243;p32"/>
          <p:cNvSpPr txBox="1"/>
          <p:nvPr>
            <p:ph idx="11" type="ftr"/>
          </p:nvPr>
        </p:nvSpPr>
        <p:spPr>
          <a:xfrm>
            <a:off x="5715000" y="4729162"/>
            <a:ext cx="2895600" cy="35718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244" name="Google Shape;244;p32"/>
          <p:cNvSpPr txBox="1"/>
          <p:nvPr>
            <p:ph idx="12" type="sldNum"/>
          </p:nvPr>
        </p:nvSpPr>
        <p:spPr>
          <a:xfrm>
            <a:off x="8613648" y="4729162"/>
            <a:ext cx="457200" cy="35718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B3A787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45" name="Google Shape;245;p32"/>
          <p:cNvSpPr/>
          <p:nvPr/>
        </p:nvSpPr>
        <p:spPr>
          <a:xfrm>
            <a:off x="1014984" y="-40"/>
            <a:ext cx="73152" cy="5143541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38550" rotWithShape="0" algn="tl" dir="10800000" dist="38000">
              <a:srgbClr val="6F6A5F">
                <a:alpha val="24705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 rotWithShape="1">
          <a:blip r:embed="rId1">
            <a:alphaModFix/>
          </a:blip>
          <a:tile algn="tl" flip="xy" tx="0" sx="90000" ty="0" sy="90000"/>
        </a:blipFill>
      </p:bgPr>
    </p:bg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43"/>
          <p:cNvSpPr/>
          <p:nvPr/>
        </p:nvSpPr>
        <p:spPr>
          <a:xfrm>
            <a:off x="-815927" y="-611941"/>
            <a:ext cx="1638887" cy="1229165"/>
          </a:xfrm>
          <a:prstGeom prst="pie">
            <a:avLst>
              <a:gd fmla="val 0" name="adj1"/>
              <a:gd fmla="val 5402120" name="adj2"/>
            </a:avLst>
          </a:prstGeom>
          <a:solidFill>
            <a:srgbClr val="FEF9F3">
              <a:alpha val="32941"/>
            </a:srgbClr>
          </a:solidFill>
          <a:ln cap="rnd" cmpd="sng" w="9525">
            <a:solidFill>
              <a:srgbClr val="D1C19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22" name="Google Shape;322;p43"/>
          <p:cNvSpPr/>
          <p:nvPr/>
        </p:nvSpPr>
        <p:spPr>
          <a:xfrm>
            <a:off x="168817" y="15827"/>
            <a:ext cx="1702191" cy="1276643"/>
          </a:xfrm>
          <a:prstGeom prst="ellipse">
            <a:avLst/>
          </a:prstGeom>
          <a:noFill/>
          <a:ln cap="rnd" cmpd="sng" w="27300">
            <a:solidFill>
              <a:srgbClr val="FFF5DB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tl" dir="5400000" dist="25400">
              <a:srgbClr val="ADA48C">
                <a:alpha val="84705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23" name="Google Shape;323;p43"/>
          <p:cNvSpPr/>
          <p:nvPr/>
        </p:nvSpPr>
        <p:spPr>
          <a:xfrm rot="2315675">
            <a:off x="182881" y="791308"/>
            <a:ext cx="1125717" cy="826968"/>
          </a:xfrm>
          <a:prstGeom prst="donut">
            <a:avLst>
              <a:gd fmla="val 11833" name="adj"/>
            </a:avLst>
          </a:prstGeom>
          <a:gradFill>
            <a:gsLst>
              <a:gs pos="0">
                <a:srgbClr val="FEFBF4">
                  <a:alpha val="69803"/>
                </a:srgbClr>
              </a:gs>
              <a:gs pos="70000">
                <a:srgbClr val="FFFDF8">
                  <a:alpha val="54901"/>
                </a:srgbClr>
              </a:gs>
              <a:gs pos="100000">
                <a:srgbClr val="EDCF8C">
                  <a:alpha val="60000"/>
                </a:srgbClr>
              </a:gs>
            </a:gsLst>
            <a:path path="circle">
              <a:fillToRect b="100%" r="100%"/>
            </a:path>
            <a:tileRect l="-100%" t="-100%"/>
          </a:gradFill>
          <a:ln cap="rnd" cmpd="sng" w="9525">
            <a:solidFill>
              <a:srgbClr val="C5B390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tl" dir="4500000" dist="15000">
              <a:srgbClr val="564E4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24" name="Google Shape;324;p43"/>
          <p:cNvSpPr/>
          <p:nvPr/>
        </p:nvSpPr>
        <p:spPr>
          <a:xfrm>
            <a:off x="1012873" y="-41"/>
            <a:ext cx="8131127" cy="5143541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25" name="Google Shape;325;p43"/>
          <p:cNvSpPr txBox="1"/>
          <p:nvPr>
            <p:ph type="title"/>
          </p:nvPr>
        </p:nvSpPr>
        <p:spPr>
          <a:xfrm>
            <a:off x="1435608" y="205978"/>
            <a:ext cx="749808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3600"/>
              <a:buFont typeface="Gill Sans"/>
              <a:buNone/>
              <a:defRPr b="0" i="0" sz="3600" u="none" cap="none" strike="noStrike">
                <a:solidFill>
                  <a:srgbClr val="562214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326" name="Google Shape;326;p43"/>
          <p:cNvSpPr txBox="1"/>
          <p:nvPr>
            <p:ph idx="1" type="body"/>
          </p:nvPr>
        </p:nvSpPr>
        <p:spPr>
          <a:xfrm>
            <a:off x="1435608" y="1085850"/>
            <a:ext cx="749808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7084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Noto Sans Symbols"/>
              <a:buChar char="⚫"/>
              <a:defRPr b="0" i="0" sz="2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-381000" lvl="1" marL="914400" marR="0" rtl="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erdana"/>
              <a:buChar char="◦"/>
              <a:defRPr b="0" i="0" sz="2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-355600" lvl="2" marL="1371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●"/>
              <a:defRPr b="0" i="0" sz="2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-342900" lvl="3" marL="18288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Noto Sans Symbols"/>
              <a:buChar char="●"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-342900" lvl="4" marL="22860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Noto Sans Symbols"/>
              <a:buChar char="●"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Noto Sans Symbols"/>
              <a:buChar char="●"/>
              <a:defRPr b="0" i="0" sz="2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6"/>
              </a:buClr>
              <a:buSzPts val="2000"/>
              <a:buFont typeface="Noto Sans Symbols"/>
              <a:buChar char="●"/>
              <a:defRPr b="0" i="0" sz="2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6"/>
              </a:buClr>
              <a:buSzPts val="2000"/>
              <a:buFont typeface="Noto Sans Symbols"/>
              <a:buChar char="●"/>
              <a:defRPr b="0" i="0" sz="2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6"/>
              </a:buClr>
              <a:buSzPts val="2000"/>
              <a:buFont typeface="Noto Sans Symbols"/>
              <a:buChar char="●"/>
              <a:defRPr b="0" i="0" sz="2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327" name="Google Shape;327;p43"/>
          <p:cNvSpPr txBox="1"/>
          <p:nvPr>
            <p:ph idx="10" type="dt"/>
          </p:nvPr>
        </p:nvSpPr>
        <p:spPr>
          <a:xfrm>
            <a:off x="3581400" y="4729162"/>
            <a:ext cx="2133600" cy="35718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328" name="Google Shape;328;p43"/>
          <p:cNvSpPr txBox="1"/>
          <p:nvPr>
            <p:ph idx="11" type="ftr"/>
          </p:nvPr>
        </p:nvSpPr>
        <p:spPr>
          <a:xfrm>
            <a:off x="5715000" y="4729162"/>
            <a:ext cx="2895600" cy="35718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329" name="Google Shape;329;p43"/>
          <p:cNvSpPr txBox="1"/>
          <p:nvPr>
            <p:ph idx="12" type="sldNum"/>
          </p:nvPr>
        </p:nvSpPr>
        <p:spPr>
          <a:xfrm>
            <a:off x="8613648" y="4729162"/>
            <a:ext cx="457200" cy="35718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B3A787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30" name="Google Shape;330;p43"/>
          <p:cNvSpPr/>
          <p:nvPr/>
        </p:nvSpPr>
        <p:spPr>
          <a:xfrm>
            <a:off x="1014984" y="-41"/>
            <a:ext cx="73152" cy="5143541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38550" rotWithShape="0" algn="tl" dir="10800000" dist="38000">
              <a:srgbClr val="6F6A5F">
                <a:alpha val="24705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84" r:id="rId2"/>
    <p:sldLayoutId id="2147483685" r:id="rId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 rotWithShape="1">
          <a:blip r:embed="rId1">
            <a:alphaModFix/>
          </a:blip>
          <a:tile algn="tl" flip="xy" tx="0" sx="90000" ty="0" sy="90000"/>
        </a:blipFill>
      </p:bgPr>
    </p:bg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46"/>
          <p:cNvSpPr/>
          <p:nvPr/>
        </p:nvSpPr>
        <p:spPr>
          <a:xfrm>
            <a:off x="-815927" y="-611941"/>
            <a:ext cx="1638887" cy="1229165"/>
          </a:xfrm>
          <a:prstGeom prst="pie">
            <a:avLst>
              <a:gd fmla="val 0" name="adj1"/>
              <a:gd fmla="val 5402120" name="adj2"/>
            </a:avLst>
          </a:prstGeom>
          <a:solidFill>
            <a:srgbClr val="FEF9F3">
              <a:alpha val="32941"/>
            </a:srgbClr>
          </a:solidFill>
          <a:ln cap="rnd" cmpd="sng" w="9525">
            <a:solidFill>
              <a:srgbClr val="D1C19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42" name="Google Shape;342;p46"/>
          <p:cNvSpPr/>
          <p:nvPr/>
        </p:nvSpPr>
        <p:spPr>
          <a:xfrm>
            <a:off x="168817" y="15827"/>
            <a:ext cx="1702191" cy="1276643"/>
          </a:xfrm>
          <a:prstGeom prst="ellipse">
            <a:avLst/>
          </a:prstGeom>
          <a:noFill/>
          <a:ln cap="rnd" cmpd="sng" w="27300">
            <a:solidFill>
              <a:srgbClr val="FFF5DB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tl" dir="5400000" dist="25400">
              <a:srgbClr val="ADA48C">
                <a:alpha val="84705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43" name="Google Shape;343;p46"/>
          <p:cNvSpPr/>
          <p:nvPr/>
        </p:nvSpPr>
        <p:spPr>
          <a:xfrm rot="2315675">
            <a:off x="182881" y="791308"/>
            <a:ext cx="1125717" cy="826968"/>
          </a:xfrm>
          <a:prstGeom prst="donut">
            <a:avLst>
              <a:gd fmla="val 11833" name="adj"/>
            </a:avLst>
          </a:prstGeom>
          <a:gradFill>
            <a:gsLst>
              <a:gs pos="0">
                <a:srgbClr val="FEFBF4">
                  <a:alpha val="69803"/>
                </a:srgbClr>
              </a:gs>
              <a:gs pos="70000">
                <a:srgbClr val="FFFDF8">
                  <a:alpha val="54901"/>
                </a:srgbClr>
              </a:gs>
              <a:gs pos="100000">
                <a:srgbClr val="EDCF8C">
                  <a:alpha val="60000"/>
                </a:srgbClr>
              </a:gs>
            </a:gsLst>
            <a:path path="circle">
              <a:fillToRect b="100%" r="100%"/>
            </a:path>
            <a:tileRect l="-100%" t="-100%"/>
          </a:gradFill>
          <a:ln cap="rnd" cmpd="sng" w="9525">
            <a:solidFill>
              <a:srgbClr val="C5B390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tl" dir="4500000" dist="15000">
              <a:srgbClr val="564E4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44" name="Google Shape;344;p46"/>
          <p:cNvSpPr/>
          <p:nvPr/>
        </p:nvSpPr>
        <p:spPr>
          <a:xfrm>
            <a:off x="1012873" y="-41"/>
            <a:ext cx="8131127" cy="5143541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45" name="Google Shape;345;p46"/>
          <p:cNvSpPr txBox="1"/>
          <p:nvPr>
            <p:ph type="title"/>
          </p:nvPr>
        </p:nvSpPr>
        <p:spPr>
          <a:xfrm>
            <a:off x="1435608" y="205978"/>
            <a:ext cx="749808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3600"/>
              <a:buFont typeface="Gill Sans"/>
              <a:buNone/>
              <a:defRPr b="0" i="0" sz="3600" u="none" cap="none" strike="noStrike">
                <a:solidFill>
                  <a:srgbClr val="562214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346" name="Google Shape;346;p46"/>
          <p:cNvSpPr txBox="1"/>
          <p:nvPr>
            <p:ph idx="1" type="body"/>
          </p:nvPr>
        </p:nvSpPr>
        <p:spPr>
          <a:xfrm>
            <a:off x="1435608" y="1085850"/>
            <a:ext cx="749808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7084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Noto Sans Symbols"/>
              <a:buChar char="⚫"/>
              <a:defRPr b="0" i="0" sz="2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-381000" lvl="1" marL="914400" marR="0" rtl="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erdana"/>
              <a:buChar char="◦"/>
              <a:defRPr b="0" i="0" sz="2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-355600" lvl="2" marL="1371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●"/>
              <a:defRPr b="0" i="0" sz="2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-342900" lvl="3" marL="18288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Noto Sans Symbols"/>
              <a:buChar char="●"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-342900" lvl="4" marL="22860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Noto Sans Symbols"/>
              <a:buChar char="●"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Noto Sans Symbols"/>
              <a:buChar char="●"/>
              <a:defRPr b="0" i="0" sz="2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6"/>
              </a:buClr>
              <a:buSzPts val="2000"/>
              <a:buFont typeface="Noto Sans Symbols"/>
              <a:buChar char="●"/>
              <a:defRPr b="0" i="0" sz="2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6"/>
              </a:buClr>
              <a:buSzPts val="2000"/>
              <a:buFont typeface="Noto Sans Symbols"/>
              <a:buChar char="●"/>
              <a:defRPr b="0" i="0" sz="2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6"/>
              </a:buClr>
              <a:buSzPts val="2000"/>
              <a:buFont typeface="Noto Sans Symbols"/>
              <a:buChar char="●"/>
              <a:defRPr b="0" i="0" sz="2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347" name="Google Shape;347;p46"/>
          <p:cNvSpPr txBox="1"/>
          <p:nvPr>
            <p:ph idx="10" type="dt"/>
          </p:nvPr>
        </p:nvSpPr>
        <p:spPr>
          <a:xfrm>
            <a:off x="3581400" y="4729162"/>
            <a:ext cx="2133600" cy="35718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348" name="Google Shape;348;p46"/>
          <p:cNvSpPr txBox="1"/>
          <p:nvPr>
            <p:ph idx="11" type="ftr"/>
          </p:nvPr>
        </p:nvSpPr>
        <p:spPr>
          <a:xfrm>
            <a:off x="5715000" y="4729162"/>
            <a:ext cx="2895600" cy="35718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349" name="Google Shape;349;p46"/>
          <p:cNvSpPr txBox="1"/>
          <p:nvPr>
            <p:ph idx="12" type="sldNum"/>
          </p:nvPr>
        </p:nvSpPr>
        <p:spPr>
          <a:xfrm>
            <a:off x="8613648" y="4729162"/>
            <a:ext cx="457200" cy="35718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B3A787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50" name="Google Shape;350;p46"/>
          <p:cNvSpPr/>
          <p:nvPr/>
        </p:nvSpPr>
        <p:spPr>
          <a:xfrm>
            <a:off x="1014984" y="-41"/>
            <a:ext cx="73152" cy="5143541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38550" rotWithShape="0" algn="tl" dir="10800000" dist="38000">
              <a:srgbClr val="6F6A5F">
                <a:alpha val="24705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86" r:id="rId2"/>
    <p:sldLayoutId id="2147483687" r:id="rId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 rotWithShape="1">
          <a:blip r:embed="rId1">
            <a:alphaModFix/>
          </a:blip>
          <a:tile algn="tl" flip="xy" tx="0" sx="90000" ty="0" sy="90000"/>
        </a:blipFill>
      </p:bgPr>
    </p:bg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49"/>
          <p:cNvSpPr/>
          <p:nvPr/>
        </p:nvSpPr>
        <p:spPr>
          <a:xfrm>
            <a:off x="-815927" y="-611940"/>
            <a:ext cx="1638887" cy="1229165"/>
          </a:xfrm>
          <a:prstGeom prst="pie">
            <a:avLst>
              <a:gd fmla="val 0" name="adj1"/>
              <a:gd fmla="val 5402120" name="adj2"/>
            </a:avLst>
          </a:prstGeom>
          <a:solidFill>
            <a:srgbClr val="FEF9F3">
              <a:alpha val="32941"/>
            </a:srgbClr>
          </a:solidFill>
          <a:ln cap="rnd" cmpd="sng" w="9525">
            <a:solidFill>
              <a:srgbClr val="D1C19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62" name="Google Shape;362;p49"/>
          <p:cNvSpPr/>
          <p:nvPr/>
        </p:nvSpPr>
        <p:spPr>
          <a:xfrm>
            <a:off x="168818" y="15828"/>
            <a:ext cx="1702191" cy="1276643"/>
          </a:xfrm>
          <a:prstGeom prst="ellipse">
            <a:avLst/>
          </a:prstGeom>
          <a:noFill/>
          <a:ln cap="rnd" cmpd="sng" w="27300">
            <a:solidFill>
              <a:srgbClr val="FFF5DB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tl" dir="5400000" dist="25400">
              <a:srgbClr val="ADA48C">
                <a:alpha val="84705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63" name="Google Shape;363;p49"/>
          <p:cNvSpPr/>
          <p:nvPr/>
        </p:nvSpPr>
        <p:spPr>
          <a:xfrm rot="2315675">
            <a:off x="182881" y="791308"/>
            <a:ext cx="1125717" cy="826968"/>
          </a:xfrm>
          <a:prstGeom prst="donut">
            <a:avLst>
              <a:gd fmla="val 11833" name="adj"/>
            </a:avLst>
          </a:prstGeom>
          <a:gradFill>
            <a:gsLst>
              <a:gs pos="0">
                <a:srgbClr val="FEFBF4">
                  <a:alpha val="69803"/>
                </a:srgbClr>
              </a:gs>
              <a:gs pos="70000">
                <a:srgbClr val="FFFDF8">
                  <a:alpha val="54901"/>
                </a:srgbClr>
              </a:gs>
              <a:gs pos="100000">
                <a:srgbClr val="EDCF8C">
                  <a:alpha val="60000"/>
                </a:srgbClr>
              </a:gs>
            </a:gsLst>
            <a:path path="circle">
              <a:fillToRect b="100%" r="100%"/>
            </a:path>
            <a:tileRect l="-100%" t="-100%"/>
          </a:gradFill>
          <a:ln cap="rnd" cmpd="sng" w="9525">
            <a:solidFill>
              <a:srgbClr val="C5B390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tl" dir="4500000" dist="15000">
              <a:srgbClr val="564E4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64" name="Google Shape;364;p49"/>
          <p:cNvSpPr/>
          <p:nvPr/>
        </p:nvSpPr>
        <p:spPr>
          <a:xfrm>
            <a:off x="1012873" y="-40"/>
            <a:ext cx="8131127" cy="5143541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65" name="Google Shape;365;p49"/>
          <p:cNvSpPr txBox="1"/>
          <p:nvPr>
            <p:ph type="title"/>
          </p:nvPr>
        </p:nvSpPr>
        <p:spPr>
          <a:xfrm>
            <a:off x="1435608" y="205978"/>
            <a:ext cx="749808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4300"/>
              <a:buFont typeface="Gill Sans"/>
              <a:buNone/>
              <a:defRPr b="0" i="0" sz="4300" u="none" cap="none" strike="noStrike">
                <a:solidFill>
                  <a:srgbClr val="562214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366" name="Google Shape;366;p49"/>
          <p:cNvSpPr txBox="1"/>
          <p:nvPr>
            <p:ph idx="1" type="body"/>
          </p:nvPr>
        </p:nvSpPr>
        <p:spPr>
          <a:xfrm>
            <a:off x="1435608" y="1085850"/>
            <a:ext cx="749808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9116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560"/>
              <a:buFont typeface="Noto Sans Symbols"/>
              <a:buChar char="⚫"/>
              <a:defRPr b="0" i="0" sz="3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Verdana"/>
              <a:buChar char="◦"/>
              <a:defRPr b="0" i="0" sz="2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3"/>
              </a:buClr>
              <a:buSzPts val="2000"/>
              <a:buFont typeface="Noto Sans Symbols"/>
              <a:buChar char="●"/>
              <a:defRPr b="0" i="0" sz="2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Noto Sans Symbols"/>
              <a:buChar char="●"/>
              <a:defRPr b="0" i="0" sz="2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Noto Sans Symbols"/>
              <a:buChar char="●"/>
              <a:defRPr b="0" i="0" sz="2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6"/>
              </a:buClr>
              <a:buSzPts val="2000"/>
              <a:buFont typeface="Noto Sans Symbols"/>
              <a:buChar char="●"/>
              <a:defRPr b="0" i="0" sz="2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6"/>
              </a:buClr>
              <a:buSzPts val="2000"/>
              <a:buFont typeface="Noto Sans Symbols"/>
              <a:buChar char="●"/>
              <a:defRPr b="0" i="0" sz="2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6"/>
              </a:buClr>
              <a:buSzPts val="2000"/>
              <a:buFont typeface="Noto Sans Symbols"/>
              <a:buChar char="●"/>
              <a:defRPr b="0" i="0" sz="2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367" name="Google Shape;367;p49"/>
          <p:cNvSpPr txBox="1"/>
          <p:nvPr>
            <p:ph idx="10" type="dt"/>
          </p:nvPr>
        </p:nvSpPr>
        <p:spPr>
          <a:xfrm>
            <a:off x="3581400" y="4729162"/>
            <a:ext cx="2133600" cy="35718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368" name="Google Shape;368;p49"/>
          <p:cNvSpPr txBox="1"/>
          <p:nvPr>
            <p:ph idx="11" type="ftr"/>
          </p:nvPr>
        </p:nvSpPr>
        <p:spPr>
          <a:xfrm>
            <a:off x="5715000" y="4729162"/>
            <a:ext cx="2895600" cy="35718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369" name="Google Shape;369;p49"/>
          <p:cNvSpPr txBox="1"/>
          <p:nvPr>
            <p:ph idx="12" type="sldNum"/>
          </p:nvPr>
        </p:nvSpPr>
        <p:spPr>
          <a:xfrm>
            <a:off x="8613648" y="4729162"/>
            <a:ext cx="457200" cy="35718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B3A787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70" name="Google Shape;370;p49"/>
          <p:cNvSpPr/>
          <p:nvPr/>
        </p:nvSpPr>
        <p:spPr>
          <a:xfrm>
            <a:off x="1014984" y="-40"/>
            <a:ext cx="73152" cy="5143541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38550" rotWithShape="0" algn="tl" dir="10800000" dist="38000">
              <a:srgbClr val="6F6A5F">
                <a:alpha val="24705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7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6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8.jp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60"/>
          <p:cNvSpPr txBox="1"/>
          <p:nvPr/>
        </p:nvSpPr>
        <p:spPr>
          <a:xfrm>
            <a:off x="685800" y="1597860"/>
            <a:ext cx="7772040" cy="11021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Integration Testing    cont …</a:t>
            </a:r>
            <a:endParaRPr b="0" i="0" sz="18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450" name="Google Shape;450;p60"/>
          <p:cNvSpPr txBox="1"/>
          <p:nvPr/>
        </p:nvSpPr>
        <p:spPr>
          <a:xfrm>
            <a:off x="1371600" y="2914650"/>
            <a:ext cx="6400440" cy="13140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sz="18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451" name="Google Shape;451;p60"/>
          <p:cNvSpPr/>
          <p:nvPr/>
        </p:nvSpPr>
        <p:spPr>
          <a:xfrm>
            <a:off x="2133720" y="3143340"/>
            <a:ext cx="4800240" cy="133341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Prof. Durga Prasad Mohapatra</a:t>
            </a:r>
            <a:endParaRPr b="0" i="0" sz="18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Professor</a:t>
            </a:r>
            <a:endParaRPr b="0" i="0" sz="18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Dept.of CSE, NIT Rourkela</a:t>
            </a:r>
            <a:endParaRPr b="0" i="0" sz="18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61"/>
          <p:cNvSpPr txBox="1"/>
          <p:nvPr/>
        </p:nvSpPr>
        <p:spPr>
          <a:xfrm>
            <a:off x="457920" y="-32400"/>
            <a:ext cx="8223480" cy="1100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8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457" name="Google Shape;457;p61"/>
          <p:cNvSpPr txBox="1"/>
          <p:nvPr/>
        </p:nvSpPr>
        <p:spPr>
          <a:xfrm>
            <a:off x="990600" y="641190"/>
            <a:ext cx="8153400" cy="42381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just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It is assumed that integration testing detects bugs which are structural.</a:t>
            </a:r>
            <a:endParaRPr b="0" i="0" sz="28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42900" lvl="0" marL="342900" marR="0" rtl="0" algn="just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However, it is also important to detect some behavioral bugs.</a:t>
            </a:r>
            <a:endParaRPr b="0" i="0" sz="28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42900" lvl="0" marL="342900" marR="0" rtl="0" algn="just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If we can refine the functional decomposition tree into a form of module calling graph, then we are moving towards behavioral testing at the integration level.</a:t>
            </a:r>
            <a:endParaRPr b="0" i="0" sz="28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42900" lvl="0" marL="342900" marR="0" rtl="0" algn="just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This can be done with the help of a </a:t>
            </a:r>
            <a:r>
              <a:rPr b="0" i="1" lang="en-US" sz="28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call graph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as given by Jorgensen.</a:t>
            </a:r>
            <a:endParaRPr b="0" i="0" sz="28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458" name="Google Shape;458;p61"/>
          <p:cNvSpPr txBox="1"/>
          <p:nvPr/>
        </p:nvSpPr>
        <p:spPr>
          <a:xfrm>
            <a:off x="3124080" y="4767390"/>
            <a:ext cx="2895120" cy="27351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459" name="Google Shape;459;p61"/>
          <p:cNvSpPr txBox="1"/>
          <p:nvPr>
            <p:ph type="title"/>
          </p:nvPr>
        </p:nvSpPr>
        <p:spPr>
          <a:xfrm>
            <a:off x="1371600" y="267060"/>
            <a:ext cx="7498080" cy="55209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1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rPr>
              <a:t>Call Graph-Based Integration</a:t>
            </a:r>
            <a:br>
              <a:rPr lang="en-US" sz="3600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rPr>
            </a:br>
            <a:endParaRPr sz="3600">
              <a:solidFill>
                <a:schemeClr val="dk2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62"/>
          <p:cNvSpPr txBox="1"/>
          <p:nvPr>
            <p:ph type="title"/>
          </p:nvPr>
        </p:nvSpPr>
        <p:spPr>
          <a:xfrm>
            <a:off x="1435608" y="205978"/>
            <a:ext cx="749808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3600"/>
              <a:buFont typeface="Gill Sans"/>
              <a:buNone/>
            </a:pPr>
            <a:r>
              <a:rPr lang="en-US"/>
              <a:t>Call Graph-Based Integration</a:t>
            </a:r>
            <a:br>
              <a:rPr lang="en-US"/>
            </a:br>
            <a:endParaRPr/>
          </a:p>
        </p:txBody>
      </p:sp>
      <p:sp>
        <p:nvSpPr>
          <p:cNvPr id="465" name="Google Shape;465;p62"/>
          <p:cNvSpPr txBox="1"/>
          <p:nvPr>
            <p:ph idx="1" type="body"/>
          </p:nvPr>
        </p:nvSpPr>
        <p:spPr>
          <a:xfrm>
            <a:off x="914400" y="742950"/>
            <a:ext cx="8077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57200" lvl="0" marL="621792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40"/>
              <a:buChar char="⚫"/>
            </a:pPr>
            <a:r>
              <a:rPr lang="en-US"/>
              <a:t>A call graph is a directed graph, wherein the nodes are either modules or units, and a directed edge from one node to another means one module has called another module.</a:t>
            </a:r>
            <a:endParaRPr/>
          </a:p>
          <a:p>
            <a:pPr indent="-457200" lvl="0" marL="621792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240"/>
              <a:buChar char="⚫"/>
            </a:pPr>
            <a:r>
              <a:rPr lang="en-US"/>
              <a:t>The call graph can be captured in a matrix form which is known as the adjacency matrix.</a:t>
            </a:r>
            <a:endParaRPr/>
          </a:p>
          <a:p>
            <a:pPr indent="-408940" lvl="0" marL="57150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60"/>
              <a:buNone/>
            </a:pPr>
            <a:r>
              <a:t/>
            </a:r>
            <a:endParaRPr sz="32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63"/>
          <p:cNvSpPr txBox="1"/>
          <p:nvPr/>
        </p:nvSpPr>
        <p:spPr>
          <a:xfrm>
            <a:off x="457920" y="-32400"/>
            <a:ext cx="8223480" cy="699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rPr>
              <a:t>Example Call Graph</a:t>
            </a:r>
            <a:endParaRPr b="0" i="0" sz="3600" u="none" cap="none" strike="noStrike">
              <a:solidFill>
                <a:schemeClr val="dk2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id="471" name="Google Shape;471;p6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8880" y="1068120"/>
            <a:ext cx="8209080" cy="3690360"/>
          </a:xfrm>
          <a:prstGeom prst="rect">
            <a:avLst/>
          </a:prstGeom>
          <a:noFill/>
          <a:ln>
            <a:noFill/>
          </a:ln>
        </p:spPr>
      </p:pic>
      <p:sp>
        <p:nvSpPr>
          <p:cNvPr id="472" name="Google Shape;472;p63"/>
          <p:cNvSpPr txBox="1"/>
          <p:nvPr/>
        </p:nvSpPr>
        <p:spPr>
          <a:xfrm>
            <a:off x="3124080" y="4767390"/>
            <a:ext cx="2895120" cy="27351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64"/>
          <p:cNvSpPr txBox="1"/>
          <p:nvPr/>
        </p:nvSpPr>
        <p:spPr>
          <a:xfrm rot="-5400000">
            <a:off x="-1308100" y="958850"/>
            <a:ext cx="3606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rPr>
              <a:t>Adjacency Matrix</a:t>
            </a:r>
            <a:endParaRPr b="0" i="0" sz="2800" u="none" cap="none" strike="noStrike">
              <a:solidFill>
                <a:schemeClr val="dk2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id="478" name="Google Shape;478;p6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71600" y="-25717"/>
            <a:ext cx="7025950" cy="51758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65"/>
          <p:cNvSpPr txBox="1"/>
          <p:nvPr/>
        </p:nvSpPr>
        <p:spPr>
          <a:xfrm>
            <a:off x="457200" y="206010"/>
            <a:ext cx="8229240" cy="8569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8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484" name="Google Shape;484;p65"/>
          <p:cNvSpPr txBox="1"/>
          <p:nvPr/>
        </p:nvSpPr>
        <p:spPr>
          <a:xfrm>
            <a:off x="990600" y="176400"/>
            <a:ext cx="8001000" cy="46010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780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The idea behind using a call graph for integration testing is to avoid the efforts made in developing the stubs and drivers.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17780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If we know the calling sequence, and if we wait for the called or calling function, if not ready, then call graph based integration can be used.</a:t>
            </a:r>
            <a:endParaRPr b="0" i="0" sz="28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66"/>
          <p:cNvSpPr txBox="1"/>
          <p:nvPr/>
        </p:nvSpPr>
        <p:spPr>
          <a:xfrm>
            <a:off x="457200" y="206010"/>
            <a:ext cx="8229240" cy="8569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8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490" name="Google Shape;490;p66"/>
          <p:cNvSpPr txBox="1"/>
          <p:nvPr/>
        </p:nvSpPr>
        <p:spPr>
          <a:xfrm>
            <a:off x="914400" y="362520"/>
            <a:ext cx="8077200" cy="43937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78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There are two types of integration testing based on call graph:</a:t>
            </a:r>
            <a:endParaRPr b="0" i="0" sz="28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17780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–"/>
            </a:pPr>
            <a:r>
              <a:rPr b="0" i="0" lang="en-US" sz="28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Pair-wise Integration</a:t>
            </a:r>
            <a:endParaRPr b="0" i="0" sz="28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177800" lvl="2" marL="9144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If we consider only one pair of calling and called modules, then we can make a set of pairs for all such modules.</a:t>
            </a:r>
            <a:endParaRPr b="0" i="0" sz="28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177800" lvl="2" marL="9144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The resulting set will be the total test sessions which will be equal to the sum of all edges in the call graph.</a:t>
            </a:r>
            <a:endParaRPr b="0" i="0" sz="28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17780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–"/>
            </a:pPr>
            <a:r>
              <a:rPr b="0" i="0" lang="en-US" sz="28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Neighborhood Integration</a:t>
            </a:r>
            <a:endParaRPr b="0" i="0" sz="28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491" name="Google Shape;491;p66"/>
          <p:cNvSpPr txBox="1"/>
          <p:nvPr/>
        </p:nvSpPr>
        <p:spPr>
          <a:xfrm>
            <a:off x="3124080" y="4767390"/>
            <a:ext cx="2895120" cy="27351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67"/>
          <p:cNvSpPr txBox="1"/>
          <p:nvPr/>
        </p:nvSpPr>
        <p:spPr>
          <a:xfrm>
            <a:off x="457200" y="206010"/>
            <a:ext cx="8229240" cy="8569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8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497" name="Google Shape;497;p67"/>
          <p:cNvSpPr txBox="1"/>
          <p:nvPr/>
        </p:nvSpPr>
        <p:spPr>
          <a:xfrm>
            <a:off x="152400" y="0"/>
            <a:ext cx="8991600" cy="46010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         </a:t>
            </a:r>
            <a:r>
              <a:rPr b="0" i="0" lang="en-US" sz="32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Pair wise Integration</a:t>
            </a:r>
            <a:endParaRPr b="0" i="0" sz="32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endParaRPr b="0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           Test sessions = No. of edges =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19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98" name="Google Shape;498;p6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000" y="634500"/>
            <a:ext cx="8315604" cy="40838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68"/>
          <p:cNvSpPr txBox="1"/>
          <p:nvPr/>
        </p:nvSpPr>
        <p:spPr>
          <a:xfrm>
            <a:off x="457200" y="206010"/>
            <a:ext cx="8229240" cy="8569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8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504" name="Google Shape;504;p68"/>
          <p:cNvSpPr txBox="1"/>
          <p:nvPr/>
        </p:nvSpPr>
        <p:spPr>
          <a:xfrm>
            <a:off x="288000" y="133350"/>
            <a:ext cx="8856000" cy="50101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1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Neighborhood Integration</a:t>
            </a:r>
            <a:endParaRPr b="0" i="0" sz="32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292100" lvl="2" marL="8636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There is not much reduction in the number of test sessions in pair-wise integration as compared to the decomposition-based integration.</a:t>
            </a:r>
            <a:endParaRPr b="0" i="0" sz="28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292100" lvl="2" marL="8636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If we consider neighborhoods of a node in the call graph, then number of test sessions may reduce.</a:t>
            </a:r>
            <a:endParaRPr b="0" i="0" sz="28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292100" lvl="2" marL="8636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Neighborhood of a node is the immediate predecessor as well as the immediate successor of the node.</a:t>
            </a:r>
            <a:endParaRPr b="0" i="0" sz="28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292100" lvl="2" marL="8636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So, neighborhood of a node can be defined as the set of nodes that are one edge away from the given node</a:t>
            </a:r>
            <a:endParaRPr b="0" i="0" sz="28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505" name="Google Shape;505;p68"/>
          <p:cNvSpPr txBox="1"/>
          <p:nvPr/>
        </p:nvSpPr>
        <p:spPr>
          <a:xfrm>
            <a:off x="3124080" y="4767390"/>
            <a:ext cx="2895120" cy="27351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p69"/>
          <p:cNvSpPr txBox="1"/>
          <p:nvPr/>
        </p:nvSpPr>
        <p:spPr>
          <a:xfrm>
            <a:off x="457200" y="206010"/>
            <a:ext cx="8229240" cy="8569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8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511" name="Google Shape;511;p69"/>
          <p:cNvSpPr txBox="1"/>
          <p:nvPr/>
        </p:nvSpPr>
        <p:spPr>
          <a:xfrm>
            <a:off x="288000" y="186840"/>
            <a:ext cx="8393400" cy="49563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             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	The total test sessions = nodes – sink nodes= </a:t>
            </a:r>
            <a:r>
              <a:rPr b="1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20 – 10 = 10</a:t>
            </a:r>
            <a:endParaRPr b="1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20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	sink node</a:t>
            </a:r>
            <a:r>
              <a:rPr b="0" i="0" lang="en-US" sz="20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 is an instruction in a module at which execution terminates.</a:t>
            </a:r>
            <a:endParaRPr b="0" i="0" sz="20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512" name="Google Shape;512;p69"/>
          <p:cNvSpPr txBox="1"/>
          <p:nvPr/>
        </p:nvSpPr>
        <p:spPr>
          <a:xfrm>
            <a:off x="3124080" y="4767390"/>
            <a:ext cx="2895120" cy="27351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id="513" name="Google Shape;513;p6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3250" y="151449"/>
            <a:ext cx="7830900" cy="40205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p70"/>
          <p:cNvSpPr txBox="1"/>
          <p:nvPr/>
        </p:nvSpPr>
        <p:spPr>
          <a:xfrm>
            <a:off x="495300" y="57150"/>
            <a:ext cx="8229240" cy="5369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rPr>
              <a:t>Path Based Integration</a:t>
            </a:r>
            <a:endParaRPr b="0" i="0" sz="1400" u="none" cap="none" strike="noStrike">
              <a:solidFill>
                <a:schemeClr val="dk2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519" name="Google Shape;519;p70"/>
          <p:cNvSpPr txBox="1"/>
          <p:nvPr/>
        </p:nvSpPr>
        <p:spPr>
          <a:xfrm>
            <a:off x="990600" y="874050"/>
            <a:ext cx="8077200" cy="41787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572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In call graph, when a module or unit executes, some path of the source instructions is  executed.</a:t>
            </a:r>
            <a:endParaRPr/>
          </a:p>
          <a:p>
            <a:pPr indent="-2794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4572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It is possible that in the path execution, there may be a call to another unit.</a:t>
            </a:r>
            <a:endParaRPr/>
          </a:p>
          <a:p>
            <a:pPr indent="-2794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4572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At that point, the control is passed from the calling unit to the called unit.</a:t>
            </a:r>
            <a:endParaRPr b="0" i="0" sz="28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520" name="Google Shape;520;p70"/>
          <p:cNvSpPr txBox="1"/>
          <p:nvPr/>
        </p:nvSpPr>
        <p:spPr>
          <a:xfrm>
            <a:off x="3124080" y="4767390"/>
            <a:ext cx="2895120" cy="27351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71"/>
          <p:cNvSpPr txBox="1"/>
          <p:nvPr/>
        </p:nvSpPr>
        <p:spPr>
          <a:xfrm>
            <a:off x="457200" y="206010"/>
            <a:ext cx="8229240" cy="8569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rPr>
              <a:t>Path Based Integration</a:t>
            </a:r>
            <a:endParaRPr b="0" i="0" sz="3600" u="none" cap="none" strike="noStrike">
              <a:solidFill>
                <a:schemeClr val="dk2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526" name="Google Shape;526;p71"/>
          <p:cNvSpPr txBox="1"/>
          <p:nvPr/>
        </p:nvSpPr>
        <p:spPr>
          <a:xfrm>
            <a:off x="1066800" y="1056640"/>
            <a:ext cx="8077200" cy="33941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572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This passing of control from one unit to another unit is important for integration testing.</a:t>
            </a:r>
            <a:endParaRPr/>
          </a:p>
          <a:p>
            <a:pPr indent="-2794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4572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 It can be done with path based integration.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4572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We need to understand the following definitions for path-based integration:</a:t>
            </a:r>
            <a:endParaRPr b="0" i="0" sz="28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527" name="Google Shape;527;p71"/>
          <p:cNvSpPr txBox="1"/>
          <p:nvPr/>
        </p:nvSpPr>
        <p:spPr>
          <a:xfrm>
            <a:off x="3124080" y="4767390"/>
            <a:ext cx="2895120" cy="27351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72"/>
          <p:cNvSpPr txBox="1"/>
          <p:nvPr/>
        </p:nvSpPr>
        <p:spPr>
          <a:xfrm>
            <a:off x="457920" y="-32400"/>
            <a:ext cx="8223480" cy="37449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8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533" name="Google Shape;533;p72"/>
          <p:cNvSpPr txBox="1"/>
          <p:nvPr/>
        </p:nvSpPr>
        <p:spPr>
          <a:xfrm>
            <a:off x="288000" y="0"/>
            <a:ext cx="8703600" cy="51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7800" lvl="1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–"/>
            </a:pPr>
            <a:r>
              <a:rPr b="0" i="0" lang="en-US" sz="28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Source node </a:t>
            </a:r>
            <a:endParaRPr b="0" i="0" sz="28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42900" lvl="2" marL="12573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It is an instruction in the module at  which the execution starts or resumes.</a:t>
            </a:r>
            <a:endParaRPr b="0" i="0" sz="24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42900" lvl="2" marL="12573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The nodes where the control is being transferred after calling the module are also source nodes.</a:t>
            </a:r>
            <a:endParaRPr b="0" i="0" sz="24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177800" lvl="1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–"/>
            </a:pPr>
            <a:r>
              <a:rPr b="0" i="0" lang="en-US" sz="28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Sink node </a:t>
            </a:r>
            <a:endParaRPr b="0" i="0" sz="28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42900" lvl="2" marL="12573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It is an instruction in the module at which the execution terminates.</a:t>
            </a:r>
            <a:endParaRPr b="0" i="0" sz="24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42900" lvl="2" marL="12573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The nodes from which the control is transferred are also sink nodes.</a:t>
            </a:r>
            <a:endParaRPr b="0" i="0" sz="24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177800" lvl="1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–"/>
            </a:pPr>
            <a:r>
              <a:rPr b="0" i="0" lang="en-US" sz="28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Module execution path (MEP)</a:t>
            </a:r>
            <a:endParaRPr b="0" i="0" sz="28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42900" lvl="2" marL="12573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It is a path consisting of set of executable statements  within a module like in a flow graph.</a:t>
            </a:r>
            <a:endParaRPr b="0" i="0" sz="24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p73"/>
          <p:cNvSpPr txBox="1"/>
          <p:nvPr/>
        </p:nvSpPr>
        <p:spPr>
          <a:xfrm>
            <a:off x="457200" y="206010"/>
            <a:ext cx="8229240" cy="8569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8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539" name="Google Shape;539;p73"/>
          <p:cNvSpPr txBox="1"/>
          <p:nvPr/>
        </p:nvSpPr>
        <p:spPr>
          <a:xfrm>
            <a:off x="288000" y="0"/>
            <a:ext cx="8393400" cy="50101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780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–"/>
            </a:pPr>
            <a:r>
              <a:rPr b="0" i="0" lang="en-US" sz="28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Message</a:t>
            </a:r>
            <a:endParaRPr b="0" i="0" sz="28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457200" lvl="2" marL="13716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When the control is transferred from one unit to another, then the programming language mechanism used to do this is known as a message.</a:t>
            </a:r>
            <a:endParaRPr b="0" i="0" sz="24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93700" lvl="3" marL="13716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For example, a function call (message from one unit to another unit)</a:t>
            </a:r>
            <a:endParaRPr b="0" i="0" sz="24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17780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–"/>
            </a:pPr>
            <a:r>
              <a:rPr b="0" i="0" lang="en-US" sz="28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MM-path</a:t>
            </a:r>
            <a:endParaRPr b="0" i="0" sz="28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457200" lvl="2" marL="13716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It is a path consisting of MEPs and messages.</a:t>
            </a:r>
            <a:endParaRPr b="0" i="0" sz="24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457200" lvl="2" marL="13716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The path shows the sequence of executable statements; it also crosses the boundary of a unit when a message is followed to call another unit.</a:t>
            </a:r>
            <a:endParaRPr/>
          </a:p>
          <a:p>
            <a:pPr indent="-457200" lvl="2" marL="13716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In other words, MM-path is a set of MEPs &amp; transfer of control among different units in the form of messages.</a:t>
            </a:r>
            <a:endParaRPr/>
          </a:p>
          <a:p>
            <a:pPr indent="-304800" lvl="2" marL="13716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3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p74"/>
          <p:cNvSpPr txBox="1"/>
          <p:nvPr/>
        </p:nvSpPr>
        <p:spPr>
          <a:xfrm>
            <a:off x="457200" y="206010"/>
            <a:ext cx="8229240" cy="8569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545" name="Google Shape;545;p74"/>
          <p:cNvSpPr txBox="1"/>
          <p:nvPr/>
        </p:nvSpPr>
        <p:spPr>
          <a:xfrm>
            <a:off x="914400" y="186840"/>
            <a:ext cx="8077200" cy="46529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57200" lvl="1" marL="4572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–"/>
            </a:pPr>
            <a:r>
              <a:rPr b="0" i="0" lang="en-US" sz="28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MM-Path Graph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457200" lvl="1" marL="914400" marR="0" rtl="0" algn="just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It can be defined as an extended flow graph where nodes are MEPs and edges are messages.</a:t>
            </a:r>
            <a:endParaRPr b="0" i="0" sz="24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457200" lvl="1" marL="914400" marR="0" rtl="0" algn="just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It returns from the last called unit to the first unit where the call was made.</a:t>
            </a:r>
            <a:endParaRPr b="0" i="0" sz="24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457200" lvl="1" marL="914400" marR="0" rtl="0" algn="just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In this graph (shown in next slide), messages are highlighted with thick lines.</a:t>
            </a:r>
            <a:endParaRPr b="0" i="0" sz="24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9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75"/>
          <p:cNvSpPr txBox="1"/>
          <p:nvPr/>
        </p:nvSpPr>
        <p:spPr>
          <a:xfrm>
            <a:off x="672120" y="40310"/>
            <a:ext cx="8229240" cy="397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rPr>
              <a:t> MM-Path</a:t>
            </a:r>
            <a:endParaRPr sz="1400">
              <a:solidFill>
                <a:schemeClr val="dk2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551" name="Google Shape;551;p75"/>
          <p:cNvSpPr txBox="1"/>
          <p:nvPr/>
        </p:nvSpPr>
        <p:spPr>
          <a:xfrm>
            <a:off x="3124080" y="4767390"/>
            <a:ext cx="2895120" cy="27351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grpSp>
        <p:nvGrpSpPr>
          <p:cNvPr id="552" name="Google Shape;552;p75"/>
          <p:cNvGrpSpPr/>
          <p:nvPr/>
        </p:nvGrpSpPr>
        <p:grpSpPr>
          <a:xfrm>
            <a:off x="1112784" y="595510"/>
            <a:ext cx="7878816" cy="4494412"/>
            <a:chOff x="838080" y="1028700"/>
            <a:chExt cx="7162560" cy="3758670"/>
          </a:xfrm>
        </p:grpSpPr>
        <p:pic>
          <p:nvPicPr>
            <p:cNvPr id="553" name="Google Shape;553;p7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990720" y="1257390"/>
              <a:ext cx="6691320" cy="352998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54" name="Google Shape;554;p75"/>
            <p:cNvSpPr/>
            <p:nvPr/>
          </p:nvSpPr>
          <p:spPr>
            <a:xfrm>
              <a:off x="838080" y="1028700"/>
              <a:ext cx="2133360" cy="3143070"/>
            </a:xfrm>
            <a:prstGeom prst="rect">
              <a:avLst/>
            </a:prstGeom>
            <a:noFill/>
            <a:ln cap="flat" cmpd="sng" w="25550">
              <a:solidFill>
                <a:srgbClr val="3A5F8B"/>
              </a:solidFill>
              <a:prstDash val="dashDot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5" name="Google Shape;555;p75"/>
            <p:cNvSpPr/>
            <p:nvPr/>
          </p:nvSpPr>
          <p:spPr>
            <a:xfrm>
              <a:off x="5791320" y="1184490"/>
              <a:ext cx="2209320" cy="3143070"/>
            </a:xfrm>
            <a:prstGeom prst="rect">
              <a:avLst/>
            </a:prstGeom>
            <a:noFill/>
            <a:ln cap="flat" cmpd="sng" w="25550">
              <a:solidFill>
                <a:srgbClr val="3A5F8B"/>
              </a:solidFill>
              <a:prstDash val="dashDot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6" name="Google Shape;556;p75"/>
            <p:cNvSpPr/>
            <p:nvPr/>
          </p:nvSpPr>
          <p:spPr>
            <a:xfrm>
              <a:off x="3429000" y="1028700"/>
              <a:ext cx="1980720" cy="3714390"/>
            </a:xfrm>
            <a:prstGeom prst="rect">
              <a:avLst/>
            </a:prstGeom>
            <a:noFill/>
            <a:ln cap="flat" cmpd="sng" w="25550">
              <a:solidFill>
                <a:srgbClr val="3A5F8B"/>
              </a:solidFill>
              <a:prstDash val="dashDot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0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p76"/>
          <p:cNvSpPr txBox="1"/>
          <p:nvPr/>
        </p:nvSpPr>
        <p:spPr>
          <a:xfrm>
            <a:off x="457200" y="0"/>
            <a:ext cx="8229240" cy="5369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rPr>
              <a:t>MM-Path Details</a:t>
            </a:r>
            <a:endParaRPr sz="1400">
              <a:solidFill>
                <a:schemeClr val="dk2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graphicFrame>
        <p:nvGraphicFramePr>
          <p:cNvPr id="562" name="Google Shape;562;p76"/>
          <p:cNvGraphicFramePr/>
          <p:nvPr/>
        </p:nvGraphicFramePr>
        <p:xfrm>
          <a:off x="152400" y="1062990"/>
          <a:ext cx="3000000" cy="3000000"/>
        </p:xfrm>
        <a:graphic>
          <a:graphicData uri="http://schemas.openxmlformats.org/drawingml/2006/table">
            <a:tbl>
              <a:tblPr bandRow="1" firstCol="1" firstRow="1">
                <a:noFill/>
                <a:tableStyleId>{62825ACD-0D31-4B73-8974-34D1A045FB7C}</a:tableStyleId>
              </a:tblPr>
              <a:tblGrid>
                <a:gridCol w="1828800"/>
                <a:gridCol w="2438400"/>
                <a:gridCol w="2057400"/>
                <a:gridCol w="2514600"/>
              </a:tblGrid>
              <a:tr h="3563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Source nodes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Sink nodes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MEPs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/>
                </a:tc>
              </a:tr>
              <a:tr h="11179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Unit A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1,4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3,5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MEP(A,1)=&lt;1,2,5&gt; MEP(A,2)=&lt;1,3&gt;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MEP(A,3)=&lt;4,5&gt;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/>
                </a:tc>
              </a:tr>
              <a:tr h="1126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Unit B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1,5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4,6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MEP(B,1)=&lt;1,2,4&gt; MEP(B,2)=&lt;5,6&gt;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MEP(B,3)=&lt;1,2,3,5,6&gt;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/>
                </a:tc>
              </a:tr>
              <a:tr h="7371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Unit C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MEP(C,1)=&lt;1,3,4,5&gt; MEP(C,2)=&lt;1,2,4,5&gt;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6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p77"/>
          <p:cNvSpPr txBox="1"/>
          <p:nvPr/>
        </p:nvSpPr>
        <p:spPr>
          <a:xfrm>
            <a:off x="495300" y="57150"/>
            <a:ext cx="8229240" cy="5369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rPr>
              <a:t>MM-Path Graph</a:t>
            </a:r>
            <a:endParaRPr sz="3600">
              <a:solidFill>
                <a:schemeClr val="dk2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id="568" name="Google Shape;568;p7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7440" y="703134"/>
            <a:ext cx="8708760" cy="44300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2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p78"/>
          <p:cNvSpPr txBox="1"/>
          <p:nvPr/>
        </p:nvSpPr>
        <p:spPr>
          <a:xfrm>
            <a:off x="457920" y="-32400"/>
            <a:ext cx="8223480" cy="63369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rPr>
              <a:t>Function Testing</a:t>
            </a:r>
            <a:endParaRPr sz="1400">
              <a:solidFill>
                <a:schemeClr val="dk2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574" name="Google Shape;574;p78"/>
          <p:cNvSpPr txBox="1"/>
          <p:nvPr/>
        </p:nvSpPr>
        <p:spPr>
          <a:xfrm>
            <a:off x="990600" y="666750"/>
            <a:ext cx="8001000" cy="43418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57200" lvl="0" marL="457200" marR="0" rtl="0" algn="just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When an integrated system is tested, all its specified functions and external interfaces are tested on the software.</a:t>
            </a:r>
            <a:endParaRPr sz="2800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457200" lvl="0" marL="457200" marR="0" rtl="0" algn="just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Every functionality of the system specified in the functions is tested according to its external specifications.</a:t>
            </a:r>
            <a:endParaRPr sz="2800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457200" lvl="0" marL="457200" marR="0" rtl="0" algn="just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An external specification is a precise description of the software behavior from the viewpoint of the outside world.</a:t>
            </a:r>
            <a:endParaRPr sz="2800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8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p79"/>
          <p:cNvSpPr txBox="1"/>
          <p:nvPr/>
        </p:nvSpPr>
        <p:spPr>
          <a:xfrm>
            <a:off x="457920" y="-32400"/>
            <a:ext cx="8223480" cy="7373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580" name="Google Shape;580;p79"/>
          <p:cNvSpPr txBox="1"/>
          <p:nvPr/>
        </p:nvSpPr>
        <p:spPr>
          <a:xfrm>
            <a:off x="914400" y="628650"/>
            <a:ext cx="8153400" cy="3829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57200" lvl="0" marL="457200" marR="0" rtl="0" algn="just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Kit has defined function testing as the process of attempting to detect discrepancies between the functional specifications of a software and its actual behavior.</a:t>
            </a:r>
            <a:endParaRPr sz="2800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457200" lvl="0" marL="457200" marR="0" rtl="0" algn="just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The objective of the function test is to measure the quality of the functional components of the system.</a:t>
            </a:r>
            <a:endParaRPr sz="2800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457200" lvl="0" marL="457200" marR="0" rtl="0" algn="just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Tests verify that the system behaves correctly from the user/business perspectives and functions according to the requirements, models or any other design paradigm.</a:t>
            </a:r>
            <a:endParaRPr sz="2800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p80"/>
          <p:cNvSpPr txBox="1"/>
          <p:nvPr/>
        </p:nvSpPr>
        <p:spPr>
          <a:xfrm>
            <a:off x="457200" y="206010"/>
            <a:ext cx="8229240" cy="8569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586" name="Google Shape;586;p80"/>
          <p:cNvSpPr txBox="1"/>
          <p:nvPr/>
        </p:nvSpPr>
        <p:spPr>
          <a:xfrm>
            <a:off x="914400" y="394200"/>
            <a:ext cx="8077200" cy="4539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57200" lvl="0" marL="457200" marR="0" rtl="0" algn="just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The function test must determine if each component or business event:</a:t>
            </a:r>
            <a:endParaRPr/>
          </a:p>
          <a:p>
            <a:pPr indent="-279400" lvl="0" marL="457200" marR="0" rtl="0" algn="just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sz="2800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42900" lvl="1" marL="800100" marR="0" rtl="0" algn="just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Performs in accordance to the specifications,</a:t>
            </a:r>
            <a:endParaRPr b="0" i="0" sz="24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42900" lvl="1" marL="800100" marR="0" rtl="0" algn="just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Responds correctly to all conditions that may present themselves by incoming events/data,</a:t>
            </a:r>
            <a:endParaRPr b="0" i="0" sz="24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42900" lvl="1" marL="800100" marR="0" rtl="0" algn="just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Moves data correctly from one business event to the next, and</a:t>
            </a:r>
            <a:endParaRPr b="0" i="0" sz="24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42900" lvl="1" marL="800100" marR="0" rtl="0" algn="just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Is initiated in the order required to meet the business objectives of the system</a:t>
            </a:r>
            <a:endParaRPr b="0" i="0" sz="24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0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p81"/>
          <p:cNvSpPr txBox="1"/>
          <p:nvPr/>
        </p:nvSpPr>
        <p:spPr>
          <a:xfrm>
            <a:off x="457200" y="206010"/>
            <a:ext cx="8229240" cy="8569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592" name="Google Shape;592;p81"/>
          <p:cNvSpPr txBox="1"/>
          <p:nvPr/>
        </p:nvSpPr>
        <p:spPr>
          <a:xfrm>
            <a:off x="990600" y="400050"/>
            <a:ext cx="8001000" cy="45492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57200" lvl="0" marL="457200" marR="0" rtl="0" algn="just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Function testing can be performed after unit and integration testing, or whenever the development team thinks that the system has sufficient functionality to execute some tests.</a:t>
            </a:r>
            <a:endParaRPr sz="2800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457200" lvl="0" marL="457200" marR="0" rtl="0" algn="just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The test cases are executed such that the execution of the given test case against the software will exercise external functionality of certain parts.</a:t>
            </a:r>
            <a:endParaRPr sz="2800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457200" lvl="0" marL="457200" marR="0" rtl="0" algn="just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To keep a record of function testing, a function coverage metric is used.</a:t>
            </a:r>
            <a:endParaRPr sz="2800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6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p82"/>
          <p:cNvSpPr txBox="1"/>
          <p:nvPr/>
        </p:nvSpPr>
        <p:spPr>
          <a:xfrm>
            <a:off x="457200" y="206010"/>
            <a:ext cx="8229240" cy="8569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598" name="Google Shape;598;p82"/>
          <p:cNvSpPr txBox="1"/>
          <p:nvPr/>
        </p:nvSpPr>
        <p:spPr>
          <a:xfrm>
            <a:off x="990600" y="354915"/>
            <a:ext cx="8088600" cy="45492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57200" lvl="0" marL="457200" marR="0" rtl="0" algn="just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Function coverage can be measured with a function coverage matrix.</a:t>
            </a:r>
            <a:endParaRPr sz="2800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457200" lvl="0" marL="457200" marR="0" rtl="0" algn="just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It keeps track of those functions that exhibited the greatest number of errors.</a:t>
            </a:r>
            <a:endParaRPr sz="2800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457200" lvl="0" marL="457200" marR="0" rtl="0" algn="just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An effective function test cycle must have a defined set of processes and deliverables.</a:t>
            </a:r>
            <a:endParaRPr sz="2800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457200" lvl="0" marL="457200" marR="0" rtl="0" algn="just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The primary processes/ deliverables for requirement based function test are as follows:</a:t>
            </a:r>
            <a:endParaRPr sz="2800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p83"/>
          <p:cNvSpPr txBox="1"/>
          <p:nvPr/>
        </p:nvSpPr>
        <p:spPr>
          <a:xfrm>
            <a:off x="457200" y="206010"/>
            <a:ext cx="8229240" cy="8569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604" name="Google Shape;604;p83"/>
          <p:cNvSpPr txBox="1"/>
          <p:nvPr/>
        </p:nvSpPr>
        <p:spPr>
          <a:xfrm>
            <a:off x="990600" y="64395"/>
            <a:ext cx="8153400" cy="4839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7800" lvl="0" marL="0" marR="0" rtl="0" algn="just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–"/>
            </a:pPr>
            <a:r>
              <a:rPr lang="en-US" sz="2800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Test Planning</a:t>
            </a:r>
            <a:endParaRPr sz="1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42900" lvl="1" marL="800100" marR="0" rtl="0" algn="just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The test leader with assistance from the test team defines the scope, schedule, and deliverables for the function test cycle.</a:t>
            </a:r>
            <a:endParaRPr b="0" i="0" sz="18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42900" lvl="1" marL="800100" marR="0" rtl="0" algn="just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He delivers a test plan and a test schedule- these often undergo several revisions during the testing cycle.</a:t>
            </a:r>
            <a:endParaRPr b="0" i="0" sz="18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177800" lvl="0" marL="0" marR="0" rtl="0" algn="just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–"/>
            </a:pPr>
            <a:r>
              <a:rPr lang="en-US" sz="2800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Partitioning/ functional Decomposition</a:t>
            </a:r>
            <a:endParaRPr sz="1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42900" lvl="1" marL="800100" marR="0" rtl="0" algn="just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It is the process of breaking down a system into its functional components or functional areas.</a:t>
            </a:r>
            <a:endParaRPr b="0" i="0" sz="18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42900" lvl="1" marL="800100" marR="0" rtl="0" algn="just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Another group in the organization takes responsibility for the functional decomposition of the system.</a:t>
            </a:r>
            <a:endParaRPr b="0" i="0" sz="18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42900" lvl="1" marL="800100" marR="0" rtl="0" algn="just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If decompositions are deemed insufficient, then testing organization takes up the responsibility of decomposition.</a:t>
            </a:r>
            <a:endParaRPr b="0" i="0" sz="18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8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Google Shape;609;p84"/>
          <p:cNvSpPr txBox="1"/>
          <p:nvPr/>
        </p:nvSpPr>
        <p:spPr>
          <a:xfrm>
            <a:off x="457200" y="206010"/>
            <a:ext cx="8229240" cy="8569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610" name="Google Shape;610;p84"/>
          <p:cNvSpPr txBox="1"/>
          <p:nvPr/>
        </p:nvSpPr>
        <p:spPr>
          <a:xfrm>
            <a:off x="609600" y="188600"/>
            <a:ext cx="8393400" cy="49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780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–"/>
            </a:pPr>
            <a:r>
              <a:rPr b="0" i="0" lang="en-US" sz="28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Requirement definition</a:t>
            </a:r>
            <a:endParaRPr b="0" i="0" sz="18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42900" lvl="2" marL="12573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The testing organization needs  specified requirements in the form of proper documents to proceed with the function test.</a:t>
            </a:r>
            <a:endParaRPr b="0" i="0" sz="18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42900" lvl="2" marL="12573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These requirements need to be itemized under an appropriate functional partition.</a:t>
            </a:r>
            <a:endParaRPr b="0" i="0" sz="18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17780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–"/>
            </a:pPr>
            <a:r>
              <a:rPr b="0" i="0" lang="en-US" sz="28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Test case design</a:t>
            </a:r>
            <a:endParaRPr b="0" i="0" sz="18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42900" lvl="2" marL="12573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A tester designs and  implements a test case to validate that the product performs in accordance with the requirements.</a:t>
            </a:r>
            <a:endParaRPr b="0" i="0" sz="18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42900" lvl="2" marL="12573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These requirements need to be itemized under an appropriate functional partition and mapped to the requirements being tested.</a:t>
            </a:r>
            <a:endParaRPr b="0" i="0" sz="18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4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Google Shape;615;p85"/>
          <p:cNvSpPr txBox="1"/>
          <p:nvPr/>
        </p:nvSpPr>
        <p:spPr>
          <a:xfrm>
            <a:off x="457200" y="206010"/>
            <a:ext cx="8229240" cy="8569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616" name="Google Shape;616;p85"/>
          <p:cNvSpPr txBox="1"/>
          <p:nvPr/>
        </p:nvSpPr>
        <p:spPr>
          <a:xfrm>
            <a:off x="609600" y="406755"/>
            <a:ext cx="8393400" cy="44973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780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–"/>
            </a:pPr>
            <a:r>
              <a:rPr b="0" i="0" lang="en-US" sz="28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Traceability matrix formation</a:t>
            </a:r>
            <a:endParaRPr b="0" i="0" sz="18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42900" lvl="2" marL="12573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Test cases need to be mapped back to the appropriate requirement.</a:t>
            </a:r>
            <a:endParaRPr b="0" i="0" sz="18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42900" lvl="2" marL="12573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A  function coverage matrix is prepared.</a:t>
            </a:r>
            <a:endParaRPr b="0" i="0" sz="18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42900" lvl="2" marL="12573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This matrix is a table, listing specific functions to be tested, the priority for testing each function, and test cases required to test each function.</a:t>
            </a:r>
            <a:endParaRPr b="0" i="0" sz="18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42900" lvl="2" marL="12573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Once all the aspects of the function have been tested by one or more test cases, then the test design activity for that function can be considered complete.</a:t>
            </a:r>
            <a:endParaRPr b="0" i="0" sz="18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617" name="Google Shape;617;p85"/>
          <p:cNvSpPr txBox="1"/>
          <p:nvPr/>
        </p:nvSpPr>
        <p:spPr>
          <a:xfrm>
            <a:off x="3124080" y="4767390"/>
            <a:ext cx="2895120" cy="27351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Google Shape;622;p86"/>
          <p:cNvSpPr txBox="1"/>
          <p:nvPr/>
        </p:nvSpPr>
        <p:spPr>
          <a:xfrm>
            <a:off x="457200" y="206010"/>
            <a:ext cx="8229240" cy="8569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623" name="Google Shape;623;p86"/>
          <p:cNvSpPr txBox="1"/>
          <p:nvPr/>
        </p:nvSpPr>
        <p:spPr>
          <a:xfrm>
            <a:off x="288000" y="135000"/>
            <a:ext cx="8703600" cy="48732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	Function coverage matrix</a:t>
            </a:r>
            <a:endParaRPr sz="2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1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177800" lvl="2" marL="914400" marR="0" rtl="0" algn="just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–"/>
            </a:pPr>
            <a:r>
              <a:rPr b="0" i="0" lang="en-US" sz="28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Test case execution</a:t>
            </a:r>
            <a:endParaRPr b="0" i="0" sz="18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42900" lvl="2" marL="12573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In all phases of testing, an appropriate set of test cases need to be executed and the result of those test cases recorded.</a:t>
            </a:r>
            <a:endParaRPr b="0" i="0" sz="18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42900" lvl="2" marL="12573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So, the test case to be executed should be defined in the test plan.</a:t>
            </a:r>
            <a:endParaRPr b="0" i="0" sz="18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42900" lvl="2" marL="12573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If the current application does not support the testing, then it should be deferred.</a:t>
            </a:r>
            <a:endParaRPr b="0" i="0" sz="18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624" name="Google Shape;624;p86"/>
          <p:cNvSpPr txBox="1"/>
          <p:nvPr/>
        </p:nvSpPr>
        <p:spPr>
          <a:xfrm>
            <a:off x="3124080" y="4767390"/>
            <a:ext cx="2895120" cy="27351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id="625" name="Google Shape;625;p8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59050" y="670075"/>
            <a:ext cx="7556350" cy="1329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0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Google Shape;631;p87"/>
          <p:cNvSpPr txBox="1"/>
          <p:nvPr>
            <p:ph type="title"/>
          </p:nvPr>
        </p:nvSpPr>
        <p:spPr>
          <a:xfrm>
            <a:off x="1143001" y="171451"/>
            <a:ext cx="7770813" cy="8691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18000" spcFirstLastPara="1" rIns="18000" wrap="square" tIns="468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3200"/>
              <a:buFont typeface="Gill Sans"/>
              <a:buNone/>
            </a:pPr>
            <a:r>
              <a:rPr lang="en-US" sz="3200"/>
              <a:t>Summary</a:t>
            </a:r>
            <a:endParaRPr/>
          </a:p>
        </p:txBody>
      </p:sp>
      <p:sp>
        <p:nvSpPr>
          <p:cNvPr id="632" name="Google Shape;632;p87"/>
          <p:cNvSpPr txBox="1"/>
          <p:nvPr>
            <p:ph idx="1" type="body"/>
          </p:nvPr>
        </p:nvSpPr>
        <p:spPr>
          <a:xfrm>
            <a:off x="685800" y="895350"/>
            <a:ext cx="8305800" cy="40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18000" spcFirstLastPara="1" rIns="18000" wrap="square" tIns="46800">
            <a:normAutofit/>
          </a:bodyPr>
          <a:lstStyle/>
          <a:p>
            <a:pPr indent="-283464" lvl="0" marL="36576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40"/>
              <a:buChar char="⚫"/>
            </a:pPr>
            <a:r>
              <a:rPr lang="en-US"/>
              <a:t>Discussed call graph-based integration testing in detail.</a:t>
            </a:r>
            <a:endParaRPr/>
          </a:p>
          <a:p>
            <a:pPr indent="-237744" lvl="1" marL="640080" rtl="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2800"/>
              <a:buFont typeface="Arial"/>
              <a:buChar char="–"/>
            </a:pPr>
            <a:r>
              <a:rPr lang="en-US" sz="2800">
                <a:solidFill>
                  <a:srgbClr val="000000"/>
                </a:solidFill>
              </a:rPr>
              <a:t>Pair-wise Integration</a:t>
            </a:r>
            <a:endParaRPr sz="2800"/>
          </a:p>
          <a:p>
            <a:pPr indent="-237744" lvl="1" marL="640080" rtl="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2800"/>
              <a:buFont typeface="Arial"/>
              <a:buChar char="–"/>
            </a:pPr>
            <a:r>
              <a:rPr lang="en-US" sz="2800">
                <a:solidFill>
                  <a:srgbClr val="000000"/>
                </a:solidFill>
              </a:rPr>
              <a:t>Neighborhood Integration</a:t>
            </a:r>
            <a:endParaRPr sz="2500"/>
          </a:p>
          <a:p>
            <a:pPr indent="-283464" lvl="0" marL="365760" rtl="0" algn="l">
              <a:lnSpc>
                <a:spcPct val="100000"/>
              </a:lnSpc>
              <a:spcBef>
                <a:spcPts val="888"/>
              </a:spcBef>
              <a:spcAft>
                <a:spcPts val="0"/>
              </a:spcAft>
              <a:buSzPts val="2240"/>
              <a:buChar char="⚫"/>
            </a:pPr>
            <a:r>
              <a:rPr lang="en-US"/>
              <a:t>Explained path-based integration testing.</a:t>
            </a:r>
            <a:endParaRPr/>
          </a:p>
          <a:p>
            <a:pPr indent="-283464" lvl="0" marL="365760" rtl="0" algn="l">
              <a:lnSpc>
                <a:spcPct val="100000"/>
              </a:lnSpc>
              <a:spcBef>
                <a:spcPts val="888"/>
              </a:spcBef>
              <a:spcAft>
                <a:spcPts val="0"/>
              </a:spcAft>
              <a:buSzPts val="2240"/>
              <a:buChar char="⚫"/>
            </a:pPr>
            <a:r>
              <a:rPr lang="en-US"/>
              <a:t>Explained Function Testing in detail.</a:t>
            </a:r>
            <a:endParaRPr/>
          </a:p>
          <a:p>
            <a:pPr indent="-283464" lvl="0" marL="365760" rtl="0" algn="l">
              <a:lnSpc>
                <a:spcPct val="100000"/>
              </a:lnSpc>
              <a:spcBef>
                <a:spcPts val="888"/>
              </a:spcBef>
              <a:spcAft>
                <a:spcPts val="0"/>
              </a:spcAft>
              <a:buSzPts val="2240"/>
              <a:buChar char="⚫"/>
            </a:pPr>
            <a:r>
              <a:rPr lang="en-US"/>
              <a:t> Described the primary processes/ deliverables for requirement based function test. </a:t>
            </a:r>
            <a:endParaRPr/>
          </a:p>
          <a:p>
            <a:pPr indent="-141223" lvl="0" marL="365760" rtl="0" algn="l">
              <a:lnSpc>
                <a:spcPct val="100000"/>
              </a:lnSpc>
              <a:spcBef>
                <a:spcPts val="888"/>
              </a:spcBef>
              <a:spcAft>
                <a:spcPts val="0"/>
              </a:spcAft>
              <a:buSzPts val="2240"/>
              <a:buNone/>
            </a:pPr>
            <a:r>
              <a:t/>
            </a:r>
            <a:endParaRPr/>
          </a:p>
        </p:txBody>
      </p:sp>
      <p:sp>
        <p:nvSpPr>
          <p:cNvPr id="633" name="Google Shape;633;p87"/>
          <p:cNvSpPr txBox="1"/>
          <p:nvPr>
            <p:ph idx="12" type="sldNum"/>
          </p:nvPr>
        </p:nvSpPr>
        <p:spPr>
          <a:xfrm>
            <a:off x="8613648" y="4729162"/>
            <a:ext cx="457200" cy="35718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7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p88"/>
          <p:cNvSpPr txBox="1"/>
          <p:nvPr/>
        </p:nvSpPr>
        <p:spPr>
          <a:xfrm>
            <a:off x="1127760" y="209551"/>
            <a:ext cx="7863840" cy="646331"/>
          </a:xfrm>
          <a:prstGeom prst="rect">
            <a:avLst/>
          </a:prstGeom>
          <a:noFill/>
          <a:ln>
            <a:noFill/>
          </a:ln>
        </p:spPr>
        <p:txBody>
          <a:bodyPr anchorCtr="0" anchor="ctr" bIns="39300" lIns="15100" spcFirstLastPara="1" rIns="15100" wrap="square" tIns="393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572314"/>
                </a:solidFill>
                <a:latin typeface="Gill Sans"/>
                <a:ea typeface="Gill Sans"/>
                <a:cs typeface="Gill Sans"/>
                <a:sym typeface="Gill Sans"/>
              </a:rPr>
              <a:t>References </a:t>
            </a:r>
            <a:endParaRPr/>
          </a:p>
        </p:txBody>
      </p:sp>
      <p:sp>
        <p:nvSpPr>
          <p:cNvPr id="639" name="Google Shape;639;p88"/>
          <p:cNvSpPr/>
          <p:nvPr/>
        </p:nvSpPr>
        <p:spPr>
          <a:xfrm>
            <a:off x="1143000" y="1047750"/>
            <a:ext cx="7848600" cy="3396613"/>
          </a:xfrm>
          <a:prstGeom prst="rect">
            <a:avLst/>
          </a:prstGeom>
          <a:noFill/>
          <a:ln>
            <a:noFill/>
          </a:ln>
        </p:spPr>
        <p:txBody>
          <a:bodyPr anchorCtr="0" anchor="t" bIns="51200" lIns="102400" spcFirstLastPara="1" rIns="102400" wrap="square" tIns="51200">
            <a:noAutofit/>
          </a:bodyPr>
          <a:lstStyle/>
          <a:p>
            <a:pPr indent="-384015" lvl="0" marL="384015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ill Sans"/>
              <a:buAutoNum type="arabicPeriod"/>
            </a:pPr>
            <a:r>
              <a:rPr lang="en-US" sz="2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Rajib Mall, Fundamentals of Software Engineering, (Chapter – 10), Fifth Edition, PHI Learning Pvt. Ltd., 2018.</a:t>
            </a:r>
            <a:endParaRPr/>
          </a:p>
          <a:p>
            <a:pPr indent="-384015" lvl="0" marL="384015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ill Sans"/>
              <a:buAutoNum type="arabicPeriod"/>
            </a:pPr>
            <a:r>
              <a:rPr lang="en-US" sz="2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Naresh Chauhan, Software Testing: Principles and Practices, (Chapter – 7), Second Edition, Oxford University Press,  2016.</a:t>
            </a:r>
            <a:endParaRPr/>
          </a:p>
          <a:p>
            <a:pPr indent="-206215" lvl="0" marL="384015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ill Sans"/>
              <a:buNone/>
            </a:pPr>
            <a:r>
              <a:t/>
            </a:r>
            <a:endParaRPr sz="2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3" name="Shape 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" name="Google Shape;644;p89"/>
          <p:cNvSpPr txBox="1"/>
          <p:nvPr>
            <p:ph type="ctrTitle"/>
          </p:nvPr>
        </p:nvSpPr>
        <p:spPr>
          <a:xfrm>
            <a:off x="1432560" y="269923"/>
            <a:ext cx="7406640" cy="11041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3600"/>
              <a:buFont typeface="Gill Sans"/>
              <a:buNone/>
            </a:pPr>
            <a:r>
              <a:rPr lang="en-US"/>
              <a:t> </a:t>
            </a:r>
            <a:endParaRPr/>
          </a:p>
        </p:txBody>
      </p:sp>
      <p:sp>
        <p:nvSpPr>
          <p:cNvPr id="645" name="Google Shape;645;p89"/>
          <p:cNvSpPr txBox="1"/>
          <p:nvPr>
            <p:ph idx="1" type="subTitle"/>
          </p:nvPr>
        </p:nvSpPr>
        <p:spPr>
          <a:xfrm>
            <a:off x="1371600" y="1962150"/>
            <a:ext cx="7406640" cy="1314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rmAutofit/>
          </a:bodyPr>
          <a:lstStyle/>
          <a:p>
            <a:pPr indent="0" lvl="0" marL="2743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20"/>
              <a:buNone/>
            </a:pPr>
            <a:r>
              <a:rPr lang="en-US" sz="5400"/>
              <a:t>Thank You</a:t>
            </a:r>
            <a:endParaRPr sz="54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2_Theme1">
  <a:themeElements>
    <a:clrScheme name="Solstice">
      <a:dk1>
        <a:srgbClr val="000000"/>
      </a:dk1>
      <a:lt1>
        <a:srgbClr val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1_Solstice">
  <a:themeElements>
    <a:clrScheme name="Solstice">
      <a:dk1>
        <a:srgbClr val="000000"/>
      </a:dk1>
      <a:lt1>
        <a:srgbClr val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olstice">
  <a:themeElements>
    <a:clrScheme name="Solstice">
      <a:dk1>
        <a:srgbClr val="000000"/>
      </a:dk1>
      <a:lt1>
        <a:srgbClr val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2_Solstice">
  <a:themeElements>
    <a:clrScheme name="Solstice">
      <a:dk1>
        <a:srgbClr val="000000"/>
      </a:dk1>
      <a:lt1>
        <a:srgbClr val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5_Solstice">
  <a:themeElements>
    <a:clrScheme name="Solstice">
      <a:dk1>
        <a:srgbClr val="000000"/>
      </a:dk1>
      <a:lt1>
        <a:srgbClr val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Theme1">
  <a:themeElements>
    <a:clrScheme name="Solstice">
      <a:dk1>
        <a:srgbClr val="000000"/>
      </a:dk1>
      <a:lt1>
        <a:srgbClr val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1_Theme1">
  <a:themeElements>
    <a:clrScheme name="Solstice">
      <a:dk1>
        <a:srgbClr val="000000"/>
      </a:dk1>
      <a:lt1>
        <a:srgbClr val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3_Solstice">
  <a:themeElements>
    <a:clrScheme name="Solstice">
      <a:dk1>
        <a:srgbClr val="000000"/>
      </a:dk1>
      <a:lt1>
        <a:srgbClr val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4_Solstice">
  <a:themeElements>
    <a:clrScheme name="Solstice">
      <a:dk1>
        <a:srgbClr val="000000"/>
      </a:dk1>
      <a:lt1>
        <a:srgbClr val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