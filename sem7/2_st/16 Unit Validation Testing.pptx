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 id="2147483700" r:id="rId6"/>
    <p:sldMasterId id="2147483701" r:id="rId7"/>
    <p:sldMasterId id="2147483702" r:id="rId8"/>
    <p:sldMasterId id="2147483703" r:id="rId9"/>
    <p:sldMasterId id="2147483704" r:id="rId10"/>
    <p:sldMasterId id="2147483705" r:id="rId11"/>
    <p:sldMasterId id="2147483706"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Lst>
  <p:sldSz cy="5143500" cx="9144000"/>
  <p:notesSz cx="6858000" cy="9144000"/>
  <p:embeddedFontLst>
    <p:embeddedFont>
      <p:font typeface="Arial Black"/>
      <p:regular r:id="rId57"/>
    </p:embeddedFont>
    <p:embeddedFont>
      <p:font typeface="Gill Sans"/>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7.xml"/><Relationship Id="rId42" Type="http://schemas.openxmlformats.org/officeDocument/2006/relationships/slide" Target="slides/slide29.xml"/><Relationship Id="rId41" Type="http://schemas.openxmlformats.org/officeDocument/2006/relationships/slide" Target="slides/slide28.xml"/><Relationship Id="rId44" Type="http://schemas.openxmlformats.org/officeDocument/2006/relationships/slide" Target="slides/slide31.xml"/><Relationship Id="rId43" Type="http://schemas.openxmlformats.org/officeDocument/2006/relationships/slide" Target="slides/slide30.xml"/><Relationship Id="rId46" Type="http://schemas.openxmlformats.org/officeDocument/2006/relationships/slide" Target="slides/slide33.xml"/><Relationship Id="rId45" Type="http://schemas.openxmlformats.org/officeDocument/2006/relationships/slide" Target="slides/slide32.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5.xml"/><Relationship Id="rId47" Type="http://schemas.openxmlformats.org/officeDocument/2006/relationships/slide" Target="slides/slide34.xml"/><Relationship Id="rId49" Type="http://schemas.openxmlformats.org/officeDocument/2006/relationships/slide" Target="slides/slide36.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8.xml"/><Relationship Id="rId30" Type="http://schemas.openxmlformats.org/officeDocument/2006/relationships/slide" Target="slides/slide17.xml"/><Relationship Id="rId33" Type="http://schemas.openxmlformats.org/officeDocument/2006/relationships/slide" Target="slides/slide20.xml"/><Relationship Id="rId32" Type="http://schemas.openxmlformats.org/officeDocument/2006/relationships/slide" Target="slides/slide19.xml"/><Relationship Id="rId35" Type="http://schemas.openxmlformats.org/officeDocument/2006/relationships/slide" Target="slides/slide22.xml"/><Relationship Id="rId34" Type="http://schemas.openxmlformats.org/officeDocument/2006/relationships/slide" Target="slides/slide21.xml"/><Relationship Id="rId37" Type="http://schemas.openxmlformats.org/officeDocument/2006/relationships/slide" Target="slides/slide24.xml"/><Relationship Id="rId36" Type="http://schemas.openxmlformats.org/officeDocument/2006/relationships/slide" Target="slides/slide23.xml"/><Relationship Id="rId39" Type="http://schemas.openxmlformats.org/officeDocument/2006/relationships/slide" Target="slides/slide26.xml"/><Relationship Id="rId38" Type="http://schemas.openxmlformats.org/officeDocument/2006/relationships/slide" Target="slides/slide25.xml"/><Relationship Id="rId20" Type="http://schemas.openxmlformats.org/officeDocument/2006/relationships/slide" Target="slides/slide7.xml"/><Relationship Id="rId22" Type="http://schemas.openxmlformats.org/officeDocument/2006/relationships/slide" Target="slides/slide9.xml"/><Relationship Id="rId21" Type="http://schemas.openxmlformats.org/officeDocument/2006/relationships/slide" Target="slides/slide8.xml"/><Relationship Id="rId24" Type="http://schemas.openxmlformats.org/officeDocument/2006/relationships/slide" Target="slides/slide11.xml"/><Relationship Id="rId23" Type="http://schemas.openxmlformats.org/officeDocument/2006/relationships/slide" Target="slides/slide10.xml"/><Relationship Id="rId26" Type="http://schemas.openxmlformats.org/officeDocument/2006/relationships/slide" Target="slides/slide13.xml"/><Relationship Id="rId25" Type="http://schemas.openxmlformats.org/officeDocument/2006/relationships/slide" Target="slides/slide12.xml"/><Relationship Id="rId28" Type="http://schemas.openxmlformats.org/officeDocument/2006/relationships/slide" Target="slides/slide15.xml"/><Relationship Id="rId27" Type="http://schemas.openxmlformats.org/officeDocument/2006/relationships/slide" Target="slides/slide14.xml"/><Relationship Id="rId29" Type="http://schemas.openxmlformats.org/officeDocument/2006/relationships/slide" Target="slides/slide16.xml"/><Relationship Id="rId51" Type="http://schemas.openxmlformats.org/officeDocument/2006/relationships/slide" Target="slides/slide38.xml"/><Relationship Id="rId50" Type="http://schemas.openxmlformats.org/officeDocument/2006/relationships/slide" Target="slides/slide37.xml"/><Relationship Id="rId53" Type="http://schemas.openxmlformats.org/officeDocument/2006/relationships/slide" Target="slides/slide40.xml"/><Relationship Id="rId52" Type="http://schemas.openxmlformats.org/officeDocument/2006/relationships/slide" Target="slides/slide39.xml"/><Relationship Id="rId11" Type="http://schemas.openxmlformats.org/officeDocument/2006/relationships/slideMaster" Target="slideMasters/slideMaster8.xml"/><Relationship Id="rId55" Type="http://schemas.openxmlformats.org/officeDocument/2006/relationships/slide" Target="slides/slide42.xml"/><Relationship Id="rId10" Type="http://schemas.openxmlformats.org/officeDocument/2006/relationships/slideMaster" Target="slideMasters/slideMaster7.xml"/><Relationship Id="rId54" Type="http://schemas.openxmlformats.org/officeDocument/2006/relationships/slide" Target="slides/slide41.xml"/><Relationship Id="rId13" Type="http://schemas.openxmlformats.org/officeDocument/2006/relationships/notesMaster" Target="notesMasters/notesMaster1.xml"/><Relationship Id="rId57" Type="http://schemas.openxmlformats.org/officeDocument/2006/relationships/font" Target="fonts/ArialBlack-regular.fntdata"/><Relationship Id="rId12" Type="http://schemas.openxmlformats.org/officeDocument/2006/relationships/slideMaster" Target="slideMasters/slideMaster9.xml"/><Relationship Id="rId56" Type="http://schemas.openxmlformats.org/officeDocument/2006/relationships/slide" Target="slides/slide43.xml"/><Relationship Id="rId15" Type="http://schemas.openxmlformats.org/officeDocument/2006/relationships/slide" Target="slides/slide2.xml"/><Relationship Id="rId59" Type="http://schemas.openxmlformats.org/officeDocument/2006/relationships/font" Target="fonts/GillSans-bold.fntdata"/><Relationship Id="rId14" Type="http://schemas.openxmlformats.org/officeDocument/2006/relationships/slide" Target="slides/slide1.xml"/><Relationship Id="rId58" Type="http://schemas.openxmlformats.org/officeDocument/2006/relationships/font" Target="fonts/GillSans-regular.fntdata"/><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notes"/>
          <p:cNvSpPr txBox="1"/>
          <p:nvPr/>
        </p:nvSpPr>
        <p:spPr>
          <a:xfrm>
            <a:off x="1081125" y="799612"/>
            <a:ext cx="5231652" cy="394339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4850" lIns="89725" spcFirstLastPara="1" rIns="89725" wrap="square" tIns="44850">
            <a:noAutofit/>
          </a:bodyPr>
          <a:lstStyle/>
          <a:p>
            <a:pPr indent="0" lvl="0" marL="0" marR="0" rtl="0" algn="l">
              <a:lnSpc>
                <a:spcPct val="86000"/>
              </a:lnSpc>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454" name="Google Shape;454;p2:notes"/>
          <p:cNvSpPr txBox="1"/>
          <p:nvPr>
            <p:ph idx="1" type="body"/>
          </p:nvPr>
        </p:nvSpPr>
        <p:spPr>
          <a:xfrm>
            <a:off x="1144813" y="5003822"/>
            <a:ext cx="5108937" cy="4040227"/>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notes"/>
          <p:cNvSpPr/>
          <p:nvPr>
            <p:ph idx="2" type="sldImg"/>
          </p:nvPr>
        </p:nvSpPr>
        <p:spPr>
          <a:xfrm>
            <a:off x="-42863" y="347663"/>
            <a:ext cx="7478713" cy="42084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60" name="Google Shape;460;p3:notes"/>
          <p:cNvSpPr txBox="1"/>
          <p:nvPr/>
        </p:nvSpPr>
        <p:spPr>
          <a:xfrm>
            <a:off x="542116" y="4964779"/>
            <a:ext cx="6312777" cy="46696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0" i="0" sz="2600" u="none" cap="none" strike="noStrike">
              <a:solidFill>
                <a:schemeClr val="dk1"/>
              </a:solidFill>
              <a:latin typeface="Arial Black"/>
              <a:ea typeface="Arial Black"/>
              <a:cs typeface="Arial Black"/>
              <a:sym typeface="Arial Black"/>
            </a:endParaRPr>
          </a:p>
        </p:txBody>
      </p:sp>
      <p:sp>
        <p:nvSpPr>
          <p:cNvPr id="461" name="Google Shape;46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0:notes"/>
          <p:cNvSpPr/>
          <p:nvPr>
            <p:ph idx="2" type="sldImg"/>
          </p:nvPr>
        </p:nvSpPr>
        <p:spPr>
          <a:xfrm>
            <a:off x="-42863" y="347663"/>
            <a:ext cx="7478713" cy="42084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28" name="Google Shape;528;p10:notes"/>
          <p:cNvSpPr txBox="1"/>
          <p:nvPr/>
        </p:nvSpPr>
        <p:spPr>
          <a:xfrm>
            <a:off x="542116" y="4964779"/>
            <a:ext cx="6312777" cy="46696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600">
              <a:solidFill>
                <a:schemeClr val="dk1"/>
              </a:solidFill>
              <a:latin typeface="Arial Black"/>
              <a:ea typeface="Arial Black"/>
              <a:cs typeface="Arial Black"/>
              <a:sym typeface="Arial Black"/>
            </a:endParaRPr>
          </a:p>
        </p:txBody>
      </p:sp>
      <p:sp>
        <p:nvSpPr>
          <p:cNvPr id="529" name="Google Shape;52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1:notes"/>
          <p:cNvSpPr/>
          <p:nvPr>
            <p:ph idx="2" type="sldImg"/>
          </p:nvPr>
        </p:nvSpPr>
        <p:spPr>
          <a:xfrm>
            <a:off x="-42863" y="347663"/>
            <a:ext cx="7478713" cy="42084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36" name="Google Shape;536;p11:notes"/>
          <p:cNvSpPr txBox="1"/>
          <p:nvPr/>
        </p:nvSpPr>
        <p:spPr>
          <a:xfrm>
            <a:off x="542116" y="4964779"/>
            <a:ext cx="6312777" cy="46696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600">
              <a:solidFill>
                <a:schemeClr val="dk1"/>
              </a:solidFill>
              <a:latin typeface="Arial Black"/>
              <a:ea typeface="Arial Black"/>
              <a:cs typeface="Arial Black"/>
              <a:sym typeface="Arial Black"/>
            </a:endParaRPr>
          </a:p>
        </p:txBody>
      </p:sp>
      <p:sp>
        <p:nvSpPr>
          <p:cNvPr id="537" name="Google Shape;5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3:notes"/>
          <p:cNvSpPr/>
          <p:nvPr/>
        </p:nvSpPr>
        <p:spPr>
          <a:xfrm>
            <a:off x="502920" y="4316040"/>
            <a:ext cx="5855040" cy="405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8" name="Google Shape;728;p41:notes"/>
          <p:cNvSpPr txBox="1"/>
          <p:nvPr/>
        </p:nvSpPr>
        <p:spPr>
          <a:xfrm>
            <a:off x="503238" y="4316413"/>
            <a:ext cx="5854700" cy="40592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9" name="Google Shape;72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1432560"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432560"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19" name="Google Shape;19;p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2" name="Google Shape;22;p2"/>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23" name="Google Shape;23;p2"/>
          <p:cNvSpPr/>
          <p:nvPr/>
        </p:nvSpPr>
        <p:spPr>
          <a:xfrm>
            <a:off x="1157176" y="1008762"/>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4" name="Shape 24"/>
        <p:cNvGrpSpPr/>
        <p:nvPr/>
      </p:nvGrpSpPr>
      <p:grpSpPr>
        <a:xfrm>
          <a:off x="0" y="0"/>
          <a:ext cx="0" cy="0"/>
          <a:chOff x="0" y="0"/>
          <a:chExt cx="0" cy="0"/>
        </a:xfrm>
      </p:grpSpPr>
      <p:sp>
        <p:nvSpPr>
          <p:cNvPr id="25" name="Google Shape;25;p3"/>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4"/>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3" name="Google Shape;33;p4"/>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6" name="Shape 36"/>
        <p:cNvGrpSpPr/>
        <p:nvPr/>
      </p:nvGrpSpPr>
      <p:grpSpPr>
        <a:xfrm>
          <a:off x="0" y="0"/>
          <a:ext cx="0" cy="0"/>
          <a:chOff x="0" y="0"/>
          <a:chExt cx="0" cy="0"/>
        </a:xfrm>
      </p:grpSpPr>
      <p:sp>
        <p:nvSpPr>
          <p:cNvPr id="37" name="Google Shape;37;p5"/>
          <p:cNvSpPr/>
          <p:nvPr/>
        </p:nvSpPr>
        <p:spPr>
          <a:xfrm>
            <a:off x="2282890" y="-40"/>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8" name="Google Shape;38;p5"/>
          <p:cNvSpPr txBox="1"/>
          <p:nvPr>
            <p:ph type="title"/>
          </p:nvPr>
        </p:nvSpPr>
        <p:spPr>
          <a:xfrm>
            <a:off x="2578392"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2578392"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0" name="Google Shape;40;p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5"/>
          <p:cNvSpPr/>
          <p:nvPr/>
        </p:nvSpPr>
        <p:spPr>
          <a:xfrm>
            <a:off x="2286000" y="1"/>
            <a:ext cx="76200"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4" name="Google Shape;44;p5"/>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5" name="Google Shape;45;p5"/>
          <p:cNvSpPr/>
          <p:nvPr/>
        </p:nvSpPr>
        <p:spPr>
          <a:xfrm>
            <a:off x="2408064" y="2059403"/>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6"/>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6"/>
          <p:cNvSpPr txBox="1"/>
          <p:nvPr>
            <p:ph idx="1" type="body"/>
          </p:nvPr>
        </p:nvSpPr>
        <p:spPr>
          <a:xfrm>
            <a:off x="143560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9" name="Google Shape;49;p6"/>
          <p:cNvSpPr txBox="1"/>
          <p:nvPr>
            <p:ph idx="2" type="body"/>
          </p:nvPr>
        </p:nvSpPr>
        <p:spPr>
          <a:xfrm>
            <a:off x="527608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0" name="Google Shape;50;p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3" name="Shape 53"/>
        <p:cNvGrpSpPr/>
        <p:nvPr/>
      </p:nvGrpSpPr>
      <p:grpSpPr>
        <a:xfrm>
          <a:off x="0" y="0"/>
          <a:ext cx="0" cy="0"/>
          <a:chOff x="0" y="0"/>
          <a:chExt cx="0" cy="0"/>
        </a:xfrm>
      </p:grpSpPr>
      <p:sp>
        <p:nvSpPr>
          <p:cNvPr id="54" name="Google Shape;54;p7"/>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7"/>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6" name="Google Shape;56;p7"/>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7" name="Google Shape;57;p7"/>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8" name="Google Shape;58;p7"/>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9" name="Google Shape;59;p7"/>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8"/>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7" name="Shape 67"/>
        <p:cNvGrpSpPr/>
        <p:nvPr/>
      </p:nvGrpSpPr>
      <p:grpSpPr>
        <a:xfrm>
          <a:off x="0" y="0"/>
          <a:ext cx="0" cy="0"/>
          <a:chOff x="0" y="0"/>
          <a:chExt cx="0" cy="0"/>
        </a:xfrm>
      </p:grpSpPr>
      <p:sp>
        <p:nvSpPr>
          <p:cNvPr id="68" name="Google Shape;68;p9"/>
          <p:cNvSpPr txBox="1"/>
          <p:nvPr>
            <p:ph type="title"/>
          </p:nvPr>
        </p:nvSpPr>
        <p:spPr>
          <a:xfrm>
            <a:off x="457200"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9"/>
          <p:cNvSpPr txBox="1"/>
          <p:nvPr>
            <p:ph idx="1" type="body"/>
          </p:nvPr>
        </p:nvSpPr>
        <p:spPr>
          <a:xfrm>
            <a:off x="457200" y="1055224"/>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0" name="Google Shape;70;p9"/>
          <p:cNvSpPr txBox="1"/>
          <p:nvPr>
            <p:ph idx="2" type="body"/>
          </p:nvPr>
        </p:nvSpPr>
        <p:spPr>
          <a:xfrm>
            <a:off x="457200" y="1600201"/>
            <a:ext cx="8153400"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1" name="Google Shape;71;p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10"/>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0"/>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10"/>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0" name="Google Shape;80;p10"/>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81" name="Google Shape;81;p10"/>
          <p:cNvSpPr/>
          <p:nvPr/>
        </p:nvSpPr>
        <p:spPr>
          <a:xfrm rot="-2131329">
            <a:off x="396725" y="715757"/>
            <a:ext cx="685800"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2" name="Google Shape;82;p10"/>
          <p:cNvSpPr/>
          <p:nvPr/>
        </p:nvSpPr>
        <p:spPr>
          <a:xfrm flipH="1" rot="2103354">
            <a:off x="5003667" y="702590"/>
            <a:ext cx="649224"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3" name="Google Shape;83;p10"/>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1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1"/>
          <p:cNvSpPr txBox="1"/>
          <p:nvPr>
            <p:ph idx="1" type="body"/>
          </p:nvPr>
        </p:nvSpPr>
        <p:spPr>
          <a:xfrm rot="5400000">
            <a:off x="3384423"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7" name="Google Shape;87;p1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1" name="Shape 101"/>
        <p:cNvGrpSpPr/>
        <p:nvPr/>
      </p:nvGrpSpPr>
      <p:grpSpPr>
        <a:xfrm>
          <a:off x="0" y="0"/>
          <a:ext cx="0" cy="0"/>
          <a:chOff x="0" y="0"/>
          <a:chExt cx="0" cy="0"/>
        </a:xfrm>
      </p:grpSpPr>
      <p:sp>
        <p:nvSpPr>
          <p:cNvPr id="102" name="Google Shape;102;p13"/>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3" name="Google Shape;103;p1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13"/>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7" name="Shape 107"/>
        <p:cNvGrpSpPr/>
        <p:nvPr/>
      </p:nvGrpSpPr>
      <p:grpSpPr>
        <a:xfrm>
          <a:off x="0" y="0"/>
          <a:ext cx="0" cy="0"/>
          <a:chOff x="0" y="0"/>
          <a:chExt cx="0" cy="0"/>
        </a:xfrm>
      </p:grpSpPr>
      <p:sp>
        <p:nvSpPr>
          <p:cNvPr id="108" name="Google Shape;108;p14"/>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4"/>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0" name="Google Shape;110;p14"/>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4"/>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4"/>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15"/>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8" name="Shape 118"/>
        <p:cNvGrpSpPr/>
        <p:nvPr/>
      </p:nvGrpSpPr>
      <p:grpSpPr>
        <a:xfrm>
          <a:off x="0" y="0"/>
          <a:ext cx="0" cy="0"/>
          <a:chOff x="0" y="0"/>
          <a:chExt cx="0" cy="0"/>
        </a:xfrm>
      </p:grpSpPr>
      <p:sp>
        <p:nvSpPr>
          <p:cNvPr id="119" name="Google Shape;119;p16"/>
          <p:cNvSpPr txBox="1"/>
          <p:nvPr>
            <p:ph type="ctrTitle"/>
          </p:nvPr>
        </p:nvSpPr>
        <p:spPr>
          <a:xfrm>
            <a:off x="1432560"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16"/>
          <p:cNvSpPr txBox="1"/>
          <p:nvPr>
            <p:ph idx="1" type="subTitle"/>
          </p:nvPr>
        </p:nvSpPr>
        <p:spPr>
          <a:xfrm>
            <a:off x="1432560"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121" name="Google Shape;121;p1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24" name="Google Shape;124;p16"/>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25" name="Google Shape;125;p16"/>
          <p:cNvSpPr/>
          <p:nvPr/>
        </p:nvSpPr>
        <p:spPr>
          <a:xfrm>
            <a:off x="1157176" y="1008762"/>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26" name="Shape 126"/>
        <p:cNvGrpSpPr/>
        <p:nvPr/>
      </p:nvGrpSpPr>
      <p:grpSpPr>
        <a:xfrm>
          <a:off x="0" y="0"/>
          <a:ext cx="0" cy="0"/>
          <a:chOff x="0" y="0"/>
          <a:chExt cx="0" cy="0"/>
        </a:xfrm>
      </p:grpSpPr>
      <p:sp>
        <p:nvSpPr>
          <p:cNvPr id="127" name="Google Shape;127;p17"/>
          <p:cNvSpPr/>
          <p:nvPr/>
        </p:nvSpPr>
        <p:spPr>
          <a:xfrm>
            <a:off x="2282890" y="-40"/>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28" name="Google Shape;128;p17"/>
          <p:cNvSpPr txBox="1"/>
          <p:nvPr>
            <p:ph type="title"/>
          </p:nvPr>
        </p:nvSpPr>
        <p:spPr>
          <a:xfrm>
            <a:off x="2578392"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7"/>
          <p:cNvSpPr txBox="1"/>
          <p:nvPr>
            <p:ph idx="1" type="body"/>
          </p:nvPr>
        </p:nvSpPr>
        <p:spPr>
          <a:xfrm>
            <a:off x="2578392"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30" name="Google Shape;130;p17"/>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7"/>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7"/>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3" name="Google Shape;133;p17"/>
          <p:cNvSpPr/>
          <p:nvPr/>
        </p:nvSpPr>
        <p:spPr>
          <a:xfrm>
            <a:off x="2286000" y="1"/>
            <a:ext cx="76200"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34" name="Google Shape;134;p17"/>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35" name="Google Shape;135;p17"/>
          <p:cNvSpPr/>
          <p:nvPr/>
        </p:nvSpPr>
        <p:spPr>
          <a:xfrm>
            <a:off x="2408064" y="2059403"/>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6" name="Shape 136"/>
        <p:cNvGrpSpPr/>
        <p:nvPr/>
      </p:nvGrpSpPr>
      <p:grpSpPr>
        <a:xfrm>
          <a:off x="0" y="0"/>
          <a:ext cx="0" cy="0"/>
          <a:chOff x="0" y="0"/>
          <a:chExt cx="0" cy="0"/>
        </a:xfrm>
      </p:grpSpPr>
      <p:sp>
        <p:nvSpPr>
          <p:cNvPr id="137" name="Google Shape;137;p18"/>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8"/>
          <p:cNvSpPr txBox="1"/>
          <p:nvPr>
            <p:ph idx="1" type="body"/>
          </p:nvPr>
        </p:nvSpPr>
        <p:spPr>
          <a:xfrm>
            <a:off x="143560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39" name="Google Shape;139;p18"/>
          <p:cNvSpPr txBox="1"/>
          <p:nvPr>
            <p:ph idx="2" type="body"/>
          </p:nvPr>
        </p:nvSpPr>
        <p:spPr>
          <a:xfrm>
            <a:off x="527608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0" name="Google Shape;140;p1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143" name="Shape 143"/>
        <p:cNvGrpSpPr/>
        <p:nvPr/>
      </p:nvGrpSpPr>
      <p:grpSpPr>
        <a:xfrm>
          <a:off x="0" y="0"/>
          <a:ext cx="0" cy="0"/>
          <a:chOff x="0" y="0"/>
          <a:chExt cx="0" cy="0"/>
        </a:xfrm>
      </p:grpSpPr>
      <p:sp>
        <p:nvSpPr>
          <p:cNvPr id="144" name="Google Shape;144;p19"/>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19"/>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6" name="Google Shape;146;p19"/>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7" name="Google Shape;147;p19"/>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8" name="Google Shape;148;p19"/>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9" name="Google Shape;149;p1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52" name="Shape 152"/>
        <p:cNvGrpSpPr/>
        <p:nvPr/>
      </p:nvGrpSpPr>
      <p:grpSpPr>
        <a:xfrm>
          <a:off x="0" y="0"/>
          <a:ext cx="0" cy="0"/>
          <a:chOff x="0" y="0"/>
          <a:chExt cx="0" cy="0"/>
        </a:xfrm>
      </p:grpSpPr>
      <p:sp>
        <p:nvSpPr>
          <p:cNvPr id="153" name="Google Shape;153;p20"/>
          <p:cNvSpPr txBox="1"/>
          <p:nvPr>
            <p:ph type="title"/>
          </p:nvPr>
        </p:nvSpPr>
        <p:spPr>
          <a:xfrm>
            <a:off x="457200"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20"/>
          <p:cNvSpPr txBox="1"/>
          <p:nvPr>
            <p:ph idx="1" type="body"/>
          </p:nvPr>
        </p:nvSpPr>
        <p:spPr>
          <a:xfrm>
            <a:off x="457200" y="1055224"/>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55" name="Google Shape;155;p20"/>
          <p:cNvSpPr txBox="1"/>
          <p:nvPr>
            <p:ph idx="2" type="body"/>
          </p:nvPr>
        </p:nvSpPr>
        <p:spPr>
          <a:xfrm>
            <a:off x="457200" y="1600201"/>
            <a:ext cx="8153400"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56" name="Google Shape;156;p20"/>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0"/>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0"/>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9" name="Shape 159"/>
        <p:cNvGrpSpPr/>
        <p:nvPr/>
      </p:nvGrpSpPr>
      <p:grpSpPr>
        <a:xfrm>
          <a:off x="0" y="0"/>
          <a:ext cx="0" cy="0"/>
          <a:chOff x="0" y="0"/>
          <a:chExt cx="0" cy="0"/>
        </a:xfrm>
      </p:grpSpPr>
      <p:sp>
        <p:nvSpPr>
          <p:cNvPr id="160" name="Google Shape;160;p21"/>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2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2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21"/>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165" name="Google Shape;165;p21"/>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6" name="Google Shape;166;p21"/>
          <p:cNvSpPr/>
          <p:nvPr/>
        </p:nvSpPr>
        <p:spPr>
          <a:xfrm rot="-2131329">
            <a:off x="396725" y="715757"/>
            <a:ext cx="685800"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67" name="Google Shape;167;p21"/>
          <p:cNvSpPr/>
          <p:nvPr/>
        </p:nvSpPr>
        <p:spPr>
          <a:xfrm flipH="1" rot="2103354">
            <a:off x="5003667" y="702590"/>
            <a:ext cx="649224"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68" name="Google Shape;168;p21"/>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9" name="Shape 169"/>
        <p:cNvGrpSpPr/>
        <p:nvPr/>
      </p:nvGrpSpPr>
      <p:grpSpPr>
        <a:xfrm>
          <a:off x="0" y="0"/>
          <a:ext cx="0" cy="0"/>
          <a:chOff x="0" y="0"/>
          <a:chExt cx="0" cy="0"/>
        </a:xfrm>
      </p:grpSpPr>
      <p:sp>
        <p:nvSpPr>
          <p:cNvPr id="170" name="Google Shape;170;p22"/>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22"/>
          <p:cNvSpPr txBox="1"/>
          <p:nvPr>
            <p:ph idx="1" type="body"/>
          </p:nvPr>
        </p:nvSpPr>
        <p:spPr>
          <a:xfrm rot="5400000">
            <a:off x="3384423"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72" name="Google Shape;172;p2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2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86" name="Shape 186"/>
        <p:cNvGrpSpPr/>
        <p:nvPr/>
      </p:nvGrpSpPr>
      <p:grpSpPr>
        <a:xfrm>
          <a:off x="0" y="0"/>
          <a:ext cx="0" cy="0"/>
          <a:chOff x="0" y="0"/>
          <a:chExt cx="0" cy="0"/>
        </a:xfrm>
      </p:grpSpPr>
      <p:sp>
        <p:nvSpPr>
          <p:cNvPr id="187" name="Google Shape;187;p24"/>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24"/>
          <p:cNvSpPr txBox="1"/>
          <p:nvPr>
            <p:ph idx="1" type="body"/>
          </p:nvPr>
        </p:nvSpPr>
        <p:spPr>
          <a:xfrm>
            <a:off x="1435608" y="1143000"/>
            <a:ext cx="7555992"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89" name="Shape 189"/>
        <p:cNvGrpSpPr/>
        <p:nvPr/>
      </p:nvGrpSpPr>
      <p:grpSpPr>
        <a:xfrm>
          <a:off x="0" y="0"/>
          <a:ext cx="0" cy="0"/>
          <a:chOff x="0" y="0"/>
          <a:chExt cx="0" cy="0"/>
        </a:xfrm>
      </p:grpSpPr>
      <p:sp>
        <p:nvSpPr>
          <p:cNvPr id="190" name="Google Shape;190;p25"/>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1" name="Google Shape;191;p2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2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4" name="Google Shape;194;p25"/>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06" name="Shape 206"/>
        <p:cNvGrpSpPr/>
        <p:nvPr/>
      </p:nvGrpSpPr>
      <p:grpSpPr>
        <a:xfrm>
          <a:off x="0" y="0"/>
          <a:ext cx="0" cy="0"/>
          <a:chOff x="0" y="0"/>
          <a:chExt cx="0" cy="0"/>
        </a:xfrm>
      </p:grpSpPr>
      <p:sp>
        <p:nvSpPr>
          <p:cNvPr id="207" name="Google Shape;207;p27"/>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27"/>
          <p:cNvSpPr txBox="1"/>
          <p:nvPr>
            <p:ph idx="1" type="body"/>
          </p:nvPr>
        </p:nvSpPr>
        <p:spPr>
          <a:xfrm>
            <a:off x="1435608" y="1143000"/>
            <a:ext cx="7555992"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9" name="Shape 209"/>
        <p:cNvGrpSpPr/>
        <p:nvPr/>
      </p:nvGrpSpPr>
      <p:grpSpPr>
        <a:xfrm>
          <a:off x="0" y="0"/>
          <a:ext cx="0" cy="0"/>
          <a:chOff x="0" y="0"/>
          <a:chExt cx="0" cy="0"/>
        </a:xfrm>
      </p:grpSpPr>
      <p:sp>
        <p:nvSpPr>
          <p:cNvPr id="210" name="Google Shape;210;p28"/>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11" name="Google Shape;211;p2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2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2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14" name="Google Shape;214;p28"/>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26" name="Shape 226"/>
        <p:cNvGrpSpPr/>
        <p:nvPr/>
      </p:nvGrpSpPr>
      <p:grpSpPr>
        <a:xfrm>
          <a:off x="0" y="0"/>
          <a:ext cx="0" cy="0"/>
          <a:chOff x="0" y="0"/>
          <a:chExt cx="0" cy="0"/>
        </a:xfrm>
      </p:grpSpPr>
      <p:sp>
        <p:nvSpPr>
          <p:cNvPr id="227" name="Google Shape;227;p30"/>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30"/>
          <p:cNvSpPr txBox="1"/>
          <p:nvPr>
            <p:ph idx="1" type="body"/>
          </p:nvPr>
        </p:nvSpPr>
        <p:spPr>
          <a:xfrm>
            <a:off x="1435608" y="1143000"/>
            <a:ext cx="7555992"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29" name="Shape 229"/>
        <p:cNvGrpSpPr/>
        <p:nvPr/>
      </p:nvGrpSpPr>
      <p:grpSpPr>
        <a:xfrm>
          <a:off x="0" y="0"/>
          <a:ext cx="0" cy="0"/>
          <a:chOff x="0" y="0"/>
          <a:chExt cx="0" cy="0"/>
        </a:xfrm>
      </p:grpSpPr>
      <p:sp>
        <p:nvSpPr>
          <p:cNvPr id="230" name="Google Shape;230;p31"/>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1" name="Google Shape;231;p3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3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3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34" name="Google Shape;234;p31"/>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6" name="Shape 246"/>
        <p:cNvGrpSpPr/>
        <p:nvPr/>
      </p:nvGrpSpPr>
      <p:grpSpPr>
        <a:xfrm>
          <a:off x="0" y="0"/>
          <a:ext cx="0" cy="0"/>
          <a:chOff x="0" y="0"/>
          <a:chExt cx="0" cy="0"/>
        </a:xfrm>
      </p:grpSpPr>
      <p:sp>
        <p:nvSpPr>
          <p:cNvPr id="247" name="Google Shape;247;p33"/>
          <p:cNvSpPr txBox="1"/>
          <p:nvPr>
            <p:ph type="ctrTitle"/>
          </p:nvPr>
        </p:nvSpPr>
        <p:spPr>
          <a:xfrm>
            <a:off x="1432560"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33"/>
          <p:cNvSpPr txBox="1"/>
          <p:nvPr>
            <p:ph idx="1" type="subTitle"/>
          </p:nvPr>
        </p:nvSpPr>
        <p:spPr>
          <a:xfrm>
            <a:off x="1432560"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49" name="Google Shape;249;p3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3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3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52" name="Google Shape;252;p33"/>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53" name="Google Shape;253;p33"/>
          <p:cNvSpPr/>
          <p:nvPr/>
        </p:nvSpPr>
        <p:spPr>
          <a:xfrm>
            <a:off x="1157176" y="1008762"/>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4" name="Shape 254"/>
        <p:cNvGrpSpPr/>
        <p:nvPr/>
      </p:nvGrpSpPr>
      <p:grpSpPr>
        <a:xfrm>
          <a:off x="0" y="0"/>
          <a:ext cx="0" cy="0"/>
          <a:chOff x="0" y="0"/>
          <a:chExt cx="0" cy="0"/>
        </a:xfrm>
      </p:grpSpPr>
      <p:sp>
        <p:nvSpPr>
          <p:cNvPr id="255" name="Google Shape;255;p34"/>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34"/>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57" name="Google Shape;257;p34"/>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34"/>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34"/>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60" name="Shape 260"/>
        <p:cNvGrpSpPr/>
        <p:nvPr/>
      </p:nvGrpSpPr>
      <p:grpSpPr>
        <a:xfrm>
          <a:off x="0" y="0"/>
          <a:ext cx="0" cy="0"/>
          <a:chOff x="0" y="0"/>
          <a:chExt cx="0" cy="0"/>
        </a:xfrm>
      </p:grpSpPr>
      <p:sp>
        <p:nvSpPr>
          <p:cNvPr id="261" name="Google Shape;261;p35"/>
          <p:cNvSpPr/>
          <p:nvPr/>
        </p:nvSpPr>
        <p:spPr>
          <a:xfrm>
            <a:off x="2282890" y="-40"/>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2" name="Google Shape;262;p35"/>
          <p:cNvSpPr txBox="1"/>
          <p:nvPr>
            <p:ph type="title"/>
          </p:nvPr>
        </p:nvSpPr>
        <p:spPr>
          <a:xfrm>
            <a:off x="2578392"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35"/>
          <p:cNvSpPr txBox="1"/>
          <p:nvPr>
            <p:ph idx="1" type="body"/>
          </p:nvPr>
        </p:nvSpPr>
        <p:spPr>
          <a:xfrm>
            <a:off x="2578392"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64" name="Google Shape;264;p3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3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3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7" name="Google Shape;267;p35"/>
          <p:cNvSpPr/>
          <p:nvPr/>
        </p:nvSpPr>
        <p:spPr>
          <a:xfrm>
            <a:off x="2286000" y="1"/>
            <a:ext cx="76200"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8" name="Google Shape;268;p35"/>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269" name="Google Shape;269;p35"/>
          <p:cNvSpPr/>
          <p:nvPr/>
        </p:nvSpPr>
        <p:spPr>
          <a:xfrm>
            <a:off x="2408064" y="2059403"/>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0" name="Shape 270"/>
        <p:cNvGrpSpPr/>
        <p:nvPr/>
      </p:nvGrpSpPr>
      <p:grpSpPr>
        <a:xfrm>
          <a:off x="0" y="0"/>
          <a:ext cx="0" cy="0"/>
          <a:chOff x="0" y="0"/>
          <a:chExt cx="0" cy="0"/>
        </a:xfrm>
      </p:grpSpPr>
      <p:sp>
        <p:nvSpPr>
          <p:cNvPr id="271" name="Google Shape;271;p36"/>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6"/>
          <p:cNvSpPr txBox="1"/>
          <p:nvPr>
            <p:ph idx="1" type="body"/>
          </p:nvPr>
        </p:nvSpPr>
        <p:spPr>
          <a:xfrm>
            <a:off x="143560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73" name="Google Shape;273;p36"/>
          <p:cNvSpPr txBox="1"/>
          <p:nvPr>
            <p:ph idx="2" type="body"/>
          </p:nvPr>
        </p:nvSpPr>
        <p:spPr>
          <a:xfrm>
            <a:off x="527608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74" name="Google Shape;274;p3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p3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3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277" name="Shape 277"/>
        <p:cNvGrpSpPr/>
        <p:nvPr/>
      </p:nvGrpSpPr>
      <p:grpSpPr>
        <a:xfrm>
          <a:off x="0" y="0"/>
          <a:ext cx="0" cy="0"/>
          <a:chOff x="0" y="0"/>
          <a:chExt cx="0" cy="0"/>
        </a:xfrm>
      </p:grpSpPr>
      <p:sp>
        <p:nvSpPr>
          <p:cNvPr id="278" name="Google Shape;278;p37"/>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0" name="Google Shape;280;p37"/>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1" name="Google Shape;281;p37"/>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2" name="Google Shape;282;p37"/>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3" name="Google Shape;283;p37"/>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37"/>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37"/>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6" name="Shape 286"/>
        <p:cNvGrpSpPr/>
        <p:nvPr/>
      </p:nvGrpSpPr>
      <p:grpSpPr>
        <a:xfrm>
          <a:off x="0" y="0"/>
          <a:ext cx="0" cy="0"/>
          <a:chOff x="0" y="0"/>
          <a:chExt cx="0" cy="0"/>
        </a:xfrm>
      </p:grpSpPr>
      <p:sp>
        <p:nvSpPr>
          <p:cNvPr id="287" name="Google Shape;287;p38"/>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3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3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91" name="Shape 291"/>
        <p:cNvGrpSpPr/>
        <p:nvPr/>
      </p:nvGrpSpPr>
      <p:grpSpPr>
        <a:xfrm>
          <a:off x="0" y="0"/>
          <a:ext cx="0" cy="0"/>
          <a:chOff x="0" y="0"/>
          <a:chExt cx="0" cy="0"/>
        </a:xfrm>
      </p:grpSpPr>
      <p:sp>
        <p:nvSpPr>
          <p:cNvPr id="292" name="Google Shape;292;p39"/>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93" name="Google Shape;293;p3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3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5" name="Google Shape;295;p3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96" name="Google Shape;296;p39"/>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297" name="Shape 297"/>
        <p:cNvGrpSpPr/>
        <p:nvPr/>
      </p:nvGrpSpPr>
      <p:grpSpPr>
        <a:xfrm>
          <a:off x="0" y="0"/>
          <a:ext cx="0" cy="0"/>
          <a:chOff x="0" y="0"/>
          <a:chExt cx="0" cy="0"/>
        </a:xfrm>
      </p:grpSpPr>
      <p:sp>
        <p:nvSpPr>
          <p:cNvPr id="298" name="Google Shape;298;p40"/>
          <p:cNvSpPr txBox="1"/>
          <p:nvPr>
            <p:ph type="title"/>
          </p:nvPr>
        </p:nvSpPr>
        <p:spPr>
          <a:xfrm>
            <a:off x="457200"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40"/>
          <p:cNvSpPr txBox="1"/>
          <p:nvPr>
            <p:ph idx="1" type="body"/>
          </p:nvPr>
        </p:nvSpPr>
        <p:spPr>
          <a:xfrm>
            <a:off x="457200" y="1055224"/>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00" name="Google Shape;300;p40"/>
          <p:cNvSpPr txBox="1"/>
          <p:nvPr>
            <p:ph idx="2" type="body"/>
          </p:nvPr>
        </p:nvSpPr>
        <p:spPr>
          <a:xfrm>
            <a:off x="457200" y="1600201"/>
            <a:ext cx="8153400"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01" name="Google Shape;301;p40"/>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40"/>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40"/>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304" name="Shape 304"/>
        <p:cNvGrpSpPr/>
        <p:nvPr/>
      </p:nvGrpSpPr>
      <p:grpSpPr>
        <a:xfrm>
          <a:off x="0" y="0"/>
          <a:ext cx="0" cy="0"/>
          <a:chOff x="0" y="0"/>
          <a:chExt cx="0" cy="0"/>
        </a:xfrm>
      </p:grpSpPr>
      <p:sp>
        <p:nvSpPr>
          <p:cNvPr id="305" name="Google Shape;305;p41"/>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4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4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4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9" name="Google Shape;309;p41"/>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310" name="Google Shape;310;p41"/>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311" name="Google Shape;311;p41"/>
          <p:cNvSpPr/>
          <p:nvPr/>
        </p:nvSpPr>
        <p:spPr>
          <a:xfrm rot="-2131329">
            <a:off x="396725" y="715757"/>
            <a:ext cx="685800"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2" name="Google Shape;312;p41"/>
          <p:cNvSpPr/>
          <p:nvPr/>
        </p:nvSpPr>
        <p:spPr>
          <a:xfrm flipH="1" rot="2103354">
            <a:off x="5003667" y="702590"/>
            <a:ext cx="649224"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3" name="Google Shape;313;p41"/>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4" name="Shape 314"/>
        <p:cNvGrpSpPr/>
        <p:nvPr/>
      </p:nvGrpSpPr>
      <p:grpSpPr>
        <a:xfrm>
          <a:off x="0" y="0"/>
          <a:ext cx="0" cy="0"/>
          <a:chOff x="0" y="0"/>
          <a:chExt cx="0" cy="0"/>
        </a:xfrm>
      </p:grpSpPr>
      <p:sp>
        <p:nvSpPr>
          <p:cNvPr id="315" name="Google Shape;315;p42"/>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6" name="Google Shape;316;p42"/>
          <p:cNvSpPr txBox="1"/>
          <p:nvPr>
            <p:ph idx="1" type="body"/>
          </p:nvPr>
        </p:nvSpPr>
        <p:spPr>
          <a:xfrm rot="5400000">
            <a:off x="3384423"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17" name="Google Shape;317;p4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4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9" name="Google Shape;319;p4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1" name="Shape 331"/>
        <p:cNvGrpSpPr/>
        <p:nvPr/>
      </p:nvGrpSpPr>
      <p:grpSpPr>
        <a:xfrm>
          <a:off x="0" y="0"/>
          <a:ext cx="0" cy="0"/>
          <a:chOff x="0" y="0"/>
          <a:chExt cx="0" cy="0"/>
        </a:xfrm>
      </p:grpSpPr>
      <p:sp>
        <p:nvSpPr>
          <p:cNvPr id="332" name="Google Shape;332;p44"/>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44"/>
          <p:cNvSpPr txBox="1"/>
          <p:nvPr>
            <p:ph idx="1" type="body"/>
          </p:nvPr>
        </p:nvSpPr>
        <p:spPr>
          <a:xfrm>
            <a:off x="1435608" y="1143000"/>
            <a:ext cx="7555992"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4" name="Shape 334"/>
        <p:cNvGrpSpPr/>
        <p:nvPr/>
      </p:nvGrpSpPr>
      <p:grpSpPr>
        <a:xfrm>
          <a:off x="0" y="0"/>
          <a:ext cx="0" cy="0"/>
          <a:chOff x="0" y="0"/>
          <a:chExt cx="0" cy="0"/>
        </a:xfrm>
      </p:grpSpPr>
      <p:sp>
        <p:nvSpPr>
          <p:cNvPr id="335" name="Google Shape;335;p45"/>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36" name="Google Shape;336;p4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4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8" name="Google Shape;338;p4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39" name="Google Shape;339;p45"/>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1" name="Shape 351"/>
        <p:cNvGrpSpPr/>
        <p:nvPr/>
      </p:nvGrpSpPr>
      <p:grpSpPr>
        <a:xfrm>
          <a:off x="0" y="0"/>
          <a:ext cx="0" cy="0"/>
          <a:chOff x="0" y="0"/>
          <a:chExt cx="0" cy="0"/>
        </a:xfrm>
      </p:grpSpPr>
      <p:sp>
        <p:nvSpPr>
          <p:cNvPr id="352" name="Google Shape;352;p47"/>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47"/>
          <p:cNvSpPr txBox="1"/>
          <p:nvPr>
            <p:ph idx="1" type="body"/>
          </p:nvPr>
        </p:nvSpPr>
        <p:spPr>
          <a:xfrm>
            <a:off x="1435608" y="1143000"/>
            <a:ext cx="7555992"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54" name="Shape 354"/>
        <p:cNvGrpSpPr/>
        <p:nvPr/>
      </p:nvGrpSpPr>
      <p:grpSpPr>
        <a:xfrm>
          <a:off x="0" y="0"/>
          <a:ext cx="0" cy="0"/>
          <a:chOff x="0" y="0"/>
          <a:chExt cx="0" cy="0"/>
        </a:xfrm>
      </p:grpSpPr>
      <p:sp>
        <p:nvSpPr>
          <p:cNvPr id="355" name="Google Shape;355;p48"/>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56" name="Google Shape;356;p4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4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4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59" name="Google Shape;359;p48"/>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1" name="Shape 371"/>
        <p:cNvGrpSpPr/>
        <p:nvPr/>
      </p:nvGrpSpPr>
      <p:grpSpPr>
        <a:xfrm>
          <a:off x="0" y="0"/>
          <a:ext cx="0" cy="0"/>
          <a:chOff x="0" y="0"/>
          <a:chExt cx="0" cy="0"/>
        </a:xfrm>
      </p:grpSpPr>
      <p:sp>
        <p:nvSpPr>
          <p:cNvPr id="372" name="Google Shape;372;p50"/>
          <p:cNvSpPr txBox="1"/>
          <p:nvPr>
            <p:ph type="ctrTitle"/>
          </p:nvPr>
        </p:nvSpPr>
        <p:spPr>
          <a:xfrm>
            <a:off x="1432560"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50"/>
          <p:cNvSpPr txBox="1"/>
          <p:nvPr>
            <p:ph idx="1" type="subTitle"/>
          </p:nvPr>
        </p:nvSpPr>
        <p:spPr>
          <a:xfrm>
            <a:off x="1432560"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374" name="Google Shape;374;p50"/>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50"/>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50"/>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7" name="Google Shape;377;p50"/>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78" name="Google Shape;378;p50"/>
          <p:cNvSpPr/>
          <p:nvPr/>
        </p:nvSpPr>
        <p:spPr>
          <a:xfrm>
            <a:off x="1157176" y="1008762"/>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9" name="Shape 379"/>
        <p:cNvGrpSpPr/>
        <p:nvPr/>
      </p:nvGrpSpPr>
      <p:grpSpPr>
        <a:xfrm>
          <a:off x="0" y="0"/>
          <a:ext cx="0" cy="0"/>
          <a:chOff x="0" y="0"/>
          <a:chExt cx="0" cy="0"/>
        </a:xfrm>
      </p:grpSpPr>
      <p:sp>
        <p:nvSpPr>
          <p:cNvPr id="380" name="Google Shape;380;p5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1" name="Google Shape;381;p51"/>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2" name="Google Shape;382;p5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5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5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85" name="Shape 385"/>
        <p:cNvGrpSpPr/>
        <p:nvPr/>
      </p:nvGrpSpPr>
      <p:grpSpPr>
        <a:xfrm>
          <a:off x="0" y="0"/>
          <a:ext cx="0" cy="0"/>
          <a:chOff x="0" y="0"/>
          <a:chExt cx="0" cy="0"/>
        </a:xfrm>
      </p:grpSpPr>
      <p:sp>
        <p:nvSpPr>
          <p:cNvPr id="386" name="Google Shape;386;p52"/>
          <p:cNvSpPr/>
          <p:nvPr/>
        </p:nvSpPr>
        <p:spPr>
          <a:xfrm>
            <a:off x="2282890" y="-40"/>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87" name="Google Shape;387;p52"/>
          <p:cNvSpPr txBox="1"/>
          <p:nvPr>
            <p:ph type="title"/>
          </p:nvPr>
        </p:nvSpPr>
        <p:spPr>
          <a:xfrm>
            <a:off x="2578392"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8" name="Google Shape;388;p52"/>
          <p:cNvSpPr txBox="1"/>
          <p:nvPr>
            <p:ph idx="1" type="body"/>
          </p:nvPr>
        </p:nvSpPr>
        <p:spPr>
          <a:xfrm>
            <a:off x="2578392"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9" name="Google Shape;389;p5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5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5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92" name="Google Shape;392;p52"/>
          <p:cNvSpPr/>
          <p:nvPr/>
        </p:nvSpPr>
        <p:spPr>
          <a:xfrm>
            <a:off x="2286000" y="1"/>
            <a:ext cx="76200"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3" name="Google Shape;393;p52"/>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394" name="Google Shape;394;p52"/>
          <p:cNvSpPr/>
          <p:nvPr/>
        </p:nvSpPr>
        <p:spPr>
          <a:xfrm>
            <a:off x="2408064" y="2059403"/>
            <a:ext cx="64008"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5" name="Shape 395"/>
        <p:cNvGrpSpPr/>
        <p:nvPr/>
      </p:nvGrpSpPr>
      <p:grpSpPr>
        <a:xfrm>
          <a:off x="0" y="0"/>
          <a:ext cx="0" cy="0"/>
          <a:chOff x="0" y="0"/>
          <a:chExt cx="0" cy="0"/>
        </a:xfrm>
      </p:grpSpPr>
      <p:sp>
        <p:nvSpPr>
          <p:cNvPr id="396" name="Google Shape;396;p53"/>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53"/>
          <p:cNvSpPr txBox="1"/>
          <p:nvPr>
            <p:ph idx="1" type="body"/>
          </p:nvPr>
        </p:nvSpPr>
        <p:spPr>
          <a:xfrm>
            <a:off x="143560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98" name="Google Shape;398;p53"/>
          <p:cNvSpPr txBox="1"/>
          <p:nvPr>
            <p:ph idx="2" type="body"/>
          </p:nvPr>
        </p:nvSpPr>
        <p:spPr>
          <a:xfrm>
            <a:off x="5276088"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99" name="Google Shape;399;p5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0" name="Google Shape;400;p5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1" name="Google Shape;401;p5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02" name="Shape 402"/>
        <p:cNvGrpSpPr/>
        <p:nvPr/>
      </p:nvGrpSpPr>
      <p:grpSpPr>
        <a:xfrm>
          <a:off x="0" y="0"/>
          <a:ext cx="0" cy="0"/>
          <a:chOff x="0" y="0"/>
          <a:chExt cx="0" cy="0"/>
        </a:xfrm>
      </p:grpSpPr>
      <p:sp>
        <p:nvSpPr>
          <p:cNvPr id="403" name="Google Shape;403;p54"/>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54"/>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05" name="Google Shape;405;p54"/>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06" name="Google Shape;406;p54"/>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07" name="Google Shape;407;p54"/>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08" name="Google Shape;408;p54"/>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54"/>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0" name="Google Shape;410;p54"/>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1" name="Shape 411"/>
        <p:cNvGrpSpPr/>
        <p:nvPr/>
      </p:nvGrpSpPr>
      <p:grpSpPr>
        <a:xfrm>
          <a:off x="0" y="0"/>
          <a:ext cx="0" cy="0"/>
          <a:chOff x="0" y="0"/>
          <a:chExt cx="0" cy="0"/>
        </a:xfrm>
      </p:grpSpPr>
      <p:sp>
        <p:nvSpPr>
          <p:cNvPr id="412" name="Google Shape;412;p55"/>
          <p:cNvSpPr txBox="1"/>
          <p:nvPr>
            <p:ph type="title"/>
          </p:nvPr>
        </p:nvSpPr>
        <p:spPr>
          <a:xfrm>
            <a:off x="1435608"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3" name="Google Shape;413;p55"/>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4" name="Google Shape;414;p55"/>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5" name="Google Shape;415;p55"/>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16" name="Shape 416"/>
        <p:cNvGrpSpPr/>
        <p:nvPr/>
      </p:nvGrpSpPr>
      <p:grpSpPr>
        <a:xfrm>
          <a:off x="0" y="0"/>
          <a:ext cx="0" cy="0"/>
          <a:chOff x="0" y="0"/>
          <a:chExt cx="0" cy="0"/>
        </a:xfrm>
      </p:grpSpPr>
      <p:sp>
        <p:nvSpPr>
          <p:cNvPr id="417" name="Google Shape;417;p56"/>
          <p:cNvSpPr/>
          <p:nvPr/>
        </p:nvSpPr>
        <p:spPr>
          <a:xfrm>
            <a:off x="1014984" y="0"/>
            <a:ext cx="8129016"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8" name="Google Shape;418;p5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9" name="Google Shape;419;p5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5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21" name="Google Shape;421;p56"/>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422" name="Shape 422"/>
        <p:cNvGrpSpPr/>
        <p:nvPr/>
      </p:nvGrpSpPr>
      <p:grpSpPr>
        <a:xfrm>
          <a:off x="0" y="0"/>
          <a:ext cx="0" cy="0"/>
          <a:chOff x="0" y="0"/>
          <a:chExt cx="0" cy="0"/>
        </a:xfrm>
      </p:grpSpPr>
      <p:sp>
        <p:nvSpPr>
          <p:cNvPr id="423" name="Google Shape;423;p57"/>
          <p:cNvSpPr txBox="1"/>
          <p:nvPr>
            <p:ph type="title"/>
          </p:nvPr>
        </p:nvSpPr>
        <p:spPr>
          <a:xfrm>
            <a:off x="457200"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4" name="Google Shape;424;p57"/>
          <p:cNvSpPr txBox="1"/>
          <p:nvPr>
            <p:ph idx="1" type="body"/>
          </p:nvPr>
        </p:nvSpPr>
        <p:spPr>
          <a:xfrm>
            <a:off x="457200" y="1055224"/>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25" name="Google Shape;425;p57"/>
          <p:cNvSpPr txBox="1"/>
          <p:nvPr>
            <p:ph idx="2" type="body"/>
          </p:nvPr>
        </p:nvSpPr>
        <p:spPr>
          <a:xfrm>
            <a:off x="457200" y="1600201"/>
            <a:ext cx="8153400"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26" name="Google Shape;426;p57"/>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7" name="Google Shape;427;p57"/>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8" name="Google Shape;428;p57"/>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429" name="Shape 429"/>
        <p:cNvGrpSpPr/>
        <p:nvPr/>
      </p:nvGrpSpPr>
      <p:grpSpPr>
        <a:xfrm>
          <a:off x="0" y="0"/>
          <a:ext cx="0" cy="0"/>
          <a:chOff x="0" y="0"/>
          <a:chExt cx="0" cy="0"/>
        </a:xfrm>
      </p:grpSpPr>
      <p:sp>
        <p:nvSpPr>
          <p:cNvPr id="430" name="Google Shape;430;p58"/>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8"/>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2" name="Google Shape;432;p58"/>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3" name="Google Shape;433;p58"/>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34" name="Google Shape;434;p58"/>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435" name="Google Shape;435;p58"/>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436" name="Google Shape;436;p58"/>
          <p:cNvSpPr/>
          <p:nvPr/>
        </p:nvSpPr>
        <p:spPr>
          <a:xfrm rot="-2131329">
            <a:off x="396725" y="715757"/>
            <a:ext cx="685800"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7" name="Google Shape;437;p58"/>
          <p:cNvSpPr/>
          <p:nvPr/>
        </p:nvSpPr>
        <p:spPr>
          <a:xfrm flipH="1" rot="2103354">
            <a:off x="5003667" y="702590"/>
            <a:ext cx="649224"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8" name="Google Shape;438;p58"/>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39" name="Shape 439"/>
        <p:cNvGrpSpPr/>
        <p:nvPr/>
      </p:nvGrpSpPr>
      <p:grpSpPr>
        <a:xfrm>
          <a:off x="0" y="0"/>
          <a:ext cx="0" cy="0"/>
          <a:chOff x="0" y="0"/>
          <a:chExt cx="0" cy="0"/>
        </a:xfrm>
      </p:grpSpPr>
      <p:sp>
        <p:nvSpPr>
          <p:cNvPr id="440" name="Google Shape;440;p59"/>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1" name="Google Shape;441;p59"/>
          <p:cNvSpPr txBox="1"/>
          <p:nvPr>
            <p:ph idx="1" type="body"/>
          </p:nvPr>
        </p:nvSpPr>
        <p:spPr>
          <a:xfrm rot="5400000">
            <a:off x="3384423"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42" name="Google Shape;442;p5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3" name="Google Shape;443;p5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5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algn="r">
              <a:lnSpc>
                <a:spcPct val="100000"/>
              </a:lnSpc>
              <a:spcBef>
                <a:spcPts val="0"/>
              </a:spcBef>
              <a:buNone/>
              <a:defRPr sz="1200">
                <a:solidFill>
                  <a:srgbClr val="8B8B8B"/>
                </a:solidFill>
                <a:latin typeface="Calibri"/>
                <a:ea typeface="Calibri"/>
                <a:cs typeface="Calibri"/>
                <a:sym typeface="Calibri"/>
              </a:defRPr>
            </a:lvl1pPr>
            <a:lvl2pPr indent="0" lvl="1" marL="0" algn="r">
              <a:lnSpc>
                <a:spcPct val="100000"/>
              </a:lnSpc>
              <a:spcBef>
                <a:spcPts val="0"/>
              </a:spcBef>
              <a:buNone/>
              <a:defRPr sz="1200">
                <a:solidFill>
                  <a:srgbClr val="8B8B8B"/>
                </a:solidFill>
                <a:latin typeface="Calibri"/>
                <a:ea typeface="Calibri"/>
                <a:cs typeface="Calibri"/>
                <a:sym typeface="Calibri"/>
              </a:defRPr>
            </a:lvl2pPr>
            <a:lvl3pPr indent="0" lvl="2" marL="0" algn="r">
              <a:lnSpc>
                <a:spcPct val="100000"/>
              </a:lnSpc>
              <a:spcBef>
                <a:spcPts val="0"/>
              </a:spcBef>
              <a:buNone/>
              <a:defRPr sz="1200">
                <a:solidFill>
                  <a:srgbClr val="8B8B8B"/>
                </a:solidFill>
                <a:latin typeface="Calibri"/>
                <a:ea typeface="Calibri"/>
                <a:cs typeface="Calibri"/>
                <a:sym typeface="Calibri"/>
              </a:defRPr>
            </a:lvl3pPr>
            <a:lvl4pPr indent="0" lvl="3" marL="0" algn="r">
              <a:lnSpc>
                <a:spcPct val="100000"/>
              </a:lnSpc>
              <a:spcBef>
                <a:spcPts val="0"/>
              </a:spcBef>
              <a:buNone/>
              <a:defRPr sz="1200">
                <a:solidFill>
                  <a:srgbClr val="8B8B8B"/>
                </a:solidFill>
                <a:latin typeface="Calibri"/>
                <a:ea typeface="Calibri"/>
                <a:cs typeface="Calibri"/>
                <a:sym typeface="Calibri"/>
              </a:defRPr>
            </a:lvl4pPr>
            <a:lvl5pPr indent="0" lvl="4" marL="0" algn="r">
              <a:lnSpc>
                <a:spcPct val="100000"/>
              </a:lnSpc>
              <a:spcBef>
                <a:spcPts val="0"/>
              </a:spcBef>
              <a:buNone/>
              <a:defRPr sz="1200">
                <a:solidFill>
                  <a:srgbClr val="8B8B8B"/>
                </a:solidFill>
                <a:latin typeface="Calibri"/>
                <a:ea typeface="Calibri"/>
                <a:cs typeface="Calibri"/>
                <a:sym typeface="Calibri"/>
              </a:defRPr>
            </a:lvl5pPr>
            <a:lvl6pPr indent="0" lvl="5" marL="0" algn="r">
              <a:lnSpc>
                <a:spcPct val="100000"/>
              </a:lnSpc>
              <a:spcBef>
                <a:spcPts val="0"/>
              </a:spcBef>
              <a:buNone/>
              <a:defRPr sz="1200">
                <a:solidFill>
                  <a:srgbClr val="8B8B8B"/>
                </a:solidFill>
                <a:latin typeface="Calibri"/>
                <a:ea typeface="Calibri"/>
                <a:cs typeface="Calibri"/>
                <a:sym typeface="Calibri"/>
              </a:defRPr>
            </a:lvl6pPr>
            <a:lvl7pPr indent="0" lvl="6" marL="0" algn="r">
              <a:lnSpc>
                <a:spcPct val="100000"/>
              </a:lnSpc>
              <a:spcBef>
                <a:spcPts val="0"/>
              </a:spcBef>
              <a:buNone/>
              <a:defRPr sz="1200">
                <a:solidFill>
                  <a:srgbClr val="8B8B8B"/>
                </a:solidFill>
                <a:latin typeface="Calibri"/>
                <a:ea typeface="Calibri"/>
                <a:cs typeface="Calibri"/>
                <a:sym typeface="Calibri"/>
              </a:defRPr>
            </a:lvl7pPr>
            <a:lvl8pPr indent="0" lvl="7" marL="0" algn="r">
              <a:lnSpc>
                <a:spcPct val="100000"/>
              </a:lnSpc>
              <a:spcBef>
                <a:spcPts val="0"/>
              </a:spcBef>
              <a:buNone/>
              <a:defRPr sz="1200">
                <a:solidFill>
                  <a:srgbClr val="8B8B8B"/>
                </a:solidFill>
                <a:latin typeface="Calibri"/>
                <a:ea typeface="Calibri"/>
                <a:cs typeface="Calibri"/>
                <a:sym typeface="Calibri"/>
              </a:defRPr>
            </a:lvl8pPr>
            <a:lvl9pPr indent="0" lvl="8" mar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4.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8.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theme" Target="../theme/theme9.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theme" Target="../theme/theme10.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2" Type="http://schemas.openxmlformats.org/officeDocument/2006/relationships/theme" Target="../theme/theme5.xml"/><Relationship Id="rId9" Type="http://schemas.openxmlformats.org/officeDocument/2006/relationships/slideLayout" Target="../slideLayouts/slideLayout34.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theme" Target="../theme/theme6.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theme" Target="../theme/theme7.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2" Type="http://schemas.openxmlformats.org/officeDocument/2006/relationships/theme" Target="../theme/theme1.xml"/><Relationship Id="rId9" Type="http://schemas.openxmlformats.org/officeDocument/2006/relationships/slideLayout" Target="../slideLayouts/slideLayout48.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5" name="Shape 5"/>
        <p:cNvGrpSpPr/>
        <p:nvPr/>
      </p:nvGrpSpPr>
      <p:grpSpPr>
        <a:xfrm>
          <a:off x="0" y="0"/>
          <a:ext cx="0" cy="0"/>
          <a:chOff x="0" y="0"/>
          <a:chExt cx="0" cy="0"/>
        </a:xfrm>
      </p:grpSpPr>
      <p:sp>
        <p:nvSpPr>
          <p:cNvPr id="6" name="Google Shape;6;p1"/>
          <p:cNvSpPr/>
          <p:nvPr/>
        </p:nvSpPr>
        <p:spPr>
          <a:xfrm>
            <a:off x="-815927" y="-611940"/>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7" name="Google Shape;7;p1"/>
          <p:cNvSpPr/>
          <p:nvPr/>
        </p:nvSpPr>
        <p:spPr>
          <a:xfrm>
            <a:off x="168818" y="15828"/>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8" name="Google Shape;8;p1"/>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9" name="Google Shape;9;p1"/>
          <p:cNvSpPr/>
          <p:nvPr/>
        </p:nvSpPr>
        <p:spPr>
          <a:xfrm>
            <a:off x="1012873" y="-40"/>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0" name="Google Shape;10;p1"/>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2" name="Google Shape;12;p1"/>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15" name="Google Shape;15;p1"/>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0" name="Shape 90"/>
        <p:cNvGrpSpPr/>
        <p:nvPr/>
      </p:nvGrpSpPr>
      <p:grpSpPr>
        <a:xfrm>
          <a:off x="0" y="0"/>
          <a:ext cx="0" cy="0"/>
          <a:chOff x="0" y="0"/>
          <a:chExt cx="0" cy="0"/>
        </a:xfrm>
      </p:grpSpPr>
      <p:sp>
        <p:nvSpPr>
          <p:cNvPr id="91" name="Google Shape;91;p12"/>
          <p:cNvSpPr/>
          <p:nvPr/>
        </p:nvSpPr>
        <p:spPr>
          <a:xfrm>
            <a:off x="-815927" y="-611940"/>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2" name="Google Shape;92;p12"/>
          <p:cNvSpPr/>
          <p:nvPr/>
        </p:nvSpPr>
        <p:spPr>
          <a:xfrm>
            <a:off x="168818" y="15828"/>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3" name="Google Shape;93;p12"/>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4" name="Google Shape;94;p12"/>
          <p:cNvSpPr/>
          <p:nvPr/>
        </p:nvSpPr>
        <p:spPr>
          <a:xfrm>
            <a:off x="1012873" y="-40"/>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5" name="Google Shape;95;p12"/>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6" name="Google Shape;96;p12"/>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97" name="Google Shape;97;p1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8" name="Google Shape;98;p1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9" name="Google Shape;99;p1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100" name="Google Shape;100;p12"/>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175" name="Shape 175"/>
        <p:cNvGrpSpPr/>
        <p:nvPr/>
      </p:nvGrpSpPr>
      <p:grpSpPr>
        <a:xfrm>
          <a:off x="0" y="0"/>
          <a:ext cx="0" cy="0"/>
          <a:chOff x="0" y="0"/>
          <a:chExt cx="0" cy="0"/>
        </a:xfrm>
      </p:grpSpPr>
      <p:sp>
        <p:nvSpPr>
          <p:cNvPr id="176" name="Google Shape;176;p23"/>
          <p:cNvSpPr/>
          <p:nvPr/>
        </p:nvSpPr>
        <p:spPr>
          <a:xfrm>
            <a:off x="-815927" y="-611941"/>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7" name="Google Shape;177;p23"/>
          <p:cNvSpPr/>
          <p:nvPr/>
        </p:nvSpPr>
        <p:spPr>
          <a:xfrm>
            <a:off x="168817" y="15827"/>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8" name="Google Shape;178;p23"/>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9" name="Google Shape;179;p23"/>
          <p:cNvSpPr/>
          <p:nvPr/>
        </p:nvSpPr>
        <p:spPr>
          <a:xfrm>
            <a:off x="1012873" y="-41"/>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80" name="Google Shape;180;p23"/>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3600"/>
              <a:buFont typeface="Gill Sans"/>
              <a:buNone/>
              <a:defRPr b="0" i="0" sz="36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1" name="Google Shape;181;p23"/>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00000"/>
              </a:lnSpc>
              <a:spcBef>
                <a:spcPts val="600"/>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100000"/>
              </a:lnSpc>
              <a:spcBef>
                <a:spcPts val="550"/>
              </a:spcBef>
              <a:spcAft>
                <a:spcPts val="0"/>
              </a:spcAft>
              <a:buClr>
                <a:schemeClr val="accent1"/>
              </a:buClr>
              <a:buSzPts val="2400"/>
              <a:buFont typeface="Verdana"/>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Gill Sans"/>
                <a:ea typeface="Gill Sans"/>
                <a:cs typeface="Gill Sans"/>
                <a:sym typeface="Gill Sans"/>
              </a:defRPr>
            </a:lvl3pPr>
            <a:lvl4pPr indent="-342900" lvl="3" marL="18288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82" name="Google Shape;182;p2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3" name="Google Shape;183;p2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4" name="Google Shape;184;p2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185" name="Google Shape;185;p23"/>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68" r:id="rId2"/>
    <p:sldLayoutId id="214748366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195" name="Shape 195"/>
        <p:cNvGrpSpPr/>
        <p:nvPr/>
      </p:nvGrpSpPr>
      <p:grpSpPr>
        <a:xfrm>
          <a:off x="0" y="0"/>
          <a:ext cx="0" cy="0"/>
          <a:chOff x="0" y="0"/>
          <a:chExt cx="0" cy="0"/>
        </a:xfrm>
      </p:grpSpPr>
      <p:sp>
        <p:nvSpPr>
          <p:cNvPr id="196" name="Google Shape;196;p26"/>
          <p:cNvSpPr/>
          <p:nvPr/>
        </p:nvSpPr>
        <p:spPr>
          <a:xfrm>
            <a:off x="-815927" y="-611941"/>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7" name="Google Shape;197;p26"/>
          <p:cNvSpPr/>
          <p:nvPr/>
        </p:nvSpPr>
        <p:spPr>
          <a:xfrm>
            <a:off x="168817" y="15827"/>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8" name="Google Shape;198;p26"/>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9" name="Google Shape;199;p26"/>
          <p:cNvSpPr/>
          <p:nvPr/>
        </p:nvSpPr>
        <p:spPr>
          <a:xfrm>
            <a:off x="1012873" y="-41"/>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0" name="Google Shape;200;p26"/>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3600"/>
              <a:buFont typeface="Gill Sans"/>
              <a:buNone/>
              <a:defRPr b="0" i="0" sz="36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1" name="Google Shape;201;p26"/>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00000"/>
              </a:lnSpc>
              <a:spcBef>
                <a:spcPts val="600"/>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100000"/>
              </a:lnSpc>
              <a:spcBef>
                <a:spcPts val="550"/>
              </a:spcBef>
              <a:spcAft>
                <a:spcPts val="0"/>
              </a:spcAft>
              <a:buClr>
                <a:schemeClr val="accent1"/>
              </a:buClr>
              <a:buSzPts val="2400"/>
              <a:buFont typeface="Verdana"/>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Gill Sans"/>
                <a:ea typeface="Gill Sans"/>
                <a:cs typeface="Gill Sans"/>
                <a:sym typeface="Gill Sans"/>
              </a:defRPr>
            </a:lvl3pPr>
            <a:lvl4pPr indent="-342900" lvl="3" marL="18288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202" name="Google Shape;202;p2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03" name="Google Shape;203;p2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04" name="Google Shape;204;p2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205" name="Google Shape;205;p26"/>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70" r:id="rId2"/>
    <p:sldLayoutId id="214748367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215" name="Shape 215"/>
        <p:cNvGrpSpPr/>
        <p:nvPr/>
      </p:nvGrpSpPr>
      <p:grpSpPr>
        <a:xfrm>
          <a:off x="0" y="0"/>
          <a:ext cx="0" cy="0"/>
          <a:chOff x="0" y="0"/>
          <a:chExt cx="0" cy="0"/>
        </a:xfrm>
      </p:grpSpPr>
      <p:sp>
        <p:nvSpPr>
          <p:cNvPr id="216" name="Google Shape;216;p29"/>
          <p:cNvSpPr/>
          <p:nvPr/>
        </p:nvSpPr>
        <p:spPr>
          <a:xfrm>
            <a:off x="-815927" y="-611941"/>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17" name="Google Shape;217;p29"/>
          <p:cNvSpPr/>
          <p:nvPr/>
        </p:nvSpPr>
        <p:spPr>
          <a:xfrm>
            <a:off x="168817" y="15827"/>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18" name="Google Shape;218;p29"/>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19" name="Google Shape;219;p29"/>
          <p:cNvSpPr/>
          <p:nvPr/>
        </p:nvSpPr>
        <p:spPr>
          <a:xfrm>
            <a:off x="1012873" y="-41"/>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0" name="Google Shape;220;p29"/>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3600"/>
              <a:buFont typeface="Gill Sans"/>
              <a:buNone/>
              <a:defRPr b="0" i="0" sz="36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1" name="Google Shape;221;p29"/>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00000"/>
              </a:lnSpc>
              <a:spcBef>
                <a:spcPts val="600"/>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100000"/>
              </a:lnSpc>
              <a:spcBef>
                <a:spcPts val="550"/>
              </a:spcBef>
              <a:spcAft>
                <a:spcPts val="0"/>
              </a:spcAft>
              <a:buClr>
                <a:schemeClr val="accent1"/>
              </a:buClr>
              <a:buSzPts val="2400"/>
              <a:buFont typeface="Verdana"/>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Gill Sans"/>
                <a:ea typeface="Gill Sans"/>
                <a:cs typeface="Gill Sans"/>
                <a:sym typeface="Gill Sans"/>
              </a:defRPr>
            </a:lvl3pPr>
            <a:lvl4pPr indent="-342900" lvl="3" marL="18288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222" name="Google Shape;222;p2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23" name="Google Shape;223;p2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24" name="Google Shape;224;p2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225" name="Google Shape;225;p29"/>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235" name="Shape 235"/>
        <p:cNvGrpSpPr/>
        <p:nvPr/>
      </p:nvGrpSpPr>
      <p:grpSpPr>
        <a:xfrm>
          <a:off x="0" y="0"/>
          <a:ext cx="0" cy="0"/>
          <a:chOff x="0" y="0"/>
          <a:chExt cx="0" cy="0"/>
        </a:xfrm>
      </p:grpSpPr>
      <p:sp>
        <p:nvSpPr>
          <p:cNvPr id="236" name="Google Shape;236;p32"/>
          <p:cNvSpPr/>
          <p:nvPr/>
        </p:nvSpPr>
        <p:spPr>
          <a:xfrm>
            <a:off x="-815927" y="-611940"/>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7" name="Google Shape;237;p32"/>
          <p:cNvSpPr/>
          <p:nvPr/>
        </p:nvSpPr>
        <p:spPr>
          <a:xfrm>
            <a:off x="168818" y="15828"/>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8" name="Google Shape;238;p32"/>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39" name="Google Shape;239;p32"/>
          <p:cNvSpPr/>
          <p:nvPr/>
        </p:nvSpPr>
        <p:spPr>
          <a:xfrm>
            <a:off x="1012873" y="-40"/>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0" name="Google Shape;240;p32"/>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1" name="Google Shape;241;p32"/>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242" name="Google Shape;242;p32"/>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43" name="Google Shape;243;p32"/>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44" name="Google Shape;244;p32"/>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245" name="Google Shape;245;p32"/>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320" name="Shape 320"/>
        <p:cNvGrpSpPr/>
        <p:nvPr/>
      </p:nvGrpSpPr>
      <p:grpSpPr>
        <a:xfrm>
          <a:off x="0" y="0"/>
          <a:ext cx="0" cy="0"/>
          <a:chOff x="0" y="0"/>
          <a:chExt cx="0" cy="0"/>
        </a:xfrm>
      </p:grpSpPr>
      <p:sp>
        <p:nvSpPr>
          <p:cNvPr id="321" name="Google Shape;321;p43"/>
          <p:cNvSpPr/>
          <p:nvPr/>
        </p:nvSpPr>
        <p:spPr>
          <a:xfrm>
            <a:off x="-815927" y="-611941"/>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22" name="Google Shape;322;p43"/>
          <p:cNvSpPr/>
          <p:nvPr/>
        </p:nvSpPr>
        <p:spPr>
          <a:xfrm>
            <a:off x="168817" y="15827"/>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23" name="Google Shape;323;p43"/>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24" name="Google Shape;324;p43"/>
          <p:cNvSpPr/>
          <p:nvPr/>
        </p:nvSpPr>
        <p:spPr>
          <a:xfrm>
            <a:off x="1012873" y="-41"/>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25" name="Google Shape;325;p43"/>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3600"/>
              <a:buFont typeface="Gill Sans"/>
              <a:buNone/>
              <a:defRPr b="0" i="0" sz="36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6" name="Google Shape;326;p43"/>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00000"/>
              </a:lnSpc>
              <a:spcBef>
                <a:spcPts val="600"/>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100000"/>
              </a:lnSpc>
              <a:spcBef>
                <a:spcPts val="550"/>
              </a:spcBef>
              <a:spcAft>
                <a:spcPts val="0"/>
              </a:spcAft>
              <a:buClr>
                <a:schemeClr val="accent1"/>
              </a:buClr>
              <a:buSzPts val="2400"/>
              <a:buFont typeface="Verdana"/>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Gill Sans"/>
                <a:ea typeface="Gill Sans"/>
                <a:cs typeface="Gill Sans"/>
                <a:sym typeface="Gill Sans"/>
              </a:defRPr>
            </a:lvl3pPr>
            <a:lvl4pPr indent="-342900" lvl="3" marL="18288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327" name="Google Shape;327;p43"/>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28" name="Google Shape;328;p43"/>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29" name="Google Shape;329;p43"/>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330" name="Google Shape;330;p43"/>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84" r:id="rId2"/>
    <p:sldLayoutId id="214748368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340" name="Shape 340"/>
        <p:cNvGrpSpPr/>
        <p:nvPr/>
      </p:nvGrpSpPr>
      <p:grpSpPr>
        <a:xfrm>
          <a:off x="0" y="0"/>
          <a:ext cx="0" cy="0"/>
          <a:chOff x="0" y="0"/>
          <a:chExt cx="0" cy="0"/>
        </a:xfrm>
      </p:grpSpPr>
      <p:sp>
        <p:nvSpPr>
          <p:cNvPr id="341" name="Google Shape;341;p46"/>
          <p:cNvSpPr/>
          <p:nvPr/>
        </p:nvSpPr>
        <p:spPr>
          <a:xfrm>
            <a:off x="-815927" y="-611941"/>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2" name="Google Shape;342;p46"/>
          <p:cNvSpPr/>
          <p:nvPr/>
        </p:nvSpPr>
        <p:spPr>
          <a:xfrm>
            <a:off x="168817" y="15827"/>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3" name="Google Shape;343;p46"/>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4" name="Google Shape;344;p46"/>
          <p:cNvSpPr/>
          <p:nvPr/>
        </p:nvSpPr>
        <p:spPr>
          <a:xfrm>
            <a:off x="1012873" y="-41"/>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5" name="Google Shape;345;p46"/>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3600"/>
              <a:buFont typeface="Gill Sans"/>
              <a:buNone/>
              <a:defRPr b="0" i="0" sz="36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6" name="Google Shape;346;p46"/>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00000"/>
              </a:lnSpc>
              <a:spcBef>
                <a:spcPts val="600"/>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1000" lvl="1" marL="914400" marR="0" rtl="0" algn="l">
              <a:lnSpc>
                <a:spcPct val="100000"/>
              </a:lnSpc>
              <a:spcBef>
                <a:spcPts val="550"/>
              </a:spcBef>
              <a:spcAft>
                <a:spcPts val="0"/>
              </a:spcAft>
              <a:buClr>
                <a:schemeClr val="accent1"/>
              </a:buClr>
              <a:buSzPts val="2400"/>
              <a:buFont typeface="Verdana"/>
              <a:buChar char="◦"/>
              <a:defRPr b="0" i="0" sz="2400" u="none" cap="none" strike="noStrike">
                <a:solidFill>
                  <a:schemeClr val="dk1"/>
                </a:solidFill>
                <a:latin typeface="Gill Sans"/>
                <a:ea typeface="Gill Sans"/>
                <a:cs typeface="Gill Sans"/>
                <a:sym typeface="Gill Sans"/>
              </a:defRPr>
            </a:lvl2pPr>
            <a:lvl3pPr indent="-355600" lvl="2" marL="13716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Gill Sans"/>
                <a:ea typeface="Gill Sans"/>
                <a:cs typeface="Gill Sans"/>
                <a:sym typeface="Gill Sans"/>
              </a:defRPr>
            </a:lvl3pPr>
            <a:lvl4pPr indent="-342900" lvl="3" marL="1828800" marR="0" rtl="0" algn="l">
              <a:lnSpc>
                <a:spcPct val="100000"/>
              </a:lnSpc>
              <a:spcBef>
                <a:spcPts val="360"/>
              </a:spcBef>
              <a:spcAft>
                <a:spcPts val="0"/>
              </a:spcAft>
              <a:buClr>
                <a:schemeClr val="accent3"/>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lnSpc>
                <a:spcPct val="100000"/>
              </a:lnSpc>
              <a:spcBef>
                <a:spcPts val="360"/>
              </a:spcBef>
              <a:spcAft>
                <a:spcPts val="0"/>
              </a:spcAft>
              <a:buClr>
                <a:schemeClr val="accent4"/>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347" name="Google Shape;347;p46"/>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48" name="Google Shape;348;p46"/>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49" name="Google Shape;349;p46"/>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350" name="Google Shape;350;p46"/>
          <p:cNvSpPr/>
          <p:nvPr/>
        </p:nvSpPr>
        <p:spPr>
          <a:xfrm>
            <a:off x="1014984" y="-41"/>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86" r:id="rId2"/>
    <p:sldLayoutId id="2147483687"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360" name="Shape 360"/>
        <p:cNvGrpSpPr/>
        <p:nvPr/>
      </p:nvGrpSpPr>
      <p:grpSpPr>
        <a:xfrm>
          <a:off x="0" y="0"/>
          <a:ext cx="0" cy="0"/>
          <a:chOff x="0" y="0"/>
          <a:chExt cx="0" cy="0"/>
        </a:xfrm>
      </p:grpSpPr>
      <p:sp>
        <p:nvSpPr>
          <p:cNvPr id="361" name="Google Shape;361;p49"/>
          <p:cNvSpPr/>
          <p:nvPr/>
        </p:nvSpPr>
        <p:spPr>
          <a:xfrm>
            <a:off x="-815927" y="-611940"/>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2" name="Google Shape;362;p49"/>
          <p:cNvSpPr/>
          <p:nvPr/>
        </p:nvSpPr>
        <p:spPr>
          <a:xfrm>
            <a:off x="168818" y="15828"/>
            <a:ext cx="1702191"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3" name="Google Shape;363;p49"/>
          <p:cNvSpPr/>
          <p:nvPr/>
        </p:nvSpPr>
        <p:spPr>
          <a:xfrm rot="2315675">
            <a:off x="182881"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4" name="Google Shape;364;p49"/>
          <p:cNvSpPr/>
          <p:nvPr/>
        </p:nvSpPr>
        <p:spPr>
          <a:xfrm>
            <a:off x="1012873" y="-40"/>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5" name="Google Shape;365;p49"/>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6" name="Google Shape;366;p49"/>
          <p:cNvSpPr txBox="1"/>
          <p:nvPr>
            <p:ph idx="1" type="body"/>
          </p:nvPr>
        </p:nvSpPr>
        <p:spPr>
          <a:xfrm>
            <a:off x="1435608"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367" name="Google Shape;367;p49"/>
          <p:cNvSpPr txBox="1"/>
          <p:nvPr>
            <p:ph idx="10" type="dt"/>
          </p:nvPr>
        </p:nvSpPr>
        <p:spPr>
          <a:xfrm>
            <a:off x="3581400"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68" name="Google Shape;368;p49"/>
          <p:cNvSpPr txBox="1"/>
          <p:nvPr>
            <p:ph idx="11" type="ftr"/>
          </p:nvPr>
        </p:nvSpPr>
        <p:spPr>
          <a:xfrm>
            <a:off x="5715000"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69" name="Google Shape;369;p49"/>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370" name="Google Shape;370;p49"/>
          <p:cNvSpPr/>
          <p:nvPr/>
        </p:nvSpPr>
        <p:spPr>
          <a:xfrm>
            <a:off x="1014984"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0"/>
          <p:cNvSpPr txBox="1"/>
          <p:nvPr/>
        </p:nvSpPr>
        <p:spPr>
          <a:xfrm>
            <a:off x="685800" y="1597860"/>
            <a:ext cx="7772040" cy="11021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4400" u="none" cap="none" strike="noStrike">
                <a:solidFill>
                  <a:srgbClr val="000000"/>
                </a:solidFill>
                <a:latin typeface="Calibri"/>
                <a:ea typeface="Calibri"/>
                <a:cs typeface="Calibri"/>
                <a:sym typeface="Calibri"/>
              </a:rPr>
              <a:t>Unit Validation Testing </a:t>
            </a:r>
            <a:endParaRPr b="0" i="0" sz="1800" u="none" cap="none" strike="noStrike">
              <a:solidFill>
                <a:schemeClr val="dk1"/>
              </a:solidFill>
              <a:latin typeface="Gill Sans"/>
              <a:ea typeface="Gill Sans"/>
              <a:cs typeface="Gill Sans"/>
              <a:sym typeface="Gill Sans"/>
            </a:endParaRPr>
          </a:p>
        </p:txBody>
      </p:sp>
      <p:sp>
        <p:nvSpPr>
          <p:cNvPr id="450" name="Google Shape;450;p60"/>
          <p:cNvSpPr txBox="1"/>
          <p:nvPr/>
        </p:nvSpPr>
        <p:spPr>
          <a:xfrm>
            <a:off x="1371600" y="2914650"/>
            <a:ext cx="6400440" cy="131409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rgbClr val="8B8B8B"/>
                </a:solidFill>
                <a:latin typeface="Calibri"/>
                <a:ea typeface="Calibri"/>
                <a:cs typeface="Calibri"/>
                <a:sym typeface="Calibri"/>
              </a:rPr>
              <a:t>.</a:t>
            </a:r>
            <a:endParaRPr b="0" i="0" sz="1800" u="none" cap="none" strike="noStrike">
              <a:solidFill>
                <a:schemeClr val="dk1"/>
              </a:solidFill>
              <a:latin typeface="Gill Sans"/>
              <a:ea typeface="Gill Sans"/>
              <a:cs typeface="Gill Sans"/>
              <a:sym typeface="Gill Sans"/>
            </a:endParaRPr>
          </a:p>
        </p:txBody>
      </p:sp>
      <p:sp>
        <p:nvSpPr>
          <p:cNvPr id="451" name="Google Shape;451;p60"/>
          <p:cNvSpPr/>
          <p:nvPr/>
        </p:nvSpPr>
        <p:spPr>
          <a:xfrm>
            <a:off x="2133720" y="3143340"/>
            <a:ext cx="4800240" cy="133341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Prof. Durga Prasad Mohapatra</a:t>
            </a:r>
            <a:endParaRPr b="0" i="0" sz="180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Professor</a:t>
            </a:r>
            <a:endParaRPr b="0" i="0" sz="180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Dept.of CSE, NIT Rourkela</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1"/>
          <p:cNvSpPr txBox="1"/>
          <p:nvPr>
            <p:ph idx="4294967295" type="title"/>
          </p:nvPr>
        </p:nvSpPr>
        <p:spPr>
          <a:xfrm>
            <a:off x="1486080" y="1656894"/>
            <a:ext cx="5857920" cy="1114677"/>
          </a:xfrm>
          <a:prstGeom prst="rect">
            <a:avLst/>
          </a:prstGeom>
          <a:solidFill>
            <a:srgbClr val="FFFF99"/>
          </a:solidFill>
          <a:ln cap="flat" cmpd="sng" w="9525">
            <a:solidFill>
              <a:srgbClr val="FF0000"/>
            </a:solidFill>
            <a:prstDash val="solid"/>
            <a:round/>
            <a:headEnd len="sm" w="sm" type="none"/>
            <a:tailEnd len="sm" w="sm" type="none"/>
          </a:ln>
        </p:spPr>
        <p:txBody>
          <a:bodyPr anchorCtr="0" anchor="ctr" bIns="30600" lIns="61200" spcFirstLastPara="1" rIns="61200" wrap="square" tIns="30600">
            <a:normAutofit/>
          </a:bodyPr>
          <a:lstStyle/>
          <a:p>
            <a:pPr indent="0" lvl="0" marL="0" rtl="0" algn="ctr">
              <a:spcBef>
                <a:spcPts val="0"/>
              </a:spcBef>
              <a:spcAft>
                <a:spcPts val="0"/>
              </a:spcAft>
              <a:buClr>
                <a:srgbClr val="0000FF"/>
              </a:buClr>
              <a:buSzPts val="4900"/>
              <a:buFont typeface="Gill Sans"/>
              <a:buNone/>
            </a:pPr>
            <a:r>
              <a:rPr lang="en-US" sz="4900">
                <a:solidFill>
                  <a:srgbClr val="0000FF"/>
                </a:solidFill>
              </a:rPr>
              <a:t>Testing  Levels</a:t>
            </a:r>
            <a:endParaRPr sz="150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2"/>
          <p:cNvSpPr txBox="1"/>
          <p:nvPr>
            <p:ph type="title"/>
          </p:nvPr>
        </p:nvSpPr>
        <p:spPr>
          <a:xfrm>
            <a:off x="1656000" y="212783"/>
            <a:ext cx="5830560" cy="645908"/>
          </a:xfrm>
          <a:prstGeom prst="rect">
            <a:avLst/>
          </a:prstGeom>
          <a:noFill/>
          <a:ln>
            <a:noFill/>
          </a:ln>
        </p:spPr>
        <p:txBody>
          <a:bodyPr anchorCtr="0" anchor="ctr" bIns="31325" lIns="12050" spcFirstLastPara="1" rIns="12050" wrap="square" tIns="31325">
            <a:normAutofit/>
          </a:bodyPr>
          <a:lstStyle/>
          <a:p>
            <a:pPr indent="0" lvl="0" marL="0" rtl="0" algn="ctr">
              <a:spcBef>
                <a:spcPts val="0"/>
              </a:spcBef>
              <a:spcAft>
                <a:spcPts val="0"/>
              </a:spcAft>
              <a:buClr>
                <a:srgbClr val="562214"/>
              </a:buClr>
              <a:buSzPts val="3300"/>
              <a:buFont typeface="Gill Sans"/>
              <a:buNone/>
            </a:pPr>
            <a:r>
              <a:rPr lang="en-US" sz="3300"/>
              <a:t>4 Testing  Levels</a:t>
            </a:r>
            <a:endParaRPr/>
          </a:p>
        </p:txBody>
      </p:sp>
      <p:sp>
        <p:nvSpPr>
          <p:cNvPr id="464" name="Google Shape;464;p62"/>
          <p:cNvSpPr txBox="1"/>
          <p:nvPr>
            <p:ph idx="1" type="body"/>
          </p:nvPr>
        </p:nvSpPr>
        <p:spPr>
          <a:xfrm>
            <a:off x="1143000" y="1123950"/>
            <a:ext cx="8686080" cy="3352800"/>
          </a:xfrm>
          <a:prstGeom prst="rect">
            <a:avLst/>
          </a:prstGeom>
          <a:noFill/>
          <a:ln>
            <a:noFill/>
          </a:ln>
        </p:spPr>
        <p:txBody>
          <a:bodyPr anchorCtr="0" anchor="t" bIns="31325" lIns="12050" spcFirstLastPara="1" rIns="12050" wrap="square" tIns="31325">
            <a:normAutofit fontScale="55000" lnSpcReduction="20000"/>
          </a:bodyPr>
          <a:lstStyle/>
          <a:p>
            <a:pPr indent="-208286" lvl="0" marL="208286" rtl="0" algn="l">
              <a:lnSpc>
                <a:spcPct val="130000"/>
              </a:lnSpc>
              <a:spcBef>
                <a:spcPts val="0"/>
              </a:spcBef>
              <a:spcAft>
                <a:spcPts val="0"/>
              </a:spcAft>
              <a:buSzPct val="80000"/>
              <a:buChar char="⚫"/>
            </a:pPr>
            <a:r>
              <a:rPr lang="en-US" sz="4500"/>
              <a:t>Software  tested at  4 levels:</a:t>
            </a:r>
            <a:endParaRPr/>
          </a:p>
          <a:p>
            <a:pPr indent="-173571" lvl="1" marL="451287" rtl="0" algn="l">
              <a:lnSpc>
                <a:spcPct val="130000"/>
              </a:lnSpc>
              <a:spcBef>
                <a:spcPts val="1944"/>
              </a:spcBef>
              <a:spcAft>
                <a:spcPts val="0"/>
              </a:spcAft>
              <a:buSzPct val="100000"/>
              <a:buChar char="◦"/>
            </a:pPr>
            <a:r>
              <a:rPr lang="en-US" sz="4400">
                <a:solidFill>
                  <a:srgbClr val="0000CC"/>
                </a:solidFill>
              </a:rPr>
              <a:t>Unit testing</a:t>
            </a:r>
            <a:endParaRPr/>
          </a:p>
          <a:p>
            <a:pPr indent="-173571" lvl="1" marL="451287" rtl="0" algn="l">
              <a:lnSpc>
                <a:spcPct val="130000"/>
              </a:lnSpc>
              <a:spcBef>
                <a:spcPts val="1944"/>
              </a:spcBef>
              <a:spcAft>
                <a:spcPts val="0"/>
              </a:spcAft>
              <a:buSzPct val="100000"/>
              <a:buChar char="◦"/>
            </a:pPr>
            <a:r>
              <a:rPr lang="en-US" sz="4400">
                <a:solidFill>
                  <a:srgbClr val="0000CC"/>
                </a:solidFill>
              </a:rPr>
              <a:t>Integration testing</a:t>
            </a:r>
            <a:endParaRPr/>
          </a:p>
          <a:p>
            <a:pPr indent="-173571" lvl="1" marL="451287" rtl="0" algn="l">
              <a:lnSpc>
                <a:spcPct val="130000"/>
              </a:lnSpc>
              <a:spcBef>
                <a:spcPts val="1944"/>
              </a:spcBef>
              <a:spcAft>
                <a:spcPts val="0"/>
              </a:spcAft>
              <a:buSzPct val="100000"/>
              <a:buChar char="◦"/>
            </a:pPr>
            <a:r>
              <a:rPr lang="en-US" sz="4400">
                <a:solidFill>
                  <a:srgbClr val="0000CC"/>
                </a:solidFill>
              </a:rPr>
              <a:t>System testing</a:t>
            </a:r>
            <a:endParaRPr/>
          </a:p>
          <a:p>
            <a:pPr indent="-173571" lvl="1" marL="451287" rtl="0" algn="l">
              <a:lnSpc>
                <a:spcPct val="130000"/>
              </a:lnSpc>
              <a:spcBef>
                <a:spcPts val="1944"/>
              </a:spcBef>
              <a:spcAft>
                <a:spcPts val="0"/>
              </a:spcAft>
              <a:buSzPct val="100000"/>
              <a:buChar char="◦"/>
            </a:pPr>
            <a:r>
              <a:rPr lang="en-US" sz="4400">
                <a:solidFill>
                  <a:srgbClr val="0000CC"/>
                </a:solidFill>
              </a:rPr>
              <a:t>Regression testing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3"/>
          <p:cNvSpPr txBox="1"/>
          <p:nvPr>
            <p:ph type="title"/>
          </p:nvPr>
        </p:nvSpPr>
        <p:spPr>
          <a:xfrm>
            <a:off x="1668960" y="9721"/>
            <a:ext cx="6168960" cy="855450"/>
          </a:xfrm>
          <a:prstGeom prst="rect">
            <a:avLst/>
          </a:prstGeom>
          <a:noFill/>
          <a:ln>
            <a:noFill/>
          </a:ln>
        </p:spPr>
        <p:txBody>
          <a:bodyPr anchorCtr="0" anchor="ctr" bIns="37025" lIns="74050" spcFirstLastPara="1" rIns="74050" wrap="square" tIns="37025">
            <a:normAutofit/>
          </a:bodyPr>
          <a:lstStyle/>
          <a:p>
            <a:pPr indent="0" lvl="0" marL="0" rtl="0" algn="ctr">
              <a:spcBef>
                <a:spcPts val="0"/>
              </a:spcBef>
              <a:spcAft>
                <a:spcPts val="0"/>
              </a:spcAft>
              <a:buClr>
                <a:srgbClr val="562214"/>
              </a:buClr>
              <a:buSzPts val="3200"/>
              <a:buFont typeface="Gill Sans"/>
              <a:buNone/>
            </a:pPr>
            <a:r>
              <a:rPr lang="en-US" sz="3200"/>
              <a:t>Test  Levels</a:t>
            </a:r>
            <a:endParaRPr/>
          </a:p>
        </p:txBody>
      </p:sp>
      <p:sp>
        <p:nvSpPr>
          <p:cNvPr id="470" name="Google Shape;470;p63"/>
          <p:cNvSpPr txBox="1"/>
          <p:nvPr>
            <p:ph idx="1" type="body"/>
          </p:nvPr>
        </p:nvSpPr>
        <p:spPr>
          <a:xfrm>
            <a:off x="1066800" y="742950"/>
            <a:ext cx="9144000" cy="3886200"/>
          </a:xfrm>
          <a:prstGeom prst="rect">
            <a:avLst/>
          </a:prstGeom>
          <a:noFill/>
          <a:ln>
            <a:noFill/>
          </a:ln>
        </p:spPr>
        <p:txBody>
          <a:bodyPr anchorCtr="0" anchor="t" bIns="37025" lIns="74050" spcFirstLastPara="1" rIns="74050" wrap="square" tIns="37025">
            <a:normAutofit fontScale="85000" lnSpcReduction="20000"/>
          </a:bodyPr>
          <a:lstStyle/>
          <a:p>
            <a:pPr indent="-283464" lvl="0" marL="365760" rtl="0" algn="l">
              <a:lnSpc>
                <a:spcPct val="125000"/>
              </a:lnSpc>
              <a:spcBef>
                <a:spcPts val="0"/>
              </a:spcBef>
              <a:spcAft>
                <a:spcPts val="0"/>
              </a:spcAft>
              <a:buSzPct val="80000"/>
              <a:buChar char="⚫"/>
            </a:pPr>
            <a:r>
              <a:rPr b="1" lang="en-US">
                <a:solidFill>
                  <a:srgbClr val="0000CC"/>
                </a:solidFill>
              </a:rPr>
              <a:t>Unit testing</a:t>
            </a:r>
            <a:endParaRPr/>
          </a:p>
          <a:p>
            <a:pPr indent="-237744" lvl="1" marL="640080" rtl="0" algn="l">
              <a:lnSpc>
                <a:spcPct val="125000"/>
              </a:lnSpc>
              <a:spcBef>
                <a:spcPts val="1458"/>
              </a:spcBef>
              <a:spcAft>
                <a:spcPts val="0"/>
              </a:spcAft>
              <a:buSzPct val="100000"/>
              <a:buChar char="◦"/>
            </a:pPr>
            <a:r>
              <a:rPr lang="en-US" sz="1900"/>
              <a:t>Test each module (unit, or component) independently</a:t>
            </a:r>
            <a:endParaRPr/>
          </a:p>
          <a:p>
            <a:pPr indent="-237744" lvl="1" marL="640080" rtl="0" algn="l">
              <a:lnSpc>
                <a:spcPct val="125000"/>
              </a:lnSpc>
              <a:spcBef>
                <a:spcPts val="1458"/>
              </a:spcBef>
              <a:spcAft>
                <a:spcPts val="0"/>
              </a:spcAft>
              <a:buSzPct val="100000"/>
              <a:buChar char="◦"/>
            </a:pPr>
            <a:r>
              <a:rPr b="1" lang="en-US" sz="1900">
                <a:solidFill>
                  <a:srgbClr val="006600"/>
                </a:solidFill>
              </a:rPr>
              <a:t>Mostly done by developers of the modules</a:t>
            </a:r>
            <a:endParaRPr/>
          </a:p>
          <a:p>
            <a:pPr indent="-283464" lvl="0" marL="365760" rtl="0" algn="l">
              <a:lnSpc>
                <a:spcPct val="125000"/>
              </a:lnSpc>
              <a:spcBef>
                <a:spcPts val="1458"/>
              </a:spcBef>
              <a:spcAft>
                <a:spcPts val="0"/>
              </a:spcAft>
              <a:buSzPct val="80000"/>
              <a:buChar char="⚫"/>
            </a:pPr>
            <a:r>
              <a:rPr b="1" lang="en-US">
                <a:solidFill>
                  <a:srgbClr val="0000CC"/>
                </a:solidFill>
              </a:rPr>
              <a:t>Integration and system testing</a:t>
            </a:r>
            <a:endParaRPr/>
          </a:p>
          <a:p>
            <a:pPr indent="-237744" lvl="1" marL="640080" rtl="0" algn="l">
              <a:lnSpc>
                <a:spcPct val="125000"/>
              </a:lnSpc>
              <a:spcBef>
                <a:spcPts val="1458"/>
              </a:spcBef>
              <a:spcAft>
                <a:spcPts val="0"/>
              </a:spcAft>
              <a:buSzPct val="100000"/>
              <a:buChar char="◦"/>
            </a:pPr>
            <a:r>
              <a:rPr lang="en-US" sz="1900"/>
              <a:t>Test the system as a whole</a:t>
            </a:r>
            <a:endParaRPr/>
          </a:p>
          <a:p>
            <a:pPr indent="-237744" lvl="1" marL="640080" rtl="0" algn="l">
              <a:lnSpc>
                <a:spcPct val="125000"/>
              </a:lnSpc>
              <a:spcBef>
                <a:spcPts val="1458"/>
              </a:spcBef>
              <a:spcAft>
                <a:spcPts val="0"/>
              </a:spcAft>
              <a:buSzPct val="100000"/>
              <a:buChar char="◦"/>
            </a:pPr>
            <a:r>
              <a:rPr b="1" lang="en-US" sz="1900">
                <a:solidFill>
                  <a:srgbClr val="006600"/>
                </a:solidFill>
              </a:rPr>
              <a:t>Often done by separate testing or QA team</a:t>
            </a:r>
            <a:endParaRPr/>
          </a:p>
          <a:p>
            <a:pPr indent="-283464" lvl="0" marL="365760" rtl="0" algn="l">
              <a:lnSpc>
                <a:spcPct val="125000"/>
              </a:lnSpc>
              <a:spcBef>
                <a:spcPts val="1458"/>
              </a:spcBef>
              <a:spcAft>
                <a:spcPts val="0"/>
              </a:spcAft>
              <a:buSzPct val="80000"/>
              <a:buChar char="⚫"/>
            </a:pPr>
            <a:r>
              <a:rPr b="1" lang="en-US">
                <a:solidFill>
                  <a:srgbClr val="0000CC"/>
                </a:solidFill>
              </a:rPr>
              <a:t>Acceptance testing</a:t>
            </a:r>
            <a:endParaRPr/>
          </a:p>
          <a:p>
            <a:pPr indent="-237744" lvl="1" marL="640080" rtl="0" algn="l">
              <a:lnSpc>
                <a:spcPct val="125000"/>
              </a:lnSpc>
              <a:spcBef>
                <a:spcPts val="1458"/>
              </a:spcBef>
              <a:spcAft>
                <a:spcPts val="0"/>
              </a:spcAft>
              <a:buSzPct val="100000"/>
              <a:buChar char="◦"/>
            </a:pPr>
            <a:r>
              <a:rPr b="1" lang="en-US" sz="1900">
                <a:solidFill>
                  <a:srgbClr val="006600"/>
                </a:solidFill>
              </a:rPr>
              <a:t>Validation of system functions by the  customer</a:t>
            </a:r>
            <a:endParaRPr b="1" sz="1500">
              <a:solidFill>
                <a:srgbClr val="0066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4"/>
          <p:cNvSpPr txBox="1"/>
          <p:nvPr>
            <p:ph type="title"/>
          </p:nvPr>
        </p:nvSpPr>
        <p:spPr>
          <a:xfrm>
            <a:off x="1406881" y="77768"/>
            <a:ext cx="6171840" cy="643748"/>
          </a:xfrm>
          <a:prstGeom prst="rect">
            <a:avLst/>
          </a:prstGeom>
          <a:noFill/>
          <a:ln>
            <a:noFill/>
          </a:ln>
        </p:spPr>
        <p:txBody>
          <a:bodyPr anchorCtr="0" anchor="ctr" bIns="37025" lIns="74050" spcFirstLastPara="1" rIns="74050" wrap="square" tIns="37025">
            <a:normAutofit/>
          </a:bodyPr>
          <a:lstStyle/>
          <a:p>
            <a:pPr indent="0" lvl="0" marL="0" rtl="0" algn="ctr">
              <a:spcBef>
                <a:spcPts val="0"/>
              </a:spcBef>
              <a:spcAft>
                <a:spcPts val="0"/>
              </a:spcAft>
              <a:buClr>
                <a:srgbClr val="562214"/>
              </a:buClr>
              <a:buSzPts val="3200"/>
              <a:buFont typeface="Gill Sans"/>
              <a:buNone/>
            </a:pPr>
            <a:r>
              <a:rPr lang="en-US" sz="3200"/>
              <a:t>Levels of Testing</a:t>
            </a:r>
            <a:endParaRPr/>
          </a:p>
        </p:txBody>
      </p:sp>
      <p:grpSp>
        <p:nvGrpSpPr>
          <p:cNvPr id="476" name="Google Shape;476;p64"/>
          <p:cNvGrpSpPr/>
          <p:nvPr/>
        </p:nvGrpSpPr>
        <p:grpSpPr>
          <a:xfrm>
            <a:off x="789120" y="873813"/>
            <a:ext cx="7499579" cy="3387244"/>
            <a:chOff x="849312" y="1417637"/>
            <a:chExt cx="7729952" cy="5693871"/>
          </a:xfrm>
        </p:grpSpPr>
        <p:sp>
          <p:nvSpPr>
            <p:cNvPr id="477" name="Google Shape;477;p64"/>
            <p:cNvSpPr txBox="1"/>
            <p:nvPr/>
          </p:nvSpPr>
          <p:spPr>
            <a:xfrm>
              <a:off x="1209287" y="1428135"/>
              <a:ext cx="1228030" cy="904373"/>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i="0" lang="en-US" sz="1500" u="none" cap="none" strike="noStrike">
                  <a:solidFill>
                    <a:schemeClr val="dk1"/>
                  </a:solidFill>
                  <a:latin typeface="Gill Sans"/>
                  <a:ea typeface="Gill Sans"/>
                  <a:cs typeface="Gill Sans"/>
                  <a:sym typeface="Gill Sans"/>
                </a:rPr>
                <a:t>What users</a:t>
              </a:r>
              <a:endParaRPr/>
            </a:p>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really need</a:t>
              </a:r>
              <a:endParaRPr/>
            </a:p>
          </p:txBody>
        </p:sp>
        <p:sp>
          <p:nvSpPr>
            <p:cNvPr id="478" name="Google Shape;478;p64"/>
            <p:cNvSpPr txBox="1"/>
            <p:nvPr/>
          </p:nvSpPr>
          <p:spPr>
            <a:xfrm>
              <a:off x="1107756" y="2939822"/>
              <a:ext cx="1460335"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Requirements</a:t>
              </a:r>
              <a:endParaRPr/>
            </a:p>
          </p:txBody>
        </p:sp>
        <p:sp>
          <p:nvSpPr>
            <p:cNvPr id="479" name="Google Shape;479;p64"/>
            <p:cNvSpPr txBox="1"/>
            <p:nvPr/>
          </p:nvSpPr>
          <p:spPr>
            <a:xfrm>
              <a:off x="1515421" y="4115576"/>
              <a:ext cx="786880"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Design</a:t>
              </a:r>
              <a:endParaRPr/>
            </a:p>
          </p:txBody>
        </p:sp>
        <p:sp>
          <p:nvSpPr>
            <p:cNvPr id="480" name="Google Shape;480;p64"/>
            <p:cNvSpPr txBox="1"/>
            <p:nvPr/>
          </p:nvSpPr>
          <p:spPr>
            <a:xfrm>
              <a:off x="1623106" y="5375312"/>
              <a:ext cx="653049"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Code</a:t>
              </a:r>
              <a:endParaRPr/>
            </a:p>
          </p:txBody>
        </p:sp>
        <p:cxnSp>
          <p:nvCxnSpPr>
            <p:cNvPr id="481" name="Google Shape;481;p64"/>
            <p:cNvCxnSpPr/>
            <p:nvPr/>
          </p:nvCxnSpPr>
          <p:spPr>
            <a:xfrm flipH="1">
              <a:off x="2058460" y="2104195"/>
              <a:ext cx="10769" cy="835626"/>
            </a:xfrm>
            <a:prstGeom prst="straightConnector1">
              <a:avLst/>
            </a:prstGeom>
            <a:noFill/>
            <a:ln cap="flat" cmpd="sng" w="38100">
              <a:solidFill>
                <a:srgbClr val="FF0000"/>
              </a:solidFill>
              <a:prstDash val="solid"/>
              <a:round/>
              <a:headEnd len="med" w="med" type="none"/>
              <a:tailEnd len="med" w="med" type="triangle"/>
            </a:ln>
          </p:spPr>
        </p:cxnSp>
        <p:cxnSp>
          <p:nvCxnSpPr>
            <p:cNvPr id="482" name="Google Shape;482;p64"/>
            <p:cNvCxnSpPr/>
            <p:nvPr/>
          </p:nvCxnSpPr>
          <p:spPr>
            <a:xfrm>
              <a:off x="2058460" y="3359733"/>
              <a:ext cx="0" cy="755843"/>
            </a:xfrm>
            <a:prstGeom prst="straightConnector1">
              <a:avLst/>
            </a:prstGeom>
            <a:noFill/>
            <a:ln cap="flat" cmpd="sng" w="38100">
              <a:solidFill>
                <a:srgbClr val="FF0000"/>
              </a:solidFill>
              <a:prstDash val="solid"/>
              <a:round/>
              <a:headEnd len="med" w="med" type="none"/>
              <a:tailEnd len="med" w="med" type="triangle"/>
            </a:ln>
          </p:spPr>
        </p:cxnSp>
        <p:cxnSp>
          <p:nvCxnSpPr>
            <p:cNvPr id="483" name="Google Shape;483;p64"/>
            <p:cNvCxnSpPr/>
            <p:nvPr/>
          </p:nvCxnSpPr>
          <p:spPr>
            <a:xfrm flipH="1">
              <a:off x="2058460" y="4541786"/>
              <a:ext cx="10769" cy="833527"/>
            </a:xfrm>
            <a:prstGeom prst="straightConnector1">
              <a:avLst/>
            </a:prstGeom>
            <a:noFill/>
            <a:ln cap="flat" cmpd="sng" w="38100">
              <a:solidFill>
                <a:srgbClr val="FF0000"/>
              </a:solidFill>
              <a:prstDash val="solid"/>
              <a:round/>
              <a:headEnd len="med" w="med" type="none"/>
              <a:tailEnd len="med" w="med" type="triangle"/>
            </a:ln>
          </p:spPr>
        </p:cxnSp>
        <p:sp>
          <p:nvSpPr>
            <p:cNvPr id="484" name="Google Shape;484;p64"/>
            <p:cNvSpPr txBox="1"/>
            <p:nvPr/>
          </p:nvSpPr>
          <p:spPr>
            <a:xfrm>
              <a:off x="7158112" y="1417637"/>
              <a:ext cx="1300728" cy="904373"/>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Acceptance </a:t>
              </a:r>
              <a:endParaRPr/>
            </a:p>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testing</a:t>
              </a:r>
              <a:endParaRPr/>
            </a:p>
          </p:txBody>
        </p:sp>
        <p:sp>
          <p:nvSpPr>
            <p:cNvPr id="485" name="Google Shape;485;p64"/>
            <p:cNvSpPr txBox="1"/>
            <p:nvPr/>
          </p:nvSpPr>
          <p:spPr>
            <a:xfrm>
              <a:off x="6964279" y="2939822"/>
              <a:ext cx="1528737"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System testing</a:t>
              </a:r>
              <a:endParaRPr/>
            </a:p>
          </p:txBody>
        </p:sp>
        <p:sp>
          <p:nvSpPr>
            <p:cNvPr id="486" name="Google Shape;486;p64"/>
            <p:cNvSpPr txBox="1"/>
            <p:nvPr/>
          </p:nvSpPr>
          <p:spPr>
            <a:xfrm>
              <a:off x="6691989" y="4115576"/>
              <a:ext cx="1887275"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Integration testing</a:t>
              </a:r>
              <a:endParaRPr/>
            </a:p>
          </p:txBody>
        </p:sp>
        <p:sp>
          <p:nvSpPr>
            <p:cNvPr id="487" name="Google Shape;487;p64"/>
            <p:cNvSpPr txBox="1"/>
            <p:nvPr/>
          </p:nvSpPr>
          <p:spPr>
            <a:xfrm>
              <a:off x="7182725" y="5408905"/>
              <a:ext cx="1259422"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Unit testing</a:t>
              </a:r>
              <a:endParaRPr/>
            </a:p>
          </p:txBody>
        </p:sp>
        <p:cxnSp>
          <p:nvCxnSpPr>
            <p:cNvPr id="488" name="Google Shape;488;p64"/>
            <p:cNvCxnSpPr/>
            <p:nvPr/>
          </p:nvCxnSpPr>
          <p:spPr>
            <a:xfrm>
              <a:off x="8088817" y="2104195"/>
              <a:ext cx="0" cy="835626"/>
            </a:xfrm>
            <a:prstGeom prst="straightConnector1">
              <a:avLst/>
            </a:prstGeom>
            <a:noFill/>
            <a:ln cap="flat" cmpd="sng" w="38100">
              <a:solidFill>
                <a:srgbClr val="FF0000"/>
              </a:solidFill>
              <a:prstDash val="solid"/>
              <a:round/>
              <a:headEnd len="med" w="med" type="triangle"/>
              <a:tailEnd len="med" w="med" type="none"/>
            </a:ln>
          </p:spPr>
        </p:cxnSp>
        <p:cxnSp>
          <p:nvCxnSpPr>
            <p:cNvPr id="489" name="Google Shape;489;p64"/>
            <p:cNvCxnSpPr/>
            <p:nvPr/>
          </p:nvCxnSpPr>
          <p:spPr>
            <a:xfrm>
              <a:off x="8088817" y="3359733"/>
              <a:ext cx="0" cy="755843"/>
            </a:xfrm>
            <a:prstGeom prst="straightConnector1">
              <a:avLst/>
            </a:prstGeom>
            <a:noFill/>
            <a:ln cap="flat" cmpd="sng" w="38100">
              <a:solidFill>
                <a:srgbClr val="FF0000"/>
              </a:solidFill>
              <a:prstDash val="solid"/>
              <a:round/>
              <a:headEnd len="med" w="med" type="triangle"/>
              <a:tailEnd len="med" w="med" type="none"/>
            </a:ln>
          </p:spPr>
        </p:cxnSp>
        <p:cxnSp>
          <p:nvCxnSpPr>
            <p:cNvPr id="490" name="Google Shape;490;p64"/>
            <p:cNvCxnSpPr/>
            <p:nvPr/>
          </p:nvCxnSpPr>
          <p:spPr>
            <a:xfrm>
              <a:off x="8088817" y="4535488"/>
              <a:ext cx="0" cy="844024"/>
            </a:xfrm>
            <a:prstGeom prst="straightConnector1">
              <a:avLst/>
            </a:prstGeom>
            <a:noFill/>
            <a:ln cap="flat" cmpd="sng" w="38100">
              <a:solidFill>
                <a:srgbClr val="FF0000"/>
              </a:solidFill>
              <a:prstDash val="solid"/>
              <a:round/>
              <a:headEnd len="med" w="med" type="triangle"/>
              <a:tailEnd len="med" w="med" type="none"/>
            </a:ln>
          </p:spPr>
        </p:cxnSp>
        <p:cxnSp>
          <p:nvCxnSpPr>
            <p:cNvPr id="491" name="Google Shape;491;p64"/>
            <p:cNvCxnSpPr/>
            <p:nvPr/>
          </p:nvCxnSpPr>
          <p:spPr>
            <a:xfrm>
              <a:off x="2449203" y="5608364"/>
              <a:ext cx="4724293" cy="0"/>
            </a:xfrm>
            <a:prstGeom prst="straightConnector1">
              <a:avLst/>
            </a:prstGeom>
            <a:noFill/>
            <a:ln cap="flat" cmpd="sng" w="38100">
              <a:solidFill>
                <a:srgbClr val="FF0000"/>
              </a:solidFill>
              <a:prstDash val="dash"/>
              <a:round/>
              <a:headEnd len="lg" w="lg" type="triangle"/>
              <a:tailEnd len="lg" w="lg" type="triangle"/>
            </a:ln>
          </p:spPr>
        </p:cxnSp>
        <p:cxnSp>
          <p:nvCxnSpPr>
            <p:cNvPr id="492" name="Google Shape;492;p64"/>
            <p:cNvCxnSpPr/>
            <p:nvPr/>
          </p:nvCxnSpPr>
          <p:spPr>
            <a:xfrm>
              <a:off x="2601500" y="4312935"/>
              <a:ext cx="3962806" cy="0"/>
            </a:xfrm>
            <a:prstGeom prst="straightConnector1">
              <a:avLst/>
            </a:prstGeom>
            <a:noFill/>
            <a:ln cap="flat" cmpd="sng" w="38100">
              <a:solidFill>
                <a:srgbClr val="FF0000"/>
              </a:solidFill>
              <a:prstDash val="dash"/>
              <a:round/>
              <a:headEnd len="lg" w="lg" type="triangle"/>
              <a:tailEnd len="lg" w="lg" type="triangle"/>
            </a:ln>
          </p:spPr>
        </p:cxnSp>
        <p:cxnSp>
          <p:nvCxnSpPr>
            <p:cNvPr id="493" name="Google Shape;493;p64"/>
            <p:cNvCxnSpPr/>
            <p:nvPr/>
          </p:nvCxnSpPr>
          <p:spPr>
            <a:xfrm>
              <a:off x="3172230" y="3107786"/>
              <a:ext cx="3698209" cy="0"/>
            </a:xfrm>
            <a:prstGeom prst="straightConnector1">
              <a:avLst/>
            </a:prstGeom>
            <a:noFill/>
            <a:ln cap="flat" cmpd="sng" w="38100">
              <a:solidFill>
                <a:srgbClr val="FF0000"/>
              </a:solidFill>
              <a:prstDash val="dash"/>
              <a:round/>
              <a:headEnd len="lg" w="lg" type="triangle"/>
              <a:tailEnd len="lg" w="lg" type="triangle"/>
            </a:ln>
          </p:spPr>
        </p:cxnSp>
        <p:cxnSp>
          <p:nvCxnSpPr>
            <p:cNvPr id="494" name="Google Shape;494;p64"/>
            <p:cNvCxnSpPr/>
            <p:nvPr/>
          </p:nvCxnSpPr>
          <p:spPr>
            <a:xfrm>
              <a:off x="3096851" y="1797659"/>
              <a:ext cx="4001264" cy="0"/>
            </a:xfrm>
            <a:prstGeom prst="straightConnector1">
              <a:avLst/>
            </a:prstGeom>
            <a:noFill/>
            <a:ln cap="flat" cmpd="sng" w="38100">
              <a:solidFill>
                <a:srgbClr val="FF0000"/>
              </a:solidFill>
              <a:prstDash val="dash"/>
              <a:round/>
              <a:headEnd len="lg" w="lg" type="triangle"/>
              <a:tailEnd len="lg" w="lg" type="triangle"/>
            </a:ln>
          </p:spPr>
        </p:cxnSp>
        <p:cxnSp>
          <p:nvCxnSpPr>
            <p:cNvPr id="495" name="Google Shape;495;p64"/>
            <p:cNvCxnSpPr/>
            <p:nvPr/>
          </p:nvCxnSpPr>
          <p:spPr>
            <a:xfrm>
              <a:off x="2058460" y="5767931"/>
              <a:ext cx="0" cy="755843"/>
            </a:xfrm>
            <a:prstGeom prst="straightConnector1">
              <a:avLst/>
            </a:prstGeom>
            <a:noFill/>
            <a:ln cap="flat" cmpd="sng" w="38100">
              <a:solidFill>
                <a:srgbClr val="FF0000"/>
              </a:solidFill>
              <a:prstDash val="solid"/>
              <a:round/>
              <a:headEnd len="med" w="med" type="none"/>
              <a:tailEnd len="med" w="med" type="triangle"/>
            </a:ln>
          </p:spPr>
        </p:cxnSp>
        <p:sp>
          <p:nvSpPr>
            <p:cNvPr id="496" name="Google Shape;496;p64"/>
            <p:cNvSpPr txBox="1"/>
            <p:nvPr/>
          </p:nvSpPr>
          <p:spPr>
            <a:xfrm>
              <a:off x="849312" y="6530073"/>
              <a:ext cx="2090627"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Maintenance</a:t>
              </a:r>
              <a:endParaRPr/>
            </a:p>
          </p:txBody>
        </p:sp>
        <p:sp>
          <p:nvSpPr>
            <p:cNvPr id="497" name="Google Shape;497;p64"/>
            <p:cNvSpPr txBox="1"/>
            <p:nvPr/>
          </p:nvSpPr>
          <p:spPr>
            <a:xfrm>
              <a:off x="6696605" y="6595158"/>
              <a:ext cx="1843986" cy="516350"/>
            </a:xfrm>
            <a:prstGeom prst="rect">
              <a:avLst/>
            </a:prstGeom>
            <a:solidFill>
              <a:srgbClr val="FFFF00"/>
            </a:solidFill>
            <a:ln cap="flat" cmpd="sng" w="9525">
              <a:solidFill>
                <a:srgbClr val="FF0000"/>
              </a:solidFill>
              <a:prstDash val="solid"/>
              <a:miter lim="800000"/>
              <a:headEnd len="sm" w="sm" type="none"/>
              <a:tailEnd len="sm" w="sm" type="none"/>
            </a:ln>
          </p:spPr>
          <p:txBody>
            <a:bodyPr anchorCtr="0" anchor="t" bIns="37800" lIns="75600" spcFirstLastPara="1" rIns="75600" wrap="square" tIns="37800">
              <a:spAutoFit/>
            </a:bodyPr>
            <a:lstStyle/>
            <a:p>
              <a:pPr indent="0" lvl="0" marL="0" marR="0" rtl="0" algn="l">
                <a:spcBef>
                  <a:spcPts val="0"/>
                </a:spcBef>
                <a:spcAft>
                  <a:spcPts val="0"/>
                </a:spcAft>
                <a:buNone/>
              </a:pPr>
              <a:r>
                <a:rPr b="1" lang="en-US" sz="1500">
                  <a:solidFill>
                    <a:schemeClr val="dk1"/>
                  </a:solidFill>
                  <a:latin typeface="Gill Sans"/>
                  <a:ea typeface="Gill Sans"/>
                  <a:cs typeface="Gill Sans"/>
                  <a:sym typeface="Gill Sans"/>
                </a:rPr>
                <a:t>Regression Testing</a:t>
              </a:r>
              <a:endParaRPr/>
            </a:p>
          </p:txBody>
        </p:sp>
        <p:cxnSp>
          <p:nvCxnSpPr>
            <p:cNvPr id="498" name="Google Shape;498;p64"/>
            <p:cNvCxnSpPr/>
            <p:nvPr/>
          </p:nvCxnSpPr>
          <p:spPr>
            <a:xfrm>
              <a:off x="2906095" y="6719033"/>
              <a:ext cx="3696670" cy="0"/>
            </a:xfrm>
            <a:prstGeom prst="straightConnector1">
              <a:avLst/>
            </a:prstGeom>
            <a:noFill/>
            <a:ln cap="flat" cmpd="sng" w="38100">
              <a:solidFill>
                <a:srgbClr val="FF0000"/>
              </a:solidFill>
              <a:prstDash val="dash"/>
              <a:round/>
              <a:headEnd len="lg" w="lg" type="triangle"/>
              <a:tailEnd len="lg" w="lg" type="triangle"/>
            </a:ln>
          </p:spPr>
        </p:cxnSp>
      </p:grpSp>
      <p:sp>
        <p:nvSpPr>
          <p:cNvPr id="499" name="Google Shape;499;p64"/>
          <p:cNvSpPr txBox="1"/>
          <p:nvPr/>
        </p:nvSpPr>
        <p:spPr>
          <a:xfrm rot="-1686248">
            <a:off x="3340800" y="1666907"/>
            <a:ext cx="2547360" cy="261883"/>
          </a:xfrm>
          <a:prstGeom prst="rect">
            <a:avLst/>
          </a:prstGeom>
          <a:solidFill>
            <a:srgbClr val="FFC000"/>
          </a:solidFill>
          <a:ln cap="flat" cmpd="sng" w="9525">
            <a:solidFill>
              <a:srgbClr val="FF0000"/>
            </a:solidFill>
            <a:prstDash val="solid"/>
            <a:miter lim="800000"/>
            <a:headEnd len="sm" w="sm" type="none"/>
            <a:tailEnd len="sm" w="sm" type="none"/>
          </a:ln>
        </p:spPr>
        <p:txBody>
          <a:bodyPr anchorCtr="0" anchor="t" bIns="30600" lIns="61225" spcFirstLastPara="1" rIns="61225" wrap="square" tIns="30600">
            <a:spAutoFit/>
          </a:bodyPr>
          <a:lstStyle/>
          <a:p>
            <a:pPr indent="0" lvl="0" marL="0" marR="0" rtl="0" algn="ctr">
              <a:spcBef>
                <a:spcPts val="0"/>
              </a:spcBef>
              <a:spcAft>
                <a:spcPts val="0"/>
              </a:spcAft>
              <a:buNone/>
            </a:pPr>
            <a:r>
              <a:rPr b="1" lang="en-US" sz="1300">
                <a:solidFill>
                  <a:schemeClr val="dk1"/>
                </a:solidFill>
                <a:latin typeface="Gill Sans"/>
                <a:ea typeface="Gill Sans"/>
                <a:cs typeface="Gill Sans"/>
                <a:sym typeface="Gill Sans"/>
              </a:rPr>
              <a:t>System testing</a:t>
            </a:r>
            <a:endParaRPr/>
          </a:p>
        </p:txBody>
      </p:sp>
      <p:sp>
        <p:nvSpPr>
          <p:cNvPr id="500" name="Google Shape;500;p64"/>
          <p:cNvSpPr txBox="1"/>
          <p:nvPr/>
        </p:nvSpPr>
        <p:spPr>
          <a:xfrm rot="-1713141">
            <a:off x="3448800" y="2500755"/>
            <a:ext cx="1923840" cy="261883"/>
          </a:xfrm>
          <a:prstGeom prst="rect">
            <a:avLst/>
          </a:prstGeom>
          <a:solidFill>
            <a:srgbClr val="FFC000"/>
          </a:solidFill>
          <a:ln cap="flat" cmpd="sng" w="9525">
            <a:solidFill>
              <a:srgbClr val="FF0000"/>
            </a:solidFill>
            <a:prstDash val="solid"/>
            <a:miter lim="800000"/>
            <a:headEnd len="sm" w="sm" type="none"/>
            <a:tailEnd len="sm" w="sm" type="none"/>
          </a:ln>
        </p:spPr>
        <p:txBody>
          <a:bodyPr anchorCtr="0" anchor="t" bIns="30600" lIns="61225" spcFirstLastPara="1" rIns="61225" wrap="square" tIns="30600">
            <a:spAutoFit/>
          </a:bodyPr>
          <a:lstStyle/>
          <a:p>
            <a:pPr indent="0" lvl="0" marL="0" marR="0" rtl="0" algn="l">
              <a:spcBef>
                <a:spcPts val="0"/>
              </a:spcBef>
              <a:spcAft>
                <a:spcPts val="0"/>
              </a:spcAft>
              <a:buNone/>
            </a:pPr>
            <a:r>
              <a:rPr b="1" lang="en-US" sz="1300">
                <a:solidFill>
                  <a:schemeClr val="dk1"/>
                </a:solidFill>
                <a:latin typeface="Gill Sans"/>
                <a:ea typeface="Gill Sans"/>
                <a:cs typeface="Gill Sans"/>
                <a:sym typeface="Gill Sans"/>
              </a:rPr>
              <a:t>Integration testing</a:t>
            </a:r>
            <a:endParaRPr/>
          </a:p>
        </p:txBody>
      </p:sp>
      <p:sp>
        <p:nvSpPr>
          <p:cNvPr id="501" name="Google Shape;501;p64"/>
          <p:cNvSpPr txBox="1"/>
          <p:nvPr/>
        </p:nvSpPr>
        <p:spPr>
          <a:xfrm rot="-1713141">
            <a:off x="3877921" y="3162865"/>
            <a:ext cx="1339200" cy="261883"/>
          </a:xfrm>
          <a:prstGeom prst="rect">
            <a:avLst/>
          </a:prstGeom>
          <a:solidFill>
            <a:srgbClr val="FFC000"/>
          </a:solidFill>
          <a:ln cap="flat" cmpd="sng" w="9525">
            <a:solidFill>
              <a:srgbClr val="FF0000"/>
            </a:solidFill>
            <a:prstDash val="solid"/>
            <a:miter lim="800000"/>
            <a:headEnd len="sm" w="sm" type="none"/>
            <a:tailEnd len="sm" w="sm" type="none"/>
          </a:ln>
        </p:spPr>
        <p:txBody>
          <a:bodyPr anchorCtr="0" anchor="t" bIns="30600" lIns="61225" spcFirstLastPara="1" rIns="61225" wrap="square" tIns="30600">
            <a:spAutoFit/>
          </a:bodyPr>
          <a:lstStyle/>
          <a:p>
            <a:pPr indent="0" lvl="0" marL="0" marR="0" rtl="0" algn="l">
              <a:spcBef>
                <a:spcPts val="0"/>
              </a:spcBef>
              <a:spcAft>
                <a:spcPts val="0"/>
              </a:spcAft>
              <a:buNone/>
            </a:pPr>
            <a:r>
              <a:rPr b="1" lang="en-US" sz="1300">
                <a:solidFill>
                  <a:schemeClr val="dk1"/>
                </a:solidFill>
                <a:latin typeface="Gill Sans"/>
                <a:ea typeface="Gill Sans"/>
                <a:cs typeface="Gill Sans"/>
                <a:sym typeface="Gill Sans"/>
              </a:rPr>
              <a:t>Unit  testing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5"/>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Unit testing</a:t>
            </a:r>
            <a:endParaRPr/>
          </a:p>
        </p:txBody>
      </p:sp>
      <p:sp>
        <p:nvSpPr>
          <p:cNvPr id="507" name="Google Shape;507;p65"/>
          <p:cNvSpPr txBox="1"/>
          <p:nvPr>
            <p:ph idx="1" type="body"/>
          </p:nvPr>
        </p:nvSpPr>
        <p:spPr>
          <a:xfrm>
            <a:off x="914400" y="1085850"/>
            <a:ext cx="800100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Unit testing is undertaken after a module has been coded and reviewed.</a:t>
            </a:r>
            <a:endParaRPr/>
          </a:p>
          <a:p>
            <a:pPr indent="-283464" lvl="0" marL="365760" rtl="0" algn="just">
              <a:lnSpc>
                <a:spcPct val="100000"/>
              </a:lnSpc>
              <a:spcBef>
                <a:spcPts val="600"/>
              </a:spcBef>
              <a:spcAft>
                <a:spcPts val="0"/>
              </a:spcAft>
              <a:buSzPts val="2240"/>
              <a:buChar char="⚫"/>
            </a:pPr>
            <a:r>
              <a:rPr lang="en-US"/>
              <a:t>This activity is typically undertaken by the coder of the module himself in the coding phase. </a:t>
            </a:r>
            <a:endParaRPr/>
          </a:p>
          <a:p>
            <a:pPr indent="-283464" lvl="0" marL="365760" rtl="0" algn="just">
              <a:lnSpc>
                <a:spcPct val="100000"/>
              </a:lnSpc>
              <a:spcBef>
                <a:spcPts val="600"/>
              </a:spcBef>
              <a:spcAft>
                <a:spcPts val="0"/>
              </a:spcAft>
              <a:buSzPts val="2240"/>
              <a:buChar char="⚫"/>
            </a:pPr>
            <a:r>
              <a:rPr lang="en-US"/>
              <a:t>Before carrying out unit testing, the unit test cases have to be designed and the test environment for the unit under test has to be developed.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6"/>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a:t>Driver and stub modules</a:t>
            </a:r>
            <a:endParaRPr/>
          </a:p>
        </p:txBody>
      </p:sp>
      <p:sp>
        <p:nvSpPr>
          <p:cNvPr id="513" name="Google Shape;513;p66"/>
          <p:cNvSpPr txBox="1"/>
          <p:nvPr>
            <p:ph idx="1" type="body"/>
          </p:nvPr>
        </p:nvSpPr>
        <p:spPr>
          <a:xfrm>
            <a:off x="914400" y="1085850"/>
            <a:ext cx="8083296" cy="3600450"/>
          </a:xfrm>
          <a:prstGeom prst="rect">
            <a:avLst/>
          </a:prstGeom>
          <a:noFill/>
          <a:ln>
            <a:noFill/>
          </a:ln>
        </p:spPr>
        <p:txBody>
          <a:bodyPr anchorCtr="0" anchor="t" bIns="45700" lIns="91425" spcFirstLastPara="1" rIns="91425" wrap="square" tIns="45700">
            <a:normAutofit fontScale="85000" lnSpcReduction="20000"/>
          </a:bodyPr>
          <a:lstStyle/>
          <a:p>
            <a:pPr indent="-283464" lvl="0" marL="365760" rtl="0" algn="just">
              <a:lnSpc>
                <a:spcPct val="100000"/>
              </a:lnSpc>
              <a:spcBef>
                <a:spcPts val="0"/>
              </a:spcBef>
              <a:spcAft>
                <a:spcPts val="0"/>
              </a:spcAft>
              <a:buSzPct val="80000"/>
              <a:buChar char="⚫"/>
            </a:pPr>
            <a:r>
              <a:rPr lang="en-US"/>
              <a:t>In order to test a single module, we need a complete environment to provide all relevant code that is necessary for execution of the module. </a:t>
            </a:r>
            <a:endParaRPr/>
          </a:p>
          <a:p>
            <a:pPr indent="-283464" lvl="0" marL="365760" rtl="0" algn="just">
              <a:lnSpc>
                <a:spcPct val="100000"/>
              </a:lnSpc>
              <a:spcBef>
                <a:spcPts val="600"/>
              </a:spcBef>
              <a:spcAft>
                <a:spcPts val="0"/>
              </a:spcAft>
              <a:buSzPct val="80000"/>
              <a:buChar char="⚫"/>
            </a:pPr>
            <a:r>
              <a:rPr lang="en-US"/>
              <a:t>Besides the module under test, the following are needed to test the module:</a:t>
            </a:r>
            <a:endParaRPr/>
          </a:p>
          <a:p>
            <a:pPr indent="-283464" lvl="0" marL="365760" rtl="0" algn="just">
              <a:lnSpc>
                <a:spcPct val="100000"/>
              </a:lnSpc>
              <a:spcBef>
                <a:spcPts val="600"/>
              </a:spcBef>
              <a:spcAft>
                <a:spcPts val="0"/>
              </a:spcAft>
              <a:buSzPct val="80000"/>
              <a:buFont typeface="Noto Sans Symbols"/>
              <a:buChar char="▪"/>
            </a:pPr>
            <a:r>
              <a:rPr lang="en-US">
                <a:solidFill>
                  <a:srgbClr val="FF0000"/>
                </a:solidFill>
              </a:rPr>
              <a:t>The procedures belonging to other modules that the module under test calls.</a:t>
            </a:r>
            <a:endParaRPr/>
          </a:p>
          <a:p>
            <a:pPr indent="-283464" lvl="0" marL="365760" rtl="0" algn="just">
              <a:lnSpc>
                <a:spcPct val="100000"/>
              </a:lnSpc>
              <a:spcBef>
                <a:spcPts val="600"/>
              </a:spcBef>
              <a:spcAft>
                <a:spcPts val="0"/>
              </a:spcAft>
              <a:buSzPct val="80000"/>
              <a:buFont typeface="Noto Sans Symbols"/>
              <a:buChar char="▪"/>
            </a:pPr>
            <a:r>
              <a:rPr lang="en-US">
                <a:solidFill>
                  <a:srgbClr val="FF0000"/>
                </a:solidFill>
              </a:rPr>
              <a:t>Non-local data structures that the module accesses.</a:t>
            </a:r>
            <a:endParaRPr/>
          </a:p>
          <a:p>
            <a:pPr indent="-283464" lvl="0" marL="365760" rtl="0" algn="just">
              <a:lnSpc>
                <a:spcPct val="100000"/>
              </a:lnSpc>
              <a:spcBef>
                <a:spcPts val="600"/>
              </a:spcBef>
              <a:spcAft>
                <a:spcPts val="0"/>
              </a:spcAft>
              <a:buSzPct val="80000"/>
              <a:buFont typeface="Noto Sans Symbols"/>
              <a:buChar char="▪"/>
            </a:pPr>
            <a:r>
              <a:rPr lang="en-US">
                <a:solidFill>
                  <a:srgbClr val="FF0000"/>
                </a:solidFill>
              </a:rPr>
              <a:t>A procedure to call the functions of the module under test with appropriate parameters.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7"/>
          <p:cNvSpPr txBox="1"/>
          <p:nvPr>
            <p:ph type="title"/>
          </p:nvPr>
        </p:nvSpPr>
        <p:spPr>
          <a:xfrm>
            <a:off x="1435608" y="205978"/>
            <a:ext cx="749808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a:t> </a:t>
            </a:r>
            <a:endParaRPr/>
          </a:p>
        </p:txBody>
      </p:sp>
      <p:sp>
        <p:nvSpPr>
          <p:cNvPr id="519" name="Google Shape;519;p67"/>
          <p:cNvSpPr txBox="1"/>
          <p:nvPr>
            <p:ph idx="1" type="body"/>
          </p:nvPr>
        </p:nvSpPr>
        <p:spPr>
          <a:xfrm>
            <a:off x="1060704" y="1085850"/>
            <a:ext cx="8083296" cy="3600450"/>
          </a:xfrm>
          <a:prstGeom prst="rect">
            <a:avLst/>
          </a:prstGeom>
          <a:noFill/>
          <a:ln>
            <a:noFill/>
          </a:ln>
        </p:spPr>
        <p:txBody>
          <a:bodyPr anchorCtr="0" anchor="t" bIns="45700" lIns="91425" spcFirstLastPara="1" rIns="91425" wrap="square" tIns="45700">
            <a:normAutofit fontScale="92500" lnSpcReduction="10000"/>
          </a:bodyPr>
          <a:lstStyle/>
          <a:p>
            <a:pPr indent="-283464" lvl="0" marL="365760" rtl="0" algn="just">
              <a:lnSpc>
                <a:spcPct val="100000"/>
              </a:lnSpc>
              <a:spcBef>
                <a:spcPts val="0"/>
              </a:spcBef>
              <a:spcAft>
                <a:spcPts val="0"/>
              </a:spcAft>
              <a:buSzPct val="80000"/>
              <a:buChar char="⚫"/>
            </a:pPr>
            <a:r>
              <a:rPr lang="en-US"/>
              <a:t>Modules required to provide the necessary environment (which either call or are called by the module under test) are usually not available until they too have been unit tested. </a:t>
            </a:r>
            <a:endParaRPr/>
          </a:p>
          <a:p>
            <a:pPr indent="-283464" lvl="0" marL="365760" rtl="0" algn="just">
              <a:lnSpc>
                <a:spcPct val="100000"/>
              </a:lnSpc>
              <a:spcBef>
                <a:spcPts val="600"/>
              </a:spcBef>
              <a:spcAft>
                <a:spcPts val="0"/>
              </a:spcAft>
              <a:buSzPct val="80000"/>
              <a:buChar char="⚫"/>
            </a:pPr>
            <a:r>
              <a:rPr lang="en-US"/>
              <a:t>In this context, stubs and drivers are designed to provide the complete environment for a module so that testing can be carried out.</a:t>
            </a:r>
            <a:endParaRPr/>
          </a:p>
          <a:p>
            <a:pPr indent="-283464" lvl="0" marL="365760" rtl="0" algn="just">
              <a:lnSpc>
                <a:spcPct val="100000"/>
              </a:lnSpc>
              <a:spcBef>
                <a:spcPts val="600"/>
              </a:spcBef>
              <a:spcAft>
                <a:spcPts val="0"/>
              </a:spcAft>
              <a:buSzPct val="80000"/>
              <a:buChar char="⚫"/>
            </a:pPr>
            <a:r>
              <a:rPr lang="en-US">
                <a:solidFill>
                  <a:srgbClr val="000000"/>
                </a:solidFill>
              </a:rPr>
              <a:t>The role of stub and driver modules is pictorially shown in </a:t>
            </a:r>
            <a:r>
              <a:rPr lang="en-US" sz="2600">
                <a:solidFill>
                  <a:srgbClr val="000000"/>
                </a:solidFill>
              </a:rPr>
              <a:t>the following </a:t>
            </a:r>
            <a:r>
              <a:rPr lang="en-US">
                <a:solidFill>
                  <a:srgbClr val="000000"/>
                </a:solidFill>
              </a:rPr>
              <a:t>Figure.</a:t>
            </a:r>
            <a:endParaRPr/>
          </a:p>
          <a:p>
            <a:pPr indent="-151891" lvl="0" marL="365760" rtl="0" algn="just">
              <a:lnSpc>
                <a:spcPct val="100000"/>
              </a:lnSpc>
              <a:spcBef>
                <a:spcPts val="600"/>
              </a:spcBef>
              <a:spcAft>
                <a:spcPts val="0"/>
              </a:spcAft>
              <a:buSzPct val="80000"/>
              <a:buNone/>
            </a:pPr>
            <a:r>
              <a:t/>
            </a:r>
            <a:endParaRPr/>
          </a:p>
          <a:p>
            <a:pPr indent="-151891" lvl="0" marL="365760" rtl="0" algn="just">
              <a:lnSpc>
                <a:spcPct val="100000"/>
              </a:lnSpc>
              <a:spcBef>
                <a:spcPts val="600"/>
              </a:spcBef>
              <a:spcAft>
                <a:spcPts val="0"/>
              </a:spcAft>
              <a:buSzPct val="8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8"/>
          <p:cNvSpPr txBox="1"/>
          <p:nvPr>
            <p:ph type="title"/>
          </p:nvPr>
        </p:nvSpPr>
        <p:spPr>
          <a:xfrm>
            <a:off x="1143000" y="205978"/>
            <a:ext cx="8001000" cy="85725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2800"/>
              <a:buFont typeface="Gill Sans"/>
              <a:buNone/>
            </a:pPr>
            <a:r>
              <a:rPr lang="en-US" sz="2800"/>
              <a:t>Unit testing with the help of driver and stub modules</a:t>
            </a:r>
            <a:endParaRPr/>
          </a:p>
        </p:txBody>
      </p:sp>
      <p:pic>
        <p:nvPicPr>
          <p:cNvPr id="525" name="Google Shape;525;p68"/>
          <p:cNvPicPr preferRelativeResize="0"/>
          <p:nvPr/>
        </p:nvPicPr>
        <p:blipFill rotWithShape="1">
          <a:blip r:embed="rId3">
            <a:alphaModFix/>
          </a:blip>
          <a:srcRect b="0" l="0" r="0" t="0"/>
          <a:stretch/>
        </p:blipFill>
        <p:spPr>
          <a:xfrm>
            <a:off x="2514600" y="1352550"/>
            <a:ext cx="4502727" cy="36108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9"/>
          <p:cNvSpPr txBox="1"/>
          <p:nvPr>
            <p:ph type="title"/>
          </p:nvPr>
        </p:nvSpPr>
        <p:spPr>
          <a:xfrm>
            <a:off x="1254240" y="135015"/>
            <a:ext cx="6635520" cy="669670"/>
          </a:xfrm>
          <a:prstGeom prst="rect">
            <a:avLst/>
          </a:prstGeom>
          <a:noFill/>
          <a:ln>
            <a:noFill/>
          </a:ln>
        </p:spPr>
        <p:txBody>
          <a:bodyPr anchorCtr="0" anchor="ctr" bIns="31325" lIns="12050" spcFirstLastPara="1" rIns="12050" wrap="square" tIns="31325">
            <a:normAutofit/>
          </a:bodyPr>
          <a:lstStyle/>
          <a:p>
            <a:pPr indent="0" lvl="0" marL="0" rtl="0" algn="ctr">
              <a:spcBef>
                <a:spcPts val="0"/>
              </a:spcBef>
              <a:spcAft>
                <a:spcPts val="0"/>
              </a:spcAft>
              <a:buClr>
                <a:srgbClr val="562214"/>
              </a:buClr>
              <a:buSzPts val="3200"/>
              <a:buFont typeface="Gill Sans"/>
              <a:buNone/>
            </a:pPr>
            <a:r>
              <a:rPr lang="en-US" sz="3200"/>
              <a:t>Verification versus Validation</a:t>
            </a:r>
            <a:endParaRPr/>
          </a:p>
        </p:txBody>
      </p:sp>
      <p:sp>
        <p:nvSpPr>
          <p:cNvPr id="532" name="Google Shape;532;p69"/>
          <p:cNvSpPr txBox="1"/>
          <p:nvPr>
            <p:ph idx="1" type="body"/>
          </p:nvPr>
        </p:nvSpPr>
        <p:spPr>
          <a:xfrm>
            <a:off x="1066800" y="1047750"/>
            <a:ext cx="7848600" cy="4095750"/>
          </a:xfrm>
          <a:prstGeom prst="rect">
            <a:avLst/>
          </a:prstGeom>
          <a:noFill/>
          <a:ln>
            <a:noFill/>
          </a:ln>
        </p:spPr>
        <p:txBody>
          <a:bodyPr anchorCtr="0" anchor="t" bIns="31325" lIns="12050" spcFirstLastPara="1" rIns="12050" wrap="square" tIns="31325">
            <a:normAutofit fontScale="92500"/>
          </a:bodyPr>
          <a:lstStyle/>
          <a:p>
            <a:pPr indent="-208306" lvl="0" marL="208306" rtl="0" algn="just">
              <a:lnSpc>
                <a:spcPct val="120000"/>
              </a:lnSpc>
              <a:spcBef>
                <a:spcPts val="0"/>
              </a:spcBef>
              <a:spcAft>
                <a:spcPts val="0"/>
              </a:spcAft>
              <a:buSzPct val="80000"/>
              <a:buChar char="⚫"/>
            </a:pPr>
            <a:r>
              <a:rPr lang="en-US"/>
              <a:t>Verification is the process of determining:</a:t>
            </a:r>
            <a:endParaRPr/>
          </a:p>
          <a:p>
            <a:pPr indent="-173587" lvl="1" marL="451330" rtl="0" algn="just">
              <a:lnSpc>
                <a:spcPct val="120000"/>
              </a:lnSpc>
              <a:spcBef>
                <a:spcPts val="728"/>
              </a:spcBef>
              <a:spcAft>
                <a:spcPts val="0"/>
              </a:spcAft>
              <a:buSzPct val="100000"/>
              <a:buChar char="◦"/>
            </a:pPr>
            <a:r>
              <a:rPr lang="en-US">
                <a:solidFill>
                  <a:srgbClr val="0000FF"/>
                </a:solidFill>
              </a:rPr>
              <a:t>Whether output of one phase of development conforms to its previous phase.</a:t>
            </a:r>
            <a:endParaRPr/>
          </a:p>
          <a:p>
            <a:pPr indent="-32617" lvl="1" marL="451330" rtl="0" algn="just">
              <a:lnSpc>
                <a:spcPct val="120000"/>
              </a:lnSpc>
              <a:spcBef>
                <a:spcPts val="728"/>
              </a:spcBef>
              <a:spcAft>
                <a:spcPts val="0"/>
              </a:spcAft>
              <a:buSzPct val="100000"/>
              <a:buNone/>
            </a:pPr>
            <a:r>
              <a:t/>
            </a:r>
            <a:endParaRPr>
              <a:solidFill>
                <a:srgbClr val="0000FF"/>
              </a:solidFill>
            </a:endParaRPr>
          </a:p>
          <a:p>
            <a:pPr indent="-208306" lvl="0" marL="208306" rtl="0" algn="just">
              <a:lnSpc>
                <a:spcPct val="120000"/>
              </a:lnSpc>
              <a:spcBef>
                <a:spcPts val="728"/>
              </a:spcBef>
              <a:spcAft>
                <a:spcPts val="0"/>
              </a:spcAft>
              <a:buSzPct val="80000"/>
              <a:buChar char="⚫"/>
            </a:pPr>
            <a:r>
              <a:rPr lang="en-US"/>
              <a:t>Validation is the process of determining:</a:t>
            </a:r>
            <a:endParaRPr/>
          </a:p>
          <a:p>
            <a:pPr indent="-173587" lvl="1" marL="451330" rtl="0" algn="just">
              <a:lnSpc>
                <a:spcPct val="120000"/>
              </a:lnSpc>
              <a:spcBef>
                <a:spcPts val="728"/>
              </a:spcBef>
              <a:spcAft>
                <a:spcPts val="0"/>
              </a:spcAft>
              <a:buSzPct val="100000"/>
              <a:buChar char="◦"/>
            </a:pPr>
            <a:r>
              <a:rPr lang="en-US" sz="2200">
                <a:solidFill>
                  <a:srgbClr val="0000FF"/>
                </a:solidFill>
              </a:rPr>
              <a:t>Whether a fully developed system conforms to its </a:t>
            </a:r>
            <a:r>
              <a:rPr lang="en-US" sz="1900">
                <a:solidFill>
                  <a:srgbClr val="0000FF"/>
                </a:solidFill>
              </a:rPr>
              <a:t>SRS </a:t>
            </a:r>
            <a:r>
              <a:rPr lang="en-US" sz="2200">
                <a:solidFill>
                  <a:srgbClr val="0000FF"/>
                </a:solidFill>
              </a:rPr>
              <a:t>document, i.e. the module that has been prepared till now is in conformance with the requirements which were set initially in the SRS or user manual.</a:t>
            </a:r>
            <a:endParaRPr/>
          </a:p>
          <a:p>
            <a:pPr indent="-32617" lvl="1" marL="451330" rtl="0" algn="just">
              <a:lnSpc>
                <a:spcPct val="120000"/>
              </a:lnSpc>
              <a:spcBef>
                <a:spcPts val="728"/>
              </a:spcBef>
              <a:spcAft>
                <a:spcPts val="0"/>
              </a:spcAft>
              <a:buSzPct val="100000"/>
              <a:buNone/>
            </a:pPr>
            <a:r>
              <a:t/>
            </a:r>
            <a:endParaRPr>
              <a:solidFill>
                <a:srgbClr val="FFFF00"/>
              </a:solidFill>
            </a:endParaRPr>
          </a:p>
        </p:txBody>
      </p:sp>
      <p:sp>
        <p:nvSpPr>
          <p:cNvPr id="533" name="Google Shape;533;p69"/>
          <p:cNvSpPr txBox="1"/>
          <p:nvPr>
            <p:ph idx="4294967295" type="sldNum"/>
          </p:nvPr>
        </p:nvSpPr>
        <p:spPr>
          <a:xfrm>
            <a:off x="3124800" y="4218923"/>
            <a:ext cx="2894400" cy="205222"/>
          </a:xfrm>
          <a:prstGeom prst="rect">
            <a:avLst/>
          </a:prstGeom>
          <a:noFill/>
          <a:ln>
            <a:noFill/>
          </a:ln>
        </p:spPr>
        <p:txBody>
          <a:bodyPr anchorCtr="0" anchor="b" bIns="37025" lIns="74050" spcFirstLastPara="1" rIns="74050" wrap="square" tIns="37025">
            <a:noAutofit/>
          </a:bodyPr>
          <a:lstStyle/>
          <a:p>
            <a:pPr indent="0" lvl="0" marL="0" rtl="0" algn="ctr">
              <a:spcBef>
                <a:spcPts val="0"/>
              </a:spcBef>
              <a:spcAft>
                <a:spcPts val="0"/>
              </a:spcAft>
              <a:buNone/>
            </a:pPr>
            <a:fld id="{00000000-1234-1234-1234-123412341234}" type="slidenum">
              <a:rPr lang="en-US" sz="900">
                <a:latin typeface="Arial"/>
                <a:ea typeface="Arial"/>
                <a:cs typeface="Arial"/>
                <a:sym typeface="Arial"/>
              </a:rPr>
              <a:t>‹#›</a:t>
            </a:fld>
            <a:endParaRPr sz="9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0"/>
          <p:cNvSpPr txBox="1"/>
          <p:nvPr>
            <p:ph type="title"/>
          </p:nvPr>
        </p:nvSpPr>
        <p:spPr>
          <a:xfrm>
            <a:off x="1488960" y="135015"/>
            <a:ext cx="6166080" cy="669670"/>
          </a:xfrm>
          <a:prstGeom prst="rect">
            <a:avLst/>
          </a:prstGeom>
          <a:noFill/>
          <a:ln>
            <a:noFill/>
          </a:ln>
        </p:spPr>
        <p:txBody>
          <a:bodyPr anchorCtr="0" anchor="ctr" bIns="31325" lIns="12050" spcFirstLastPara="1" rIns="12050" wrap="square" tIns="31325">
            <a:normAutofit/>
          </a:bodyPr>
          <a:lstStyle/>
          <a:p>
            <a:pPr indent="0" lvl="0" marL="0" rtl="0" algn="l">
              <a:spcBef>
                <a:spcPts val="0"/>
              </a:spcBef>
              <a:spcAft>
                <a:spcPts val="0"/>
              </a:spcAft>
              <a:buClr>
                <a:srgbClr val="562214"/>
              </a:buClr>
              <a:buSzPts val="3000"/>
              <a:buFont typeface="Gill Sans"/>
              <a:buNone/>
            </a:pPr>
            <a:r>
              <a:rPr lang="en-US" sz="3000"/>
              <a:t>Verification versus Validation</a:t>
            </a:r>
            <a:endParaRPr/>
          </a:p>
        </p:txBody>
      </p:sp>
      <p:sp>
        <p:nvSpPr>
          <p:cNvPr id="540" name="Google Shape;540;p70"/>
          <p:cNvSpPr txBox="1"/>
          <p:nvPr>
            <p:ph idx="1" type="body"/>
          </p:nvPr>
        </p:nvSpPr>
        <p:spPr>
          <a:xfrm>
            <a:off x="1143000" y="1123950"/>
            <a:ext cx="7696200" cy="3328909"/>
          </a:xfrm>
          <a:prstGeom prst="rect">
            <a:avLst/>
          </a:prstGeom>
          <a:noFill/>
          <a:ln>
            <a:noFill/>
          </a:ln>
        </p:spPr>
        <p:txBody>
          <a:bodyPr anchorCtr="0" anchor="t" bIns="31325" lIns="12050" spcFirstLastPara="1" rIns="12050" wrap="square" tIns="31325">
            <a:normAutofit/>
          </a:bodyPr>
          <a:lstStyle/>
          <a:p>
            <a:pPr indent="-208286" lvl="0" marL="208286" rtl="0" algn="l">
              <a:lnSpc>
                <a:spcPct val="140000"/>
              </a:lnSpc>
              <a:spcBef>
                <a:spcPts val="0"/>
              </a:spcBef>
              <a:spcAft>
                <a:spcPts val="0"/>
              </a:spcAft>
              <a:buSzPts val="2320"/>
              <a:buChar char="⚫"/>
            </a:pPr>
            <a:r>
              <a:rPr lang="en-US" sz="2900"/>
              <a:t>Verification is concerned with phase containment of errors:</a:t>
            </a:r>
            <a:endParaRPr/>
          </a:p>
          <a:p>
            <a:pPr indent="-171450" lvl="1" marL="451287" rtl="0" algn="l">
              <a:lnSpc>
                <a:spcPct val="140000"/>
              </a:lnSpc>
              <a:spcBef>
                <a:spcPts val="2186"/>
              </a:spcBef>
              <a:spcAft>
                <a:spcPts val="0"/>
              </a:spcAft>
              <a:buSzPts val="2700"/>
              <a:buChar char="◦"/>
            </a:pPr>
            <a:r>
              <a:rPr lang="en-US" sz="2700">
                <a:solidFill>
                  <a:srgbClr val="0000CC"/>
                </a:solidFill>
              </a:rPr>
              <a:t>Whereas, the aim of validation is that the final product is error free.</a:t>
            </a:r>
            <a:endParaRPr/>
          </a:p>
        </p:txBody>
      </p:sp>
      <p:sp>
        <p:nvSpPr>
          <p:cNvPr id="541" name="Google Shape;541;p70"/>
          <p:cNvSpPr txBox="1"/>
          <p:nvPr>
            <p:ph idx="4294967295" type="sldNum"/>
          </p:nvPr>
        </p:nvSpPr>
        <p:spPr>
          <a:xfrm>
            <a:off x="3124800" y="4218923"/>
            <a:ext cx="2894400" cy="205222"/>
          </a:xfrm>
          <a:prstGeom prst="rect">
            <a:avLst/>
          </a:prstGeom>
          <a:noFill/>
          <a:ln>
            <a:noFill/>
          </a:ln>
        </p:spPr>
        <p:txBody>
          <a:bodyPr anchorCtr="0" anchor="b" bIns="37025" lIns="74050" spcFirstLastPara="1" rIns="74050" wrap="square" tIns="37025">
            <a:noAutofit/>
          </a:bodyPr>
          <a:lstStyle/>
          <a:p>
            <a:pPr indent="0" lvl="0" marL="0" rtl="0" algn="ctr">
              <a:spcBef>
                <a:spcPts val="0"/>
              </a:spcBef>
              <a:spcAft>
                <a:spcPts val="0"/>
              </a:spcAft>
              <a:buNone/>
            </a:pPr>
            <a:fld id="{00000000-1234-1234-1234-123412341234}" type="slidenum">
              <a:rPr lang="en-US" sz="900">
                <a:latin typeface="Arial"/>
                <a:ea typeface="Arial"/>
                <a:cs typeface="Arial"/>
                <a:sym typeface="Arial"/>
              </a:rPr>
              <a:t>‹#›</a:t>
            </a:fld>
            <a:endParaRPr sz="9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1"/>
          <p:cNvSpPr txBox="1"/>
          <p:nvPr>
            <p:ph type="title"/>
          </p:nvPr>
        </p:nvSpPr>
        <p:spPr>
          <a:xfrm>
            <a:off x="1254240" y="225744"/>
            <a:ext cx="7508760" cy="630786"/>
          </a:xfrm>
          <a:prstGeom prst="rect">
            <a:avLst/>
          </a:prstGeom>
          <a:noFill/>
          <a:ln>
            <a:noFill/>
          </a:ln>
        </p:spPr>
        <p:txBody>
          <a:bodyPr anchorCtr="0" anchor="ctr" bIns="37025" lIns="74050" spcFirstLastPara="1" rIns="74050" wrap="square" tIns="37025">
            <a:noAutofit/>
          </a:bodyPr>
          <a:lstStyle/>
          <a:p>
            <a:pPr indent="0" lvl="0" marL="0" rtl="0" algn="ctr">
              <a:spcBef>
                <a:spcPts val="0"/>
              </a:spcBef>
              <a:spcAft>
                <a:spcPts val="0"/>
              </a:spcAft>
              <a:buClr>
                <a:srgbClr val="562214"/>
              </a:buClr>
              <a:buSzPts val="3200"/>
              <a:buFont typeface="Gill Sans"/>
              <a:buNone/>
            </a:pPr>
            <a:r>
              <a:rPr lang="en-US" sz="3200"/>
              <a:t>Verification and Validation Techniques</a:t>
            </a:r>
            <a:endParaRPr/>
          </a:p>
        </p:txBody>
      </p:sp>
      <p:sp>
        <p:nvSpPr>
          <p:cNvPr id="547" name="Google Shape;547;p71"/>
          <p:cNvSpPr txBox="1"/>
          <p:nvPr>
            <p:ph idx="1" type="body"/>
          </p:nvPr>
        </p:nvSpPr>
        <p:spPr>
          <a:xfrm>
            <a:off x="1219200" y="1352550"/>
            <a:ext cx="4370400" cy="2730527"/>
          </a:xfrm>
          <a:prstGeom prst="rect">
            <a:avLst/>
          </a:prstGeom>
          <a:noFill/>
          <a:ln>
            <a:noFill/>
          </a:ln>
        </p:spPr>
        <p:txBody>
          <a:bodyPr anchorCtr="0" anchor="t" bIns="37025" lIns="74050" spcFirstLastPara="1" rIns="74050" wrap="square" tIns="37025">
            <a:normAutofit/>
          </a:bodyPr>
          <a:lstStyle/>
          <a:p>
            <a:pPr indent="-283464" lvl="0" marL="365760" rtl="0" algn="l">
              <a:lnSpc>
                <a:spcPct val="130000"/>
              </a:lnSpc>
              <a:spcBef>
                <a:spcPts val="0"/>
              </a:spcBef>
              <a:spcAft>
                <a:spcPts val="0"/>
              </a:spcAft>
              <a:buSzPts val="1920"/>
              <a:buChar char="⚫"/>
            </a:pPr>
            <a:r>
              <a:rPr lang="en-US" sz="2400"/>
              <a:t>Review</a:t>
            </a:r>
            <a:endParaRPr/>
          </a:p>
          <a:p>
            <a:pPr indent="-283464" lvl="0" marL="365760" rtl="0" algn="l">
              <a:lnSpc>
                <a:spcPct val="130000"/>
              </a:lnSpc>
              <a:spcBef>
                <a:spcPts val="1329"/>
              </a:spcBef>
              <a:spcAft>
                <a:spcPts val="0"/>
              </a:spcAft>
              <a:buSzPts val="1920"/>
              <a:buChar char="⚫"/>
            </a:pPr>
            <a:r>
              <a:rPr lang="en-US" sz="2400"/>
              <a:t>Simulation</a:t>
            </a:r>
            <a:endParaRPr/>
          </a:p>
          <a:p>
            <a:pPr indent="-283464" lvl="0" marL="365760" rtl="0" algn="l">
              <a:lnSpc>
                <a:spcPct val="130000"/>
              </a:lnSpc>
              <a:spcBef>
                <a:spcPts val="1329"/>
              </a:spcBef>
              <a:spcAft>
                <a:spcPts val="0"/>
              </a:spcAft>
              <a:buSzPts val="1920"/>
              <a:buChar char="⚫"/>
            </a:pPr>
            <a:r>
              <a:rPr lang="en-US" sz="2400"/>
              <a:t>Unit testing </a:t>
            </a:r>
            <a:endParaRPr/>
          </a:p>
          <a:p>
            <a:pPr indent="-283464" lvl="0" marL="365760" rtl="0" algn="l">
              <a:lnSpc>
                <a:spcPct val="130000"/>
              </a:lnSpc>
              <a:spcBef>
                <a:spcPts val="1329"/>
              </a:spcBef>
              <a:spcAft>
                <a:spcPts val="0"/>
              </a:spcAft>
              <a:buSzPts val="1920"/>
              <a:buChar char="⚫"/>
            </a:pPr>
            <a:r>
              <a:rPr lang="en-US" sz="2400"/>
              <a:t>Integration testing</a:t>
            </a:r>
            <a:endParaRPr/>
          </a:p>
        </p:txBody>
      </p:sp>
      <p:sp>
        <p:nvSpPr>
          <p:cNvPr id="548" name="Google Shape;548;p71"/>
          <p:cNvSpPr txBox="1"/>
          <p:nvPr>
            <p:ph idx="4294967295" type="sldNum"/>
          </p:nvPr>
        </p:nvSpPr>
        <p:spPr>
          <a:xfrm>
            <a:off x="3124800" y="4218923"/>
            <a:ext cx="2894400" cy="205222"/>
          </a:xfrm>
          <a:prstGeom prst="rect">
            <a:avLst/>
          </a:prstGeom>
          <a:noFill/>
          <a:ln>
            <a:noFill/>
          </a:ln>
        </p:spPr>
        <p:txBody>
          <a:bodyPr anchorCtr="0" anchor="b" bIns="37025" lIns="74050" spcFirstLastPara="1" rIns="74050" wrap="square" tIns="37025">
            <a:noAutofit/>
          </a:bodyPr>
          <a:lstStyle/>
          <a:p>
            <a:pPr indent="0" lvl="0" marL="0" rtl="0" algn="ctr">
              <a:spcBef>
                <a:spcPts val="0"/>
              </a:spcBef>
              <a:spcAft>
                <a:spcPts val="0"/>
              </a:spcAft>
              <a:buNone/>
            </a:pPr>
            <a:fld id="{00000000-1234-1234-1234-123412341234}" type="slidenum">
              <a:rPr lang="en-US" sz="900">
                <a:latin typeface="Arial"/>
                <a:ea typeface="Arial"/>
                <a:cs typeface="Arial"/>
                <a:sym typeface="Arial"/>
              </a:rPr>
              <a:t>‹#›</a:t>
            </a:fld>
            <a:endParaRPr sz="900">
              <a:latin typeface="Arial"/>
              <a:ea typeface="Arial"/>
              <a:cs typeface="Arial"/>
              <a:sym typeface="Arial"/>
            </a:endParaRPr>
          </a:p>
        </p:txBody>
      </p:sp>
      <p:sp>
        <p:nvSpPr>
          <p:cNvPr id="549" name="Google Shape;549;p71"/>
          <p:cNvSpPr txBox="1"/>
          <p:nvPr/>
        </p:nvSpPr>
        <p:spPr>
          <a:xfrm>
            <a:off x="4675680" y="1405228"/>
            <a:ext cx="2953440" cy="2808295"/>
          </a:xfrm>
          <a:prstGeom prst="rect">
            <a:avLst/>
          </a:prstGeom>
          <a:noFill/>
          <a:ln>
            <a:noFill/>
          </a:ln>
        </p:spPr>
        <p:txBody>
          <a:bodyPr anchorCtr="0" anchor="t" bIns="30600" lIns="61225" spcFirstLastPara="1" rIns="61225" wrap="square" tIns="30600">
            <a:noAutofit/>
          </a:bodyPr>
          <a:lstStyle/>
          <a:p>
            <a:pPr indent="-225666" lvl="0" marL="225666" marR="0" rtl="0" algn="l">
              <a:lnSpc>
                <a:spcPct val="91000"/>
              </a:lnSpc>
              <a:spcBef>
                <a:spcPts val="0"/>
              </a:spcBef>
              <a:spcAft>
                <a:spcPts val="0"/>
              </a:spcAft>
              <a:buClr>
                <a:schemeClr val="dk1"/>
              </a:buClr>
              <a:buSzPts val="2400"/>
              <a:buFont typeface="Comic Sans MS"/>
              <a:buChar char="•"/>
            </a:pPr>
            <a:r>
              <a:rPr lang="en-US" sz="2400">
                <a:solidFill>
                  <a:schemeClr val="dk1"/>
                </a:solidFill>
                <a:latin typeface="Gill Sans"/>
                <a:ea typeface="Gill Sans"/>
                <a:cs typeface="Gill Sans"/>
                <a:sym typeface="Gill Sans"/>
              </a:rPr>
              <a:t>System testing</a:t>
            </a:r>
            <a:endParaRPr/>
          </a:p>
        </p:txBody>
      </p:sp>
      <p:cxnSp>
        <p:nvCxnSpPr>
          <p:cNvPr id="550" name="Google Shape;550;p71"/>
          <p:cNvCxnSpPr/>
          <p:nvPr/>
        </p:nvCxnSpPr>
        <p:spPr>
          <a:xfrm rot="5400000">
            <a:off x="2691921" y="2765451"/>
            <a:ext cx="3032958" cy="1440"/>
          </a:xfrm>
          <a:prstGeom prst="straightConnector1">
            <a:avLst/>
          </a:prstGeom>
          <a:noFill/>
          <a:ln cap="flat" cmpd="sng" w="12700">
            <a:solidFill>
              <a:srgbClr val="0000CC"/>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2"/>
          <p:cNvSpPr txBox="1"/>
          <p:nvPr/>
        </p:nvSpPr>
        <p:spPr>
          <a:xfrm>
            <a:off x="3124080" y="4767390"/>
            <a:ext cx="2895120" cy="27351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Gill Sans"/>
              <a:ea typeface="Gill Sans"/>
              <a:cs typeface="Gill Sans"/>
              <a:sym typeface="Gill Sans"/>
            </a:endParaRPr>
          </a:p>
        </p:txBody>
      </p:sp>
      <p:sp>
        <p:nvSpPr>
          <p:cNvPr id="557" name="Google Shape;557;p72"/>
          <p:cNvSpPr txBox="1"/>
          <p:nvPr/>
        </p:nvSpPr>
        <p:spPr>
          <a:xfrm>
            <a:off x="457920" y="-32400"/>
            <a:ext cx="8222040" cy="1328400"/>
          </a:xfrm>
          <a:prstGeom prst="rect">
            <a:avLst/>
          </a:prstGeom>
          <a:noFill/>
          <a:ln>
            <a:noFill/>
          </a:ln>
        </p:spPr>
        <p:txBody>
          <a:bodyPr anchorCtr="0" anchor="ctr" bIns="46800" lIns="18000" spcFirstLastPara="1" rIns="18000" wrap="square" tIns="46800">
            <a:noAutofit/>
          </a:bodyPr>
          <a:lstStyle/>
          <a:p>
            <a:pPr indent="0" lvl="0" marL="0" marR="0" rtl="0" algn="l">
              <a:lnSpc>
                <a:spcPct val="100000"/>
              </a:lnSpc>
              <a:spcBef>
                <a:spcPts val="0"/>
              </a:spcBef>
              <a:spcAft>
                <a:spcPts val="0"/>
              </a:spcAft>
              <a:buNone/>
            </a:pPr>
            <a:r>
              <a:rPr lang="en-US" sz="4400">
                <a:solidFill>
                  <a:srgbClr val="000000"/>
                </a:solidFill>
                <a:latin typeface="Calibri"/>
                <a:ea typeface="Calibri"/>
                <a:cs typeface="Calibri"/>
                <a:sym typeface="Calibri"/>
              </a:rPr>
              <a:t> </a:t>
            </a:r>
            <a:endParaRPr sz="1800">
              <a:solidFill>
                <a:schemeClr val="dk1"/>
              </a:solidFill>
              <a:latin typeface="Gill Sans"/>
              <a:ea typeface="Gill Sans"/>
              <a:cs typeface="Gill Sans"/>
              <a:sym typeface="Gill Sans"/>
            </a:endParaRPr>
          </a:p>
        </p:txBody>
      </p:sp>
      <p:sp>
        <p:nvSpPr>
          <p:cNvPr id="558" name="Google Shape;558;p72"/>
          <p:cNvSpPr txBox="1"/>
          <p:nvPr/>
        </p:nvSpPr>
        <p:spPr>
          <a:xfrm>
            <a:off x="1066800" y="193905"/>
            <a:ext cx="8001000" cy="4846995"/>
          </a:xfrm>
          <a:prstGeom prst="rect">
            <a:avLst/>
          </a:prstGeom>
          <a:noFill/>
          <a:ln>
            <a:noFill/>
          </a:ln>
        </p:spPr>
        <p:txBody>
          <a:bodyPr anchorCtr="0" anchor="t" bIns="46800" lIns="18000" spcFirstLastPara="1" rIns="18000" wrap="square" tIns="46800">
            <a:noAutofit/>
          </a:bodyPr>
          <a:lstStyle/>
          <a:p>
            <a:pPr indent="-177800" lvl="0" marL="0" marR="0" rtl="0" algn="just">
              <a:lnSpc>
                <a:spcPct val="105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Software validation is achieved by a series of black-box tests that demonstrate  conformity with requirements.</a:t>
            </a:r>
            <a:endParaRPr sz="2800">
              <a:solidFill>
                <a:schemeClr val="dk1"/>
              </a:solidFill>
              <a:latin typeface="Gill Sans"/>
              <a:ea typeface="Gill Sans"/>
              <a:cs typeface="Gill Sans"/>
              <a:sym typeface="Gill Sans"/>
            </a:endParaRPr>
          </a:p>
          <a:p>
            <a:pPr indent="-177800" lvl="0" marL="0" marR="0" rtl="0" algn="just">
              <a:lnSpc>
                <a:spcPct val="105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Both test plan and test procedure are designed to ensure that</a:t>
            </a:r>
            <a:endParaRPr sz="2800">
              <a:solidFill>
                <a:schemeClr val="dk1"/>
              </a:solidFill>
              <a:latin typeface="Gill Sans"/>
              <a:ea typeface="Gill Sans"/>
              <a:cs typeface="Gill Sans"/>
              <a:sym typeface="Gill Sans"/>
            </a:endParaRPr>
          </a:p>
          <a:p>
            <a:pPr indent="-177800" lvl="2" marL="914400" marR="0" rtl="0" algn="just">
              <a:lnSpc>
                <a:spcPct val="105000"/>
              </a:lnSpc>
              <a:spcBef>
                <a:spcPts val="0"/>
              </a:spcBef>
              <a:spcAft>
                <a:spcPts val="0"/>
              </a:spcAft>
              <a:buClr>
                <a:srgbClr val="FF0000"/>
              </a:buClr>
              <a:buSzPts val="2800"/>
              <a:buFont typeface="Arial"/>
              <a:buChar char="•"/>
            </a:pPr>
            <a:r>
              <a:rPr b="0" i="0" lang="en-US" sz="2800" u="none" cap="none" strike="noStrike">
                <a:solidFill>
                  <a:srgbClr val="FF0000"/>
                </a:solidFill>
                <a:latin typeface="Gill Sans"/>
                <a:ea typeface="Gill Sans"/>
                <a:cs typeface="Gill Sans"/>
                <a:sym typeface="Gill Sans"/>
              </a:rPr>
              <a:t>Functional requirements are satisfied</a:t>
            </a:r>
            <a:endParaRPr b="0" i="0" sz="2800" u="none" cap="none" strike="noStrike">
              <a:solidFill>
                <a:srgbClr val="FF0000"/>
              </a:solidFill>
              <a:latin typeface="Gill Sans"/>
              <a:ea typeface="Gill Sans"/>
              <a:cs typeface="Gill Sans"/>
              <a:sym typeface="Gill Sans"/>
            </a:endParaRPr>
          </a:p>
          <a:p>
            <a:pPr indent="-177800" lvl="2" marL="914400" marR="0" rtl="0" algn="just">
              <a:lnSpc>
                <a:spcPct val="105000"/>
              </a:lnSpc>
              <a:spcBef>
                <a:spcPts val="0"/>
              </a:spcBef>
              <a:spcAft>
                <a:spcPts val="0"/>
              </a:spcAft>
              <a:buClr>
                <a:srgbClr val="FF0000"/>
              </a:buClr>
              <a:buSzPts val="2800"/>
              <a:buFont typeface="Arial"/>
              <a:buChar char="•"/>
            </a:pPr>
            <a:r>
              <a:rPr b="0" i="0" lang="en-US" sz="2800" u="none" cap="none" strike="noStrike">
                <a:solidFill>
                  <a:srgbClr val="FF0000"/>
                </a:solidFill>
                <a:latin typeface="Gill Sans"/>
                <a:ea typeface="Gill Sans"/>
                <a:cs typeface="Gill Sans"/>
                <a:sym typeface="Gill Sans"/>
              </a:rPr>
              <a:t>Behavioral characteristics achieved</a:t>
            </a:r>
            <a:endParaRPr b="0" i="0" sz="2800" u="none" cap="none" strike="noStrike">
              <a:solidFill>
                <a:srgbClr val="FF0000"/>
              </a:solidFill>
              <a:latin typeface="Gill Sans"/>
              <a:ea typeface="Gill Sans"/>
              <a:cs typeface="Gill Sans"/>
              <a:sym typeface="Gill Sans"/>
            </a:endParaRPr>
          </a:p>
          <a:p>
            <a:pPr indent="-177800" lvl="2" marL="914400" marR="0" rtl="0" algn="just">
              <a:lnSpc>
                <a:spcPct val="105000"/>
              </a:lnSpc>
              <a:spcBef>
                <a:spcPts val="0"/>
              </a:spcBef>
              <a:spcAft>
                <a:spcPts val="0"/>
              </a:spcAft>
              <a:buClr>
                <a:srgbClr val="FF0000"/>
              </a:buClr>
              <a:buSzPts val="2800"/>
              <a:buFont typeface="Arial"/>
              <a:buChar char="•"/>
            </a:pPr>
            <a:r>
              <a:rPr b="0" i="0" lang="en-US" sz="2800" u="none" cap="none" strike="noStrike">
                <a:solidFill>
                  <a:srgbClr val="FF0000"/>
                </a:solidFill>
                <a:latin typeface="Gill Sans"/>
                <a:ea typeface="Gill Sans"/>
                <a:cs typeface="Gill Sans"/>
                <a:sym typeface="Gill Sans"/>
              </a:rPr>
              <a:t>Performance requirements attained</a:t>
            </a:r>
            <a:endParaRPr b="0" i="0" sz="2800" u="none" cap="none" strike="noStrike">
              <a:solidFill>
                <a:srgbClr val="FF0000"/>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73"/>
          <p:cNvPicPr preferRelativeResize="0"/>
          <p:nvPr/>
        </p:nvPicPr>
        <p:blipFill rotWithShape="1">
          <a:blip r:embed="rId3">
            <a:alphaModFix/>
          </a:blip>
          <a:srcRect b="0" l="0" r="0" t="0"/>
          <a:stretch/>
        </p:blipFill>
        <p:spPr>
          <a:xfrm>
            <a:off x="609600" y="438150"/>
            <a:ext cx="8415960" cy="4705080"/>
          </a:xfrm>
          <a:prstGeom prst="rect">
            <a:avLst/>
          </a:prstGeom>
          <a:noFill/>
          <a:ln>
            <a:noFill/>
          </a:ln>
        </p:spPr>
      </p:pic>
      <p:sp>
        <p:nvSpPr>
          <p:cNvPr id="564" name="Google Shape;564;p73"/>
          <p:cNvSpPr txBox="1"/>
          <p:nvPr/>
        </p:nvSpPr>
        <p:spPr>
          <a:xfrm>
            <a:off x="3124080" y="4767390"/>
            <a:ext cx="2895120" cy="27351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Gill Sans"/>
              <a:ea typeface="Gill Sans"/>
              <a:cs typeface="Gill Sans"/>
              <a:sym typeface="Gill Sans"/>
            </a:endParaRPr>
          </a:p>
        </p:txBody>
      </p:sp>
      <p:sp>
        <p:nvSpPr>
          <p:cNvPr id="565" name="Google Shape;565;p73"/>
          <p:cNvSpPr txBox="1"/>
          <p:nvPr/>
        </p:nvSpPr>
        <p:spPr>
          <a:xfrm>
            <a:off x="4191360" y="-19050"/>
            <a:ext cx="213324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rgbClr val="000000"/>
                </a:solidFill>
                <a:latin typeface="Calibri"/>
                <a:ea typeface="Calibri"/>
                <a:cs typeface="Calibri"/>
                <a:sym typeface="Calibri"/>
              </a:rPr>
              <a:t> </a:t>
            </a:r>
            <a:r>
              <a:rPr lang="en-US" sz="2400">
                <a:solidFill>
                  <a:schemeClr val="dk2"/>
                </a:solidFill>
                <a:latin typeface="Gill Sans"/>
                <a:ea typeface="Gill Sans"/>
                <a:cs typeface="Gill Sans"/>
                <a:sym typeface="Gill Sans"/>
              </a:rPr>
              <a:t>V&amp;V activities</a:t>
            </a:r>
            <a:endParaRPr sz="1200">
              <a:solidFill>
                <a:schemeClr val="dk2"/>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4"/>
          <p:cNvSpPr txBox="1"/>
          <p:nvPr/>
        </p:nvSpPr>
        <p:spPr>
          <a:xfrm>
            <a:off x="609600" y="18974"/>
            <a:ext cx="8229240" cy="64777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Unit Validation Testing</a:t>
            </a:r>
            <a:endParaRPr sz="1400">
              <a:solidFill>
                <a:schemeClr val="dk2"/>
              </a:solidFill>
              <a:latin typeface="Gill Sans"/>
              <a:ea typeface="Gill Sans"/>
              <a:cs typeface="Gill Sans"/>
              <a:sym typeface="Gill Sans"/>
            </a:endParaRPr>
          </a:p>
        </p:txBody>
      </p:sp>
      <p:sp>
        <p:nvSpPr>
          <p:cNvPr id="571" name="Google Shape;571;p74"/>
          <p:cNvSpPr txBox="1"/>
          <p:nvPr/>
        </p:nvSpPr>
        <p:spPr>
          <a:xfrm>
            <a:off x="914760" y="805295"/>
            <a:ext cx="8229240" cy="434340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Since unit is the smallest building block of the software system, it is the first piece of system to be validated. Before we validate the entire software, units or modules must be validated.</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Unit testing is normally considered an adjunct to the coding step.</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Units must also be validated to ensure that every unit of software has been built in the right manner in conformance with user requirements.</a:t>
            </a:r>
            <a:endParaRPr sz="2800">
              <a:solidFill>
                <a:schemeClr val="dk1"/>
              </a:solidFill>
              <a:latin typeface="Gill Sans"/>
              <a:ea typeface="Gill Sans"/>
              <a:cs typeface="Gill Sans"/>
              <a:sym typeface="Gi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5"/>
          <p:cNvSpPr txBox="1"/>
          <p:nvPr/>
        </p:nvSpPr>
        <p:spPr>
          <a:xfrm>
            <a:off x="990600" y="1088966"/>
            <a:ext cx="8153400" cy="3692583"/>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Unit tests ensure that the software meets at least a baseline level of functionality prior to integration and system testing.</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While developing the software, if the developer detects and removes the bug, it offers significant savings of time and costs.</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This type of testing is largely based on </a:t>
            </a:r>
            <a:r>
              <a:rPr lang="en-US" sz="2800">
                <a:solidFill>
                  <a:srgbClr val="FF0000"/>
                </a:solidFill>
                <a:latin typeface="Gill Sans"/>
                <a:ea typeface="Gill Sans"/>
                <a:cs typeface="Gill Sans"/>
                <a:sym typeface="Gill Sans"/>
              </a:rPr>
              <a:t>black-box techniques</a:t>
            </a:r>
            <a:r>
              <a:rPr lang="en-US" sz="2800">
                <a:solidFill>
                  <a:srgbClr val="000000"/>
                </a:solidFill>
                <a:latin typeface="Gill Sans"/>
                <a:ea typeface="Gill Sans"/>
                <a:cs typeface="Gill Sans"/>
                <a:sym typeface="Gill Sans"/>
              </a:rPr>
              <a:t>.</a:t>
            </a:r>
            <a:endParaRPr sz="2800">
              <a:solidFill>
                <a:schemeClr val="dk1"/>
              </a:solidFill>
              <a:latin typeface="Gill Sans"/>
              <a:ea typeface="Gill Sans"/>
              <a:cs typeface="Gill Sans"/>
              <a:sym typeface="Gill Sans"/>
            </a:endParaRPr>
          </a:p>
        </p:txBody>
      </p:sp>
      <p:sp>
        <p:nvSpPr>
          <p:cNvPr id="577" name="Google Shape;577;p75"/>
          <p:cNvSpPr txBox="1"/>
          <p:nvPr/>
        </p:nvSpPr>
        <p:spPr>
          <a:xfrm>
            <a:off x="609600" y="133350"/>
            <a:ext cx="8229240" cy="64777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Unit Validation Testing   Cont…</a:t>
            </a:r>
            <a:endParaRPr sz="1400">
              <a:solidFill>
                <a:schemeClr val="dk2"/>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6"/>
          <p:cNvSpPr txBox="1"/>
          <p:nvPr/>
        </p:nvSpPr>
        <p:spPr>
          <a:xfrm>
            <a:off x="457200" y="114570"/>
            <a:ext cx="8229240" cy="3357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Module</a:t>
            </a:r>
            <a:endParaRPr sz="1400">
              <a:solidFill>
                <a:schemeClr val="dk2"/>
              </a:solidFill>
              <a:latin typeface="Gill Sans"/>
              <a:ea typeface="Gill Sans"/>
              <a:cs typeface="Gill Sans"/>
              <a:sym typeface="Gill Sans"/>
            </a:endParaRPr>
          </a:p>
        </p:txBody>
      </p:sp>
      <p:sp>
        <p:nvSpPr>
          <p:cNvPr id="583" name="Google Shape;583;p76"/>
          <p:cNvSpPr txBox="1"/>
          <p:nvPr/>
        </p:nvSpPr>
        <p:spPr>
          <a:xfrm>
            <a:off x="945753" y="514351"/>
            <a:ext cx="8229240" cy="457200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Software is divided into modules but a module is not an isolated entity.</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The module under consideration might be getting some inputs from another module or the module is calling some other module.</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It means that a module is not independent and cannot be tested in isolation.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While testing the module, all its interfaces must be simulated if the interfaced modules are not ready at the time of testing the module under consideration.</a:t>
            </a:r>
            <a:endParaRPr sz="28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7"/>
          <p:cNvSpPr txBox="1"/>
          <p:nvPr/>
        </p:nvSpPr>
        <p:spPr>
          <a:xfrm>
            <a:off x="457200" y="57150"/>
            <a:ext cx="8229240" cy="6893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Drivers</a:t>
            </a:r>
            <a:endParaRPr sz="1400">
              <a:solidFill>
                <a:schemeClr val="dk2"/>
              </a:solidFill>
              <a:latin typeface="Gill Sans"/>
              <a:ea typeface="Gill Sans"/>
              <a:cs typeface="Gill Sans"/>
              <a:sym typeface="Gill Sans"/>
            </a:endParaRPr>
          </a:p>
        </p:txBody>
      </p:sp>
      <p:sp>
        <p:nvSpPr>
          <p:cNvPr id="589" name="Google Shape;589;p77"/>
          <p:cNvSpPr txBox="1"/>
          <p:nvPr/>
        </p:nvSpPr>
        <p:spPr>
          <a:xfrm>
            <a:off x="787400" y="666750"/>
            <a:ext cx="8229240" cy="4191000"/>
          </a:xfrm>
          <a:prstGeom prst="rect">
            <a:avLst/>
          </a:prstGeom>
          <a:noFill/>
          <a:ln>
            <a:noFill/>
          </a:ln>
        </p:spPr>
        <p:txBody>
          <a:bodyPr anchorCtr="0" anchor="t" bIns="45700" lIns="91425" spcFirstLastPara="1" rIns="91425" wrap="square" tIns="45700">
            <a:noAutofit/>
          </a:bodyPr>
          <a:lstStyle/>
          <a:p>
            <a:pPr indent="-152400" lvl="1" marL="4572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ill Sans"/>
                <a:ea typeface="Gill Sans"/>
                <a:cs typeface="Gill Sans"/>
                <a:sym typeface="Gill Sans"/>
              </a:rPr>
              <a:t>Software test drivers are programs which simulate the behaviors of software components (or modules) that are the control modules of a under test module.</a:t>
            </a:r>
            <a:endParaRPr b="0" i="0" sz="2400" u="none" cap="none" strike="noStrike">
              <a:solidFill>
                <a:schemeClr val="dk1"/>
              </a:solidFill>
              <a:latin typeface="Gill Sans"/>
              <a:ea typeface="Gill Sans"/>
              <a:cs typeface="Gill Sans"/>
              <a:sym typeface="Gill Sans"/>
            </a:endParaRPr>
          </a:p>
          <a:p>
            <a:pPr indent="-152400" lvl="1" marL="4572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ill Sans"/>
                <a:ea typeface="Gill Sans"/>
                <a:cs typeface="Gill Sans"/>
                <a:sym typeface="Gill Sans"/>
              </a:rPr>
              <a:t> Control the test cases.</a:t>
            </a:r>
            <a:endParaRPr/>
          </a:p>
          <a:p>
            <a:pPr indent="-152400" lvl="1" marL="4572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ill Sans"/>
                <a:ea typeface="Gill Sans"/>
                <a:cs typeface="Gill Sans"/>
                <a:sym typeface="Gill Sans"/>
              </a:rPr>
              <a:t>A driver module should contain the non-local data structures accessed by the module under test. </a:t>
            </a:r>
            <a:endParaRPr/>
          </a:p>
          <a:p>
            <a:pPr indent="-152400" lvl="1" marL="4572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ill Sans"/>
                <a:ea typeface="Gill Sans"/>
                <a:cs typeface="Gill Sans"/>
                <a:sym typeface="Gill Sans"/>
              </a:rPr>
              <a:t>Additionally, it should also have the code to call the different functions of the unit under test with appropriate parameter values for testing.</a:t>
            </a:r>
            <a:endParaRPr/>
          </a:p>
          <a:p>
            <a:pPr indent="-152400" lvl="1" marL="457200" marR="0" rtl="0" algn="just">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Gill Sans"/>
                <a:ea typeface="Gill Sans"/>
                <a:cs typeface="Gill Sans"/>
                <a:sym typeface="Gill Sans"/>
              </a:rPr>
              <a:t> The driver module may print or interpret the results produced by the module under testing.</a:t>
            </a:r>
            <a:endParaRPr/>
          </a:p>
          <a:p>
            <a:pPr indent="0" lvl="1" marL="4572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8"/>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Example</a:t>
            </a:r>
            <a:endParaRPr sz="1400">
              <a:solidFill>
                <a:schemeClr val="dk2"/>
              </a:solidFill>
              <a:latin typeface="Gill Sans"/>
              <a:ea typeface="Gill Sans"/>
              <a:cs typeface="Gill Sans"/>
              <a:sym typeface="Gill Sans"/>
            </a:endParaRPr>
          </a:p>
        </p:txBody>
      </p:sp>
      <p:sp>
        <p:nvSpPr>
          <p:cNvPr id="595" name="Google Shape;595;p78"/>
          <p:cNvSpPr txBox="1"/>
          <p:nvPr/>
        </p:nvSpPr>
        <p:spPr>
          <a:xfrm>
            <a:off x="990960" y="1062990"/>
            <a:ext cx="815304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For example, see the design hierarchy of the modules in Figure </a:t>
            </a:r>
            <a:r>
              <a:rPr lang="en-US" sz="2800">
                <a:solidFill>
                  <a:srgbClr val="000000"/>
                </a:solidFill>
                <a:latin typeface="Arial"/>
                <a:ea typeface="Arial"/>
                <a:cs typeface="Arial"/>
                <a:sym typeface="Arial"/>
              </a:rPr>
              <a:t>1</a:t>
            </a:r>
            <a:r>
              <a:rPr lang="en-US" sz="2800">
                <a:solidFill>
                  <a:srgbClr val="000000"/>
                </a:solidFill>
                <a:latin typeface="Gill Sans"/>
                <a:ea typeface="Gill Sans"/>
                <a:cs typeface="Gill Sans"/>
                <a:sym typeface="Gill Sans"/>
              </a:rPr>
              <a:t>.</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Suppose module B is under test. In the hierarchy, module A is a superordinate of module B.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Suppose module A is not ready and B has to be unit tested.</a:t>
            </a:r>
            <a:endParaRPr sz="2800">
              <a:solidFill>
                <a:schemeClr val="dk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9"/>
          <p:cNvSpPr txBox="1"/>
          <p:nvPr/>
        </p:nvSpPr>
        <p:spPr>
          <a:xfrm>
            <a:off x="457200" y="206010"/>
            <a:ext cx="8534400" cy="9941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rgbClr val="000000"/>
                </a:solidFill>
                <a:latin typeface="Gill Sans"/>
                <a:ea typeface="Gill Sans"/>
                <a:cs typeface="Gill Sans"/>
                <a:sym typeface="Gill Sans"/>
              </a:rPr>
              <a:t> Design Hierarchy of an example system</a:t>
            </a:r>
            <a:endParaRPr sz="3600">
              <a:solidFill>
                <a:schemeClr val="dk1"/>
              </a:solidFill>
              <a:latin typeface="Gill Sans"/>
              <a:ea typeface="Gill Sans"/>
              <a:cs typeface="Gill Sans"/>
              <a:sym typeface="Gill Sans"/>
            </a:endParaRPr>
          </a:p>
        </p:txBody>
      </p:sp>
      <p:sp>
        <p:nvSpPr>
          <p:cNvPr id="601" name="Google Shape;601;p79"/>
          <p:cNvSpPr txBox="1"/>
          <p:nvPr/>
        </p:nvSpPr>
        <p:spPr>
          <a:xfrm>
            <a:off x="1066800" y="-1731"/>
            <a:ext cx="7619640" cy="74468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sz="36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600">
              <a:solidFill>
                <a:srgbClr val="000000"/>
              </a:solidFill>
              <a:latin typeface="Gill Sans"/>
              <a:ea typeface="Gill Sans"/>
              <a:cs typeface="Gill Sans"/>
              <a:sym typeface="Gill Sans"/>
            </a:endParaRPr>
          </a:p>
        </p:txBody>
      </p:sp>
      <p:pic>
        <p:nvPicPr>
          <p:cNvPr id="602" name="Google Shape;602;p79"/>
          <p:cNvPicPr preferRelativeResize="0"/>
          <p:nvPr/>
        </p:nvPicPr>
        <p:blipFill rotWithShape="1">
          <a:blip r:embed="rId3">
            <a:alphaModFix/>
          </a:blip>
          <a:srcRect b="0" l="0" r="0" t="0"/>
          <a:stretch/>
        </p:blipFill>
        <p:spPr>
          <a:xfrm>
            <a:off x="1447800" y="1504950"/>
            <a:ext cx="6933960" cy="3429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0"/>
          <p:cNvSpPr txBox="1"/>
          <p:nvPr/>
        </p:nvSpPr>
        <p:spPr>
          <a:xfrm>
            <a:off x="457200" y="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Calibri"/>
                <a:ea typeface="Calibri"/>
                <a:cs typeface="Calibri"/>
                <a:sym typeface="Calibri"/>
              </a:rPr>
              <a:t>Example</a:t>
            </a:r>
            <a:endParaRPr sz="1400">
              <a:solidFill>
                <a:schemeClr val="dk2"/>
              </a:solidFill>
              <a:latin typeface="Gill Sans"/>
              <a:ea typeface="Gill Sans"/>
              <a:cs typeface="Gill Sans"/>
              <a:sym typeface="Gill Sans"/>
            </a:endParaRPr>
          </a:p>
        </p:txBody>
      </p:sp>
      <p:sp>
        <p:nvSpPr>
          <p:cNvPr id="608" name="Google Shape;608;p80"/>
          <p:cNvSpPr txBox="1"/>
          <p:nvPr/>
        </p:nvSpPr>
        <p:spPr>
          <a:xfrm>
            <a:off x="990600" y="1200150"/>
            <a:ext cx="5181600" cy="281940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A driver module is needed which will simulate module A in the sense that it passes the required inputs to module B and acts as main program for module B.</a:t>
            </a:r>
            <a:endParaRPr sz="2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t/>
            </a:r>
            <a:endParaRPr sz="2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2800">
              <a:solidFill>
                <a:srgbClr val="000000"/>
              </a:solidFill>
              <a:latin typeface="Gill Sans"/>
              <a:ea typeface="Gill Sans"/>
              <a:cs typeface="Gill Sans"/>
              <a:sym typeface="Gill Sans"/>
            </a:endParaRPr>
          </a:p>
          <a:p>
            <a:pPr indent="0" lvl="5" marL="228600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t/>
            </a:r>
            <a:endParaRPr sz="2800">
              <a:solidFill>
                <a:schemeClr val="dk1"/>
              </a:solidFill>
              <a:latin typeface="Gill Sans"/>
              <a:ea typeface="Gill Sans"/>
              <a:cs typeface="Gill Sans"/>
              <a:sym typeface="Gill Sans"/>
            </a:endParaRPr>
          </a:p>
        </p:txBody>
      </p:sp>
      <p:pic>
        <p:nvPicPr>
          <p:cNvPr id="609" name="Google Shape;609;p80"/>
          <p:cNvPicPr preferRelativeResize="0"/>
          <p:nvPr/>
        </p:nvPicPr>
        <p:blipFill rotWithShape="1">
          <a:blip r:embed="rId3">
            <a:alphaModFix/>
          </a:blip>
          <a:srcRect b="0" l="0" r="0" t="0"/>
          <a:stretch/>
        </p:blipFill>
        <p:spPr>
          <a:xfrm>
            <a:off x="6324600" y="1062990"/>
            <a:ext cx="2514600" cy="347033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81"/>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Calibri"/>
                <a:ea typeface="Calibri"/>
                <a:cs typeface="Calibri"/>
                <a:sym typeface="Calibri"/>
              </a:rPr>
              <a:t>Drivers </a:t>
            </a:r>
            <a:endParaRPr sz="1400">
              <a:solidFill>
                <a:schemeClr val="dk2"/>
              </a:solidFill>
              <a:latin typeface="Gill Sans"/>
              <a:ea typeface="Gill Sans"/>
              <a:cs typeface="Gill Sans"/>
              <a:sym typeface="Gill Sans"/>
            </a:endParaRPr>
          </a:p>
        </p:txBody>
      </p:sp>
      <p:sp>
        <p:nvSpPr>
          <p:cNvPr id="615" name="Google Shape;615;p81"/>
          <p:cNvSpPr txBox="1"/>
          <p:nvPr/>
        </p:nvSpPr>
        <p:spPr>
          <a:xfrm>
            <a:off x="921687" y="971550"/>
            <a:ext cx="822924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Test driver is supporting the code and data used to provide an environment for testing a part of a system in isolation. </a:t>
            </a:r>
            <a:endParaRPr sz="28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In fact, it drives the unit being tested by creating necessary ‘inputs’ required for the unit and then invokes the unit.</a:t>
            </a:r>
            <a:endParaRPr sz="2800">
              <a:solidFill>
                <a:schemeClr val="dk1"/>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2"/>
          <p:cNvSpPr txBox="1"/>
          <p:nvPr/>
        </p:nvSpPr>
        <p:spPr>
          <a:xfrm>
            <a:off x="474518" y="3117"/>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Drivers</a:t>
            </a:r>
            <a:endParaRPr sz="1400">
              <a:solidFill>
                <a:schemeClr val="dk2"/>
              </a:solidFill>
              <a:latin typeface="Gill Sans"/>
              <a:ea typeface="Gill Sans"/>
              <a:cs typeface="Gill Sans"/>
              <a:sym typeface="Gill Sans"/>
            </a:endParaRPr>
          </a:p>
        </p:txBody>
      </p:sp>
      <p:sp>
        <p:nvSpPr>
          <p:cNvPr id="621" name="Google Shape;621;p82"/>
          <p:cNvSpPr txBox="1"/>
          <p:nvPr/>
        </p:nvSpPr>
        <p:spPr>
          <a:xfrm>
            <a:off x="1066800" y="1062990"/>
            <a:ext cx="807720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A test driver may take inputs in the following form and call the unit to be tested:</a:t>
            </a:r>
            <a:endParaRPr/>
          </a:p>
          <a:p>
            <a:pPr indent="0" lvl="0" marL="0" marR="0" rtl="0" algn="just">
              <a:lnSpc>
                <a:spcPct val="100000"/>
              </a:lnSpc>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Arial"/>
                <a:ea typeface="Arial"/>
                <a:cs typeface="Arial"/>
                <a:sym typeface="Arial"/>
              </a:rPr>
              <a:t>1.</a:t>
            </a:r>
            <a:r>
              <a:rPr lang="en-US" sz="2800">
                <a:solidFill>
                  <a:srgbClr val="000000"/>
                </a:solidFill>
                <a:latin typeface="Gill Sans"/>
                <a:ea typeface="Gill Sans"/>
                <a:cs typeface="Gill Sans"/>
                <a:sym typeface="Gill Sans"/>
              </a:rPr>
              <a:t> It may hard-code the inputs as parameters of the calling unit.</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2. It may take the inputs from the user.</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3. It may read the inputs from a file.</a:t>
            </a:r>
            <a:endParaRPr sz="2800">
              <a:solidFill>
                <a:schemeClr val="dk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3"/>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Drivers</a:t>
            </a:r>
            <a:endParaRPr sz="1400">
              <a:solidFill>
                <a:schemeClr val="dk2"/>
              </a:solidFill>
              <a:latin typeface="Gill Sans"/>
              <a:ea typeface="Gill Sans"/>
              <a:cs typeface="Gill Sans"/>
              <a:sym typeface="Gill Sans"/>
            </a:endParaRPr>
          </a:p>
        </p:txBody>
      </p:sp>
      <p:sp>
        <p:nvSpPr>
          <p:cNvPr id="627" name="Google Shape;627;p83"/>
          <p:cNvSpPr txBox="1"/>
          <p:nvPr/>
        </p:nvSpPr>
        <p:spPr>
          <a:xfrm>
            <a:off x="990600" y="1205345"/>
            <a:ext cx="807720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A test driver provides the following facilities to a unit to be tested:</a:t>
            </a:r>
            <a:endParaRPr/>
          </a:p>
          <a:p>
            <a:pPr indent="0" lvl="0" marL="0" marR="0" rtl="0" algn="just">
              <a:lnSpc>
                <a:spcPct val="100000"/>
              </a:lnSpc>
              <a:spcBef>
                <a:spcPts val="0"/>
              </a:spcBef>
              <a:spcAft>
                <a:spcPts val="0"/>
              </a:spcAft>
              <a:buNone/>
            </a:pPr>
            <a:r>
              <a:rPr lang="en-US" sz="2800">
                <a:solidFill>
                  <a:srgbClr val="000000"/>
                </a:solidFill>
                <a:latin typeface="Arial"/>
                <a:ea typeface="Arial"/>
                <a:cs typeface="Arial"/>
                <a:sym typeface="Arial"/>
              </a:rPr>
              <a:t>1</a:t>
            </a:r>
            <a:r>
              <a:rPr lang="en-US" sz="2800">
                <a:solidFill>
                  <a:srgbClr val="000000"/>
                </a:solidFill>
                <a:latin typeface="Gill Sans"/>
                <a:ea typeface="Gill Sans"/>
                <a:cs typeface="Gill Sans"/>
                <a:sym typeface="Gill Sans"/>
              </a:rPr>
              <a:t>.  Initializes the environment desired for testing.</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2.  Provides simulated inputs in the required format to the units to be tested.</a:t>
            </a:r>
            <a:endParaRPr sz="2800">
              <a:solidFill>
                <a:schemeClr val="dk1"/>
              </a:solidFill>
              <a:latin typeface="Gill Sans"/>
              <a:ea typeface="Gill Sans"/>
              <a:cs typeface="Gill Sans"/>
              <a:sym typeface="Gill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4"/>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Drivers</a:t>
            </a:r>
            <a:endParaRPr sz="1400">
              <a:solidFill>
                <a:schemeClr val="dk2"/>
              </a:solidFill>
              <a:latin typeface="Gill Sans"/>
              <a:ea typeface="Gill Sans"/>
              <a:cs typeface="Gill Sans"/>
              <a:sym typeface="Gill Sans"/>
            </a:endParaRPr>
          </a:p>
        </p:txBody>
      </p:sp>
      <p:sp>
        <p:nvSpPr>
          <p:cNvPr id="633" name="Google Shape;633;p84"/>
          <p:cNvSpPr txBox="1"/>
          <p:nvPr/>
        </p:nvSpPr>
        <p:spPr>
          <a:xfrm>
            <a:off x="1066800" y="1215736"/>
            <a:ext cx="800100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Projects where commercial drivers are not available, specialized drivers need to be developed. </a:t>
            </a:r>
            <a:endParaRPr sz="28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This happens mainly in defense projects where projects are developed for a special application.</a:t>
            </a:r>
            <a:endParaRPr sz="2800">
              <a:solidFill>
                <a:schemeClr val="dk1"/>
              </a:solidFill>
              <a:latin typeface="Gill Sans"/>
              <a:ea typeface="Gill Sans"/>
              <a:cs typeface="Gill Sans"/>
              <a:sym typeface="Gill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5"/>
          <p:cNvSpPr txBox="1"/>
          <p:nvPr/>
        </p:nvSpPr>
        <p:spPr>
          <a:xfrm>
            <a:off x="1480445" y="57150"/>
            <a:ext cx="6182750" cy="48374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Stubs</a:t>
            </a:r>
            <a:endParaRPr sz="1400">
              <a:solidFill>
                <a:schemeClr val="dk2"/>
              </a:solidFill>
              <a:latin typeface="Gill Sans"/>
              <a:ea typeface="Gill Sans"/>
              <a:cs typeface="Gill Sans"/>
              <a:sym typeface="Gill Sans"/>
            </a:endParaRPr>
          </a:p>
        </p:txBody>
      </p:sp>
      <p:sp>
        <p:nvSpPr>
          <p:cNvPr id="639" name="Google Shape;639;p85"/>
          <p:cNvSpPr txBox="1"/>
          <p:nvPr/>
        </p:nvSpPr>
        <p:spPr>
          <a:xfrm>
            <a:off x="914760" y="725642"/>
            <a:ext cx="8229240" cy="4208308"/>
          </a:xfrm>
          <a:prstGeom prst="rect">
            <a:avLst/>
          </a:prstGeom>
          <a:noFill/>
          <a:ln>
            <a:noFill/>
          </a:ln>
        </p:spPr>
        <p:txBody>
          <a:bodyPr anchorCtr="0" anchor="t" bIns="45700" lIns="91425" spcFirstLastPara="1" rIns="91425" wrap="square" tIns="45700">
            <a:noAutofit/>
          </a:bodyPr>
          <a:lstStyle/>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The module under testing may also call some other module which is not ready at the time of testing. </a:t>
            </a:r>
            <a:endParaRPr sz="24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Therefore, these modules need to be simulated for testing.</a:t>
            </a:r>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 In most cases, dummy modules instead of actual modules, which are not ready, are prepared for these subordinate modules. </a:t>
            </a:r>
            <a:endParaRPr sz="24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These dummy modules are called </a:t>
            </a:r>
            <a:r>
              <a:rPr i="1" lang="en-US" sz="2400">
                <a:solidFill>
                  <a:srgbClr val="000000"/>
                </a:solidFill>
                <a:latin typeface="Gill Sans"/>
                <a:ea typeface="Gill Sans"/>
                <a:cs typeface="Gill Sans"/>
                <a:sym typeface="Gill Sans"/>
              </a:rPr>
              <a:t>stubs</a:t>
            </a:r>
            <a:r>
              <a:rPr lang="en-US" sz="2400">
                <a:solidFill>
                  <a:srgbClr val="000000"/>
                </a:solidFill>
                <a:latin typeface="Gill Sans"/>
                <a:ea typeface="Gill Sans"/>
                <a:cs typeface="Gill Sans"/>
                <a:sym typeface="Gill Sans"/>
              </a:rPr>
              <a:t>.</a:t>
            </a:r>
            <a:endParaRPr sz="2400">
              <a:solidFill>
                <a:schemeClr val="dk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6"/>
          <p:cNvSpPr txBox="1"/>
          <p:nvPr>
            <p:ph type="title"/>
          </p:nvPr>
        </p:nvSpPr>
        <p:spPr>
          <a:xfrm>
            <a:off x="1143000" y="133350"/>
            <a:ext cx="7498080" cy="38457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Stub </a:t>
            </a:r>
            <a:endParaRPr/>
          </a:p>
        </p:txBody>
      </p:sp>
      <p:sp>
        <p:nvSpPr>
          <p:cNvPr id="645" name="Google Shape;645;p86"/>
          <p:cNvSpPr txBox="1"/>
          <p:nvPr>
            <p:ph idx="1" type="body"/>
          </p:nvPr>
        </p:nvSpPr>
        <p:spPr>
          <a:xfrm>
            <a:off x="896112" y="895350"/>
            <a:ext cx="8247888"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A stub is a dummy procedure that has the same I/O parameters as the function called by the unit under test but has a highly simplified behaviour. </a:t>
            </a:r>
            <a:endParaRPr/>
          </a:p>
          <a:p>
            <a:pPr indent="-141223" lvl="0" marL="365760" rtl="0" algn="just">
              <a:lnSpc>
                <a:spcPct val="100000"/>
              </a:lnSpc>
              <a:spcBef>
                <a:spcPts val="600"/>
              </a:spcBef>
              <a:spcAft>
                <a:spcPts val="0"/>
              </a:spcAft>
              <a:buSzPts val="2240"/>
              <a:buNone/>
            </a:pPr>
            <a:r>
              <a:t/>
            </a:r>
            <a:endParaRPr/>
          </a:p>
          <a:p>
            <a:pPr indent="-283464" lvl="0" marL="365760" rtl="0" algn="just">
              <a:lnSpc>
                <a:spcPct val="100000"/>
              </a:lnSpc>
              <a:spcBef>
                <a:spcPts val="600"/>
              </a:spcBef>
              <a:spcAft>
                <a:spcPts val="0"/>
              </a:spcAft>
              <a:buSzPts val="2240"/>
              <a:buChar char="⚫"/>
            </a:pPr>
            <a:r>
              <a:rPr lang="en-US"/>
              <a:t>For example, a stub procedure may produce the expected behaviour using a simple table look up mechanism.</a:t>
            </a:r>
            <a:endParaRPr/>
          </a:p>
          <a:p>
            <a:pPr indent="-141223" lvl="0" marL="365760" rtl="0" algn="just">
              <a:lnSpc>
                <a:spcPct val="100000"/>
              </a:lnSpc>
              <a:spcBef>
                <a:spcPts val="600"/>
              </a:spcBef>
              <a:spcAft>
                <a:spcPts val="0"/>
              </a:spcAft>
              <a:buSzPts val="224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7"/>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Calibri"/>
                <a:ea typeface="Calibri"/>
                <a:cs typeface="Calibri"/>
                <a:sym typeface="Calibri"/>
              </a:rPr>
              <a:t>Stubs</a:t>
            </a:r>
            <a:endParaRPr sz="1400">
              <a:solidFill>
                <a:schemeClr val="dk2"/>
              </a:solidFill>
              <a:latin typeface="Gill Sans"/>
              <a:ea typeface="Gill Sans"/>
              <a:cs typeface="Gill Sans"/>
              <a:sym typeface="Gill Sans"/>
            </a:endParaRPr>
          </a:p>
        </p:txBody>
      </p:sp>
      <p:sp>
        <p:nvSpPr>
          <p:cNvPr id="651" name="Google Shape;651;p87"/>
          <p:cNvSpPr txBox="1"/>
          <p:nvPr/>
        </p:nvSpPr>
        <p:spPr>
          <a:xfrm>
            <a:off x="990600" y="1078576"/>
            <a:ext cx="815340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Thus, a stub can be defined as a piece of software that works similar to a unit which is referenced by the unit being tested, but it is much simpler than the actual unit.</a:t>
            </a:r>
            <a:endParaRPr/>
          </a:p>
          <a:p>
            <a:pPr indent="0" lvl="0" marL="0" marR="0" rtl="0" algn="just">
              <a:lnSpc>
                <a:spcPct val="100000"/>
              </a:lnSpc>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 A stub works as a ‘stand-in’ for the subordinate unit and provides the minimum required behavior for that unit.</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t/>
            </a:r>
            <a:endParaRPr sz="2800">
              <a:solidFill>
                <a:schemeClr val="dk1"/>
              </a:solidFill>
              <a:latin typeface="Gill Sans"/>
              <a:ea typeface="Gill Sans"/>
              <a:cs typeface="Gill Sans"/>
              <a:sym typeface="Gill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8"/>
          <p:cNvSpPr txBox="1"/>
          <p:nvPr/>
        </p:nvSpPr>
        <p:spPr>
          <a:xfrm>
            <a:off x="457200" y="0"/>
            <a:ext cx="8229240" cy="6893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Calibri"/>
                <a:ea typeface="Calibri"/>
                <a:cs typeface="Calibri"/>
                <a:sym typeface="Calibri"/>
              </a:rPr>
              <a:t>Stubs</a:t>
            </a:r>
            <a:endParaRPr sz="1400">
              <a:solidFill>
                <a:schemeClr val="dk2"/>
              </a:solidFill>
              <a:latin typeface="Gill Sans"/>
              <a:ea typeface="Gill Sans"/>
              <a:cs typeface="Gill Sans"/>
              <a:sym typeface="Gill Sans"/>
            </a:endParaRPr>
          </a:p>
        </p:txBody>
      </p:sp>
      <p:sp>
        <p:nvSpPr>
          <p:cNvPr id="657" name="Google Shape;657;p88"/>
          <p:cNvSpPr txBox="1"/>
          <p:nvPr/>
        </p:nvSpPr>
        <p:spPr>
          <a:xfrm>
            <a:off x="927460" y="723052"/>
            <a:ext cx="8229240" cy="4420447"/>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For example, consider Figure </a:t>
            </a:r>
            <a:r>
              <a:rPr lang="en-US" sz="2800">
                <a:solidFill>
                  <a:srgbClr val="000000"/>
                </a:solidFill>
                <a:latin typeface="Calibri"/>
                <a:ea typeface="Calibri"/>
                <a:cs typeface="Calibri"/>
                <a:sym typeface="Calibri"/>
              </a:rPr>
              <a:t>1</a:t>
            </a:r>
            <a:r>
              <a:rPr lang="en-US" sz="2800">
                <a:solidFill>
                  <a:srgbClr val="000000"/>
                </a:solidFill>
                <a:latin typeface="Gill Sans"/>
                <a:ea typeface="Gill Sans"/>
                <a:cs typeface="Gill Sans"/>
                <a:sym typeface="Gill Sans"/>
              </a:rPr>
              <a:t> again. Module B under test needs to call module D and module E. But they are not ready. </a:t>
            </a:r>
            <a:endParaRPr sz="28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So there must be some skeletal structure in their place so that they act as dummy modules in place of the actual modules. </a:t>
            </a:r>
            <a:endParaRPr sz="28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Therefore, stubs are designed for module D and module E,  as shown in Figure 3.</a:t>
            </a:r>
            <a:endParaRPr sz="2800">
              <a:solidFill>
                <a:schemeClr val="dk1"/>
              </a:solidFill>
              <a:latin typeface="Gill Sans"/>
              <a:ea typeface="Gill Sans"/>
              <a:cs typeface="Gill Sans"/>
              <a:sym typeface="Gill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9"/>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Example</a:t>
            </a:r>
            <a:endParaRPr sz="1400">
              <a:solidFill>
                <a:schemeClr val="dk2"/>
              </a:solidFill>
              <a:latin typeface="Gill Sans"/>
              <a:ea typeface="Gill Sans"/>
              <a:cs typeface="Gill Sans"/>
              <a:sym typeface="Gill Sans"/>
            </a:endParaRPr>
          </a:p>
        </p:txBody>
      </p:sp>
      <p:sp>
        <p:nvSpPr>
          <p:cNvPr id="663" name="Google Shape;663;p89"/>
          <p:cNvSpPr txBox="1"/>
          <p:nvPr/>
        </p:nvSpPr>
        <p:spPr>
          <a:xfrm>
            <a:off x="1066800" y="-1732"/>
            <a:ext cx="7619640" cy="169708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2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32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32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20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2000">
              <a:solidFill>
                <a:srgbClr val="000000"/>
              </a:solidFill>
              <a:latin typeface="Calibri"/>
              <a:ea typeface="Calibri"/>
              <a:cs typeface="Calibri"/>
              <a:sym typeface="Calibri"/>
            </a:endParaRPr>
          </a:p>
        </p:txBody>
      </p:sp>
      <p:pic>
        <p:nvPicPr>
          <p:cNvPr id="664" name="Google Shape;664;p89"/>
          <p:cNvPicPr preferRelativeResize="0"/>
          <p:nvPr/>
        </p:nvPicPr>
        <p:blipFill rotWithShape="1">
          <a:blip r:embed="rId3">
            <a:alphaModFix/>
          </a:blip>
          <a:srcRect b="0" l="0" r="0" t="0"/>
          <a:stretch/>
        </p:blipFill>
        <p:spPr>
          <a:xfrm>
            <a:off x="1447800" y="1051020"/>
            <a:ext cx="6933960" cy="289232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90"/>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Calibri"/>
                <a:ea typeface="Calibri"/>
                <a:cs typeface="Calibri"/>
                <a:sym typeface="Calibri"/>
              </a:rPr>
              <a:t>Example</a:t>
            </a:r>
            <a:endParaRPr sz="1400">
              <a:solidFill>
                <a:schemeClr val="dk2"/>
              </a:solidFill>
              <a:latin typeface="Gill Sans"/>
              <a:ea typeface="Gill Sans"/>
              <a:cs typeface="Gill Sans"/>
              <a:sym typeface="Gill Sans"/>
            </a:endParaRPr>
          </a:p>
        </p:txBody>
      </p:sp>
      <p:sp>
        <p:nvSpPr>
          <p:cNvPr id="670" name="Google Shape;670;p90"/>
          <p:cNvSpPr txBox="1"/>
          <p:nvPr/>
        </p:nvSpPr>
        <p:spPr>
          <a:xfrm>
            <a:off x="457200" y="1200150"/>
            <a:ext cx="8229240" cy="3657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None/>
            </a:pPr>
            <a:r>
              <a:t/>
            </a:r>
            <a:endParaRPr sz="32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32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24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1400">
              <a:solidFill>
                <a:schemeClr val="dk1"/>
              </a:solidFill>
              <a:latin typeface="Gill Sans"/>
              <a:ea typeface="Gill Sans"/>
              <a:cs typeface="Gill Sans"/>
              <a:sym typeface="Gill Sans"/>
            </a:endParaRPr>
          </a:p>
        </p:txBody>
      </p:sp>
      <p:pic>
        <p:nvPicPr>
          <p:cNvPr id="671" name="Google Shape;671;p90"/>
          <p:cNvPicPr preferRelativeResize="0"/>
          <p:nvPr/>
        </p:nvPicPr>
        <p:blipFill rotWithShape="1">
          <a:blip r:embed="rId3">
            <a:alphaModFix/>
          </a:blip>
          <a:srcRect b="0" l="0" r="0" t="0"/>
          <a:stretch/>
        </p:blipFill>
        <p:spPr>
          <a:xfrm>
            <a:off x="1790640" y="1352550"/>
            <a:ext cx="5562360" cy="2286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1"/>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Stubs</a:t>
            </a:r>
            <a:endParaRPr sz="1400">
              <a:solidFill>
                <a:schemeClr val="dk2"/>
              </a:solidFill>
              <a:latin typeface="Gill Sans"/>
              <a:ea typeface="Gill Sans"/>
              <a:cs typeface="Gill Sans"/>
              <a:sym typeface="Gill Sans"/>
            </a:endParaRPr>
          </a:p>
        </p:txBody>
      </p:sp>
      <p:sp>
        <p:nvSpPr>
          <p:cNvPr id="677" name="Google Shape;677;p91"/>
          <p:cNvSpPr txBox="1"/>
          <p:nvPr/>
        </p:nvSpPr>
        <p:spPr>
          <a:xfrm>
            <a:off x="1066800" y="1026622"/>
            <a:ext cx="8001000" cy="3394170"/>
          </a:xfrm>
          <a:prstGeom prst="rect">
            <a:avLst/>
          </a:prstGeom>
          <a:noFill/>
          <a:ln>
            <a:noFill/>
          </a:ln>
        </p:spPr>
        <p:txBody>
          <a:bodyPr anchorCtr="0" anchor="t" bIns="45700" lIns="91425" spcFirstLastPara="1" rIns="91425" wrap="square" tIns="45700">
            <a:noAutofit/>
          </a:bodyPr>
          <a:lstStyle/>
          <a:p>
            <a:pPr indent="-177800" lvl="0" marL="0" marR="0" rtl="0" algn="just">
              <a:lnSpc>
                <a:spcPct val="100000"/>
              </a:lnSpc>
              <a:spcBef>
                <a:spcPts val="0"/>
              </a:spcBef>
              <a:spcAft>
                <a:spcPts val="0"/>
              </a:spcAft>
              <a:buClr>
                <a:srgbClr val="000000"/>
              </a:buClr>
              <a:buSzPts val="2800"/>
              <a:buFont typeface="Arial"/>
              <a:buChar char="•"/>
            </a:pPr>
            <a:r>
              <a:rPr lang="en-US" sz="2800">
                <a:solidFill>
                  <a:srgbClr val="000000"/>
                </a:solidFill>
                <a:latin typeface="Gill Sans"/>
                <a:ea typeface="Gill Sans"/>
                <a:cs typeface="Gill Sans"/>
                <a:sym typeface="Gill Sans"/>
              </a:rPr>
              <a:t>Stubs have the following characteristics:</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Arial"/>
                <a:ea typeface="Arial"/>
                <a:cs typeface="Arial"/>
                <a:sym typeface="Arial"/>
              </a:rPr>
              <a:t>1</a:t>
            </a:r>
            <a:r>
              <a:rPr lang="en-US" sz="2800">
                <a:solidFill>
                  <a:srgbClr val="000000"/>
                </a:solidFill>
                <a:latin typeface="Gill Sans"/>
                <a:ea typeface="Gill Sans"/>
                <a:cs typeface="Gill Sans"/>
                <a:sym typeface="Gill Sans"/>
              </a:rPr>
              <a:t>. Stub is a place holder for the actual module to be called. Therefore, it is not designed with the functionalities performed by the actual module. It is a reduced implementation of the actual module.</a:t>
            </a:r>
            <a:endParaRPr sz="2800">
              <a:solidFill>
                <a:schemeClr val="dk1"/>
              </a:solidFill>
              <a:latin typeface="Gill Sans"/>
              <a:ea typeface="Gill Sans"/>
              <a:cs typeface="Gill Sans"/>
              <a:sym typeface="Gill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92"/>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Stubs</a:t>
            </a:r>
            <a:endParaRPr sz="3600">
              <a:solidFill>
                <a:schemeClr val="dk2"/>
              </a:solidFill>
              <a:latin typeface="Gill Sans"/>
              <a:ea typeface="Gill Sans"/>
              <a:cs typeface="Gill Sans"/>
              <a:sym typeface="Gill Sans"/>
            </a:endParaRPr>
          </a:p>
        </p:txBody>
      </p:sp>
      <p:sp>
        <p:nvSpPr>
          <p:cNvPr id="683" name="Google Shape;683;p92"/>
          <p:cNvSpPr txBox="1"/>
          <p:nvPr/>
        </p:nvSpPr>
        <p:spPr>
          <a:xfrm>
            <a:off x="990600" y="1057795"/>
            <a:ext cx="8153400" cy="339417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2. It does not perform any action of its own and returns to the calling unit  (which is being tested).</a:t>
            </a:r>
            <a:endParaRPr/>
          </a:p>
          <a:p>
            <a:pPr indent="0" lvl="0" marL="0" marR="0" rtl="0" algn="just">
              <a:lnSpc>
                <a:spcPct val="100000"/>
              </a:lnSpc>
              <a:spcBef>
                <a:spcPts val="0"/>
              </a:spcBef>
              <a:spcAft>
                <a:spcPts val="0"/>
              </a:spcAft>
              <a:buNone/>
            </a:pPr>
            <a:r>
              <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3. We may include a display instruction as a trace message in the body of stub. The idea is that the module to be called is working fine by accepting the input parameters.</a:t>
            </a:r>
            <a:endParaRPr sz="2800">
              <a:solidFill>
                <a:schemeClr val="dk1"/>
              </a:solidFill>
              <a:latin typeface="Gill Sans"/>
              <a:ea typeface="Gill Sans"/>
              <a:cs typeface="Gill Sans"/>
              <a:sym typeface="Gill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93"/>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2"/>
                </a:solidFill>
                <a:latin typeface="Gill Sans"/>
                <a:ea typeface="Gill Sans"/>
                <a:cs typeface="Gill Sans"/>
                <a:sym typeface="Gill Sans"/>
              </a:rPr>
              <a:t>Stubs</a:t>
            </a:r>
            <a:endParaRPr sz="3600">
              <a:solidFill>
                <a:schemeClr val="dk2"/>
              </a:solidFill>
              <a:latin typeface="Gill Sans"/>
              <a:ea typeface="Gill Sans"/>
              <a:cs typeface="Gill Sans"/>
              <a:sym typeface="Gill Sans"/>
            </a:endParaRPr>
          </a:p>
        </p:txBody>
      </p:sp>
      <p:sp>
        <p:nvSpPr>
          <p:cNvPr id="689" name="Google Shape;689;p93"/>
          <p:cNvSpPr txBox="1"/>
          <p:nvPr/>
        </p:nvSpPr>
        <p:spPr>
          <a:xfrm>
            <a:off x="1066800" y="1200150"/>
            <a:ext cx="8001000" cy="339417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4. A constant or null must be returned from the body of stub to the calling module.</a:t>
            </a:r>
            <a:endParaRPr/>
          </a:p>
          <a:p>
            <a:pPr indent="0" lvl="0" marL="0" marR="0" rtl="0" algn="just">
              <a:lnSpc>
                <a:spcPct val="100000"/>
              </a:lnSpc>
              <a:spcBef>
                <a:spcPts val="0"/>
              </a:spcBef>
              <a:spcAft>
                <a:spcPts val="0"/>
              </a:spcAft>
              <a:buNone/>
            </a:pPr>
            <a:r>
              <a:t/>
            </a:r>
            <a:endParaRPr sz="28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800">
                <a:solidFill>
                  <a:srgbClr val="000000"/>
                </a:solidFill>
                <a:latin typeface="Gill Sans"/>
                <a:ea typeface="Gill Sans"/>
                <a:cs typeface="Gill Sans"/>
                <a:sym typeface="Gill Sans"/>
              </a:rPr>
              <a:t>5.  Stub may simulate exceptions or abnormal conditions, if required.</a:t>
            </a:r>
            <a:endParaRPr sz="2800">
              <a:solidFill>
                <a:schemeClr val="dk1"/>
              </a:solidFill>
              <a:latin typeface="Gill Sans"/>
              <a:ea typeface="Gill Sans"/>
              <a:cs typeface="Gill Sans"/>
              <a:sym typeface="Gill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4"/>
          <p:cNvSpPr txBox="1"/>
          <p:nvPr/>
        </p:nvSpPr>
        <p:spPr>
          <a:xfrm>
            <a:off x="533400" y="38370"/>
            <a:ext cx="8229240" cy="6283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 </a:t>
            </a:r>
            <a:endParaRPr sz="3600">
              <a:solidFill>
                <a:schemeClr val="dk2"/>
              </a:solidFill>
              <a:latin typeface="Gill Sans"/>
              <a:ea typeface="Gill Sans"/>
              <a:cs typeface="Gill Sans"/>
              <a:sym typeface="Gill Sans"/>
            </a:endParaRPr>
          </a:p>
        </p:txBody>
      </p:sp>
      <p:sp>
        <p:nvSpPr>
          <p:cNvPr id="695" name="Google Shape;695;p94"/>
          <p:cNvSpPr txBox="1"/>
          <p:nvPr/>
        </p:nvSpPr>
        <p:spPr>
          <a:xfrm>
            <a:off x="914760" y="-19050"/>
            <a:ext cx="8229240" cy="4927414"/>
          </a:xfrm>
          <a:prstGeom prst="rect">
            <a:avLst/>
          </a:prstGeom>
          <a:noFill/>
          <a:ln>
            <a:noFill/>
          </a:ln>
        </p:spPr>
        <p:txBody>
          <a:bodyPr anchorCtr="0" anchor="t" bIns="45700" lIns="91425" spcFirstLastPara="1" rIns="91425" wrap="square" tIns="45700">
            <a:noAutofit/>
          </a:bodyPr>
          <a:lstStyle/>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However, drivers and stubs represent overheads also. Overhead of designing them may increase the time and cost of the entire software system. </a:t>
            </a:r>
            <a:endParaRPr sz="24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Therefore,  they must be designed simple to keep overheads low.</a:t>
            </a:r>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 Stubs and drivers are generally prepared by the developer of the module under testing. </a:t>
            </a:r>
            <a:endParaRPr sz="24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Developers use them at the time of unit verification. </a:t>
            </a:r>
            <a:endParaRPr sz="2400">
              <a:solidFill>
                <a:srgbClr val="000000"/>
              </a:solidFill>
              <a:latin typeface="Gill Sans"/>
              <a:ea typeface="Gill Sans"/>
              <a:cs typeface="Gill Sans"/>
              <a:sym typeface="Gill Sans"/>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Gill Sans"/>
              <a:ea typeface="Gill Sans"/>
              <a:cs typeface="Gill Sans"/>
              <a:sym typeface="Gill Sans"/>
            </a:endParaRPr>
          </a:p>
          <a:p>
            <a:pPr indent="-152400" lvl="0" marL="0" marR="0" rtl="0" algn="just">
              <a:lnSpc>
                <a:spcPct val="100000"/>
              </a:lnSpc>
              <a:spcBef>
                <a:spcPts val="0"/>
              </a:spcBef>
              <a:spcAft>
                <a:spcPts val="0"/>
              </a:spcAft>
              <a:buClr>
                <a:srgbClr val="000000"/>
              </a:buClr>
              <a:buSzPts val="2400"/>
              <a:buFont typeface="Arial"/>
              <a:buChar char="•"/>
            </a:pPr>
            <a:r>
              <a:rPr lang="en-US" sz="2400">
                <a:solidFill>
                  <a:srgbClr val="000000"/>
                </a:solidFill>
                <a:latin typeface="Gill Sans"/>
                <a:ea typeface="Gill Sans"/>
                <a:cs typeface="Gill Sans"/>
                <a:sym typeface="Gill Sans"/>
              </a:rPr>
              <a:t>But they can also be used by any other person who is validating the unit.</a:t>
            </a:r>
            <a:endParaRPr sz="2400">
              <a:solidFill>
                <a:schemeClr val="dk1"/>
              </a:solidFill>
              <a:latin typeface="Gill Sans"/>
              <a:ea typeface="Gill Sans"/>
              <a:cs typeface="Gill Sans"/>
              <a:sym typeface="Gill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5"/>
          <p:cNvSpPr txBox="1"/>
          <p:nvPr/>
        </p:nvSpPr>
        <p:spPr>
          <a:xfrm>
            <a:off x="457200" y="3117"/>
            <a:ext cx="8229240" cy="66363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Example</a:t>
            </a:r>
            <a:endParaRPr sz="1400">
              <a:solidFill>
                <a:schemeClr val="dk2"/>
              </a:solidFill>
              <a:latin typeface="Gill Sans"/>
              <a:ea typeface="Gill Sans"/>
              <a:cs typeface="Gill Sans"/>
              <a:sym typeface="Gill Sans"/>
            </a:endParaRPr>
          </a:p>
        </p:txBody>
      </p:sp>
      <p:sp>
        <p:nvSpPr>
          <p:cNvPr id="701" name="Google Shape;701;p95"/>
          <p:cNvSpPr txBox="1"/>
          <p:nvPr/>
        </p:nvSpPr>
        <p:spPr>
          <a:xfrm>
            <a:off x="1600200" y="661554"/>
            <a:ext cx="5867400" cy="44819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Consider the following program:</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main()</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Int  a, b, c, sum, diff, mul;</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scanf(“%d %d %d”, &amp;a, &amp;b, &amp;c);</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sum = calsum(a,b,c);</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diff = caldiff(a,b,c);</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mul = calmul(a,b,c);</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printf(“%d %d %d”, sum, diff, mul);</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calsum(int x, int y, int z)</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int d;</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d = x + y + z;</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return(d);</a:t>
            </a:r>
            <a:endParaRPr sz="1800">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rPr lang="en-US" sz="1800">
                <a:solidFill>
                  <a:srgbClr val="000000"/>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96"/>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Example</a:t>
            </a:r>
            <a:endParaRPr sz="1400">
              <a:solidFill>
                <a:schemeClr val="dk2"/>
              </a:solidFill>
              <a:latin typeface="Gill Sans"/>
              <a:ea typeface="Gill Sans"/>
              <a:cs typeface="Gill Sans"/>
              <a:sym typeface="Gill Sans"/>
            </a:endParaRPr>
          </a:p>
        </p:txBody>
      </p:sp>
      <p:sp>
        <p:nvSpPr>
          <p:cNvPr id="707" name="Google Shape;707;p96"/>
          <p:cNvSpPr txBox="1"/>
          <p:nvPr/>
        </p:nvSpPr>
        <p:spPr>
          <a:xfrm>
            <a:off x="1143000" y="1194955"/>
            <a:ext cx="7893267" cy="339417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000000"/>
              </a:buClr>
              <a:buSzPts val="2400"/>
              <a:buFont typeface="Gill Sans"/>
              <a:buAutoNum type="alphaLcParenBoth"/>
            </a:pPr>
            <a:r>
              <a:rPr lang="en-US" sz="2400">
                <a:solidFill>
                  <a:srgbClr val="000000"/>
                </a:solidFill>
                <a:latin typeface="Gill Sans"/>
                <a:ea typeface="Gill Sans"/>
                <a:cs typeface="Gill Sans"/>
                <a:sym typeface="Gill Sans"/>
              </a:rPr>
              <a:t>Suppose main() module is not ready for the testing of calsum() module.  Design a driver module for main().</a:t>
            </a:r>
            <a:endParaRPr/>
          </a:p>
          <a:p>
            <a:pPr indent="-304800" lvl="0" marL="457200" marR="0" rtl="0" algn="just">
              <a:lnSpc>
                <a:spcPct val="100000"/>
              </a:lnSpc>
              <a:spcBef>
                <a:spcPts val="0"/>
              </a:spcBef>
              <a:spcAft>
                <a:spcPts val="0"/>
              </a:spcAft>
              <a:buClr>
                <a:schemeClr val="dk1"/>
              </a:buClr>
              <a:buSzPts val="2400"/>
              <a:buFont typeface="Gill Sans"/>
              <a:buNone/>
            </a:pPr>
            <a:r>
              <a:t/>
            </a:r>
            <a:endParaRPr sz="24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400">
                <a:solidFill>
                  <a:srgbClr val="000000"/>
                </a:solidFill>
                <a:latin typeface="Gill Sans"/>
                <a:ea typeface="Gill Sans"/>
                <a:cs typeface="Gill Sans"/>
                <a:sym typeface="Gill Sans"/>
              </a:rPr>
              <a:t>(b) Modules caldiff() and calmul() are not ready when called in main().  Design stubs for these two modules.</a:t>
            </a:r>
            <a:endParaRPr sz="2400">
              <a:solidFill>
                <a:schemeClr val="dk1"/>
              </a:solidFill>
              <a:latin typeface="Gill Sans"/>
              <a:ea typeface="Gill Sans"/>
              <a:cs typeface="Gill Sans"/>
              <a:sym typeface="Gill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97"/>
          <p:cNvSpPr txBox="1"/>
          <p:nvPr/>
        </p:nvSpPr>
        <p:spPr>
          <a:xfrm>
            <a:off x="457200" y="206010"/>
            <a:ext cx="8229240" cy="856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Solution</a:t>
            </a:r>
            <a:endParaRPr sz="1400">
              <a:solidFill>
                <a:schemeClr val="dk2"/>
              </a:solidFill>
              <a:latin typeface="Gill Sans"/>
              <a:ea typeface="Gill Sans"/>
              <a:cs typeface="Gill Sans"/>
              <a:sym typeface="Gill Sans"/>
            </a:endParaRPr>
          </a:p>
        </p:txBody>
      </p:sp>
      <p:pic>
        <p:nvPicPr>
          <p:cNvPr id="713" name="Google Shape;713;p97"/>
          <p:cNvPicPr preferRelativeResize="0"/>
          <p:nvPr/>
        </p:nvPicPr>
        <p:blipFill rotWithShape="1">
          <a:blip r:embed="rId3">
            <a:alphaModFix/>
          </a:blip>
          <a:srcRect b="0" l="0" r="0" t="0"/>
          <a:stretch/>
        </p:blipFill>
        <p:spPr>
          <a:xfrm>
            <a:off x="1074924" y="1150767"/>
            <a:ext cx="7992876" cy="345737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8"/>
          <p:cNvSpPr txBox="1"/>
          <p:nvPr/>
        </p:nvSpPr>
        <p:spPr>
          <a:xfrm>
            <a:off x="457200" y="40467"/>
            <a:ext cx="8229240" cy="6131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200">
                <a:solidFill>
                  <a:schemeClr val="dk2"/>
                </a:solidFill>
                <a:latin typeface="Gill Sans"/>
                <a:ea typeface="Gill Sans"/>
                <a:cs typeface="Gill Sans"/>
                <a:sym typeface="Gill Sans"/>
              </a:rPr>
              <a:t>Benefits of Designing Stubs and Drivers</a:t>
            </a:r>
            <a:endParaRPr sz="1200">
              <a:solidFill>
                <a:schemeClr val="dk2"/>
              </a:solidFill>
              <a:latin typeface="Gill Sans"/>
              <a:ea typeface="Gill Sans"/>
              <a:cs typeface="Gill Sans"/>
              <a:sym typeface="Gill Sans"/>
            </a:endParaRPr>
          </a:p>
        </p:txBody>
      </p:sp>
      <p:sp>
        <p:nvSpPr>
          <p:cNvPr id="719" name="Google Shape;719;p98"/>
          <p:cNvSpPr txBox="1"/>
          <p:nvPr/>
        </p:nvSpPr>
        <p:spPr>
          <a:xfrm>
            <a:off x="907833" y="650797"/>
            <a:ext cx="8229240" cy="4690148"/>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lang="en-US" sz="2400">
                <a:solidFill>
                  <a:srgbClr val="000000"/>
                </a:solidFill>
                <a:latin typeface="Arial"/>
                <a:ea typeface="Arial"/>
                <a:cs typeface="Arial"/>
                <a:sym typeface="Arial"/>
              </a:rPr>
              <a:t>1</a:t>
            </a:r>
            <a:r>
              <a:rPr lang="en-US" sz="2400">
                <a:solidFill>
                  <a:srgbClr val="000000"/>
                </a:solidFill>
                <a:latin typeface="Gill Sans"/>
                <a:ea typeface="Gill Sans"/>
                <a:cs typeface="Gill Sans"/>
                <a:sym typeface="Gill Sans"/>
              </a:rPr>
              <a:t>. Stubs allow the programmer to call a method in the code being developed, even if the method does not have the desired behavior yet.</a:t>
            </a:r>
            <a:endParaRPr/>
          </a:p>
          <a:p>
            <a:pPr indent="0" lvl="0" marL="0" marR="0" rtl="0" algn="just">
              <a:lnSpc>
                <a:spcPct val="100000"/>
              </a:lnSpc>
              <a:spcBef>
                <a:spcPts val="0"/>
              </a:spcBef>
              <a:spcAft>
                <a:spcPts val="0"/>
              </a:spcAft>
              <a:buNone/>
            </a:pPr>
            <a:r>
              <a:t/>
            </a:r>
            <a:endParaRPr sz="24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rPr lang="en-US" sz="2400">
                <a:solidFill>
                  <a:srgbClr val="000000"/>
                </a:solidFill>
                <a:latin typeface="Gill Sans"/>
                <a:ea typeface="Gill Sans"/>
                <a:cs typeface="Gill Sans"/>
                <a:sym typeface="Gill Sans"/>
              </a:rPr>
              <a:t>2. By using stubs and drivers effectively, we can cut down our total debugging and testing time by testing small parts of a program individually, helping us to narrow down problems before they expand.</a:t>
            </a:r>
            <a:endParaRPr/>
          </a:p>
          <a:p>
            <a:pPr indent="0" lvl="0" marL="0" marR="0" rtl="0" algn="just">
              <a:lnSpc>
                <a:spcPct val="100000"/>
              </a:lnSpc>
              <a:spcBef>
                <a:spcPts val="0"/>
              </a:spcBef>
              <a:spcAft>
                <a:spcPts val="0"/>
              </a:spcAft>
              <a:buNone/>
            </a:pPr>
            <a:r>
              <a:t/>
            </a:r>
            <a:endParaRPr sz="2400">
              <a:solidFill>
                <a:srgbClr val="000000"/>
              </a:solidFill>
              <a:latin typeface="Gill Sans"/>
              <a:ea typeface="Gill Sans"/>
              <a:cs typeface="Gill Sans"/>
              <a:sym typeface="Gill Sans"/>
            </a:endParaRPr>
          </a:p>
          <a:p>
            <a:pPr indent="0" lvl="0" marL="0" marR="0" rtl="0" algn="just">
              <a:spcBef>
                <a:spcPts val="0"/>
              </a:spcBef>
              <a:spcAft>
                <a:spcPts val="0"/>
              </a:spcAft>
              <a:buNone/>
            </a:pPr>
            <a:r>
              <a:rPr lang="en-US" sz="2400">
                <a:solidFill>
                  <a:srgbClr val="000000"/>
                </a:solidFill>
                <a:latin typeface="Gill Sans"/>
                <a:ea typeface="Gill Sans"/>
                <a:cs typeface="Gill Sans"/>
                <a:sym typeface="Gill Sans"/>
              </a:rPr>
              <a:t>3. Stubs and drivers can also be an effective tool for demonstrating progress in a business environment.</a:t>
            </a:r>
            <a:endParaRPr sz="2400">
              <a:solidFill>
                <a:schemeClr val="dk1"/>
              </a:solidFill>
              <a:latin typeface="Gill Sans"/>
              <a:ea typeface="Gill Sans"/>
              <a:cs typeface="Gill Sans"/>
              <a:sym typeface="Gill Sans"/>
            </a:endParaRPr>
          </a:p>
          <a:p>
            <a:pPr indent="0" lvl="0" marL="0" marR="0" rtl="0" algn="just">
              <a:lnSpc>
                <a:spcPct val="100000"/>
              </a:lnSpc>
              <a:spcBef>
                <a:spcPts val="0"/>
              </a:spcBef>
              <a:spcAft>
                <a:spcPts val="0"/>
              </a:spcAft>
              <a:buNone/>
            </a:pPr>
            <a:r>
              <a:t/>
            </a:r>
            <a:endParaRPr sz="2400">
              <a:solidFill>
                <a:schemeClr val="dk1"/>
              </a:solidFill>
              <a:latin typeface="Gill Sans"/>
              <a:ea typeface="Gill Sans"/>
              <a:cs typeface="Gill Sans"/>
              <a:sym typeface="Gill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99"/>
          <p:cNvSpPr txBox="1"/>
          <p:nvPr/>
        </p:nvSpPr>
        <p:spPr>
          <a:xfrm>
            <a:off x="457200" y="206010"/>
            <a:ext cx="8229240" cy="4284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3600">
                <a:solidFill>
                  <a:schemeClr val="dk2"/>
                </a:solidFill>
                <a:latin typeface="Gill Sans"/>
                <a:ea typeface="Gill Sans"/>
                <a:cs typeface="Gill Sans"/>
                <a:sym typeface="Gill Sans"/>
              </a:rPr>
              <a:t>Solution</a:t>
            </a:r>
            <a:endParaRPr sz="1400">
              <a:solidFill>
                <a:schemeClr val="dk2"/>
              </a:solidFill>
              <a:latin typeface="Gill Sans"/>
              <a:ea typeface="Gill Sans"/>
              <a:cs typeface="Gill Sans"/>
              <a:sym typeface="Gill Sans"/>
            </a:endParaRPr>
          </a:p>
        </p:txBody>
      </p:sp>
      <p:pic>
        <p:nvPicPr>
          <p:cNvPr id="725" name="Google Shape;725;p99"/>
          <p:cNvPicPr preferRelativeResize="0"/>
          <p:nvPr/>
        </p:nvPicPr>
        <p:blipFill rotWithShape="1">
          <a:blip r:embed="rId3">
            <a:alphaModFix/>
          </a:blip>
          <a:srcRect b="0" l="0" r="0" t="0"/>
          <a:stretch/>
        </p:blipFill>
        <p:spPr>
          <a:xfrm>
            <a:off x="1447920" y="971550"/>
            <a:ext cx="6857640" cy="381183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00"/>
          <p:cNvSpPr txBox="1"/>
          <p:nvPr>
            <p:ph type="title"/>
          </p:nvPr>
        </p:nvSpPr>
        <p:spPr>
          <a:xfrm>
            <a:off x="1143001" y="171451"/>
            <a:ext cx="7770813" cy="869156"/>
          </a:xfrm>
          <a:prstGeom prst="rect">
            <a:avLst/>
          </a:prstGeom>
          <a:noFill/>
          <a:ln>
            <a:noFill/>
          </a:ln>
        </p:spPr>
        <p:txBody>
          <a:bodyPr anchorCtr="0" anchor="ctr" bIns="46800" lIns="18000" spcFirstLastPara="1" rIns="18000" wrap="square" tIns="46800">
            <a:normAutofit/>
          </a:bodyPr>
          <a:lstStyle/>
          <a:p>
            <a:pPr indent="0" lvl="0" marL="0" rtl="0" algn="ctr">
              <a:spcBef>
                <a:spcPts val="0"/>
              </a:spcBef>
              <a:spcAft>
                <a:spcPts val="0"/>
              </a:spcAft>
              <a:buClr>
                <a:srgbClr val="562214"/>
              </a:buClr>
              <a:buSzPts val="3200"/>
              <a:buFont typeface="Gill Sans"/>
              <a:buNone/>
            </a:pPr>
            <a:r>
              <a:rPr lang="en-US" sz="3200"/>
              <a:t>Summary</a:t>
            </a:r>
            <a:endParaRPr/>
          </a:p>
        </p:txBody>
      </p:sp>
      <p:sp>
        <p:nvSpPr>
          <p:cNvPr id="732" name="Google Shape;732;p100"/>
          <p:cNvSpPr txBox="1"/>
          <p:nvPr>
            <p:ph idx="1" type="body"/>
          </p:nvPr>
        </p:nvSpPr>
        <p:spPr>
          <a:xfrm>
            <a:off x="685800" y="1028700"/>
            <a:ext cx="8153400" cy="3524250"/>
          </a:xfrm>
          <a:prstGeom prst="rect">
            <a:avLst/>
          </a:prstGeom>
          <a:noFill/>
          <a:ln>
            <a:noFill/>
          </a:ln>
        </p:spPr>
        <p:txBody>
          <a:bodyPr anchorCtr="0" anchor="t" bIns="46800" lIns="18000" spcFirstLastPara="1" rIns="18000" wrap="square" tIns="46800">
            <a:normAutofit/>
          </a:bodyPr>
          <a:lstStyle/>
          <a:p>
            <a:pPr indent="-283464" lvl="0" marL="365760" rtl="0" algn="l">
              <a:lnSpc>
                <a:spcPct val="100000"/>
              </a:lnSpc>
              <a:spcBef>
                <a:spcPts val="0"/>
              </a:spcBef>
              <a:spcAft>
                <a:spcPts val="0"/>
              </a:spcAft>
              <a:buSzPts val="2240"/>
              <a:buChar char="⚫"/>
            </a:pPr>
            <a:r>
              <a:rPr lang="en-US"/>
              <a:t>Discussed different levels of testing.</a:t>
            </a:r>
            <a:endParaRPr/>
          </a:p>
          <a:p>
            <a:pPr indent="-283464" lvl="0" marL="365760" rtl="0" algn="l">
              <a:lnSpc>
                <a:spcPct val="100000"/>
              </a:lnSpc>
              <a:spcBef>
                <a:spcPts val="888"/>
              </a:spcBef>
              <a:spcAft>
                <a:spcPts val="0"/>
              </a:spcAft>
              <a:buSzPts val="2240"/>
              <a:buChar char="⚫"/>
            </a:pPr>
            <a:r>
              <a:rPr lang="en-US"/>
              <a:t>Explained Verification vs. Validation.</a:t>
            </a:r>
            <a:endParaRPr/>
          </a:p>
          <a:p>
            <a:pPr indent="-283464" lvl="0" marL="365760" rtl="0" algn="l">
              <a:lnSpc>
                <a:spcPct val="100000"/>
              </a:lnSpc>
              <a:spcBef>
                <a:spcPts val="888"/>
              </a:spcBef>
              <a:spcAft>
                <a:spcPts val="0"/>
              </a:spcAft>
              <a:buSzPts val="2240"/>
              <a:buChar char="⚫"/>
            </a:pPr>
            <a:r>
              <a:rPr lang="en-US"/>
              <a:t>Presented V &amp; V activities.</a:t>
            </a:r>
            <a:endParaRPr/>
          </a:p>
          <a:p>
            <a:pPr indent="-283464" lvl="0" marL="365760" rtl="0" algn="l">
              <a:lnSpc>
                <a:spcPct val="100000"/>
              </a:lnSpc>
              <a:spcBef>
                <a:spcPts val="888"/>
              </a:spcBef>
              <a:spcAft>
                <a:spcPts val="0"/>
              </a:spcAft>
              <a:buSzPts val="2240"/>
              <a:buChar char="⚫"/>
            </a:pPr>
            <a:r>
              <a:rPr lang="en-US"/>
              <a:t>Discussed unit validation testing.</a:t>
            </a:r>
            <a:endParaRPr sz="2800">
              <a:solidFill>
                <a:srgbClr val="0000FF"/>
              </a:solidFill>
            </a:endParaRPr>
          </a:p>
          <a:p>
            <a:pPr indent="-283464" lvl="0" marL="365760" rtl="0" algn="l">
              <a:lnSpc>
                <a:spcPct val="100000"/>
              </a:lnSpc>
              <a:spcBef>
                <a:spcPts val="888"/>
              </a:spcBef>
              <a:spcAft>
                <a:spcPts val="0"/>
              </a:spcAft>
              <a:buSzPts val="2240"/>
              <a:buChar char="⚫"/>
            </a:pPr>
            <a:r>
              <a:rPr lang="en-US"/>
              <a:t>Explained the concept of Drivers and Stubs with an example.</a:t>
            </a:r>
            <a:endParaRPr/>
          </a:p>
          <a:p>
            <a:pPr indent="-141223" lvl="0" marL="365760" rtl="0" algn="l">
              <a:lnSpc>
                <a:spcPct val="100000"/>
              </a:lnSpc>
              <a:spcBef>
                <a:spcPts val="888"/>
              </a:spcBef>
              <a:spcAft>
                <a:spcPts val="0"/>
              </a:spcAft>
              <a:buSzPts val="2240"/>
              <a:buNone/>
            </a:pPr>
            <a:r>
              <a:t/>
            </a:r>
            <a:endParaRPr/>
          </a:p>
        </p:txBody>
      </p:sp>
      <p:sp>
        <p:nvSpPr>
          <p:cNvPr id="733" name="Google Shape;733;p100"/>
          <p:cNvSpPr txBox="1"/>
          <p:nvPr>
            <p:ph idx="12" type="sldNum"/>
          </p:nvPr>
        </p:nvSpPr>
        <p:spPr>
          <a:xfrm>
            <a:off x="8613648"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01"/>
          <p:cNvSpPr txBox="1"/>
          <p:nvPr/>
        </p:nvSpPr>
        <p:spPr>
          <a:xfrm>
            <a:off x="1127760" y="209551"/>
            <a:ext cx="7863840" cy="646331"/>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US" sz="3200">
                <a:solidFill>
                  <a:srgbClr val="572314"/>
                </a:solidFill>
                <a:latin typeface="Gill Sans"/>
                <a:ea typeface="Gill Sans"/>
                <a:cs typeface="Gill Sans"/>
                <a:sym typeface="Gill Sans"/>
              </a:rPr>
              <a:t>References </a:t>
            </a:r>
            <a:endParaRPr/>
          </a:p>
        </p:txBody>
      </p:sp>
      <p:sp>
        <p:nvSpPr>
          <p:cNvPr id="739" name="Google Shape;739;p101"/>
          <p:cNvSpPr/>
          <p:nvPr/>
        </p:nvSpPr>
        <p:spPr>
          <a:xfrm>
            <a:off x="1143000" y="1047750"/>
            <a:ext cx="7848600" cy="3396613"/>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Rajib Mall, Fundamentals of Software Engineering, (Chapter – 10), Fifth Edition, PHI Learning Pvt. Ltd., 2018.</a:t>
            </a:r>
            <a:endParaRPr/>
          </a:p>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Naresh Chauhan, Software Testing: Principles and Practices, (Chapter – 7),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sz="28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rgbClr val="000000"/>
              </a:solidFill>
              <a:latin typeface="Gill Sans"/>
              <a:ea typeface="Gill Sans"/>
              <a:cs typeface="Gill Sans"/>
              <a:sym typeface="Gill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02"/>
          <p:cNvSpPr txBox="1"/>
          <p:nvPr>
            <p:ph type="title"/>
          </p:nvPr>
        </p:nvSpPr>
        <p:spPr>
          <a:xfrm>
            <a:off x="1524000" y="2038350"/>
            <a:ext cx="7498080"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5400"/>
              <a:buFont typeface="Gill Sans"/>
              <a:buNone/>
            </a:pPr>
            <a:r>
              <a:rPr lang="en-US" sz="5400"/>
              <a:t>Thank You</a:t>
            </a:r>
            <a:endParaRPr sz="5400"/>
          </a:p>
        </p:txBody>
      </p:sp>
    </p:spTree>
  </p:cSld>
  <p:clrMapOvr>
    <a:masterClrMapping/>
  </p:clrMapOvr>
</p:sld>
</file>

<file path=ppt/theme/theme1.xml><?xml version="1.0" encoding="utf-8"?>
<a:theme xmlns:a="http://schemas.openxmlformats.org/drawingml/2006/main" xmlns:r="http://schemas.openxmlformats.org/officeDocument/2006/relationships" name="2_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4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5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2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3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