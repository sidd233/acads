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15.xml" ContentType="application/vnd.openxmlformats-officedocument.presentationml.slideMaster+xml"/>
  <Override PartName="/ppt/slideMasters/slideMaster17.xml" ContentType="application/vnd.openxmlformats-officedocument.presentationml.slideMaster+xml"/>
  <Override PartName="/ppt/slideMasters/slideMaster31.xml" ContentType="application/vnd.openxmlformats-officedocument.presentationml.slideMaster+xml"/>
  <Override PartName="/ppt/slideMasters/slideMaster13.xml" ContentType="application/vnd.openxmlformats-officedocument.presentationml.slideMaster+xml"/>
  <Override PartName="/ppt/slideMasters/slideMaster27.xml" ContentType="application/vnd.openxmlformats-officedocument.presentationml.slideMaster+xml"/>
  <Override PartName="/ppt/slideMasters/slideMaster29.xml" ContentType="application/vnd.openxmlformats-officedocument.presentationml.slideMaster+xml"/>
  <Override PartName="/ppt/slideMasters/slideMaster41.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43.xml" ContentType="application/vnd.openxmlformats-officedocument.theme+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4.xml" ContentType="application/vnd.openxmlformats-officedocument.presentationml.slideLayout+xml"/>
  <Override PartName="/ppt/slideLayouts/slideLayout30.xml" ContentType="application/vnd.openxmlformats-officedocument.presentationml.slideLayout+xml"/>
  <Override PartName="/ppt/slideLayouts/slideLayout23.xml" ContentType="application/vnd.openxmlformats-officedocument.presentationml.slideLayout+xml"/>
  <Override PartName="/ppt/slideLayouts/slideLayout11.xml" ContentType="application/vnd.openxmlformats-officedocument.presentationml.slideLayout+xml"/>
  <Override PartName="/ppt/slideLayouts/slideLayout36.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37.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35.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27.xml" ContentType="application/vnd.openxmlformats-officedocument.presentationml.slideLayout+xml"/>
  <Override PartName="/ppt/slideLayouts/slideLayout8.xml" ContentType="application/vnd.openxmlformats-officedocument.presentationml.slideLayout+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3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62" r:id="rId4"/>
    <p:sldMasterId id="2147483665" r:id="rId5"/>
    <p:sldMasterId id="2147483668" r:id="rId6"/>
    <p:sldMasterId id="2147483679" r:id="rId7"/>
    <p:sldMasterId id="2147483682" r:id="rId8"/>
    <p:sldMasterId id="2147483685" r:id="rId9"/>
    <p:sldMasterId id="2147483696"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13.xml"/><Relationship Id="rId5" Type="http://schemas.openxmlformats.org/officeDocument/2006/relationships/slideMaster" Target="slideMasters/slideMaster15.xml"/><Relationship Id="rId6" Type="http://schemas.openxmlformats.org/officeDocument/2006/relationships/slideMaster" Target="slideMasters/slideMaster17.xml"/><Relationship Id="rId7" Type="http://schemas.openxmlformats.org/officeDocument/2006/relationships/slideMaster" Target="slideMasters/slideMaster27.xml"/><Relationship Id="rId8" Type="http://schemas.openxmlformats.org/officeDocument/2006/relationships/slideMaster" Target="slideMasters/slideMaster29.xml"/><Relationship Id="rId9" Type="http://schemas.openxmlformats.org/officeDocument/2006/relationships/slideMaster" Target="slideMasters/slideMaster31.xml"/><Relationship Id="rId10" Type="http://schemas.openxmlformats.org/officeDocument/2006/relationships/slideMaster" Target="slideMasters/slideMaster41.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3600" b="0" u="none" strike="noStrike">
                <a:solidFill>
                  <a:schemeClr val="dk2"/>
                </a:solidFill>
                <a:effectLst/>
                <a:uFillTx/>
                <a:latin typeface="Gill Sans MT"/>
              </a:rPr>
              <a:t>Click to move the slide</a:t>
            </a:r>
            <a:endParaRPr lang="en-US" sz="3600" b="0" u="none" strike="noStrike">
              <a:solidFill>
                <a:schemeClr val="dk2"/>
              </a:solidFill>
              <a:effectLst/>
              <a:uFillTx/>
              <a:latin typeface="Gill Sans MT"/>
            </a:endParaRPr>
          </a:p>
        </p:txBody>
      </p:sp>
      <p:sp>
        <p:nvSpPr>
          <p:cNvPr id="44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44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449" name="PlaceHolder 4"/>
          <p:cNvSpPr>
            <a:spLocks noGrp="1"/>
          </p:cNvSpPr>
          <p:nvPr>
            <p:ph type="dt" idx="109"/>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50" name="PlaceHolder 5"/>
          <p:cNvSpPr>
            <a:spLocks noGrp="1"/>
          </p:cNvSpPr>
          <p:nvPr>
            <p:ph type="ftr" idx="110"/>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1" name="PlaceHolder 6"/>
          <p:cNvSpPr>
            <a:spLocks noGrp="1"/>
          </p:cNvSpPr>
          <p:nvPr>
            <p:ph type="sldNum" idx="111"/>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5A90A31-D510-4B0E-97E0-765C29A371A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380880" y="685800"/>
            <a:ext cx="6095520" cy="3428640"/>
          </a:xfrm>
          <a:prstGeom prst="rect">
            <a:avLst/>
          </a:prstGeom>
          <a:ln w="0">
            <a:noFill/>
          </a:ln>
        </p:spPr>
      </p:sp>
      <p:sp>
        <p:nvSpPr>
          <p:cNvPr id="535" name="Text Box 2"/>
          <p:cNvSpPr/>
          <p:nvPr/>
        </p:nvSpPr>
        <p:spPr>
          <a:xfrm>
            <a:off x="503280" y="4316400"/>
            <a:ext cx="5854320" cy="4059000"/>
          </a:xfrm>
          <a:prstGeom prst="rect">
            <a:avLst/>
          </a:prstGeom>
          <a:noFill/>
          <a:ln w="9525">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mn-lt"/>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Relationship Id="rId2"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Relationship Id="rId2"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2.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Relationship Id="rId2" Type="http://schemas.openxmlformats.org/officeDocument/2006/relationships/image" Target="../media/image2.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7.xml"/><Relationship Id="rId2" Type="http://schemas.openxmlformats.org/officeDocument/2006/relationships/image" Target="../media/image2.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Relationship Id="rId2" Type="http://schemas.openxmlformats.org/officeDocument/2006/relationships/image" Target="../media/image2.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9.xml"/><Relationship Id="rId2" Type="http://schemas.openxmlformats.org/officeDocument/2006/relationships/image" Target="../media/image2.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1.xml"/><Relationship Id="rId2" Type="http://schemas.openxmlformats.org/officeDocument/2006/relationships/image" Target="../media/image2.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Relationship Id="rId2" Type="http://schemas.openxmlformats.org/officeDocument/2006/relationships/image" Target="../media/image2.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1.xml"/><Relationship Id="rId2"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bg>
      <p:bgPr>
        <a:blipFill rotWithShape="0">
          <a:blip r:embed="rId2"/>
          <a:tile tx="0" ty="0" sx="89772" sy="89772" algn="tl"/>
        </a:blipFill>
      </p:bgPr>
    </p:bg>
    <p:spTree>
      <p:nvGrpSpPr>
        <p:cNvPr id="1" name=""/>
        <p:cNvGrpSpPr/>
        <p:nvPr/>
      </p:nvGrpSpPr>
      <p:grpSpPr>
        <a:xfrm>
          <a:off x="0" y="0"/>
          <a:ext cx="0" cy="0"/>
          <a:chOff x="0" y="0"/>
          <a:chExt cx="0" cy="0"/>
        </a:xfrm>
      </p:grpSpPr>
      <p:sp>
        <p:nvSpPr>
          <p:cNvPr id="2"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6"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7"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ctr">
              <a:lnSpc>
                <a:spcPct val="100000"/>
              </a:lnSpc>
              <a:buNone/>
              <a:defRPr lang="en-US" sz="3600" b="0" u="none" strike="noStrike">
                <a:solidFill>
                  <a:schemeClr val="dk2"/>
                </a:solidFill>
                <a:effectLst/>
                <a:uFillTx/>
                <a:latin typeface="Gill Sans MT"/>
              </a:defRPr>
            </a:lvl1pPr>
          </a:lstStyle>
          <a:p>
            <a:pPr indent="0" algn="ctr">
              <a:lnSpc>
                <a:spcPct val="100000"/>
              </a:lnSpc>
              <a:buNone/>
            </a:pPr>
            <a:r>
              <a:rPr lang="en-US" sz="3600" b="0" u="none" strike="noStrike">
                <a:solidFill>
                  <a:schemeClr val="dk2"/>
                </a:solidFill>
                <a:effectLst/>
                <a:uFillTx/>
                <a:latin typeface="Gill Sans MT"/>
              </a:rPr>
              <a:t>Click to </a:t>
            </a:r>
            <a:r>
              <a:rPr lang="en-US" sz="3600" b="0" u="none" strike="noStrike">
                <a:solidFill>
                  <a:schemeClr val="dk2"/>
                </a:solidFill>
                <a:effectLst/>
                <a:uFillTx/>
                <a:latin typeface="Gill Sans MT"/>
              </a:rPr>
              <a:t>edit </a:t>
            </a:r>
            <a:r>
              <a:rPr lang="en-US" sz="3600" b="0" u="none" strike="noStrike">
                <a:solidFill>
                  <a:schemeClr val="dk2"/>
                </a:solidFill>
                <a:effectLst/>
                <a:uFillTx/>
                <a:latin typeface="Gill Sans MT"/>
              </a:rPr>
              <a:t>Master </a:t>
            </a:r>
            <a:r>
              <a:rPr lang="en-US" sz="3600" b="0" u="none" strike="noStrike">
                <a:solidFill>
                  <a:schemeClr val="dk2"/>
                </a:solidFill>
                <a:effectLst/>
                <a:uFillTx/>
                <a:latin typeface="Gill Sans MT"/>
              </a:rPr>
              <a:t>title </a:t>
            </a:r>
            <a:r>
              <a:rPr lang="en-US" sz="3600" b="0" u="none" strike="noStrike">
                <a:solidFill>
                  <a:schemeClr val="dk2"/>
                </a:solidFill>
                <a:effectLst/>
                <a:uFillTx/>
                <a:latin typeface="Gill Sans MT"/>
              </a:rPr>
              <a:t>style</a:t>
            </a:r>
            <a:endParaRPr lang="en-US" sz="3600" b="0" u="none" strike="noStrike">
              <a:solidFill>
                <a:schemeClr val="dk2"/>
              </a:solidFill>
              <a:effectLst/>
              <a:uFillTx/>
              <a:latin typeface="Gill Sans MT"/>
            </a:endParaRPr>
          </a:p>
        </p:txBody>
      </p:sp>
      <p:sp>
        <p:nvSpPr>
          <p:cNvPr id="8" name="PlaceHolder 2"/>
          <p:cNvSpPr>
            <a:spLocks noGrp="1"/>
          </p:cNvSpPr>
          <p:nvPr>
            <p:ph type="body"/>
          </p:nvPr>
        </p:nvSpPr>
        <p:spPr>
          <a:xfrm>
            <a:off x="1435680" y="1143000"/>
            <a:ext cx="755568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89772" sy="89772" algn="tl"/>
        </a:blipFill>
      </p:bgPr>
    </p:bg>
    <p:spTree>
      <p:nvGrpSpPr>
        <p:cNvPr id="1" name=""/>
        <p:cNvGrpSpPr/>
        <p:nvPr/>
      </p:nvGrpSpPr>
      <p:grpSpPr>
        <a:xfrm>
          <a:off x="0" y="0"/>
          <a:ext cx="0" cy="0"/>
          <a:chOff x="0" y="0"/>
          <a:chExt cx="0" cy="0"/>
        </a:xfrm>
      </p:grpSpPr>
      <p:sp>
        <p:nvSpPr>
          <p:cNvPr id="9"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1"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2"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5" name="PlaceHolder 1"/>
          <p:cNvSpPr>
            <a:spLocks noGrp="1"/>
          </p:cNvSpPr>
          <p:nvPr>
            <p:ph type="dt" idx="1"/>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6" name="PlaceHolder 2"/>
          <p:cNvSpPr>
            <a:spLocks noGrp="1"/>
          </p:cNvSpPr>
          <p:nvPr>
            <p:ph type="ftr" idx="2"/>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 name="PlaceHolder 3"/>
          <p:cNvSpPr>
            <a:spLocks noGrp="1"/>
          </p:cNvSpPr>
          <p:nvPr>
            <p:ph type="sldNum" idx="3"/>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56D19B6A-E3FB-4134-9319-866EC16EC4A5}"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8"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blipFill rotWithShape="0">
          <a:blip r:embed="rId2"/>
          <a:tile tx="0" ty="0" sx="89772" sy="89772" algn="tl"/>
        </a:blipFill>
      </p:bgPr>
    </p:bg>
    <p:spTree>
      <p:nvGrpSpPr>
        <p:cNvPr id="1" name=""/>
        <p:cNvGrpSpPr/>
        <p:nvPr/>
      </p:nvGrpSpPr>
      <p:grpSpPr>
        <a:xfrm>
          <a:off x="0" y="0"/>
          <a:ext cx="0" cy="0"/>
          <a:chOff x="0" y="0"/>
          <a:chExt cx="0" cy="0"/>
        </a:xfrm>
      </p:grpSpPr>
      <p:sp>
        <p:nvSpPr>
          <p:cNvPr id="19"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2"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3"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 name="PlaceHolder 1"/>
          <p:cNvSpPr>
            <a:spLocks noGrp="1"/>
          </p:cNvSpPr>
          <p:nvPr>
            <p:ph type="title"/>
          </p:nvPr>
        </p:nvSpPr>
        <p:spPr>
          <a:xfrm>
            <a:off x="1432440" y="270000"/>
            <a:ext cx="7406280" cy="1103760"/>
          </a:xfrm>
          <a:prstGeom prst="rect">
            <a:avLst/>
          </a:prstGeom>
          <a:noFill/>
          <a:ln w="0">
            <a:noFill/>
          </a:ln>
        </p:spPr>
        <p:txBody>
          <a:bodyPr lIns="90000" tIns="45000" rIns="90000" bIns="45000" anchor="b">
            <a:normAutofit/>
          </a:bodyPr>
          <a:lstStyle>
            <a:lvl1pPr indent="0" algn="l">
              <a:lnSpc>
                <a:spcPct val="100000"/>
              </a:lnSpc>
              <a:buNone/>
              <a:defRPr lang="en-US" sz="3600" b="0" u="none" strike="noStrike">
                <a:solidFill>
                  <a:schemeClr val="dk2"/>
                </a:solidFill>
                <a:effectLst/>
                <a:uFillTx/>
                <a:latin typeface="Gill Sans MT"/>
              </a:defRPr>
            </a:lvl1pPr>
          </a:lstStyle>
          <a:p>
            <a:pPr indent="0" algn="l">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25" name="PlaceHolder 2"/>
          <p:cNvSpPr>
            <a:spLocks noGrp="1"/>
          </p:cNvSpPr>
          <p:nvPr>
            <p:ph type="dt" idx="4"/>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3"/>
          <p:cNvSpPr>
            <a:spLocks noGrp="1"/>
          </p:cNvSpPr>
          <p:nvPr>
            <p:ph type="ftr" idx="5"/>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4"/>
          <p:cNvSpPr>
            <a:spLocks noGrp="1"/>
          </p:cNvSpPr>
          <p:nvPr>
            <p:ph type="sldNum" idx="6"/>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451F9AF2-1BD7-479E-B934-24B4368CAB39}"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28" name="Oval 7"/>
          <p:cNvSpPr/>
          <p:nvPr/>
        </p:nvSpPr>
        <p:spPr>
          <a:xfrm>
            <a:off x="921600" y="1060200"/>
            <a:ext cx="209880" cy="157320"/>
          </a:xfrm>
          <a:prstGeom prst="ellipse">
            <a:avLst/>
          </a:prstGeom>
          <a:gradFill rotWithShape="0">
            <a:gsLst>
              <a:gs pos="0">
                <a:srgbClr val="DAF5FE">
                  <a:alpha val="95000"/>
                </a:srgbClr>
              </a:gs>
              <a:gs pos="50000">
                <a:srgbClr val="C3E3EF">
                  <a:alpha val="90000"/>
                </a:srgbClr>
              </a:gs>
              <a:gs pos="95000">
                <a:srgbClr val="69C8E9">
                  <a:alpha val="88000"/>
                </a:srgbClr>
              </a:gs>
              <a:gs pos="100000">
                <a:srgbClr val="00AAD4">
                  <a:alpha val="85000"/>
                </a:srgbClr>
              </a:gs>
            </a:gsLst>
            <a:path path="circle">
              <a:fillToRect l="25000" t="12000" r="75000" b="88000"/>
            </a:path>
          </a:gradFill>
          <a:ln cap="rnd" w="2000">
            <a:solidFill>
              <a:schemeClr val="accent1">
                <a:shade val="90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29" name="Oval 8"/>
          <p:cNvSpPr/>
          <p:nvPr/>
        </p:nvSpPr>
        <p:spPr>
          <a:xfrm>
            <a:off x="1157040" y="1008720"/>
            <a:ext cx="63720" cy="47520"/>
          </a:xfrm>
          <a:prstGeom prst="ellipse">
            <a:avLst/>
          </a:prstGeom>
          <a:noFill/>
          <a:ln cap="rnd" w="12700">
            <a:solidFill>
              <a:schemeClr val="accent1">
                <a:shade val="75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11160" rIns="90000" bIns="-11160" anchor="ctr">
            <a:noAutofit/>
          </a:bodyPr>
          <a:p>
            <a:endParaRPr lang="en-US" sz="1800" b="0" u="none" strike="noStrike">
              <a:solidFill>
                <a:schemeClr val="dk1"/>
              </a:solidFill>
              <a:effectLst/>
              <a:uFillTx/>
              <a:latin typeface="Gill Sans MT"/>
            </a:endParaRPr>
          </a:p>
        </p:txBody>
      </p:sp>
      <p:sp>
        <p:nvSpPr>
          <p:cNvPr id="30"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601"/>
              </a:spcBef>
              <a:buClr>
                <a:srgbClr val="3891A7"/>
              </a:buClr>
              <a:buSzPct val="80000"/>
              <a:buFont typeface="Wingdings 2" charset="2"/>
              <a:buChar char=""/>
              <a:defRPr lang="en-US" sz="3200" b="0" u="none" strike="noStrike">
                <a:solidFill>
                  <a:schemeClr val="dk1"/>
                </a:solidFill>
                <a:effectLst/>
                <a:uFillTx/>
                <a:latin typeface="Gill Sans MT"/>
              </a:defRPr>
            </a:lvl1pPr>
            <a:lvl2pPr lvl="1" algn="l">
              <a:spcBef>
                <a:spcPts val="550"/>
              </a:spcBef>
              <a:buClr>
                <a:srgbClr val="000000"/>
              </a:buClr>
              <a:buSzPct val="75000"/>
              <a:buFont typeface="Symbol" charset="2"/>
              <a:buChar char=""/>
              <a:defRPr lang="en-US" sz="2800" b="0" u="none" strike="noStrike">
                <a:solidFill>
                  <a:schemeClr val="dk1"/>
                </a:solidFill>
                <a:effectLst/>
                <a:uFillTx/>
                <a:latin typeface="Gill Sans MT"/>
              </a:defRPr>
            </a:lvl2pPr>
            <a:lvl3pPr lvl="2" algn="l">
              <a:spcBef>
                <a:spcPts val="479"/>
              </a:spcBef>
              <a:buClr>
                <a:srgbClr val="000000"/>
              </a:buClr>
              <a:buSzPct val="45000"/>
              <a:buFont typeface="Wingdings" charset="2"/>
              <a:buChar char=""/>
              <a:defRPr lang="en-US" sz="2400" b="0" u="none" strike="noStrike">
                <a:solidFill>
                  <a:schemeClr val="dk1"/>
                </a:solidFill>
                <a:effectLst/>
                <a:uFillTx/>
                <a:latin typeface="Gill Sans MT"/>
              </a:defRPr>
            </a:lvl3pPr>
            <a:lvl4pPr lvl="3" algn="l">
              <a:spcBef>
                <a:spcPts val="400"/>
              </a:spcBef>
              <a:buClr>
                <a:srgbClr val="000000"/>
              </a:buClr>
              <a:buSzPct val="75000"/>
              <a:buFont typeface="Symbol" charset="2"/>
              <a:buChar char=""/>
              <a:defRPr lang="en-US" sz="2000" b="0" u="none" strike="noStrike">
                <a:solidFill>
                  <a:schemeClr val="dk1"/>
                </a:solidFill>
                <a:effectLst/>
                <a:uFillTx/>
                <a:latin typeface="Gill Sans MT"/>
              </a:defRPr>
            </a:lvl4pPr>
            <a:lvl5pPr lvl="4" algn="l">
              <a:spcBef>
                <a:spcPts val="400"/>
              </a:spcBef>
              <a:buClr>
                <a:srgbClr val="000000"/>
              </a:buClr>
              <a:buSzPct val="45000"/>
              <a:buFont typeface="Wingdings" charset="2"/>
              <a:buChar char=""/>
              <a:defRPr lang="en-US" sz="2000" b="0" u="none" strike="noStrike">
                <a:solidFill>
                  <a:schemeClr val="dk1"/>
                </a:solidFill>
                <a:effectLst/>
                <a:uFillTx/>
                <a:latin typeface="Gill Sans MT"/>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Gill Sans MT"/>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Gill Sans MT"/>
              </a:defRPr>
            </a:lvl7pPr>
          </a:lstStyle>
          <a:p>
            <a:pPr marL="365760" indent="-283320" algn="l">
              <a:spcBef>
                <a:spcPts val="601"/>
              </a:spcBef>
              <a:buClr>
                <a:srgbClr val="3891A7"/>
              </a:buClr>
              <a:buSzPct val="80000"/>
              <a:buFont typeface="Wingdings 2" charset="2"/>
              <a:buChar char=""/>
            </a:pPr>
            <a:r>
              <a:rPr lang="en-US" sz="3200" b="0" u="none" strike="noStrike">
                <a:solidFill>
                  <a:schemeClr val="dk1"/>
                </a:solidFill>
                <a:effectLst/>
                <a:uFillTx/>
                <a:latin typeface="Gill Sans MT"/>
              </a:rPr>
              <a:t>Click to edit the outline text format</a:t>
            </a:r>
            <a:endParaRPr lang="en-US" sz="3200" b="0" u="none" strike="noStrike">
              <a:solidFill>
                <a:schemeClr val="dk1"/>
              </a:solidFill>
              <a:effectLst/>
              <a:uFillTx/>
              <a:latin typeface="Gill Sans MT"/>
            </a:endParaRPr>
          </a:p>
          <a:p>
            <a:pPr marL="864000" lvl="1" indent="-324000" algn="l">
              <a:spcBef>
                <a:spcPts val="550"/>
              </a:spcBef>
              <a:buClr>
                <a:srgbClr val="000000"/>
              </a:buClr>
              <a:buSzPct val="75000"/>
              <a:buFont typeface="Symbol" charset="2"/>
              <a:buChar char=""/>
            </a:pPr>
            <a:r>
              <a:rPr lang="en-US" sz="2800" b="0" u="none" strike="noStrike">
                <a:solidFill>
                  <a:schemeClr val="dk1"/>
                </a:solidFill>
                <a:effectLst/>
                <a:uFillTx/>
                <a:latin typeface="Gill Sans MT"/>
              </a:rPr>
              <a:t>Second Outline Level</a:t>
            </a:r>
            <a:endParaRPr lang="en-US" sz="2800" b="0" u="none" strike="noStrike">
              <a:solidFill>
                <a:schemeClr val="dk1"/>
              </a:solidFill>
              <a:effectLst/>
              <a:uFillTx/>
              <a:latin typeface="Gill Sans MT"/>
            </a:endParaRPr>
          </a:p>
          <a:p>
            <a:pPr marL="1296000" lvl="2" indent="-288000" algn="l">
              <a:spcBef>
                <a:spcPts val="479"/>
              </a:spcBef>
              <a:buClr>
                <a:srgbClr val="000000"/>
              </a:buClr>
              <a:buSzPct val="45000"/>
              <a:buFont typeface="Wingdings" charset="2"/>
              <a:buChar char=""/>
            </a:pPr>
            <a:r>
              <a:rPr lang="en-US" sz="2400" b="0" u="none" strike="noStrike">
                <a:solidFill>
                  <a:schemeClr val="dk1"/>
                </a:solidFill>
                <a:effectLst/>
                <a:uFillTx/>
                <a:latin typeface="Gill Sans MT"/>
              </a:rPr>
              <a:t>Third Outline Level</a:t>
            </a:r>
            <a:endParaRPr lang="en-US" sz="2400" b="0" u="none" strike="noStrike">
              <a:solidFill>
                <a:schemeClr val="dk1"/>
              </a:solidFill>
              <a:effectLst/>
              <a:uFillTx/>
              <a:latin typeface="Gill Sans MT"/>
            </a:endParaRPr>
          </a:p>
          <a:p>
            <a:pPr marL="1728000" lvl="3" indent="-216000" algn="l">
              <a:spcBef>
                <a:spcPts val="400"/>
              </a:spcBef>
              <a:buClr>
                <a:srgbClr val="000000"/>
              </a:buClr>
              <a:buSzPct val="75000"/>
              <a:buFont typeface="Symbol" charset="2"/>
              <a:buChar char=""/>
            </a:pPr>
            <a:r>
              <a:rPr lang="en-US" sz="2000" b="0" u="none" strike="noStrike">
                <a:solidFill>
                  <a:schemeClr val="dk1"/>
                </a:solidFill>
                <a:effectLst/>
                <a:uFillTx/>
                <a:latin typeface="Gill Sans MT"/>
              </a:rPr>
              <a:t>Fourth Outline Level</a:t>
            </a:r>
            <a:endParaRPr lang="en-US" sz="2000" b="0" u="none" strike="noStrike">
              <a:solidFill>
                <a:schemeClr val="dk1"/>
              </a:solidFill>
              <a:effectLst/>
              <a:uFillTx/>
              <a:latin typeface="Gill Sans MT"/>
            </a:endParaRPr>
          </a:p>
          <a:p>
            <a:pPr marL="2160000" lvl="4" indent="-216000" algn="l">
              <a:spcBef>
                <a:spcPts val="400"/>
              </a:spcBef>
              <a:buClr>
                <a:srgbClr val="000000"/>
              </a:buClr>
              <a:buSzPct val="45000"/>
              <a:buFont typeface="Wingdings" charset="2"/>
              <a:buChar char=""/>
            </a:pPr>
            <a:r>
              <a:rPr lang="en-US" sz="2000" b="0" u="none" strike="noStrike">
                <a:solidFill>
                  <a:schemeClr val="dk1"/>
                </a:solidFill>
                <a:effectLst/>
                <a:uFillTx/>
                <a:latin typeface="Gill Sans MT"/>
              </a:rPr>
              <a:t>Fifth Outline Level</a:t>
            </a:r>
            <a:endParaRPr lang="en-US" sz="2000" b="0" u="none" strike="noStrike">
              <a:solidFill>
                <a:schemeClr val="dk1"/>
              </a:solidFill>
              <a:effectLst/>
              <a:uFillTx/>
              <a:latin typeface="Gill Sans MT"/>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Gill Sans MT"/>
              </a:rPr>
              <a:t>Sixth Outline Level</a:t>
            </a:r>
            <a:endParaRPr lang="en-US" sz="2000" b="0" u="none" strike="noStrike">
              <a:solidFill>
                <a:schemeClr val="dk1"/>
              </a:solidFill>
              <a:effectLst/>
              <a:uFillTx/>
              <a:latin typeface="Gill Sans MT"/>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Gill Sans MT"/>
              </a:rPr>
              <a:t>Seventh Outline Level</a:t>
            </a:r>
            <a:endParaRPr lang="en-US" sz="2000" b="0" u="none" strike="noStrike">
              <a:solidFill>
                <a:schemeClr val="dk1"/>
              </a:solidFill>
              <a:effectLst/>
              <a:uFillTx/>
              <a:latin typeface="Gill Sans MT"/>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89772" sy="89772" algn="tl"/>
        </a:blipFill>
      </p:bgPr>
    </p:bg>
    <p:spTree>
      <p:nvGrpSpPr>
        <p:cNvPr id="1" name=""/>
        <p:cNvGrpSpPr/>
        <p:nvPr/>
      </p:nvGrpSpPr>
      <p:grpSpPr>
        <a:xfrm>
          <a:off x="0" y="0"/>
          <a:ext cx="0" cy="0"/>
          <a:chOff x="0" y="0"/>
          <a:chExt cx="0" cy="0"/>
        </a:xfrm>
      </p:grpSpPr>
      <p:sp>
        <p:nvSpPr>
          <p:cNvPr id="31"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2"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3"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4"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5"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6"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37" name="PlaceHolder 2"/>
          <p:cNvSpPr>
            <a:spLocks noGrp="1"/>
          </p:cNvSpPr>
          <p:nvPr>
            <p:ph type="body"/>
          </p:nvPr>
        </p:nvSpPr>
        <p:spPr>
          <a:xfrm>
            <a:off x="1435680" y="1085760"/>
            <a:ext cx="7497720" cy="3600000"/>
          </a:xfrm>
          <a:prstGeom prst="rect">
            <a:avLst/>
          </a:prstGeom>
          <a:noFill/>
          <a:ln w="0">
            <a:noFill/>
          </a:ln>
        </p:spPr>
        <p:txBody>
          <a:bodyPr lIns="45000" tIns="90000" rIns="45000" bIns="90000" anchor="t" vert="eaVert">
            <a:noAutofit/>
          </a:bodyPr>
          <a:lstStyle>
            <a:lvl1pPr algn="l">
              <a:lnSpc>
                <a:spcPct val="100000"/>
              </a:lnSpc>
              <a:spcBef>
                <a:spcPts val="601"/>
              </a:spcBef>
              <a:buClr>
                <a:srgbClr val="3891A7"/>
              </a:buClr>
              <a:buSzPct val="80000"/>
              <a:buFont typeface="Wingdings 2" charset="2"/>
              <a:buChar char=""/>
              <a:defRPr lang="en-US" sz="32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800" b="0" u="none" strike="noStrike">
                <a:solidFill>
                  <a:schemeClr val="dk1"/>
                </a:solidFill>
                <a:effectLst/>
                <a:uFillTx/>
                <a:latin typeface="Gill Sans MT"/>
              </a:defRPr>
            </a:lvl2pPr>
            <a:lvl3pPr lvl="2" algn="l">
              <a:lnSpc>
                <a:spcPct val="100000"/>
              </a:lnSpc>
              <a:spcBef>
                <a:spcPts val="479"/>
              </a:spcBef>
              <a:buClr>
                <a:srgbClr val="FEB80A"/>
              </a:buClr>
              <a:buFont typeface="Wingdings 2" charset="2"/>
              <a:buChar char=""/>
              <a:defRPr lang="en-US" sz="2400" b="0" u="none" strike="noStrike">
                <a:solidFill>
                  <a:schemeClr val="dk1"/>
                </a:solidFill>
                <a:effectLst/>
                <a:uFillTx/>
                <a:latin typeface="Gill Sans MT"/>
              </a:defRPr>
            </a:lvl3pPr>
            <a:lvl4pPr lvl="3" algn="l">
              <a:lnSpc>
                <a:spcPct val="100000"/>
              </a:lnSpc>
              <a:spcBef>
                <a:spcPts val="400"/>
              </a:spcBef>
              <a:buClr>
                <a:srgbClr val="C32D2E"/>
              </a:buClr>
              <a:buFont typeface="Wingdings 2" charset="2"/>
              <a:buChar char=""/>
              <a:defRPr lang="en-US" sz="2000" b="0" u="none" strike="noStrike">
                <a:solidFill>
                  <a:schemeClr val="dk1"/>
                </a:solidFill>
                <a:effectLst/>
                <a:uFillTx/>
                <a:latin typeface="Gill Sans MT"/>
              </a:defRPr>
            </a:lvl4pPr>
            <a:lvl5pPr lvl="4" algn="l">
              <a:lnSpc>
                <a:spcPct val="100000"/>
              </a:lnSpc>
              <a:spcBef>
                <a:spcPts val="400"/>
              </a:spcBef>
              <a:buClr>
                <a:srgbClr val="84AA33"/>
              </a:buClr>
              <a:buFont typeface="Wingdings 2" charset="2"/>
              <a:buChar char=""/>
              <a:defRPr lang="en-US" sz="20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3200" b="0" u="none" strike="noStrike">
                <a:solidFill>
                  <a:schemeClr val="dk1"/>
                </a:solidFill>
                <a:effectLst/>
                <a:uFillTx/>
                <a:latin typeface="Gill Sans MT"/>
              </a:rPr>
              <a:t>Click to edit Master text styles</a:t>
            </a:r>
            <a:endParaRPr lang="en-US" sz="32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800" b="0" u="none" strike="noStrike">
                <a:solidFill>
                  <a:schemeClr val="dk1"/>
                </a:solidFill>
                <a:effectLst/>
                <a:uFillTx/>
                <a:latin typeface="Gill Sans MT"/>
              </a:rPr>
              <a:t>Second level</a:t>
            </a:r>
            <a:endParaRPr lang="en-US" sz="2800" b="0" u="none" strike="noStrike">
              <a:solidFill>
                <a:schemeClr val="dk1"/>
              </a:solidFill>
              <a:effectLst/>
              <a:uFillTx/>
              <a:latin typeface="Gill Sans MT"/>
            </a:endParaRPr>
          </a:p>
          <a:p>
            <a:pPr marL="887040" lvl="2" indent="-228600" algn="l">
              <a:lnSpc>
                <a:spcPct val="100000"/>
              </a:lnSpc>
              <a:spcBef>
                <a:spcPts val="479"/>
              </a:spcBef>
              <a:buClr>
                <a:srgbClr val="FEB80A"/>
              </a:buClr>
              <a:buFont typeface="Wingdings 2" charset="2"/>
              <a:buChar char=""/>
            </a:pPr>
            <a:r>
              <a:rPr lang="en-US" sz="2400" b="0" u="none" strike="noStrike">
                <a:solidFill>
                  <a:schemeClr val="dk1"/>
                </a:solidFill>
                <a:effectLst/>
                <a:uFillTx/>
                <a:latin typeface="Gill Sans MT"/>
              </a:rPr>
              <a:t>Third level</a:t>
            </a:r>
            <a:endParaRPr lang="en-US" sz="2400" b="0" u="none" strike="noStrike">
              <a:solidFill>
                <a:schemeClr val="dk1"/>
              </a:solidFill>
              <a:effectLst/>
              <a:uFillTx/>
              <a:latin typeface="Gill Sans MT"/>
            </a:endParaRPr>
          </a:p>
          <a:p>
            <a:pPr marL="1097280" lvl="3" indent="-173880" algn="l">
              <a:lnSpc>
                <a:spcPct val="100000"/>
              </a:lnSpc>
              <a:spcBef>
                <a:spcPts val="400"/>
              </a:spcBef>
              <a:buClr>
                <a:srgbClr val="C32D2E"/>
              </a:buClr>
              <a:buFont typeface="Wingdings 2" charset="2"/>
              <a:buChar char=""/>
            </a:pPr>
            <a:r>
              <a:rPr lang="en-US" sz="2000" b="0" u="none" strike="noStrike">
                <a:solidFill>
                  <a:schemeClr val="dk1"/>
                </a:solidFill>
                <a:effectLst/>
                <a:uFillTx/>
                <a:latin typeface="Gill Sans MT"/>
              </a:rPr>
              <a:t>Fourth level</a:t>
            </a:r>
            <a:endParaRPr lang="en-US" sz="2000" b="0" u="none" strike="noStrike">
              <a:solidFill>
                <a:schemeClr val="dk1"/>
              </a:solidFill>
              <a:effectLst/>
              <a:uFillTx/>
              <a:latin typeface="Gill Sans MT"/>
            </a:endParaRPr>
          </a:p>
          <a:p>
            <a:pPr marL="1298520" lvl="4" indent="-182880" algn="l">
              <a:lnSpc>
                <a:spcPct val="100000"/>
              </a:lnSpc>
              <a:spcBef>
                <a:spcPts val="400"/>
              </a:spcBef>
              <a:buClr>
                <a:srgbClr val="84AA33"/>
              </a:buClr>
              <a:buFont typeface="Wingdings 2" charset="2"/>
              <a:buChar char=""/>
            </a:pPr>
            <a:r>
              <a:rPr lang="en-US" sz="2000" b="0" u="none" strike="noStrike">
                <a:solidFill>
                  <a:schemeClr val="dk1"/>
                </a:solidFill>
                <a:effectLst/>
                <a:uFillTx/>
                <a:latin typeface="Gill Sans MT"/>
              </a:rPr>
              <a:t>Fifth level</a:t>
            </a:r>
            <a:endParaRPr lang="en-US" sz="2000" b="0" u="none" strike="noStrike">
              <a:solidFill>
                <a:schemeClr val="dk1"/>
              </a:solidFill>
              <a:effectLst/>
              <a:uFillTx/>
              <a:latin typeface="Gill Sans MT"/>
            </a:endParaRPr>
          </a:p>
        </p:txBody>
      </p:sp>
      <p:sp>
        <p:nvSpPr>
          <p:cNvPr id="38" name="PlaceHolder 3"/>
          <p:cNvSpPr>
            <a:spLocks noGrp="1"/>
          </p:cNvSpPr>
          <p:nvPr>
            <p:ph type="dt" idx="7"/>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4"/>
          <p:cNvSpPr>
            <a:spLocks noGrp="1"/>
          </p:cNvSpPr>
          <p:nvPr>
            <p:ph type="ftr" idx="8"/>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5"/>
          <p:cNvSpPr>
            <a:spLocks noGrp="1"/>
          </p:cNvSpPr>
          <p:nvPr>
            <p:ph type="sldNum" idx="9"/>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A66F4772-9ADD-46A4-9A54-0EDE13EDCD1B}"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blipFill rotWithShape="0">
          <a:blip r:embed="rId2"/>
          <a:tile tx="0" ty="0" sx="89772" sy="89772" algn="tl"/>
        </a:blipFill>
      </p:bgPr>
    </p:bg>
    <p:spTree>
      <p:nvGrpSpPr>
        <p:cNvPr id="1" name=""/>
        <p:cNvGrpSpPr/>
        <p:nvPr/>
      </p:nvGrpSpPr>
      <p:grpSpPr>
        <a:xfrm>
          <a:off x="0" y="0"/>
          <a:ext cx="0" cy="0"/>
          <a:chOff x="0" y="0"/>
          <a:chExt cx="0" cy="0"/>
        </a:xfrm>
      </p:grpSpPr>
      <p:sp>
        <p:nvSpPr>
          <p:cNvPr id="41"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2"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4"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5"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6"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l">
              <a:lnSpc>
                <a:spcPct val="100000"/>
              </a:lnSpc>
              <a:buNone/>
              <a:defRPr lang="en-US" sz="3600" b="0" u="none" strike="noStrike">
                <a:solidFill>
                  <a:schemeClr val="dk2"/>
                </a:solidFill>
                <a:effectLst/>
                <a:uFillTx/>
                <a:latin typeface="Gill Sans MT"/>
              </a:defRPr>
            </a:lvl1pPr>
          </a:lstStyle>
          <a:p>
            <a:pPr indent="0" algn="l">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47" name="PlaceHolder 2"/>
          <p:cNvSpPr>
            <a:spLocks noGrp="1"/>
          </p:cNvSpPr>
          <p:nvPr>
            <p:ph type="body"/>
          </p:nvPr>
        </p:nvSpPr>
        <p:spPr>
          <a:xfrm>
            <a:off x="1435680" y="1085760"/>
            <a:ext cx="7497720" cy="36000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48" name="PlaceHolder 3"/>
          <p:cNvSpPr>
            <a:spLocks noGrp="1"/>
          </p:cNvSpPr>
          <p:nvPr>
            <p:ph type="dt" idx="10"/>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49" name="PlaceHolder 4"/>
          <p:cNvSpPr>
            <a:spLocks noGrp="1"/>
          </p:cNvSpPr>
          <p:nvPr>
            <p:ph type="ftr" idx="11"/>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 name="PlaceHolder 5"/>
          <p:cNvSpPr>
            <a:spLocks noGrp="1"/>
          </p:cNvSpPr>
          <p:nvPr>
            <p:ph type="sldNum" idx="12"/>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807FEDD3-D90B-4CC4-9D75-3175E4964852}"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89772" sy="89772" algn="tl"/>
        </a:blipFill>
      </p:bgPr>
    </p:bg>
    <p:spTree>
      <p:nvGrpSpPr>
        <p:cNvPr id="1" name=""/>
        <p:cNvGrpSpPr/>
        <p:nvPr/>
      </p:nvGrpSpPr>
      <p:grpSpPr>
        <a:xfrm>
          <a:off x="0" y="0"/>
          <a:ext cx="0" cy="0"/>
          <a:chOff x="0" y="0"/>
          <a:chExt cx="0" cy="0"/>
        </a:xfrm>
      </p:grpSpPr>
      <p:sp>
        <p:nvSpPr>
          <p:cNvPr id="51"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2"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3"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4"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5"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6" name="Rectangle 6"/>
          <p:cNvSpPr/>
          <p:nvPr/>
        </p:nvSpPr>
        <p:spPr>
          <a:xfrm>
            <a:off x="2282760" y="0"/>
            <a:ext cx="685764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57" name="PlaceHolder 1"/>
          <p:cNvSpPr>
            <a:spLocks noGrp="1"/>
          </p:cNvSpPr>
          <p:nvPr>
            <p:ph type="title"/>
          </p:nvPr>
        </p:nvSpPr>
        <p:spPr>
          <a:xfrm>
            <a:off x="2578320" y="1950120"/>
            <a:ext cx="6400440" cy="1714320"/>
          </a:xfrm>
          <a:prstGeom prst="rect">
            <a:avLst/>
          </a:prstGeom>
          <a:noFill/>
          <a:ln w="0">
            <a:noFill/>
          </a:ln>
        </p:spPr>
        <p:txBody>
          <a:bodyPr lIns="90000" tIns="45000" rIns="90000" bIns="45000" anchor="t">
            <a:noAutofit/>
          </a:bodyPr>
          <a:lstStyle>
            <a:lvl1pPr indent="0" algn="l">
              <a:lnSpc>
                <a:spcPts val="4501"/>
              </a:lnSpc>
              <a:buNone/>
              <a:defRPr lang="en-US" sz="4000" b="1" u="none" strike="noStrike" cap="all">
                <a:solidFill>
                  <a:schemeClr val="dk2"/>
                </a:solidFill>
                <a:effectLst/>
                <a:uFillTx/>
                <a:latin typeface="Gill Sans MT"/>
              </a:defRPr>
            </a:lvl1pPr>
          </a:lstStyle>
          <a:p>
            <a:pPr indent="0" algn="l">
              <a:lnSpc>
                <a:spcPts val="4501"/>
              </a:lnSpc>
              <a:buNone/>
            </a:pPr>
            <a:r>
              <a:rPr lang="en-US" sz="4000" b="1" u="none" strike="noStrike" cap="all">
                <a:solidFill>
                  <a:schemeClr val="dk2"/>
                </a:solidFill>
                <a:effectLst/>
                <a:uFillTx/>
                <a:latin typeface="Gill Sans MT"/>
              </a:rPr>
              <a:t>Click to edit Master title style</a:t>
            </a:r>
            <a:endParaRPr lang="en-US" sz="4000" b="1" u="none" strike="noStrike" cap="all">
              <a:solidFill>
                <a:schemeClr val="dk2"/>
              </a:solidFill>
              <a:effectLst/>
              <a:uFillTx/>
              <a:latin typeface="Gill Sans MT"/>
            </a:endParaRPr>
          </a:p>
        </p:txBody>
      </p:sp>
      <p:sp>
        <p:nvSpPr>
          <p:cNvPr id="58" name="PlaceHolder 2"/>
          <p:cNvSpPr>
            <a:spLocks noGrp="1"/>
          </p:cNvSpPr>
          <p:nvPr>
            <p:ph type="body"/>
          </p:nvPr>
        </p:nvSpPr>
        <p:spPr>
          <a:xfrm>
            <a:off x="2578320" y="800280"/>
            <a:ext cx="6400440" cy="1131840"/>
          </a:xfrm>
          <a:prstGeom prst="rect">
            <a:avLst/>
          </a:prstGeom>
          <a:noFill/>
          <a:ln w="0">
            <a:noFill/>
          </a:ln>
        </p:spPr>
        <p:txBody>
          <a:bodyPr lIns="90000" tIns="45000" rIns="90000" bIns="45000" anchor="b">
            <a:noAutofit/>
          </a:bodyPr>
          <a:lstStyle>
            <a:lvl1pPr marL="18360" indent="0" algn="l">
              <a:lnSpc>
                <a:spcPts val="2299"/>
              </a:lnSpc>
              <a:buNone/>
              <a:tabLst>
                <a:tab pos="0" algn="l"/>
              </a:tabLst>
              <a:defRPr lang="en-US" sz="2000" b="0" u="none" strike="noStrike">
                <a:solidFill>
                  <a:schemeClr val="dk2">
                    <a:shade val="30000"/>
                  </a:schemeClr>
                </a:solidFill>
                <a:effectLst/>
                <a:uFillTx/>
                <a:latin typeface="Gill Sans MT"/>
              </a:defRPr>
            </a:lvl1pPr>
          </a:lstStyle>
          <a:p>
            <a:pPr marL="18360" indent="0" algn="l">
              <a:lnSpc>
                <a:spcPts val="2299"/>
              </a:lnSpc>
              <a:buNone/>
              <a:tabLst>
                <a:tab pos="0" algn="l"/>
              </a:tabLst>
            </a:pPr>
            <a:r>
              <a:rPr lang="en-US" sz="2000" b="0" u="none" strike="noStrike">
                <a:solidFill>
                  <a:schemeClr val="dk2">
                    <a:shade val="30000"/>
                  </a:schemeClr>
                </a:solidFill>
                <a:effectLst/>
                <a:uFillTx/>
                <a:latin typeface="Gill Sans MT"/>
              </a:rPr>
              <a:t>Click to edit Master text styles</a:t>
            </a:r>
            <a:endParaRPr lang="en-US" sz="2000" b="0" u="none" strike="noStrike">
              <a:solidFill>
                <a:schemeClr val="dk2">
                  <a:shade val="30000"/>
                </a:schemeClr>
              </a:solidFill>
              <a:effectLst/>
              <a:uFillTx/>
              <a:latin typeface="Gill Sans MT"/>
            </a:endParaRPr>
          </a:p>
        </p:txBody>
      </p:sp>
      <p:sp>
        <p:nvSpPr>
          <p:cNvPr id="59" name="PlaceHolder 3"/>
          <p:cNvSpPr>
            <a:spLocks noGrp="1"/>
          </p:cNvSpPr>
          <p:nvPr>
            <p:ph type="dt" idx="13"/>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60" name="PlaceHolder 4"/>
          <p:cNvSpPr>
            <a:spLocks noGrp="1"/>
          </p:cNvSpPr>
          <p:nvPr>
            <p:ph type="ftr" idx="14"/>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1" name="PlaceHolder 5"/>
          <p:cNvSpPr>
            <a:spLocks noGrp="1"/>
          </p:cNvSpPr>
          <p:nvPr>
            <p:ph type="sldNum" idx="15"/>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C6F95CF5-434C-4875-99DB-659D7B60778B}"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62" name="Rectangle 9"/>
          <p:cNvSpPr/>
          <p:nvPr/>
        </p:nvSpPr>
        <p:spPr>
          <a:xfrm>
            <a:off x="2286000" y="0"/>
            <a:ext cx="7596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63" name="Oval 7"/>
          <p:cNvSpPr/>
          <p:nvPr/>
        </p:nvSpPr>
        <p:spPr>
          <a:xfrm>
            <a:off x="2172240" y="2111040"/>
            <a:ext cx="209880" cy="157320"/>
          </a:xfrm>
          <a:prstGeom prst="ellipse">
            <a:avLst/>
          </a:prstGeom>
          <a:gradFill rotWithShape="0">
            <a:gsLst>
              <a:gs pos="0">
                <a:srgbClr val="DAF5FE">
                  <a:alpha val="95000"/>
                </a:srgbClr>
              </a:gs>
              <a:gs pos="50000">
                <a:srgbClr val="C3E3EF">
                  <a:alpha val="90000"/>
                </a:srgbClr>
              </a:gs>
              <a:gs pos="95000">
                <a:srgbClr val="69C8E9">
                  <a:alpha val="88000"/>
                </a:srgbClr>
              </a:gs>
              <a:gs pos="100000">
                <a:srgbClr val="00AAD4">
                  <a:alpha val="85000"/>
                </a:srgbClr>
              </a:gs>
            </a:gsLst>
            <a:path path="circle">
              <a:fillToRect l="25000" t="12000" r="75000" b="88000"/>
            </a:path>
          </a:gradFill>
          <a:ln cap="rnd" w="2000">
            <a:solidFill>
              <a:schemeClr val="accent1">
                <a:shade val="90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64" name="Oval 8"/>
          <p:cNvSpPr/>
          <p:nvPr/>
        </p:nvSpPr>
        <p:spPr>
          <a:xfrm>
            <a:off x="2408040" y="2059560"/>
            <a:ext cx="63720" cy="47520"/>
          </a:xfrm>
          <a:prstGeom prst="ellipse">
            <a:avLst/>
          </a:prstGeom>
          <a:noFill/>
          <a:ln cap="rnd" w="12700">
            <a:solidFill>
              <a:schemeClr val="accent1">
                <a:shade val="75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11160" rIns="90000" bIns="-11160" anchor="ctr">
            <a:noAutofit/>
          </a:bodyPr>
          <a:p>
            <a:endParaRPr lang="en-US" sz="1800" b="0" u="none" strike="noStrike">
              <a:solidFill>
                <a:schemeClr val="dk1"/>
              </a:solidFill>
              <a:effectLst/>
              <a:uFillTx/>
              <a:latin typeface="Gill Sans MT"/>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bg>
      <p:bgPr>
        <a:blipFill rotWithShape="0">
          <a:blip r:embed="rId2"/>
          <a:tile tx="0" ty="0" sx="89772" sy="89772" algn="tl"/>
        </a:blipFill>
      </p:bgPr>
    </p:bg>
    <p:spTree>
      <p:nvGrpSpPr>
        <p:cNvPr id="1" name=""/>
        <p:cNvGrpSpPr/>
        <p:nvPr/>
      </p:nvGrpSpPr>
      <p:grpSpPr>
        <a:xfrm>
          <a:off x="0" y="0"/>
          <a:ext cx="0" cy="0"/>
          <a:chOff x="0" y="0"/>
          <a:chExt cx="0" cy="0"/>
        </a:xfrm>
      </p:grpSpPr>
      <p:sp>
        <p:nvSpPr>
          <p:cNvPr id="65"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66"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67"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68"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69"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70"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71" name="PlaceHolder 2"/>
          <p:cNvSpPr>
            <a:spLocks noGrp="1"/>
          </p:cNvSpPr>
          <p:nvPr>
            <p:ph type="body"/>
          </p:nvPr>
        </p:nvSpPr>
        <p:spPr>
          <a:xfrm>
            <a:off x="1435680" y="1143000"/>
            <a:ext cx="365724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72" name="PlaceHolder 3"/>
          <p:cNvSpPr>
            <a:spLocks noGrp="1"/>
          </p:cNvSpPr>
          <p:nvPr>
            <p:ph type="body"/>
          </p:nvPr>
        </p:nvSpPr>
        <p:spPr>
          <a:xfrm>
            <a:off x="5276160" y="1143000"/>
            <a:ext cx="365724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73" name="PlaceHolder 4"/>
          <p:cNvSpPr>
            <a:spLocks noGrp="1"/>
          </p:cNvSpPr>
          <p:nvPr>
            <p:ph type="dt" idx="16"/>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74" name="PlaceHolder 5"/>
          <p:cNvSpPr>
            <a:spLocks noGrp="1"/>
          </p:cNvSpPr>
          <p:nvPr>
            <p:ph type="ftr" idx="17"/>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5" name="PlaceHolder 6"/>
          <p:cNvSpPr>
            <a:spLocks noGrp="1"/>
          </p:cNvSpPr>
          <p:nvPr>
            <p:ph type="sldNum" idx="18"/>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3DDE24F-77CF-4856-A223-95479022256A}"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89772" sy="89772" algn="tl"/>
        </a:blipFill>
      </p:bgPr>
    </p:bg>
    <p:spTree>
      <p:nvGrpSpPr>
        <p:cNvPr id="1" name=""/>
        <p:cNvGrpSpPr/>
        <p:nvPr/>
      </p:nvGrpSpPr>
      <p:grpSpPr>
        <a:xfrm>
          <a:off x="0" y="0"/>
          <a:ext cx="0" cy="0"/>
          <a:chOff x="0" y="0"/>
          <a:chExt cx="0" cy="0"/>
        </a:xfrm>
      </p:grpSpPr>
      <p:sp>
        <p:nvSpPr>
          <p:cNvPr id="76"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77"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78"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79"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80"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81" name="PlaceHolder 1"/>
          <p:cNvSpPr>
            <a:spLocks noGrp="1"/>
          </p:cNvSpPr>
          <p:nvPr>
            <p:ph type="title"/>
          </p:nvPr>
        </p:nvSpPr>
        <p:spPr>
          <a:xfrm>
            <a:off x="457200" y="3870360"/>
            <a:ext cx="8229240" cy="856800"/>
          </a:xfrm>
          <a:prstGeom prst="rect">
            <a:avLst/>
          </a:prstGeom>
          <a:noFill/>
          <a:ln w="0">
            <a:noFill/>
          </a:ln>
        </p:spPr>
        <p:txBody>
          <a:bodyPr lIns="90000" tIns="45000" rIns="90000" bIns="45000" anchor="ctr">
            <a:noAutofit/>
          </a:bodyPr>
          <a:lstStyle>
            <a:lvl1pPr indent="0" algn="ctr">
              <a:lnSpc>
                <a:spcPct val="100000"/>
              </a:lnSpc>
              <a:buNone/>
              <a:defRPr lang="en-US" sz="4500" b="1" u="none" strike="noStrike">
                <a:solidFill>
                  <a:schemeClr val="dk2"/>
                </a:solidFill>
                <a:effectLst/>
                <a:uFillTx/>
                <a:latin typeface="Gill Sans MT"/>
              </a:defRPr>
            </a:lvl1pPr>
          </a:lstStyle>
          <a:p>
            <a:pPr indent="0" algn="ctr">
              <a:lnSpc>
                <a:spcPct val="100000"/>
              </a:lnSpc>
              <a:buNone/>
            </a:pPr>
            <a:r>
              <a:rPr lang="en-US" sz="4500" b="1" u="none" strike="noStrike">
                <a:solidFill>
                  <a:schemeClr val="dk2"/>
                </a:solidFill>
                <a:effectLst/>
                <a:uFillTx/>
                <a:latin typeface="Gill Sans MT"/>
              </a:rPr>
              <a:t>Click to edit Master title style</a:t>
            </a:r>
            <a:endParaRPr lang="en-US" sz="4500" b="1" u="none" strike="noStrike">
              <a:solidFill>
                <a:schemeClr val="dk2"/>
              </a:solidFill>
              <a:effectLst/>
              <a:uFillTx/>
              <a:latin typeface="Gill Sans MT"/>
            </a:endParaRPr>
          </a:p>
        </p:txBody>
      </p:sp>
      <p:sp>
        <p:nvSpPr>
          <p:cNvPr id="82" name="PlaceHolder 2"/>
          <p:cNvSpPr>
            <a:spLocks noGrp="1"/>
          </p:cNvSpPr>
          <p:nvPr>
            <p:ph type="body"/>
          </p:nvPr>
        </p:nvSpPr>
        <p:spPr>
          <a:xfrm>
            <a:off x="457200" y="246240"/>
            <a:ext cx="4023000" cy="479880"/>
          </a:xfrm>
          <a:prstGeom prst="rect">
            <a:avLst/>
          </a:prstGeom>
          <a:solidFill>
            <a:schemeClr val="lt1"/>
          </a:solidFill>
          <a:ln w="10800">
            <a:solidFill>
              <a:schemeClr val="lt1"/>
            </a:solidFill>
            <a:miter/>
          </a:ln>
        </p:spPr>
        <p:txBody>
          <a:bodyPr lIns="90000" tIns="45000" rIns="90000" bIns="45000" anchor="ctr">
            <a:noAutofit/>
          </a:bodyPr>
          <a:lstStyle>
            <a:lvl1pPr marL="64080" indent="0" algn="l">
              <a:lnSpc>
                <a:spcPct val="100000"/>
              </a:lnSpc>
              <a:spcBef>
                <a:spcPts val="99"/>
              </a:spcBef>
              <a:buNone/>
              <a:tabLst>
                <a:tab pos="0" algn="l"/>
              </a:tabLst>
              <a:defRPr lang="en-US" sz="1900" b="0" u="none" strike="noStrike">
                <a:solidFill>
                  <a:schemeClr val="dk1"/>
                </a:solidFill>
                <a:effectLst/>
                <a:uFillTx/>
                <a:latin typeface="Gill Sans MT"/>
              </a:defRPr>
            </a:lvl1pPr>
          </a:lstStyle>
          <a:p>
            <a:pPr marL="64080" indent="0" algn="l">
              <a:lnSpc>
                <a:spcPct val="100000"/>
              </a:lnSpc>
              <a:spcBef>
                <a:spcPts val="99"/>
              </a:spcBef>
              <a:buNone/>
              <a:tabLst>
                <a:tab pos="0" algn="l"/>
              </a:tabLst>
            </a:pPr>
            <a:r>
              <a:rPr lang="en-US" sz="1900" b="0" u="none" strike="noStrike">
                <a:solidFill>
                  <a:schemeClr val="dk1"/>
                </a:solidFill>
                <a:effectLst/>
                <a:uFillTx/>
                <a:latin typeface="Gill Sans MT"/>
              </a:rPr>
              <a:t>Click to edit Master text styles</a:t>
            </a:r>
            <a:endParaRPr lang="en-US" sz="1900" b="0" u="none" strike="noStrike">
              <a:solidFill>
                <a:schemeClr val="dk1"/>
              </a:solidFill>
              <a:effectLst/>
              <a:uFillTx/>
              <a:latin typeface="Gill Sans MT"/>
            </a:endParaRPr>
          </a:p>
        </p:txBody>
      </p:sp>
      <p:sp>
        <p:nvSpPr>
          <p:cNvPr id="83" name="PlaceHolder 3"/>
          <p:cNvSpPr>
            <a:spLocks noGrp="1"/>
          </p:cNvSpPr>
          <p:nvPr>
            <p:ph type="body"/>
          </p:nvPr>
        </p:nvSpPr>
        <p:spPr>
          <a:xfrm>
            <a:off x="4663440" y="246240"/>
            <a:ext cx="4023000" cy="479880"/>
          </a:xfrm>
          <a:prstGeom prst="rect">
            <a:avLst/>
          </a:prstGeom>
          <a:solidFill>
            <a:schemeClr val="lt1"/>
          </a:solidFill>
          <a:ln w="10800">
            <a:solidFill>
              <a:schemeClr val="lt1"/>
            </a:solidFill>
            <a:miter/>
          </a:ln>
        </p:spPr>
        <p:txBody>
          <a:bodyPr lIns="90000" tIns="45000" rIns="90000" bIns="45000" anchor="ctr">
            <a:noAutofit/>
          </a:bodyPr>
          <a:lstStyle>
            <a:lvl1pPr marL="64080" indent="0" algn="l">
              <a:lnSpc>
                <a:spcPct val="100000"/>
              </a:lnSpc>
              <a:spcBef>
                <a:spcPts val="99"/>
              </a:spcBef>
              <a:buNone/>
              <a:tabLst>
                <a:tab pos="0" algn="l"/>
              </a:tabLst>
              <a:defRPr lang="en-US" sz="1900" b="0" u="none" strike="noStrike">
                <a:solidFill>
                  <a:schemeClr val="dk1"/>
                </a:solidFill>
                <a:effectLst/>
                <a:uFillTx/>
                <a:latin typeface="Gill Sans MT"/>
              </a:defRPr>
            </a:lvl1pPr>
          </a:lstStyle>
          <a:p>
            <a:pPr marL="64080" indent="0" algn="l">
              <a:lnSpc>
                <a:spcPct val="100000"/>
              </a:lnSpc>
              <a:spcBef>
                <a:spcPts val="99"/>
              </a:spcBef>
              <a:buNone/>
              <a:tabLst>
                <a:tab pos="0" algn="l"/>
              </a:tabLst>
            </a:pPr>
            <a:r>
              <a:rPr lang="en-US" sz="1900" b="0" u="none" strike="noStrike">
                <a:solidFill>
                  <a:schemeClr val="dk1"/>
                </a:solidFill>
                <a:effectLst/>
                <a:uFillTx/>
                <a:latin typeface="Gill Sans MT"/>
              </a:rPr>
              <a:t>Click to edit Master text styles</a:t>
            </a:r>
            <a:endParaRPr lang="en-US" sz="1900" b="0" u="none" strike="noStrike">
              <a:solidFill>
                <a:schemeClr val="dk1"/>
              </a:solidFill>
              <a:effectLst/>
              <a:uFillTx/>
              <a:latin typeface="Gill Sans MT"/>
            </a:endParaRPr>
          </a:p>
        </p:txBody>
      </p:sp>
      <p:sp>
        <p:nvSpPr>
          <p:cNvPr id="84" name="PlaceHolder 4"/>
          <p:cNvSpPr>
            <a:spLocks noGrp="1"/>
          </p:cNvSpPr>
          <p:nvPr>
            <p:ph type="body"/>
          </p:nvPr>
        </p:nvSpPr>
        <p:spPr>
          <a:xfrm>
            <a:off x="457200" y="726840"/>
            <a:ext cx="4023000" cy="3085920"/>
          </a:xfrm>
          <a:prstGeom prst="rect">
            <a:avLst/>
          </a:prstGeom>
          <a:noFill/>
          <a:ln w="10800">
            <a:solidFill>
              <a:schemeClr val="lt1"/>
            </a:solidFill>
            <a:prstDash val="dash"/>
            <a:miter/>
          </a:ln>
        </p:spPr>
        <p:txBody>
          <a:bodyPr lIns="90000" tIns="45000" rIns="90000" bIns="45000" anchor="t">
            <a:noAutofit/>
          </a:bodyPr>
          <a:lstStyle>
            <a:lvl1pPr algn="l">
              <a:lnSpc>
                <a:spcPct val="100000"/>
              </a:lnSpc>
              <a:spcBef>
                <a:spcPts val="700"/>
              </a:spcBef>
              <a:buClr>
                <a:srgbClr val="3891A7"/>
              </a:buClr>
              <a:buSzPct val="80000"/>
              <a:buFont typeface="Wingdings 2" charset="2"/>
              <a:buChar char=""/>
              <a:tabLst>
                <a:tab pos="0" algn="l"/>
              </a:tabLst>
              <a:defRPr lang="en-US" sz="2400" b="0" u="none" strike="noStrike">
                <a:solidFill>
                  <a:schemeClr val="dk1"/>
                </a:solidFill>
                <a:effectLst/>
                <a:uFillTx/>
                <a:latin typeface="Gill Sans MT"/>
              </a:defRPr>
            </a:lvl1pPr>
            <a:lvl2pPr lvl="1" algn="l">
              <a:lnSpc>
                <a:spcPct val="100000"/>
              </a:lnSpc>
              <a:spcBef>
                <a:spcPts val="700"/>
              </a:spcBef>
              <a:buClr>
                <a:srgbClr val="3891A7"/>
              </a:buClr>
              <a:buFont typeface="Verdana"/>
              <a:buChar char="◦"/>
              <a:tabLst>
                <a:tab pos="0" algn="l"/>
              </a:tabLst>
              <a:defRPr lang="en-US" sz="2000" b="0" u="none" strike="noStrike">
                <a:solidFill>
                  <a:schemeClr val="dk1"/>
                </a:solidFill>
                <a:effectLst/>
                <a:uFillTx/>
                <a:latin typeface="Gill Sans MT"/>
              </a:defRPr>
            </a:lvl2pPr>
            <a:lvl3pPr lvl="2" algn="l">
              <a:lnSpc>
                <a:spcPct val="100000"/>
              </a:lnSpc>
              <a:spcBef>
                <a:spcPts val="700"/>
              </a:spcBef>
              <a:buClr>
                <a:srgbClr val="FEB80A"/>
              </a:buClr>
              <a:buFont typeface="Wingdings 2" charset="2"/>
              <a:buChar char=""/>
              <a:tabLst>
                <a:tab pos="0" algn="l"/>
              </a:tabLst>
              <a:defRPr lang="en-US" sz="1800" b="0" u="none" strike="noStrike">
                <a:solidFill>
                  <a:schemeClr val="dk1"/>
                </a:solidFill>
                <a:effectLst/>
                <a:uFillTx/>
                <a:latin typeface="Gill Sans MT"/>
              </a:defRPr>
            </a:lvl3pPr>
            <a:lvl4pPr lvl="3" algn="l">
              <a:lnSpc>
                <a:spcPct val="100000"/>
              </a:lnSpc>
              <a:spcBef>
                <a:spcPts val="700"/>
              </a:spcBef>
              <a:buClr>
                <a:srgbClr val="C32D2E"/>
              </a:buClr>
              <a:buFont typeface="Wingdings 2" charset="2"/>
              <a:buChar char=""/>
              <a:tabLst>
                <a:tab pos="0" algn="l"/>
              </a:tabLst>
              <a:defRPr lang="en-US" sz="1600" b="0" u="none" strike="noStrike">
                <a:solidFill>
                  <a:schemeClr val="dk1"/>
                </a:solidFill>
                <a:effectLst/>
                <a:uFillTx/>
                <a:latin typeface="Gill Sans MT"/>
              </a:defRPr>
            </a:lvl4pPr>
            <a:lvl5pPr lvl="4" algn="l">
              <a:lnSpc>
                <a:spcPct val="100000"/>
              </a:lnSpc>
              <a:spcBef>
                <a:spcPts val="700"/>
              </a:spcBef>
              <a:buClr>
                <a:srgbClr val="84AA33"/>
              </a:buClr>
              <a:buFont typeface="Wingdings 2" charset="2"/>
              <a:buChar char=""/>
              <a:tabLst>
                <a:tab pos="0" algn="l"/>
              </a:tabLst>
              <a:defRPr lang="en-US" sz="1600" b="0" u="none" strike="noStrike">
                <a:solidFill>
                  <a:schemeClr val="dk1"/>
                </a:solidFill>
                <a:effectLst/>
                <a:uFillTx/>
                <a:latin typeface="Gill Sans MT"/>
              </a:defRPr>
            </a:lvl5pPr>
          </a:lstStyle>
          <a:p>
            <a:pPr marL="393120" indent="-274320" algn="l">
              <a:lnSpc>
                <a:spcPct val="100000"/>
              </a:lnSpc>
              <a:spcBef>
                <a:spcPts val="700"/>
              </a:spcBef>
              <a:buClr>
                <a:srgbClr val="3891A7"/>
              </a:buClr>
              <a:buSzPct val="80000"/>
              <a:buFont typeface="Wingdings 2" charset="2"/>
              <a:buChar char=""/>
              <a:tabLst>
                <a:tab pos="0" algn="l"/>
              </a:tabLst>
            </a:pPr>
            <a:r>
              <a:rPr lang="en-US" sz="2400" b="0" u="none" strike="noStrike">
                <a:solidFill>
                  <a:schemeClr val="dk1"/>
                </a:solidFill>
                <a:effectLst/>
                <a:uFillTx/>
                <a:latin typeface="Gill Sans MT"/>
              </a:rPr>
              <a:t>Click to edit Master text styles</a:t>
            </a:r>
            <a:endParaRPr lang="en-US" sz="2400" b="0" u="none" strike="noStrike">
              <a:solidFill>
                <a:schemeClr val="dk1"/>
              </a:solidFill>
              <a:effectLst/>
              <a:uFillTx/>
              <a:latin typeface="Gill Sans MT"/>
            </a:endParaRPr>
          </a:p>
          <a:p>
            <a:pPr marL="640080" lvl="1" indent="-237600" algn="l">
              <a:lnSpc>
                <a:spcPct val="100000"/>
              </a:lnSpc>
              <a:spcBef>
                <a:spcPts val="700"/>
              </a:spcBef>
              <a:buClr>
                <a:srgbClr val="3891A7"/>
              </a:buClr>
              <a:buFont typeface="Verdana"/>
              <a:buChar char="◦"/>
              <a:tabLst>
                <a:tab pos="0" algn="l"/>
              </a:tabLst>
            </a:pPr>
            <a:r>
              <a:rPr lang="en-US" sz="2000" b="0" u="none" strike="noStrike">
                <a:solidFill>
                  <a:schemeClr val="dk1"/>
                </a:solidFill>
                <a:effectLst/>
                <a:uFillTx/>
                <a:latin typeface="Gill Sans MT"/>
              </a:rPr>
              <a:t>Second level</a:t>
            </a:r>
            <a:endParaRPr lang="en-US" sz="2000" b="0" u="none" strike="noStrike">
              <a:solidFill>
                <a:schemeClr val="dk1"/>
              </a:solidFill>
              <a:effectLst/>
              <a:uFillTx/>
              <a:latin typeface="Gill Sans MT"/>
            </a:endParaRPr>
          </a:p>
          <a:p>
            <a:pPr marL="887040" lvl="2" indent="-228600" algn="l">
              <a:lnSpc>
                <a:spcPct val="100000"/>
              </a:lnSpc>
              <a:spcBef>
                <a:spcPts val="700"/>
              </a:spcBef>
              <a:buClr>
                <a:srgbClr val="FEB80A"/>
              </a:buClr>
              <a:buFont typeface="Wingdings 2" charset="2"/>
              <a:buChar char=""/>
              <a:tabLst>
                <a:tab pos="0" algn="l"/>
              </a:tabLst>
            </a:pPr>
            <a:r>
              <a:rPr lang="en-US" sz="1800" b="0" u="none" strike="noStrike">
                <a:solidFill>
                  <a:schemeClr val="dk1"/>
                </a:solidFill>
                <a:effectLst/>
                <a:uFillTx/>
                <a:latin typeface="Gill Sans MT"/>
              </a:rPr>
              <a:t>Third level</a:t>
            </a:r>
            <a:endParaRPr lang="en-US" sz="1800" b="0" u="none" strike="noStrike">
              <a:solidFill>
                <a:schemeClr val="dk1"/>
              </a:solidFill>
              <a:effectLst/>
              <a:uFillTx/>
              <a:latin typeface="Gill Sans MT"/>
            </a:endParaRPr>
          </a:p>
          <a:p>
            <a:pPr marL="1097280" lvl="3" indent="-173880" algn="l">
              <a:lnSpc>
                <a:spcPct val="100000"/>
              </a:lnSpc>
              <a:spcBef>
                <a:spcPts val="700"/>
              </a:spcBef>
              <a:buClr>
                <a:srgbClr val="C32D2E"/>
              </a:buClr>
              <a:buFont typeface="Wingdings 2" charset="2"/>
              <a:buChar char=""/>
              <a:tabLst>
                <a:tab pos="0" algn="l"/>
              </a:tabLst>
            </a:pPr>
            <a:r>
              <a:rPr lang="en-US" sz="1600" b="0" u="none" strike="noStrike">
                <a:solidFill>
                  <a:schemeClr val="dk1"/>
                </a:solidFill>
                <a:effectLst/>
                <a:uFillTx/>
                <a:latin typeface="Gill Sans MT"/>
              </a:rPr>
              <a:t>Fourth level</a:t>
            </a:r>
            <a:endParaRPr lang="en-US" sz="1600" b="0" u="none" strike="noStrike">
              <a:solidFill>
                <a:schemeClr val="dk1"/>
              </a:solidFill>
              <a:effectLst/>
              <a:uFillTx/>
              <a:latin typeface="Gill Sans MT"/>
            </a:endParaRPr>
          </a:p>
          <a:p>
            <a:pPr marL="1298520" lvl="4" indent="-182880" algn="l">
              <a:lnSpc>
                <a:spcPct val="100000"/>
              </a:lnSpc>
              <a:spcBef>
                <a:spcPts val="700"/>
              </a:spcBef>
              <a:buClr>
                <a:srgbClr val="84AA33"/>
              </a:buClr>
              <a:buFont typeface="Wingdings 2" charset="2"/>
              <a:buChar char=""/>
              <a:tabLst>
                <a:tab pos="0" algn="l"/>
              </a:tabLst>
            </a:pPr>
            <a:r>
              <a:rPr lang="en-US" sz="1600" b="0" u="none" strike="noStrike">
                <a:solidFill>
                  <a:schemeClr val="dk1"/>
                </a:solidFill>
                <a:effectLst/>
                <a:uFillTx/>
                <a:latin typeface="Gill Sans MT"/>
              </a:rPr>
              <a:t>Fifth level</a:t>
            </a:r>
            <a:endParaRPr lang="en-US" sz="1600" b="0" u="none" strike="noStrike">
              <a:solidFill>
                <a:schemeClr val="dk1"/>
              </a:solidFill>
              <a:effectLst/>
              <a:uFillTx/>
              <a:latin typeface="Gill Sans MT"/>
            </a:endParaRPr>
          </a:p>
        </p:txBody>
      </p:sp>
      <p:sp>
        <p:nvSpPr>
          <p:cNvPr id="85" name="PlaceHolder 5"/>
          <p:cNvSpPr>
            <a:spLocks noGrp="1"/>
          </p:cNvSpPr>
          <p:nvPr>
            <p:ph type="body"/>
          </p:nvPr>
        </p:nvSpPr>
        <p:spPr>
          <a:xfrm>
            <a:off x="4663440" y="726840"/>
            <a:ext cx="4023000" cy="3085920"/>
          </a:xfrm>
          <a:prstGeom prst="rect">
            <a:avLst/>
          </a:prstGeom>
          <a:noFill/>
          <a:ln w="10800">
            <a:solidFill>
              <a:schemeClr val="lt1"/>
            </a:solidFill>
            <a:prstDash val="dash"/>
            <a:miter/>
          </a:ln>
        </p:spPr>
        <p:txBody>
          <a:bodyPr lIns="90000" tIns="45000" rIns="90000" bIns="45000" anchor="t">
            <a:noAutofit/>
          </a:bodyPr>
          <a:lstStyle>
            <a:lvl1pPr algn="l">
              <a:lnSpc>
                <a:spcPct val="100000"/>
              </a:lnSpc>
              <a:spcBef>
                <a:spcPts val="700"/>
              </a:spcBef>
              <a:buClr>
                <a:srgbClr val="3891A7"/>
              </a:buClr>
              <a:buSzPct val="80000"/>
              <a:buFont typeface="Wingdings 2" charset="2"/>
              <a:buChar char=""/>
              <a:tabLst>
                <a:tab pos="0" algn="l"/>
              </a:tabLst>
              <a:defRPr lang="en-US" sz="2400" b="0" u="none" strike="noStrike">
                <a:solidFill>
                  <a:schemeClr val="dk1"/>
                </a:solidFill>
                <a:effectLst/>
                <a:uFillTx/>
                <a:latin typeface="Gill Sans MT"/>
              </a:defRPr>
            </a:lvl1pPr>
            <a:lvl2pPr lvl="1" algn="l">
              <a:lnSpc>
                <a:spcPct val="100000"/>
              </a:lnSpc>
              <a:spcBef>
                <a:spcPts val="700"/>
              </a:spcBef>
              <a:buClr>
                <a:srgbClr val="3891A7"/>
              </a:buClr>
              <a:buFont typeface="Verdana"/>
              <a:buChar char="◦"/>
              <a:tabLst>
                <a:tab pos="0" algn="l"/>
              </a:tabLst>
              <a:defRPr lang="en-US" sz="2000" b="0" u="none" strike="noStrike">
                <a:solidFill>
                  <a:schemeClr val="dk1"/>
                </a:solidFill>
                <a:effectLst/>
                <a:uFillTx/>
                <a:latin typeface="Gill Sans MT"/>
              </a:defRPr>
            </a:lvl2pPr>
            <a:lvl3pPr lvl="2" algn="l">
              <a:lnSpc>
                <a:spcPct val="100000"/>
              </a:lnSpc>
              <a:spcBef>
                <a:spcPts val="700"/>
              </a:spcBef>
              <a:buClr>
                <a:srgbClr val="FEB80A"/>
              </a:buClr>
              <a:buFont typeface="Wingdings 2" charset="2"/>
              <a:buChar char=""/>
              <a:tabLst>
                <a:tab pos="0" algn="l"/>
              </a:tabLst>
              <a:defRPr lang="en-US" sz="1800" b="0" u="none" strike="noStrike">
                <a:solidFill>
                  <a:schemeClr val="dk1"/>
                </a:solidFill>
                <a:effectLst/>
                <a:uFillTx/>
                <a:latin typeface="Gill Sans MT"/>
              </a:defRPr>
            </a:lvl3pPr>
            <a:lvl4pPr lvl="3" algn="l">
              <a:lnSpc>
                <a:spcPct val="100000"/>
              </a:lnSpc>
              <a:spcBef>
                <a:spcPts val="700"/>
              </a:spcBef>
              <a:buClr>
                <a:srgbClr val="C32D2E"/>
              </a:buClr>
              <a:buFont typeface="Wingdings 2" charset="2"/>
              <a:buChar char=""/>
              <a:tabLst>
                <a:tab pos="0" algn="l"/>
              </a:tabLst>
              <a:defRPr lang="en-US" sz="1600" b="0" u="none" strike="noStrike">
                <a:solidFill>
                  <a:schemeClr val="dk1"/>
                </a:solidFill>
                <a:effectLst/>
                <a:uFillTx/>
                <a:latin typeface="Gill Sans MT"/>
              </a:defRPr>
            </a:lvl4pPr>
            <a:lvl5pPr lvl="4" algn="l">
              <a:lnSpc>
                <a:spcPct val="100000"/>
              </a:lnSpc>
              <a:spcBef>
                <a:spcPts val="700"/>
              </a:spcBef>
              <a:buClr>
                <a:srgbClr val="84AA33"/>
              </a:buClr>
              <a:buFont typeface="Wingdings 2" charset="2"/>
              <a:buChar char=""/>
              <a:tabLst>
                <a:tab pos="0" algn="l"/>
              </a:tabLst>
              <a:defRPr lang="en-US" sz="1600" b="0" u="none" strike="noStrike">
                <a:solidFill>
                  <a:schemeClr val="dk1"/>
                </a:solidFill>
                <a:effectLst/>
                <a:uFillTx/>
                <a:latin typeface="Gill Sans MT"/>
              </a:defRPr>
            </a:lvl5pPr>
          </a:lstStyle>
          <a:p>
            <a:pPr marL="393120" indent="-274320" algn="l">
              <a:lnSpc>
                <a:spcPct val="100000"/>
              </a:lnSpc>
              <a:spcBef>
                <a:spcPts val="700"/>
              </a:spcBef>
              <a:buClr>
                <a:srgbClr val="3891A7"/>
              </a:buClr>
              <a:buSzPct val="80000"/>
              <a:buFont typeface="Wingdings 2" charset="2"/>
              <a:buChar char=""/>
              <a:tabLst>
                <a:tab pos="0" algn="l"/>
              </a:tabLst>
            </a:pPr>
            <a:r>
              <a:rPr lang="en-US" sz="2400" b="0" u="none" strike="noStrike">
                <a:solidFill>
                  <a:schemeClr val="dk1"/>
                </a:solidFill>
                <a:effectLst/>
                <a:uFillTx/>
                <a:latin typeface="Gill Sans MT"/>
              </a:rPr>
              <a:t>Click to edit Master text styles</a:t>
            </a:r>
            <a:endParaRPr lang="en-US" sz="2400" b="0" u="none" strike="noStrike">
              <a:solidFill>
                <a:schemeClr val="dk1"/>
              </a:solidFill>
              <a:effectLst/>
              <a:uFillTx/>
              <a:latin typeface="Gill Sans MT"/>
            </a:endParaRPr>
          </a:p>
          <a:p>
            <a:pPr marL="640080" lvl="1" indent="-237600" algn="l">
              <a:lnSpc>
                <a:spcPct val="100000"/>
              </a:lnSpc>
              <a:spcBef>
                <a:spcPts val="700"/>
              </a:spcBef>
              <a:buClr>
                <a:srgbClr val="3891A7"/>
              </a:buClr>
              <a:buFont typeface="Verdana"/>
              <a:buChar char="◦"/>
              <a:tabLst>
                <a:tab pos="0" algn="l"/>
              </a:tabLst>
            </a:pPr>
            <a:r>
              <a:rPr lang="en-US" sz="2000" b="0" u="none" strike="noStrike">
                <a:solidFill>
                  <a:schemeClr val="dk1"/>
                </a:solidFill>
                <a:effectLst/>
                <a:uFillTx/>
                <a:latin typeface="Gill Sans MT"/>
              </a:rPr>
              <a:t>Second level</a:t>
            </a:r>
            <a:endParaRPr lang="en-US" sz="2000" b="0" u="none" strike="noStrike">
              <a:solidFill>
                <a:schemeClr val="dk1"/>
              </a:solidFill>
              <a:effectLst/>
              <a:uFillTx/>
              <a:latin typeface="Gill Sans MT"/>
            </a:endParaRPr>
          </a:p>
          <a:p>
            <a:pPr marL="887040" lvl="2" indent="-228600" algn="l">
              <a:lnSpc>
                <a:spcPct val="100000"/>
              </a:lnSpc>
              <a:spcBef>
                <a:spcPts val="700"/>
              </a:spcBef>
              <a:buClr>
                <a:srgbClr val="FEB80A"/>
              </a:buClr>
              <a:buFont typeface="Wingdings 2" charset="2"/>
              <a:buChar char=""/>
              <a:tabLst>
                <a:tab pos="0" algn="l"/>
              </a:tabLst>
            </a:pPr>
            <a:r>
              <a:rPr lang="en-US" sz="1800" b="0" u="none" strike="noStrike">
                <a:solidFill>
                  <a:schemeClr val="dk1"/>
                </a:solidFill>
                <a:effectLst/>
                <a:uFillTx/>
                <a:latin typeface="Gill Sans MT"/>
              </a:rPr>
              <a:t>Third level</a:t>
            </a:r>
            <a:endParaRPr lang="en-US" sz="1800" b="0" u="none" strike="noStrike">
              <a:solidFill>
                <a:schemeClr val="dk1"/>
              </a:solidFill>
              <a:effectLst/>
              <a:uFillTx/>
              <a:latin typeface="Gill Sans MT"/>
            </a:endParaRPr>
          </a:p>
          <a:p>
            <a:pPr marL="1097280" lvl="3" indent="-173880" algn="l">
              <a:lnSpc>
                <a:spcPct val="100000"/>
              </a:lnSpc>
              <a:spcBef>
                <a:spcPts val="700"/>
              </a:spcBef>
              <a:buClr>
                <a:srgbClr val="C32D2E"/>
              </a:buClr>
              <a:buFont typeface="Wingdings 2" charset="2"/>
              <a:buChar char=""/>
              <a:tabLst>
                <a:tab pos="0" algn="l"/>
              </a:tabLst>
            </a:pPr>
            <a:r>
              <a:rPr lang="en-US" sz="1600" b="0" u="none" strike="noStrike">
                <a:solidFill>
                  <a:schemeClr val="dk1"/>
                </a:solidFill>
                <a:effectLst/>
                <a:uFillTx/>
                <a:latin typeface="Gill Sans MT"/>
              </a:rPr>
              <a:t>Fourth level</a:t>
            </a:r>
            <a:endParaRPr lang="en-US" sz="1600" b="0" u="none" strike="noStrike">
              <a:solidFill>
                <a:schemeClr val="dk1"/>
              </a:solidFill>
              <a:effectLst/>
              <a:uFillTx/>
              <a:latin typeface="Gill Sans MT"/>
            </a:endParaRPr>
          </a:p>
          <a:p>
            <a:pPr marL="1298520" lvl="4" indent="-182880" algn="l">
              <a:lnSpc>
                <a:spcPct val="100000"/>
              </a:lnSpc>
              <a:spcBef>
                <a:spcPts val="700"/>
              </a:spcBef>
              <a:buClr>
                <a:srgbClr val="84AA33"/>
              </a:buClr>
              <a:buFont typeface="Wingdings 2" charset="2"/>
              <a:buChar char=""/>
              <a:tabLst>
                <a:tab pos="0" algn="l"/>
              </a:tabLst>
            </a:pPr>
            <a:r>
              <a:rPr lang="en-US" sz="1600" b="0" u="none" strike="noStrike">
                <a:solidFill>
                  <a:schemeClr val="dk1"/>
                </a:solidFill>
                <a:effectLst/>
                <a:uFillTx/>
                <a:latin typeface="Gill Sans MT"/>
              </a:rPr>
              <a:t>Fifth level</a:t>
            </a:r>
            <a:endParaRPr lang="en-US" sz="1600" b="0" u="none" strike="noStrike">
              <a:solidFill>
                <a:schemeClr val="dk1"/>
              </a:solidFill>
              <a:effectLst/>
              <a:uFillTx/>
              <a:latin typeface="Gill Sans MT"/>
            </a:endParaRPr>
          </a:p>
        </p:txBody>
      </p:sp>
      <p:sp>
        <p:nvSpPr>
          <p:cNvPr id="86" name="PlaceHolder 6"/>
          <p:cNvSpPr>
            <a:spLocks noGrp="1"/>
          </p:cNvSpPr>
          <p:nvPr>
            <p:ph type="dt" idx="19"/>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87" name="PlaceHolder 7"/>
          <p:cNvSpPr>
            <a:spLocks noGrp="1"/>
          </p:cNvSpPr>
          <p:nvPr>
            <p:ph type="ftr" idx="20"/>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8" name="PlaceHolder 8"/>
          <p:cNvSpPr>
            <a:spLocks noGrp="1"/>
          </p:cNvSpPr>
          <p:nvPr>
            <p:ph type="sldNum" idx="21"/>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A38C2B6-34E1-4891-97E8-A52FC391D428}"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89772" sy="89772" algn="tl"/>
        </a:blipFill>
      </p:bgPr>
    </p:bg>
    <p:spTree>
      <p:nvGrpSpPr>
        <p:cNvPr id="1" name=""/>
        <p:cNvGrpSpPr/>
        <p:nvPr/>
      </p:nvGrpSpPr>
      <p:grpSpPr>
        <a:xfrm>
          <a:off x="0" y="0"/>
          <a:ext cx="0" cy="0"/>
          <a:chOff x="0" y="0"/>
          <a:chExt cx="0" cy="0"/>
        </a:xfrm>
      </p:grpSpPr>
      <p:sp>
        <p:nvSpPr>
          <p:cNvPr id="89"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90"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91"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92"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93"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94"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95" name="PlaceHolder 2"/>
          <p:cNvSpPr>
            <a:spLocks noGrp="1"/>
          </p:cNvSpPr>
          <p:nvPr>
            <p:ph type="dt" idx="22"/>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96" name="PlaceHolder 3"/>
          <p:cNvSpPr>
            <a:spLocks noGrp="1"/>
          </p:cNvSpPr>
          <p:nvPr>
            <p:ph type="ftr" idx="23"/>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7" name="PlaceHolder 4"/>
          <p:cNvSpPr>
            <a:spLocks noGrp="1"/>
          </p:cNvSpPr>
          <p:nvPr>
            <p:ph type="sldNum" idx="24"/>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D2E1AB5-BDA8-42F7-AFC6-42031D65D895}"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blipFill rotWithShape="0">
          <a:blip r:embed="rId2"/>
          <a:tile tx="0" ty="0" sx="89772" sy="89772" algn="tl"/>
        </a:blipFill>
      </p:bgPr>
    </p:bg>
    <p:spTree>
      <p:nvGrpSpPr>
        <p:cNvPr id="1" name=""/>
        <p:cNvGrpSpPr/>
        <p:nvPr/>
      </p:nvGrpSpPr>
      <p:grpSpPr>
        <a:xfrm>
          <a:off x="0" y="0"/>
          <a:ext cx="0" cy="0"/>
          <a:chOff x="0" y="0"/>
          <a:chExt cx="0" cy="0"/>
        </a:xfrm>
      </p:grpSpPr>
      <p:sp>
        <p:nvSpPr>
          <p:cNvPr id="98"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99"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0"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1"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2"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3"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4" name="PlaceHolder 1"/>
          <p:cNvSpPr>
            <a:spLocks noGrp="1"/>
          </p:cNvSpPr>
          <p:nvPr>
            <p:ph type="dt" idx="25"/>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05" name="PlaceHolder 2"/>
          <p:cNvSpPr>
            <a:spLocks noGrp="1"/>
          </p:cNvSpPr>
          <p:nvPr>
            <p:ph type="ftr" idx="26"/>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6" name="PlaceHolder 3"/>
          <p:cNvSpPr>
            <a:spLocks noGrp="1"/>
          </p:cNvSpPr>
          <p:nvPr>
            <p:ph type="sldNum" idx="27"/>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BC69967-1F80-40A5-871F-7935296C0DAD}"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07"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08" name="PlaceHolder 4"/>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US" sz="4300" b="0" u="none" strike="noStrike">
                <a:solidFill>
                  <a:schemeClr val="dk2"/>
                </a:solidFill>
                <a:effectLst/>
                <a:uFillTx/>
                <a:latin typeface="Gill Sans MT"/>
              </a:defRPr>
            </a:lvl1pPr>
          </a:lstStyle>
          <a:p>
            <a:pPr indent="0" algn="l">
              <a:buNone/>
            </a:pPr>
            <a:r>
              <a:rPr lang="en-US" sz="4300" b="0" u="none" strike="noStrike">
                <a:solidFill>
                  <a:schemeClr val="dk2"/>
                </a:solidFill>
                <a:effectLst/>
                <a:uFillTx/>
                <a:latin typeface="Gill Sans MT"/>
              </a:rPr>
              <a:t>Click to edit the title text format</a:t>
            </a:r>
            <a:endParaRPr lang="en-US" sz="4300" b="0" u="none" strike="noStrike">
              <a:solidFill>
                <a:schemeClr val="dk2"/>
              </a:solidFill>
              <a:effectLst/>
              <a:uFillTx/>
              <a:latin typeface="Gill Sans MT"/>
            </a:endParaRPr>
          </a:p>
        </p:txBody>
      </p:sp>
      <p:sp>
        <p:nvSpPr>
          <p:cNvPr id="109"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601"/>
              </a:spcBef>
              <a:buClr>
                <a:srgbClr val="3891A7"/>
              </a:buClr>
              <a:buSzPct val="80000"/>
              <a:buFont typeface="Wingdings 2" charset="2"/>
              <a:buChar char=""/>
              <a:defRPr lang="en-US" sz="3200" b="0" u="none" strike="noStrike">
                <a:solidFill>
                  <a:schemeClr val="dk1"/>
                </a:solidFill>
                <a:effectLst/>
                <a:uFillTx/>
                <a:latin typeface="Gill Sans MT"/>
              </a:defRPr>
            </a:lvl1pPr>
            <a:lvl2pPr lvl="1" algn="l">
              <a:spcBef>
                <a:spcPts val="550"/>
              </a:spcBef>
              <a:buClr>
                <a:srgbClr val="000000"/>
              </a:buClr>
              <a:buSzPct val="75000"/>
              <a:buFont typeface="Symbol" charset="2"/>
              <a:buChar char=""/>
              <a:defRPr lang="en-US" sz="2800" b="0" u="none" strike="noStrike">
                <a:solidFill>
                  <a:schemeClr val="dk1"/>
                </a:solidFill>
                <a:effectLst/>
                <a:uFillTx/>
                <a:latin typeface="Gill Sans MT"/>
              </a:defRPr>
            </a:lvl2pPr>
            <a:lvl3pPr lvl="2" algn="l">
              <a:spcBef>
                <a:spcPts val="479"/>
              </a:spcBef>
              <a:buClr>
                <a:srgbClr val="000000"/>
              </a:buClr>
              <a:buSzPct val="45000"/>
              <a:buFont typeface="Wingdings" charset="2"/>
              <a:buChar char=""/>
              <a:defRPr lang="en-US" sz="2400" b="0" u="none" strike="noStrike">
                <a:solidFill>
                  <a:schemeClr val="dk1"/>
                </a:solidFill>
                <a:effectLst/>
                <a:uFillTx/>
                <a:latin typeface="Gill Sans MT"/>
              </a:defRPr>
            </a:lvl3pPr>
            <a:lvl4pPr lvl="3" algn="l">
              <a:spcBef>
                <a:spcPts val="400"/>
              </a:spcBef>
              <a:buClr>
                <a:srgbClr val="000000"/>
              </a:buClr>
              <a:buSzPct val="75000"/>
              <a:buFont typeface="Symbol" charset="2"/>
              <a:buChar char=""/>
              <a:defRPr lang="en-US" sz="2000" b="0" u="none" strike="noStrike">
                <a:solidFill>
                  <a:schemeClr val="dk1"/>
                </a:solidFill>
                <a:effectLst/>
                <a:uFillTx/>
                <a:latin typeface="Gill Sans MT"/>
              </a:defRPr>
            </a:lvl4pPr>
            <a:lvl5pPr lvl="4" algn="l">
              <a:spcBef>
                <a:spcPts val="400"/>
              </a:spcBef>
              <a:buClr>
                <a:srgbClr val="000000"/>
              </a:buClr>
              <a:buSzPct val="45000"/>
              <a:buFont typeface="Wingdings" charset="2"/>
              <a:buChar char=""/>
              <a:defRPr lang="en-US" sz="2000" b="0" u="none" strike="noStrike">
                <a:solidFill>
                  <a:schemeClr val="dk1"/>
                </a:solidFill>
                <a:effectLst/>
                <a:uFillTx/>
                <a:latin typeface="Gill Sans MT"/>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Gill Sans MT"/>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Gill Sans MT"/>
              </a:defRPr>
            </a:lvl7pPr>
          </a:lstStyle>
          <a:p>
            <a:pPr marL="365760" indent="-283320" algn="l">
              <a:spcBef>
                <a:spcPts val="601"/>
              </a:spcBef>
              <a:buClr>
                <a:srgbClr val="3891A7"/>
              </a:buClr>
              <a:buSzPct val="80000"/>
              <a:buFont typeface="Wingdings 2" charset="2"/>
              <a:buChar char=""/>
            </a:pPr>
            <a:r>
              <a:rPr lang="en-US" sz="3200" b="0" u="none" strike="noStrike">
                <a:solidFill>
                  <a:schemeClr val="dk1"/>
                </a:solidFill>
                <a:effectLst/>
                <a:uFillTx/>
                <a:latin typeface="Gill Sans MT"/>
              </a:rPr>
              <a:t>Click to edit the outline text format</a:t>
            </a:r>
            <a:endParaRPr lang="en-US" sz="3200" b="0" u="none" strike="noStrike">
              <a:solidFill>
                <a:schemeClr val="dk1"/>
              </a:solidFill>
              <a:effectLst/>
              <a:uFillTx/>
              <a:latin typeface="Gill Sans MT"/>
            </a:endParaRPr>
          </a:p>
          <a:p>
            <a:pPr marL="864000" lvl="1" indent="-324000" algn="l">
              <a:spcBef>
                <a:spcPts val="550"/>
              </a:spcBef>
              <a:buClr>
                <a:srgbClr val="000000"/>
              </a:buClr>
              <a:buSzPct val="75000"/>
              <a:buFont typeface="Symbol" charset="2"/>
              <a:buChar char=""/>
            </a:pPr>
            <a:r>
              <a:rPr lang="en-US" sz="2800" b="0" u="none" strike="noStrike">
                <a:solidFill>
                  <a:schemeClr val="dk1"/>
                </a:solidFill>
                <a:effectLst/>
                <a:uFillTx/>
                <a:latin typeface="Gill Sans MT"/>
              </a:rPr>
              <a:t>Second Outline Level</a:t>
            </a:r>
            <a:endParaRPr lang="en-US" sz="2800" b="0" u="none" strike="noStrike">
              <a:solidFill>
                <a:schemeClr val="dk1"/>
              </a:solidFill>
              <a:effectLst/>
              <a:uFillTx/>
              <a:latin typeface="Gill Sans MT"/>
            </a:endParaRPr>
          </a:p>
          <a:p>
            <a:pPr marL="1296000" lvl="2" indent="-288000" algn="l">
              <a:spcBef>
                <a:spcPts val="479"/>
              </a:spcBef>
              <a:buClr>
                <a:srgbClr val="000000"/>
              </a:buClr>
              <a:buSzPct val="45000"/>
              <a:buFont typeface="Wingdings" charset="2"/>
              <a:buChar char=""/>
            </a:pPr>
            <a:r>
              <a:rPr lang="en-US" sz="2400" b="0" u="none" strike="noStrike">
                <a:solidFill>
                  <a:schemeClr val="dk1"/>
                </a:solidFill>
                <a:effectLst/>
                <a:uFillTx/>
                <a:latin typeface="Gill Sans MT"/>
              </a:rPr>
              <a:t>Third Outline Level</a:t>
            </a:r>
            <a:endParaRPr lang="en-US" sz="2400" b="0" u="none" strike="noStrike">
              <a:solidFill>
                <a:schemeClr val="dk1"/>
              </a:solidFill>
              <a:effectLst/>
              <a:uFillTx/>
              <a:latin typeface="Gill Sans MT"/>
            </a:endParaRPr>
          </a:p>
          <a:p>
            <a:pPr marL="1728000" lvl="3" indent="-216000" algn="l">
              <a:spcBef>
                <a:spcPts val="400"/>
              </a:spcBef>
              <a:buClr>
                <a:srgbClr val="000000"/>
              </a:buClr>
              <a:buSzPct val="75000"/>
              <a:buFont typeface="Symbol" charset="2"/>
              <a:buChar char=""/>
            </a:pPr>
            <a:r>
              <a:rPr lang="en-US" sz="2000" b="0" u="none" strike="noStrike">
                <a:solidFill>
                  <a:schemeClr val="dk1"/>
                </a:solidFill>
                <a:effectLst/>
                <a:uFillTx/>
                <a:latin typeface="Gill Sans MT"/>
              </a:rPr>
              <a:t>Fourth Outline Level</a:t>
            </a:r>
            <a:endParaRPr lang="en-US" sz="2000" b="0" u="none" strike="noStrike">
              <a:solidFill>
                <a:schemeClr val="dk1"/>
              </a:solidFill>
              <a:effectLst/>
              <a:uFillTx/>
              <a:latin typeface="Gill Sans MT"/>
            </a:endParaRPr>
          </a:p>
          <a:p>
            <a:pPr marL="2160000" lvl="4" indent="-216000" algn="l">
              <a:spcBef>
                <a:spcPts val="400"/>
              </a:spcBef>
              <a:buClr>
                <a:srgbClr val="000000"/>
              </a:buClr>
              <a:buSzPct val="45000"/>
              <a:buFont typeface="Wingdings" charset="2"/>
              <a:buChar char=""/>
            </a:pPr>
            <a:r>
              <a:rPr lang="en-US" sz="2000" b="0" u="none" strike="noStrike">
                <a:solidFill>
                  <a:schemeClr val="dk1"/>
                </a:solidFill>
                <a:effectLst/>
                <a:uFillTx/>
                <a:latin typeface="Gill Sans MT"/>
              </a:rPr>
              <a:t>Fifth Outline Level</a:t>
            </a:r>
            <a:endParaRPr lang="en-US" sz="2000" b="0" u="none" strike="noStrike">
              <a:solidFill>
                <a:schemeClr val="dk1"/>
              </a:solidFill>
              <a:effectLst/>
              <a:uFillTx/>
              <a:latin typeface="Gill Sans MT"/>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Gill Sans MT"/>
              </a:rPr>
              <a:t>Sixth Outline Level</a:t>
            </a:r>
            <a:endParaRPr lang="en-US" sz="2000" b="0" u="none" strike="noStrike">
              <a:solidFill>
                <a:schemeClr val="dk1"/>
              </a:solidFill>
              <a:effectLst/>
              <a:uFillTx/>
              <a:latin typeface="Gill Sans MT"/>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Gill Sans MT"/>
              </a:rPr>
              <a:t>Seventh Outline Level</a:t>
            </a:r>
            <a:endParaRPr lang="en-US" sz="2000" b="0" u="none" strike="noStrike">
              <a:solidFill>
                <a:schemeClr val="dk1"/>
              </a:solidFill>
              <a:effectLst/>
              <a:uFillTx/>
              <a:latin typeface="Gill Sans MT"/>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89772" sy="89772" algn="tl"/>
        </a:blipFill>
      </p:bgPr>
    </p:bg>
    <p:spTree>
      <p:nvGrpSpPr>
        <p:cNvPr id="1" name=""/>
        <p:cNvGrpSpPr/>
        <p:nvPr/>
      </p:nvGrpSpPr>
      <p:grpSpPr>
        <a:xfrm>
          <a:off x="0" y="0"/>
          <a:ext cx="0" cy="0"/>
          <a:chOff x="0" y="0"/>
          <a:chExt cx="0" cy="0"/>
        </a:xfrm>
      </p:grpSpPr>
      <p:sp>
        <p:nvSpPr>
          <p:cNvPr id="110"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11"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12"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13"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14"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15" name="PlaceHolder 1"/>
          <p:cNvSpPr>
            <a:spLocks noGrp="1"/>
          </p:cNvSpPr>
          <p:nvPr>
            <p:ph type="title"/>
          </p:nvPr>
        </p:nvSpPr>
        <p:spPr>
          <a:xfrm>
            <a:off x="457200" y="162720"/>
            <a:ext cx="3809520" cy="871200"/>
          </a:xfrm>
          <a:prstGeom prst="rect">
            <a:avLst/>
          </a:prstGeom>
          <a:noFill/>
          <a:ln w="0">
            <a:noFill/>
          </a:ln>
        </p:spPr>
        <p:txBody>
          <a:bodyPr lIns="90000" tIns="45000" rIns="90000" bIns="45000" anchor="b">
            <a:noAutofit/>
          </a:bodyPr>
          <a:lstStyle>
            <a:lvl1pPr indent="0" algn="l">
              <a:lnSpc>
                <a:spcPts val="2001"/>
              </a:lnSpc>
              <a:buNone/>
              <a:defRPr lang="en-US" sz="2200" b="1" u="none" strike="noStrike" cap="all">
                <a:solidFill>
                  <a:schemeClr val="dk2"/>
                </a:solidFill>
                <a:effectLst/>
                <a:uFillTx/>
                <a:latin typeface="Gill Sans MT"/>
              </a:defRPr>
            </a:lvl1pPr>
          </a:lstStyle>
          <a:p>
            <a:pPr indent="0" algn="l">
              <a:lnSpc>
                <a:spcPts val="2001"/>
              </a:lnSpc>
              <a:buNone/>
            </a:pPr>
            <a:r>
              <a:rPr lang="en-US" sz="2200" b="1" u="none" strike="noStrike" cap="all">
                <a:solidFill>
                  <a:schemeClr val="dk2"/>
                </a:solidFill>
                <a:effectLst/>
                <a:uFillTx/>
                <a:latin typeface="Gill Sans MT"/>
              </a:rPr>
              <a:t>Click to edit Master title style</a:t>
            </a:r>
            <a:endParaRPr lang="en-US" sz="2200" b="1" u="none" strike="noStrike" cap="all">
              <a:solidFill>
                <a:schemeClr val="dk2"/>
              </a:solidFill>
              <a:effectLst/>
              <a:uFillTx/>
              <a:latin typeface="Gill Sans MT"/>
            </a:endParaRPr>
          </a:p>
        </p:txBody>
      </p:sp>
      <p:sp>
        <p:nvSpPr>
          <p:cNvPr id="116" name="PlaceHolder 2"/>
          <p:cNvSpPr>
            <a:spLocks noGrp="1"/>
          </p:cNvSpPr>
          <p:nvPr>
            <p:ph type="body"/>
          </p:nvPr>
        </p:nvSpPr>
        <p:spPr>
          <a:xfrm>
            <a:off x="457200" y="1055160"/>
            <a:ext cx="3809520" cy="523440"/>
          </a:xfrm>
          <a:prstGeom prst="rect">
            <a:avLst/>
          </a:prstGeom>
          <a:noFill/>
          <a:ln w="0">
            <a:noFill/>
          </a:ln>
        </p:spPr>
        <p:txBody>
          <a:bodyPr lIns="90000" tIns="45000" rIns="90000" bIns="45000" anchor="t">
            <a:noAutofit/>
          </a:bodyPr>
          <a:lstStyle>
            <a:lvl1pPr marL="45720" indent="0" algn="l">
              <a:lnSpc>
                <a:spcPct val="100000"/>
              </a:lnSpc>
              <a:buNone/>
              <a:tabLst>
                <a:tab pos="0" algn="l"/>
              </a:tabLst>
              <a:defRPr lang="en-US" sz="1400" b="0" u="none" strike="noStrike">
                <a:solidFill>
                  <a:schemeClr val="dk1"/>
                </a:solidFill>
                <a:effectLst/>
                <a:uFillTx/>
                <a:latin typeface="Gill Sans MT"/>
              </a:defRPr>
            </a:lvl1pPr>
          </a:lstStyle>
          <a:p>
            <a:pPr marL="45720" indent="0" algn="l">
              <a:lnSpc>
                <a:spcPct val="100000"/>
              </a:lnSpc>
              <a:buNone/>
              <a:tabLst>
                <a:tab pos="0" algn="l"/>
              </a:tabLst>
            </a:pPr>
            <a:r>
              <a:rPr lang="en-US" sz="1400" b="0" u="none" strike="noStrike">
                <a:solidFill>
                  <a:schemeClr val="dk1"/>
                </a:solidFill>
                <a:effectLst/>
                <a:uFillTx/>
                <a:latin typeface="Gill Sans MT"/>
              </a:rPr>
              <a:t>Click to edit Master text styles</a:t>
            </a:r>
            <a:endParaRPr lang="en-US" sz="1400" b="0" u="none" strike="noStrike">
              <a:solidFill>
                <a:schemeClr val="dk1"/>
              </a:solidFill>
              <a:effectLst/>
              <a:uFillTx/>
              <a:latin typeface="Gill Sans MT"/>
            </a:endParaRPr>
          </a:p>
        </p:txBody>
      </p:sp>
      <p:sp>
        <p:nvSpPr>
          <p:cNvPr id="117" name="PlaceHolder 3"/>
          <p:cNvSpPr>
            <a:spLocks noGrp="1"/>
          </p:cNvSpPr>
          <p:nvPr>
            <p:ph type="body"/>
          </p:nvPr>
        </p:nvSpPr>
        <p:spPr>
          <a:xfrm>
            <a:off x="457200" y="1600200"/>
            <a:ext cx="8152920" cy="299412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tabLst>
                <a:tab pos="0" algn="l"/>
              </a:tabLst>
              <a:defRPr lang="en-US" sz="32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tabLst>
                <a:tab pos="0" algn="l"/>
              </a:tabLst>
              <a:defRPr lang="en-US" sz="2800" b="0" u="none" strike="noStrike">
                <a:solidFill>
                  <a:schemeClr val="dk1"/>
                </a:solidFill>
                <a:effectLst/>
                <a:uFillTx/>
                <a:latin typeface="Gill Sans MT"/>
              </a:defRPr>
            </a:lvl2pPr>
            <a:lvl3pPr lvl="2" algn="l">
              <a:lnSpc>
                <a:spcPct val="100000"/>
              </a:lnSpc>
              <a:spcBef>
                <a:spcPts val="479"/>
              </a:spcBef>
              <a:buClr>
                <a:srgbClr val="FEB80A"/>
              </a:buClr>
              <a:buFont typeface="Wingdings 2" charset="2"/>
              <a:buChar char=""/>
              <a:tabLst>
                <a:tab pos="0" algn="l"/>
              </a:tabLst>
              <a:defRPr lang="en-US" sz="2400" b="0" u="none" strike="noStrike">
                <a:solidFill>
                  <a:schemeClr val="dk1"/>
                </a:solidFill>
                <a:effectLst/>
                <a:uFillTx/>
                <a:latin typeface="Gill Sans MT"/>
              </a:defRPr>
            </a:lvl3pPr>
            <a:lvl4pPr lvl="3" algn="l">
              <a:lnSpc>
                <a:spcPct val="100000"/>
              </a:lnSpc>
              <a:spcBef>
                <a:spcPts val="400"/>
              </a:spcBef>
              <a:buClr>
                <a:srgbClr val="C32D2E"/>
              </a:buClr>
              <a:buFont typeface="Wingdings 2" charset="2"/>
              <a:buChar char=""/>
              <a:tabLst>
                <a:tab pos="0" algn="l"/>
              </a:tabLst>
              <a:defRPr lang="en-US" sz="2000" b="0" u="none" strike="noStrike">
                <a:solidFill>
                  <a:schemeClr val="dk1"/>
                </a:solidFill>
                <a:effectLst/>
                <a:uFillTx/>
                <a:latin typeface="Gill Sans MT"/>
              </a:defRPr>
            </a:lvl4pPr>
            <a:lvl5pPr lvl="4" algn="l">
              <a:lnSpc>
                <a:spcPct val="100000"/>
              </a:lnSpc>
              <a:spcBef>
                <a:spcPts val="400"/>
              </a:spcBef>
              <a:buClr>
                <a:srgbClr val="84AA33"/>
              </a:buClr>
              <a:buFont typeface="Wingdings 2" charset="2"/>
              <a:buChar char=""/>
              <a:tabLst>
                <a:tab pos="0" algn="l"/>
              </a:tabLst>
              <a:defRPr lang="en-US" sz="20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tabLst>
                <a:tab pos="0" algn="l"/>
              </a:tabLst>
            </a:pPr>
            <a:r>
              <a:rPr lang="en-US" sz="3200" b="0" u="none" strike="noStrike">
                <a:solidFill>
                  <a:schemeClr val="dk1"/>
                </a:solidFill>
                <a:effectLst/>
                <a:uFillTx/>
                <a:latin typeface="Gill Sans MT"/>
              </a:rPr>
              <a:t>Click to edit Master text styles</a:t>
            </a:r>
            <a:endParaRPr lang="en-US" sz="32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tabLst>
                <a:tab pos="0" algn="l"/>
              </a:tabLst>
            </a:pPr>
            <a:r>
              <a:rPr lang="en-US" sz="2800" b="0" u="none" strike="noStrike">
                <a:solidFill>
                  <a:schemeClr val="dk1"/>
                </a:solidFill>
                <a:effectLst/>
                <a:uFillTx/>
                <a:latin typeface="Gill Sans MT"/>
              </a:rPr>
              <a:t>Second level</a:t>
            </a:r>
            <a:endParaRPr lang="en-US" sz="2800" b="0" u="none" strike="noStrike">
              <a:solidFill>
                <a:schemeClr val="dk1"/>
              </a:solidFill>
              <a:effectLst/>
              <a:uFillTx/>
              <a:latin typeface="Gill Sans MT"/>
            </a:endParaRPr>
          </a:p>
          <a:p>
            <a:pPr marL="887040" lvl="2" indent="-228600" algn="l">
              <a:lnSpc>
                <a:spcPct val="100000"/>
              </a:lnSpc>
              <a:spcBef>
                <a:spcPts val="479"/>
              </a:spcBef>
              <a:buClr>
                <a:srgbClr val="FEB80A"/>
              </a:buClr>
              <a:buFont typeface="Wingdings 2" charset="2"/>
              <a:buChar char=""/>
              <a:tabLst>
                <a:tab pos="0" algn="l"/>
              </a:tabLst>
            </a:pPr>
            <a:r>
              <a:rPr lang="en-US" sz="2400" b="0" u="none" strike="noStrike">
                <a:solidFill>
                  <a:schemeClr val="dk1"/>
                </a:solidFill>
                <a:effectLst/>
                <a:uFillTx/>
                <a:latin typeface="Gill Sans MT"/>
              </a:rPr>
              <a:t>Third level</a:t>
            </a:r>
            <a:endParaRPr lang="en-US" sz="2400" b="0" u="none" strike="noStrike">
              <a:solidFill>
                <a:schemeClr val="dk1"/>
              </a:solidFill>
              <a:effectLst/>
              <a:uFillTx/>
              <a:latin typeface="Gill Sans MT"/>
            </a:endParaRPr>
          </a:p>
          <a:p>
            <a:pPr marL="1097280" lvl="3" indent="-173880" algn="l">
              <a:lnSpc>
                <a:spcPct val="100000"/>
              </a:lnSpc>
              <a:spcBef>
                <a:spcPts val="400"/>
              </a:spcBef>
              <a:buClr>
                <a:srgbClr val="C32D2E"/>
              </a:buClr>
              <a:buFont typeface="Wingdings 2" charset="2"/>
              <a:buChar char=""/>
              <a:tabLst>
                <a:tab pos="0" algn="l"/>
              </a:tabLst>
            </a:pPr>
            <a:r>
              <a:rPr lang="en-US" sz="2000" b="0" u="none" strike="noStrike">
                <a:solidFill>
                  <a:schemeClr val="dk1"/>
                </a:solidFill>
                <a:effectLst/>
                <a:uFillTx/>
                <a:latin typeface="Gill Sans MT"/>
              </a:rPr>
              <a:t>Fourth level</a:t>
            </a:r>
            <a:endParaRPr lang="en-US" sz="2000" b="0" u="none" strike="noStrike">
              <a:solidFill>
                <a:schemeClr val="dk1"/>
              </a:solidFill>
              <a:effectLst/>
              <a:uFillTx/>
              <a:latin typeface="Gill Sans MT"/>
            </a:endParaRPr>
          </a:p>
          <a:p>
            <a:pPr marL="1298520" lvl="4" indent="-182880" algn="l">
              <a:lnSpc>
                <a:spcPct val="100000"/>
              </a:lnSpc>
              <a:spcBef>
                <a:spcPts val="400"/>
              </a:spcBef>
              <a:buClr>
                <a:srgbClr val="84AA33"/>
              </a:buClr>
              <a:buFont typeface="Wingdings 2" charset="2"/>
              <a:buChar char=""/>
              <a:tabLst>
                <a:tab pos="0" algn="l"/>
              </a:tabLst>
            </a:pPr>
            <a:r>
              <a:rPr lang="en-US" sz="2000" b="0" u="none" strike="noStrike">
                <a:solidFill>
                  <a:schemeClr val="dk1"/>
                </a:solidFill>
                <a:effectLst/>
                <a:uFillTx/>
                <a:latin typeface="Gill Sans MT"/>
              </a:rPr>
              <a:t>Fifth level</a:t>
            </a:r>
            <a:endParaRPr lang="en-US" sz="2000" b="0" u="none" strike="noStrike">
              <a:solidFill>
                <a:schemeClr val="dk1"/>
              </a:solidFill>
              <a:effectLst/>
              <a:uFillTx/>
              <a:latin typeface="Gill Sans MT"/>
            </a:endParaRPr>
          </a:p>
        </p:txBody>
      </p:sp>
      <p:sp>
        <p:nvSpPr>
          <p:cNvPr id="118" name="PlaceHolder 4"/>
          <p:cNvSpPr>
            <a:spLocks noGrp="1"/>
          </p:cNvSpPr>
          <p:nvPr>
            <p:ph type="dt" idx="28"/>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19" name="PlaceHolder 5"/>
          <p:cNvSpPr>
            <a:spLocks noGrp="1"/>
          </p:cNvSpPr>
          <p:nvPr>
            <p:ph type="ftr" idx="29"/>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0" name="PlaceHolder 6"/>
          <p:cNvSpPr>
            <a:spLocks noGrp="1"/>
          </p:cNvSpPr>
          <p:nvPr>
            <p:ph type="sldNum" idx="30"/>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FCD93B2-9460-4C03-A6AD-CF4886B2D20B}"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89772" sy="89772" algn="tl"/>
        </a:blipFill>
      </p:bgPr>
    </p:bg>
    <p:spTree>
      <p:nvGrpSpPr>
        <p:cNvPr id="1" name=""/>
        <p:cNvGrpSpPr/>
        <p:nvPr/>
      </p:nvGrpSpPr>
      <p:grpSpPr>
        <a:xfrm>
          <a:off x="0" y="0"/>
          <a:ext cx="0" cy="0"/>
          <a:chOff x="0" y="0"/>
          <a:chExt cx="0" cy="0"/>
        </a:xfrm>
      </p:grpSpPr>
      <p:sp>
        <p:nvSpPr>
          <p:cNvPr id="121"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22"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23"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24"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25"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26" name="PlaceHolder 1"/>
          <p:cNvSpPr>
            <a:spLocks noGrp="1"/>
          </p:cNvSpPr>
          <p:nvPr>
            <p:ph type="title"/>
          </p:nvPr>
        </p:nvSpPr>
        <p:spPr>
          <a:xfrm>
            <a:off x="5886720" y="800280"/>
            <a:ext cx="2742840" cy="1485720"/>
          </a:xfrm>
          <a:prstGeom prst="rect">
            <a:avLst/>
          </a:prstGeom>
          <a:noFill/>
          <a:ln w="0">
            <a:noFill/>
          </a:ln>
        </p:spPr>
        <p:txBody>
          <a:bodyPr lIns="90000" tIns="45000" rIns="90000" bIns="45000" anchor="b">
            <a:noAutofit/>
          </a:bodyPr>
          <a:lstStyle>
            <a:lvl1pPr indent="0" algn="l">
              <a:lnSpc>
                <a:spcPct val="100000"/>
              </a:lnSpc>
              <a:buNone/>
              <a:defRPr lang="en-US" sz="2100" b="1" u="none" strike="noStrike">
                <a:solidFill>
                  <a:schemeClr val="dk2"/>
                </a:solidFill>
                <a:effectLst/>
                <a:uFillTx/>
                <a:latin typeface="Gill Sans MT"/>
              </a:defRPr>
            </a:lvl1pPr>
          </a:lstStyle>
          <a:p>
            <a:pPr indent="0" algn="l">
              <a:lnSpc>
                <a:spcPct val="100000"/>
              </a:lnSpc>
              <a:buNone/>
            </a:pPr>
            <a:r>
              <a:rPr lang="en-US" sz="2100" b="1" u="none" strike="noStrike">
                <a:solidFill>
                  <a:schemeClr val="dk2"/>
                </a:solidFill>
                <a:effectLst/>
                <a:uFillTx/>
                <a:latin typeface="Gill Sans MT"/>
              </a:rPr>
              <a:t>Click to edit Master title style</a:t>
            </a:r>
            <a:endParaRPr lang="en-US" sz="2100" b="1" u="none" strike="noStrike">
              <a:solidFill>
                <a:schemeClr val="dk2"/>
              </a:solidFill>
              <a:effectLst/>
              <a:uFillTx/>
              <a:latin typeface="Gill Sans MT"/>
            </a:endParaRPr>
          </a:p>
        </p:txBody>
      </p:sp>
      <p:sp>
        <p:nvSpPr>
          <p:cNvPr id="127" name="PlaceHolder 2"/>
          <p:cNvSpPr>
            <a:spLocks noGrp="1"/>
          </p:cNvSpPr>
          <p:nvPr>
            <p:ph type="dt" idx="31"/>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28" name="PlaceHolder 3"/>
          <p:cNvSpPr>
            <a:spLocks noGrp="1"/>
          </p:cNvSpPr>
          <p:nvPr>
            <p:ph type="ftr" idx="32"/>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9" name="PlaceHolder 4"/>
          <p:cNvSpPr>
            <a:spLocks noGrp="1"/>
          </p:cNvSpPr>
          <p:nvPr>
            <p:ph type="sldNum" idx="33"/>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5FE2B639-0ED4-4ED2-B00F-7D6A3FF7D391}"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30" name="Rectangle 7"/>
          <p:cNvSpPr/>
          <p:nvPr/>
        </p:nvSpPr>
        <p:spPr>
          <a:xfrm>
            <a:off x="762120" y="800280"/>
            <a:ext cx="4571640" cy="3428640"/>
          </a:xfrm>
          <a:prstGeom prst="rect">
            <a:avLst/>
          </a:prstGeom>
          <a:solidFill>
            <a:srgbClr val="FFFFFF"/>
          </a:solidFill>
          <a:ln cap="sq" w="88900">
            <a:solidFill>
              <a:srgbClr val="FFFFFF"/>
            </a:solidFill>
            <a:miter/>
          </a:ln>
          <a:effectLst>
            <a:outerShdw algn="tl" blurRad="55440" dir="5400000" dist="1836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style>
          <a:lnRef idx="0"/>
          <a:fillRef idx="0"/>
          <a:effectRef idx="0"/>
          <a:fontRef idx="minor"/>
        </p:style>
        <p:txBody>
          <a:bodyPr tIns="274320" rIns="90000" bIns="45000" anchor="t">
            <a:normAutofit/>
          </a:bodyPr>
          <a:p>
            <a:endParaRPr lang="en-US" sz="3200" b="0" u="none" strike="noStrike">
              <a:solidFill>
                <a:schemeClr val="dk1"/>
              </a:solidFill>
              <a:effectLst/>
              <a:uFillTx/>
              <a:latin typeface="Gill Sans MT"/>
            </a:endParaRPr>
          </a:p>
        </p:txBody>
      </p:sp>
      <p:sp>
        <p:nvSpPr>
          <p:cNvPr id="131" name="PlaceHolder 5"/>
          <p:cNvSpPr>
            <a:spLocks noGrp="1"/>
          </p:cNvSpPr>
          <p:nvPr>
            <p:ph type="body"/>
          </p:nvPr>
        </p:nvSpPr>
        <p:spPr>
          <a:xfrm>
            <a:off x="838080" y="857160"/>
            <a:ext cx="4419360" cy="2635560"/>
          </a:xfrm>
          <a:prstGeom prst="rect">
            <a:avLst/>
          </a:prstGeom>
          <a:solidFill>
            <a:schemeClr val="lt2"/>
          </a:solidFill>
          <a:ln w="127080">
            <a:noFill/>
          </a:ln>
        </p:spPr>
        <p:txBody>
          <a:bodyPr lIns="91440" tIns="27432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Gill Sans MT"/>
              </a:defRPr>
            </a:lvl1pPr>
          </a:lstStyle>
          <a:p>
            <a:pPr indent="0" algn="l" defTabSz="914400">
              <a:lnSpc>
                <a:spcPct val="100000"/>
              </a:lnSpc>
              <a:buNone/>
              <a:tabLst>
                <a:tab pos="0" algn="l"/>
              </a:tabLst>
            </a:pPr>
            <a:r>
              <a:rPr lang="en-US" sz="3200" b="0" u="none" strike="noStrike">
                <a:solidFill>
                  <a:schemeClr val="dk1"/>
                </a:solidFill>
                <a:effectLst/>
                <a:uFillTx/>
                <a:latin typeface="Gill Sans MT"/>
              </a:rPr>
              <a:t>Click icon to add picture</a:t>
            </a:r>
            <a:endParaRPr lang="en-US" sz="3200" b="0" u="none" strike="noStrike">
              <a:solidFill>
                <a:srgbClr val="777777"/>
              </a:solidFill>
              <a:effectLst/>
              <a:uFillTx/>
              <a:latin typeface="Gill Sans MT"/>
            </a:endParaRPr>
          </a:p>
        </p:txBody>
      </p:sp>
      <p:sp>
        <p:nvSpPr>
          <p:cNvPr id="132" name="Flowchart: Process 8"/>
          <p:cNvSpPr/>
          <p:nvPr/>
        </p:nvSpPr>
        <p:spPr>
          <a:xfrm rot="19468800">
            <a:off x="396720" y="715680"/>
            <a:ext cx="685440" cy="153000"/>
          </a:xfrm>
          <a:prstGeom prst="flowChartProcess">
            <a:avLst/>
          </a:prstGeom>
          <a:solidFill>
            <a:srgbClr val="FBFBFB">
              <a:alpha val="45000"/>
            </a:srgbClr>
          </a:solidFill>
          <a:ln cap="rnd" w="6350">
            <a:solidFill>
              <a:srgbClr val="FFFFFF"/>
            </a:solidFill>
            <a:round/>
          </a:ln>
          <a:effectLst>
            <a:outerShdw algn="tl" blurRad="25560" dir="3324462" dist="25364"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3" name="Flowchart: Process 9"/>
          <p:cNvSpPr/>
          <p:nvPr/>
        </p:nvSpPr>
        <p:spPr>
          <a:xfrm flipH="1" rot="2103600">
            <a:off x="5002560" y="702360"/>
            <a:ext cx="648720" cy="153000"/>
          </a:xfrm>
          <a:prstGeom prst="flowChartProcess">
            <a:avLst/>
          </a:prstGeom>
          <a:solidFill>
            <a:srgbClr val="FBFBFB">
              <a:alpha val="45000"/>
            </a:srgbClr>
          </a:solidFill>
          <a:ln cap="rnd" w="6350">
            <a:solidFill>
              <a:srgbClr val="FFFFFF"/>
            </a:solidFill>
            <a:round/>
          </a:ln>
          <a:effectLst>
            <a:outerShdw algn="tl" blurRad="25560" dir="3324462" dist="25364" rotWithShape="0" sx="96000" sy="96000">
              <a:schemeClr val="bg2">
                <a:alpha val="20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4" name="PlaceHolder 6"/>
          <p:cNvSpPr>
            <a:spLocks noGrp="1"/>
          </p:cNvSpPr>
          <p:nvPr>
            <p:ph type="body"/>
          </p:nvPr>
        </p:nvSpPr>
        <p:spPr>
          <a:xfrm>
            <a:off x="838080" y="3600360"/>
            <a:ext cx="4419360" cy="571320"/>
          </a:xfrm>
          <a:prstGeom prst="rect">
            <a:avLst/>
          </a:prstGeom>
          <a:noFill/>
          <a:ln w="0">
            <a:noFill/>
          </a:ln>
        </p:spPr>
        <p:txBody>
          <a:bodyPr lIns="90000" tIns="45000" rIns="90000" bIns="45000" anchor="ctr">
            <a:noAutofit/>
          </a:bodyPr>
          <a:lstStyle>
            <a:lvl1pPr indent="0" algn="l" defTabSz="914400">
              <a:lnSpc>
                <a:spcPts val="1599"/>
              </a:lnSpc>
              <a:buNone/>
              <a:tabLst>
                <a:tab pos="0" algn="l"/>
              </a:tabLst>
              <a:defRPr lang="en-US" sz="1400" b="0" u="none" strike="noStrike">
                <a:solidFill>
                  <a:srgbClr val="777777"/>
                </a:solidFill>
                <a:effectLst/>
                <a:uFillTx/>
                <a:latin typeface="Gill Sans MT"/>
              </a:defRPr>
            </a:lvl1pPr>
          </a:lstStyle>
          <a:p>
            <a:pPr indent="0" algn="l" defTabSz="914400">
              <a:lnSpc>
                <a:spcPts val="1599"/>
              </a:lnSpc>
              <a:buNone/>
              <a:tabLst>
                <a:tab pos="0" algn="l"/>
              </a:tabLst>
            </a:pPr>
            <a:r>
              <a:rPr lang="en-US" sz="1400" b="0" u="none" strike="noStrike">
                <a:solidFill>
                  <a:srgbClr val="777777"/>
                </a:solidFill>
                <a:effectLst/>
                <a:uFillTx/>
                <a:latin typeface="Gill Sans MT"/>
              </a:rPr>
              <a:t>Click to edit Master text styles</a:t>
            </a:r>
            <a:endParaRPr lang="en-US" sz="1400" b="0" u="none" strike="noStrike">
              <a:solidFill>
                <a:srgbClr val="777777"/>
              </a:solidFill>
              <a:effectLst/>
              <a:uFillTx/>
              <a:latin typeface="Gill Sans MT"/>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blipFill rotWithShape="0">
          <a:blip r:embed="rId2"/>
          <a:tile tx="0" ty="0" sx="89772" sy="89772" algn="tl"/>
        </a:blipFill>
      </p:bgPr>
    </p:bg>
    <p:spTree>
      <p:nvGrpSpPr>
        <p:cNvPr id="1" name=""/>
        <p:cNvGrpSpPr/>
        <p:nvPr/>
      </p:nvGrpSpPr>
      <p:grpSpPr>
        <a:xfrm>
          <a:off x="0" y="0"/>
          <a:ext cx="0" cy="0"/>
          <a:chOff x="0" y="0"/>
          <a:chExt cx="0" cy="0"/>
        </a:xfrm>
      </p:grpSpPr>
      <p:sp>
        <p:nvSpPr>
          <p:cNvPr id="135"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6"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7"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8"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39"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0"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ctr">
              <a:lnSpc>
                <a:spcPct val="100000"/>
              </a:lnSpc>
              <a:buNone/>
              <a:defRPr lang="en-US" sz="3600" b="0" u="none" strike="noStrike">
                <a:solidFill>
                  <a:schemeClr val="dk2"/>
                </a:solidFill>
                <a:effectLst/>
                <a:uFillTx/>
                <a:latin typeface="Gill Sans MT"/>
              </a:defRPr>
            </a:lvl1pPr>
          </a:lstStyle>
          <a:p>
            <a:pPr indent="0" algn="ctr">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141" name="PlaceHolder 2"/>
          <p:cNvSpPr>
            <a:spLocks noGrp="1"/>
          </p:cNvSpPr>
          <p:nvPr>
            <p:ph type="body"/>
          </p:nvPr>
        </p:nvSpPr>
        <p:spPr>
          <a:xfrm>
            <a:off x="1435680" y="1143000"/>
            <a:ext cx="755568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blipFill rotWithShape="0">
          <a:blip r:embed="rId2"/>
          <a:tile tx="0" ty="0" sx="89772" sy="89772" algn="tl"/>
        </a:blipFill>
      </p:bgPr>
    </p:bg>
    <p:spTree>
      <p:nvGrpSpPr>
        <p:cNvPr id="1" name=""/>
        <p:cNvGrpSpPr/>
        <p:nvPr/>
      </p:nvGrpSpPr>
      <p:grpSpPr>
        <a:xfrm>
          <a:off x="0" y="0"/>
          <a:ext cx="0" cy="0"/>
          <a:chOff x="0" y="0"/>
          <a:chExt cx="0" cy="0"/>
        </a:xfrm>
      </p:grpSpPr>
      <p:sp>
        <p:nvSpPr>
          <p:cNvPr id="142"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3"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4"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5"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6"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7"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48" name="PlaceHolder 1"/>
          <p:cNvSpPr>
            <a:spLocks noGrp="1"/>
          </p:cNvSpPr>
          <p:nvPr>
            <p:ph type="dt" idx="34"/>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49" name="PlaceHolder 2"/>
          <p:cNvSpPr>
            <a:spLocks noGrp="1"/>
          </p:cNvSpPr>
          <p:nvPr>
            <p:ph type="ftr" idx="35"/>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0" name="PlaceHolder 3"/>
          <p:cNvSpPr>
            <a:spLocks noGrp="1"/>
          </p:cNvSpPr>
          <p:nvPr>
            <p:ph type="sldNum" idx="36"/>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D6ED007E-F237-48A5-9076-84B27B8692B2}"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51"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tile tx="0" ty="0" sx="89772" sy="89772" algn="tl"/>
        </a:blipFill>
      </p:bgPr>
    </p:bg>
    <p:spTree>
      <p:nvGrpSpPr>
        <p:cNvPr id="1" name=""/>
        <p:cNvGrpSpPr/>
        <p:nvPr/>
      </p:nvGrpSpPr>
      <p:grpSpPr>
        <a:xfrm>
          <a:off x="0" y="0"/>
          <a:ext cx="0" cy="0"/>
          <a:chOff x="0" y="0"/>
          <a:chExt cx="0" cy="0"/>
        </a:xfrm>
      </p:grpSpPr>
      <p:sp>
        <p:nvSpPr>
          <p:cNvPr id="152"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53"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54"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55"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56"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57"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ctr">
              <a:lnSpc>
                <a:spcPct val="100000"/>
              </a:lnSpc>
              <a:buNone/>
              <a:defRPr lang="en-US" sz="3600" b="0" u="none" strike="noStrike">
                <a:solidFill>
                  <a:schemeClr val="dk2"/>
                </a:solidFill>
                <a:effectLst/>
                <a:uFillTx/>
                <a:latin typeface="Gill Sans MT"/>
              </a:defRPr>
            </a:lvl1pPr>
          </a:lstStyle>
          <a:p>
            <a:pPr indent="0" algn="ctr">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158" name="PlaceHolder 2"/>
          <p:cNvSpPr>
            <a:spLocks noGrp="1"/>
          </p:cNvSpPr>
          <p:nvPr>
            <p:ph type="body"/>
          </p:nvPr>
        </p:nvSpPr>
        <p:spPr>
          <a:xfrm>
            <a:off x="1435680" y="1143000"/>
            <a:ext cx="755568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tile tx="0" ty="0" sx="89772" sy="89772" algn="tl"/>
        </a:blipFill>
      </p:bgPr>
    </p:bg>
    <p:spTree>
      <p:nvGrpSpPr>
        <p:cNvPr id="1" name=""/>
        <p:cNvGrpSpPr/>
        <p:nvPr/>
      </p:nvGrpSpPr>
      <p:grpSpPr>
        <a:xfrm>
          <a:off x="0" y="0"/>
          <a:ext cx="0" cy="0"/>
          <a:chOff x="0" y="0"/>
          <a:chExt cx="0" cy="0"/>
        </a:xfrm>
      </p:grpSpPr>
      <p:sp>
        <p:nvSpPr>
          <p:cNvPr id="159"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60"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61"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62"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63"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64"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65" name="PlaceHolder 1"/>
          <p:cNvSpPr>
            <a:spLocks noGrp="1"/>
          </p:cNvSpPr>
          <p:nvPr>
            <p:ph type="dt" idx="37"/>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66" name="PlaceHolder 2"/>
          <p:cNvSpPr>
            <a:spLocks noGrp="1"/>
          </p:cNvSpPr>
          <p:nvPr>
            <p:ph type="ftr" idx="38"/>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7" name="PlaceHolder 3"/>
          <p:cNvSpPr>
            <a:spLocks noGrp="1"/>
          </p:cNvSpPr>
          <p:nvPr>
            <p:ph type="sldNum" idx="39"/>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FF250BC5-464E-4664-BF48-2616BC23049C}"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68"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
    <p:bg>
      <p:bgPr>
        <a:blipFill rotWithShape="0">
          <a:blip r:embed="rId2"/>
          <a:tile tx="0" ty="0" sx="89772" sy="89772" algn="tl"/>
        </a:blipFill>
      </p:bgPr>
    </p:bg>
    <p:spTree>
      <p:nvGrpSpPr>
        <p:cNvPr id="1" name=""/>
        <p:cNvGrpSpPr/>
        <p:nvPr/>
      </p:nvGrpSpPr>
      <p:grpSpPr>
        <a:xfrm>
          <a:off x="0" y="0"/>
          <a:ext cx="0" cy="0"/>
          <a:chOff x="0" y="0"/>
          <a:chExt cx="0" cy="0"/>
        </a:xfrm>
      </p:grpSpPr>
      <p:sp>
        <p:nvSpPr>
          <p:cNvPr id="169"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70"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71"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72"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73"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74" name="PlaceHolder 1"/>
          <p:cNvSpPr>
            <a:spLocks noGrp="1"/>
          </p:cNvSpPr>
          <p:nvPr>
            <p:ph type="title"/>
          </p:nvPr>
        </p:nvSpPr>
        <p:spPr>
          <a:xfrm>
            <a:off x="1432440" y="270000"/>
            <a:ext cx="7406280" cy="1103760"/>
          </a:xfrm>
          <a:prstGeom prst="rect">
            <a:avLst/>
          </a:prstGeom>
          <a:noFill/>
          <a:ln w="0">
            <a:noFill/>
          </a:ln>
        </p:spPr>
        <p:txBody>
          <a:bodyPr lIns="90000" tIns="45000" rIns="90000" bIns="45000" anchor="b">
            <a:normAutofit/>
          </a:bodyPr>
          <a:lstStyle>
            <a:lvl1pPr indent="0" algn="l">
              <a:lnSpc>
                <a:spcPct val="100000"/>
              </a:lnSpc>
              <a:buNone/>
              <a:defRPr lang="en-US" sz="3600" b="0" u="none" strike="noStrike">
                <a:solidFill>
                  <a:schemeClr val="dk2"/>
                </a:solidFill>
                <a:effectLst/>
                <a:uFillTx/>
                <a:latin typeface="Gill Sans MT"/>
              </a:defRPr>
            </a:lvl1pPr>
          </a:lstStyle>
          <a:p>
            <a:pPr indent="0" algn="l">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175" name="PlaceHolder 2"/>
          <p:cNvSpPr>
            <a:spLocks noGrp="1"/>
          </p:cNvSpPr>
          <p:nvPr>
            <p:ph type="dt" idx="40"/>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76" name="PlaceHolder 3"/>
          <p:cNvSpPr>
            <a:spLocks noGrp="1"/>
          </p:cNvSpPr>
          <p:nvPr>
            <p:ph type="ftr" idx="41"/>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7" name="PlaceHolder 4"/>
          <p:cNvSpPr>
            <a:spLocks noGrp="1"/>
          </p:cNvSpPr>
          <p:nvPr>
            <p:ph type="sldNum" idx="42"/>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35C54908-0B72-439B-A043-4E521DD4139C}"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78" name="Oval 7"/>
          <p:cNvSpPr/>
          <p:nvPr/>
        </p:nvSpPr>
        <p:spPr>
          <a:xfrm>
            <a:off x="921600" y="1060200"/>
            <a:ext cx="209880" cy="157320"/>
          </a:xfrm>
          <a:prstGeom prst="ellipse">
            <a:avLst/>
          </a:prstGeom>
          <a:gradFill rotWithShape="0">
            <a:gsLst>
              <a:gs pos="0">
                <a:srgbClr val="DAF5FE">
                  <a:alpha val="95000"/>
                </a:srgbClr>
              </a:gs>
              <a:gs pos="50000">
                <a:srgbClr val="C3E3EF">
                  <a:alpha val="90000"/>
                </a:srgbClr>
              </a:gs>
              <a:gs pos="95000">
                <a:srgbClr val="69C8E9">
                  <a:alpha val="88000"/>
                </a:srgbClr>
              </a:gs>
              <a:gs pos="100000">
                <a:srgbClr val="00AAD4">
                  <a:alpha val="85000"/>
                </a:srgbClr>
              </a:gs>
            </a:gsLst>
            <a:path path="circle">
              <a:fillToRect l="25000" t="12000" r="75000" b="88000"/>
            </a:path>
          </a:gradFill>
          <a:ln cap="rnd" w="2000">
            <a:solidFill>
              <a:schemeClr val="accent1">
                <a:shade val="90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179" name="Oval 8"/>
          <p:cNvSpPr/>
          <p:nvPr/>
        </p:nvSpPr>
        <p:spPr>
          <a:xfrm>
            <a:off x="1157040" y="1008720"/>
            <a:ext cx="63720" cy="47520"/>
          </a:xfrm>
          <a:prstGeom prst="ellipse">
            <a:avLst/>
          </a:prstGeom>
          <a:noFill/>
          <a:ln cap="rnd" w="12700">
            <a:solidFill>
              <a:schemeClr val="accent1">
                <a:shade val="75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11160" rIns="90000" bIns="-11160" anchor="ctr">
            <a:noAutofit/>
          </a:bodyPr>
          <a:p>
            <a:endParaRPr lang="en-US" sz="1800" b="0" u="none" strike="noStrike">
              <a:solidFill>
                <a:schemeClr val="dk1"/>
              </a:solidFill>
              <a:effectLst/>
              <a:uFillTx/>
              <a:latin typeface="Gill Sans MT"/>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7">
    <p:bg>
      <p:bgPr>
        <a:blipFill rotWithShape="0">
          <a:blip r:embed="rId2"/>
          <a:tile tx="0" ty="0" sx="89772" sy="89772" algn="tl"/>
        </a:blipFill>
      </p:bgPr>
    </p:bg>
    <p:spTree>
      <p:nvGrpSpPr>
        <p:cNvPr id="1" name=""/>
        <p:cNvGrpSpPr/>
        <p:nvPr/>
      </p:nvGrpSpPr>
      <p:grpSpPr>
        <a:xfrm>
          <a:off x="0" y="0"/>
          <a:ext cx="0" cy="0"/>
          <a:chOff x="0" y="0"/>
          <a:chExt cx="0" cy="0"/>
        </a:xfrm>
      </p:grpSpPr>
      <p:sp>
        <p:nvSpPr>
          <p:cNvPr id="180"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81"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82"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83"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84"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85"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186" name="PlaceHolder 2"/>
          <p:cNvSpPr>
            <a:spLocks noGrp="1"/>
          </p:cNvSpPr>
          <p:nvPr>
            <p:ph type="body"/>
          </p:nvPr>
        </p:nvSpPr>
        <p:spPr>
          <a:xfrm>
            <a:off x="1435680" y="1085760"/>
            <a:ext cx="7497720" cy="3600000"/>
          </a:xfrm>
          <a:prstGeom prst="rect">
            <a:avLst/>
          </a:prstGeom>
          <a:noFill/>
          <a:ln w="0">
            <a:noFill/>
          </a:ln>
        </p:spPr>
        <p:txBody>
          <a:bodyPr lIns="45000" tIns="90000" rIns="45000" bIns="90000" anchor="t" vert="eaVert">
            <a:noAutofit/>
          </a:bodyPr>
          <a:lstStyle>
            <a:lvl1pPr algn="l">
              <a:lnSpc>
                <a:spcPct val="100000"/>
              </a:lnSpc>
              <a:spcBef>
                <a:spcPts val="601"/>
              </a:spcBef>
              <a:buClr>
                <a:srgbClr val="3891A7"/>
              </a:buClr>
              <a:buSzPct val="80000"/>
              <a:buFont typeface="Wingdings 2" charset="2"/>
              <a:buChar char=""/>
              <a:defRPr lang="en-US" sz="32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800" b="0" u="none" strike="noStrike">
                <a:solidFill>
                  <a:schemeClr val="dk1"/>
                </a:solidFill>
                <a:effectLst/>
                <a:uFillTx/>
                <a:latin typeface="Gill Sans MT"/>
              </a:defRPr>
            </a:lvl2pPr>
            <a:lvl3pPr lvl="2" algn="l">
              <a:lnSpc>
                <a:spcPct val="100000"/>
              </a:lnSpc>
              <a:spcBef>
                <a:spcPts val="479"/>
              </a:spcBef>
              <a:buClr>
                <a:srgbClr val="FEB80A"/>
              </a:buClr>
              <a:buFont typeface="Wingdings 2" charset="2"/>
              <a:buChar char=""/>
              <a:defRPr lang="en-US" sz="2400" b="0" u="none" strike="noStrike">
                <a:solidFill>
                  <a:schemeClr val="dk1"/>
                </a:solidFill>
                <a:effectLst/>
                <a:uFillTx/>
                <a:latin typeface="Gill Sans MT"/>
              </a:defRPr>
            </a:lvl3pPr>
            <a:lvl4pPr lvl="3" algn="l">
              <a:lnSpc>
                <a:spcPct val="100000"/>
              </a:lnSpc>
              <a:spcBef>
                <a:spcPts val="400"/>
              </a:spcBef>
              <a:buClr>
                <a:srgbClr val="C32D2E"/>
              </a:buClr>
              <a:buFont typeface="Wingdings 2" charset="2"/>
              <a:buChar char=""/>
              <a:defRPr lang="en-US" sz="2000" b="0" u="none" strike="noStrike">
                <a:solidFill>
                  <a:schemeClr val="dk1"/>
                </a:solidFill>
                <a:effectLst/>
                <a:uFillTx/>
                <a:latin typeface="Gill Sans MT"/>
              </a:defRPr>
            </a:lvl4pPr>
            <a:lvl5pPr lvl="4" algn="l">
              <a:lnSpc>
                <a:spcPct val="100000"/>
              </a:lnSpc>
              <a:spcBef>
                <a:spcPts val="400"/>
              </a:spcBef>
              <a:buClr>
                <a:srgbClr val="84AA33"/>
              </a:buClr>
              <a:buFont typeface="Wingdings 2" charset="2"/>
              <a:buChar char=""/>
              <a:defRPr lang="en-US" sz="20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3200" b="0" u="none" strike="noStrike">
                <a:solidFill>
                  <a:schemeClr val="dk1"/>
                </a:solidFill>
                <a:effectLst/>
                <a:uFillTx/>
                <a:latin typeface="Gill Sans MT"/>
              </a:rPr>
              <a:t>Click to edit Master text styles</a:t>
            </a:r>
            <a:endParaRPr lang="en-US" sz="32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800" b="0" u="none" strike="noStrike">
                <a:solidFill>
                  <a:schemeClr val="dk1"/>
                </a:solidFill>
                <a:effectLst/>
                <a:uFillTx/>
                <a:latin typeface="Gill Sans MT"/>
              </a:rPr>
              <a:t>Second level</a:t>
            </a:r>
            <a:endParaRPr lang="en-US" sz="2800" b="0" u="none" strike="noStrike">
              <a:solidFill>
                <a:schemeClr val="dk1"/>
              </a:solidFill>
              <a:effectLst/>
              <a:uFillTx/>
              <a:latin typeface="Gill Sans MT"/>
            </a:endParaRPr>
          </a:p>
          <a:p>
            <a:pPr marL="887040" lvl="2" indent="-228600" algn="l">
              <a:lnSpc>
                <a:spcPct val="100000"/>
              </a:lnSpc>
              <a:spcBef>
                <a:spcPts val="479"/>
              </a:spcBef>
              <a:buClr>
                <a:srgbClr val="FEB80A"/>
              </a:buClr>
              <a:buFont typeface="Wingdings 2" charset="2"/>
              <a:buChar char=""/>
            </a:pPr>
            <a:r>
              <a:rPr lang="en-US" sz="2400" b="0" u="none" strike="noStrike">
                <a:solidFill>
                  <a:schemeClr val="dk1"/>
                </a:solidFill>
                <a:effectLst/>
                <a:uFillTx/>
                <a:latin typeface="Gill Sans MT"/>
              </a:rPr>
              <a:t>Third level</a:t>
            </a:r>
            <a:endParaRPr lang="en-US" sz="2400" b="0" u="none" strike="noStrike">
              <a:solidFill>
                <a:schemeClr val="dk1"/>
              </a:solidFill>
              <a:effectLst/>
              <a:uFillTx/>
              <a:latin typeface="Gill Sans MT"/>
            </a:endParaRPr>
          </a:p>
          <a:p>
            <a:pPr marL="1097280" lvl="3" indent="-173880" algn="l">
              <a:lnSpc>
                <a:spcPct val="100000"/>
              </a:lnSpc>
              <a:spcBef>
                <a:spcPts val="400"/>
              </a:spcBef>
              <a:buClr>
                <a:srgbClr val="C32D2E"/>
              </a:buClr>
              <a:buFont typeface="Wingdings 2" charset="2"/>
              <a:buChar char=""/>
            </a:pPr>
            <a:r>
              <a:rPr lang="en-US" sz="2000" b="0" u="none" strike="noStrike">
                <a:solidFill>
                  <a:schemeClr val="dk1"/>
                </a:solidFill>
                <a:effectLst/>
                <a:uFillTx/>
                <a:latin typeface="Gill Sans MT"/>
              </a:rPr>
              <a:t>Fourth level</a:t>
            </a:r>
            <a:endParaRPr lang="en-US" sz="2000" b="0" u="none" strike="noStrike">
              <a:solidFill>
                <a:schemeClr val="dk1"/>
              </a:solidFill>
              <a:effectLst/>
              <a:uFillTx/>
              <a:latin typeface="Gill Sans MT"/>
            </a:endParaRPr>
          </a:p>
          <a:p>
            <a:pPr marL="1298520" lvl="4" indent="-182880" algn="l">
              <a:lnSpc>
                <a:spcPct val="100000"/>
              </a:lnSpc>
              <a:spcBef>
                <a:spcPts val="400"/>
              </a:spcBef>
              <a:buClr>
                <a:srgbClr val="84AA33"/>
              </a:buClr>
              <a:buFont typeface="Wingdings 2" charset="2"/>
              <a:buChar char=""/>
            </a:pPr>
            <a:r>
              <a:rPr lang="en-US" sz="2000" b="0" u="none" strike="noStrike">
                <a:solidFill>
                  <a:schemeClr val="dk1"/>
                </a:solidFill>
                <a:effectLst/>
                <a:uFillTx/>
                <a:latin typeface="Gill Sans MT"/>
              </a:rPr>
              <a:t>Fifth level</a:t>
            </a:r>
            <a:endParaRPr lang="en-US" sz="2000" b="0" u="none" strike="noStrike">
              <a:solidFill>
                <a:schemeClr val="dk1"/>
              </a:solidFill>
              <a:effectLst/>
              <a:uFillTx/>
              <a:latin typeface="Gill Sans MT"/>
            </a:endParaRPr>
          </a:p>
        </p:txBody>
      </p:sp>
      <p:sp>
        <p:nvSpPr>
          <p:cNvPr id="187" name="PlaceHolder 3"/>
          <p:cNvSpPr>
            <a:spLocks noGrp="1"/>
          </p:cNvSpPr>
          <p:nvPr>
            <p:ph type="dt" idx="43"/>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88" name="PlaceHolder 4"/>
          <p:cNvSpPr>
            <a:spLocks noGrp="1"/>
          </p:cNvSpPr>
          <p:nvPr>
            <p:ph type="ftr" idx="44"/>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9" name="PlaceHolder 5"/>
          <p:cNvSpPr>
            <a:spLocks noGrp="1"/>
          </p:cNvSpPr>
          <p:nvPr>
            <p:ph type="sldNum" idx="45"/>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5198153D-AFE2-4AAF-BD67-B5707DA04583}"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8">
    <p:bg>
      <p:bgPr>
        <a:blipFill rotWithShape="0">
          <a:blip r:embed="rId2"/>
          <a:tile tx="0" ty="0" sx="89772" sy="89772" algn="tl"/>
        </a:blipFill>
      </p:bgPr>
    </p:bg>
    <p:spTree>
      <p:nvGrpSpPr>
        <p:cNvPr id="1" name=""/>
        <p:cNvGrpSpPr/>
        <p:nvPr/>
      </p:nvGrpSpPr>
      <p:grpSpPr>
        <a:xfrm>
          <a:off x="0" y="0"/>
          <a:ext cx="0" cy="0"/>
          <a:chOff x="0" y="0"/>
          <a:chExt cx="0" cy="0"/>
        </a:xfrm>
      </p:grpSpPr>
      <p:sp>
        <p:nvSpPr>
          <p:cNvPr id="190"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91"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92"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93"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94"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195"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l">
              <a:lnSpc>
                <a:spcPct val="100000"/>
              </a:lnSpc>
              <a:buNone/>
              <a:defRPr lang="en-US" sz="3600" b="0" u="none" strike="noStrike">
                <a:solidFill>
                  <a:schemeClr val="dk2"/>
                </a:solidFill>
                <a:effectLst/>
                <a:uFillTx/>
                <a:latin typeface="Gill Sans MT"/>
              </a:defRPr>
            </a:lvl1pPr>
          </a:lstStyle>
          <a:p>
            <a:pPr indent="0" algn="l">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196" name="PlaceHolder 2"/>
          <p:cNvSpPr>
            <a:spLocks noGrp="1"/>
          </p:cNvSpPr>
          <p:nvPr>
            <p:ph type="body"/>
          </p:nvPr>
        </p:nvSpPr>
        <p:spPr>
          <a:xfrm>
            <a:off x="1435680" y="1085760"/>
            <a:ext cx="7497720" cy="36000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197" name="PlaceHolder 3"/>
          <p:cNvSpPr>
            <a:spLocks noGrp="1"/>
          </p:cNvSpPr>
          <p:nvPr>
            <p:ph type="dt" idx="46"/>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198" name="PlaceHolder 4"/>
          <p:cNvSpPr>
            <a:spLocks noGrp="1"/>
          </p:cNvSpPr>
          <p:nvPr>
            <p:ph type="ftr" idx="47"/>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9" name="PlaceHolder 5"/>
          <p:cNvSpPr>
            <a:spLocks noGrp="1"/>
          </p:cNvSpPr>
          <p:nvPr>
            <p:ph type="sldNum" idx="48"/>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9A3929CD-4973-4D5E-84FB-E9229BB12B4E}"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bg>
      <p:bgPr>
        <a:blipFill rotWithShape="0">
          <a:blip r:embed="rId2"/>
          <a:tile tx="0" ty="0" sx="89772" sy="89772" algn="tl"/>
        </a:blipFill>
      </p:bgPr>
    </p:bg>
    <p:spTree>
      <p:nvGrpSpPr>
        <p:cNvPr id="1" name=""/>
        <p:cNvGrpSpPr/>
        <p:nvPr/>
      </p:nvGrpSpPr>
      <p:grpSpPr>
        <a:xfrm>
          <a:off x="0" y="0"/>
          <a:ext cx="0" cy="0"/>
          <a:chOff x="0" y="0"/>
          <a:chExt cx="0" cy="0"/>
        </a:xfrm>
      </p:grpSpPr>
      <p:sp>
        <p:nvSpPr>
          <p:cNvPr id="200"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1"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2"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3"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4"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5" name="Rectangle 6"/>
          <p:cNvSpPr/>
          <p:nvPr/>
        </p:nvSpPr>
        <p:spPr>
          <a:xfrm>
            <a:off x="2282760" y="0"/>
            <a:ext cx="685764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06" name="PlaceHolder 1"/>
          <p:cNvSpPr>
            <a:spLocks noGrp="1"/>
          </p:cNvSpPr>
          <p:nvPr>
            <p:ph type="title"/>
          </p:nvPr>
        </p:nvSpPr>
        <p:spPr>
          <a:xfrm>
            <a:off x="2578320" y="1950120"/>
            <a:ext cx="6400440" cy="1714320"/>
          </a:xfrm>
          <a:prstGeom prst="rect">
            <a:avLst/>
          </a:prstGeom>
          <a:noFill/>
          <a:ln w="0">
            <a:noFill/>
          </a:ln>
        </p:spPr>
        <p:txBody>
          <a:bodyPr lIns="90000" tIns="45000" rIns="90000" bIns="45000" anchor="t">
            <a:noAutofit/>
          </a:bodyPr>
          <a:lstStyle>
            <a:lvl1pPr indent="0" algn="l">
              <a:lnSpc>
                <a:spcPts val="4501"/>
              </a:lnSpc>
              <a:buNone/>
              <a:defRPr lang="en-US" sz="4000" b="1" u="none" strike="noStrike" cap="all">
                <a:solidFill>
                  <a:schemeClr val="dk2"/>
                </a:solidFill>
                <a:effectLst/>
                <a:uFillTx/>
                <a:latin typeface="Gill Sans MT"/>
              </a:defRPr>
            </a:lvl1pPr>
          </a:lstStyle>
          <a:p>
            <a:pPr indent="0" algn="l">
              <a:lnSpc>
                <a:spcPts val="4501"/>
              </a:lnSpc>
              <a:buNone/>
            </a:pPr>
            <a:r>
              <a:rPr lang="en-US" sz="4000" b="1" u="none" strike="noStrike" cap="all">
                <a:solidFill>
                  <a:schemeClr val="dk2"/>
                </a:solidFill>
                <a:effectLst/>
                <a:uFillTx/>
                <a:latin typeface="Gill Sans MT"/>
              </a:rPr>
              <a:t>Click to edit Master title style</a:t>
            </a:r>
            <a:endParaRPr lang="en-US" sz="4000" b="1" u="none" strike="noStrike" cap="all">
              <a:solidFill>
                <a:schemeClr val="dk2"/>
              </a:solidFill>
              <a:effectLst/>
              <a:uFillTx/>
              <a:latin typeface="Gill Sans MT"/>
            </a:endParaRPr>
          </a:p>
        </p:txBody>
      </p:sp>
      <p:sp>
        <p:nvSpPr>
          <p:cNvPr id="207" name="PlaceHolder 2"/>
          <p:cNvSpPr>
            <a:spLocks noGrp="1"/>
          </p:cNvSpPr>
          <p:nvPr>
            <p:ph type="body"/>
          </p:nvPr>
        </p:nvSpPr>
        <p:spPr>
          <a:xfrm>
            <a:off x="2578320" y="800280"/>
            <a:ext cx="6400440" cy="1131840"/>
          </a:xfrm>
          <a:prstGeom prst="rect">
            <a:avLst/>
          </a:prstGeom>
          <a:noFill/>
          <a:ln w="0">
            <a:noFill/>
          </a:ln>
        </p:spPr>
        <p:txBody>
          <a:bodyPr lIns="90000" tIns="45000" rIns="90000" bIns="45000" anchor="b">
            <a:noAutofit/>
          </a:bodyPr>
          <a:lstStyle>
            <a:lvl1pPr marL="18360" indent="0" algn="l">
              <a:lnSpc>
                <a:spcPts val="2299"/>
              </a:lnSpc>
              <a:buNone/>
              <a:tabLst>
                <a:tab pos="0" algn="l"/>
              </a:tabLst>
              <a:defRPr lang="en-US" sz="2000" b="0" u="none" strike="noStrike">
                <a:solidFill>
                  <a:schemeClr val="dk2">
                    <a:shade val="30000"/>
                  </a:schemeClr>
                </a:solidFill>
                <a:effectLst/>
                <a:uFillTx/>
                <a:latin typeface="Gill Sans MT"/>
              </a:defRPr>
            </a:lvl1pPr>
          </a:lstStyle>
          <a:p>
            <a:pPr marL="18360" indent="0" algn="l">
              <a:lnSpc>
                <a:spcPts val="2299"/>
              </a:lnSpc>
              <a:buNone/>
              <a:tabLst>
                <a:tab pos="0" algn="l"/>
              </a:tabLst>
            </a:pPr>
            <a:r>
              <a:rPr lang="en-US" sz="2000" b="0" u="none" strike="noStrike">
                <a:solidFill>
                  <a:schemeClr val="dk2">
                    <a:shade val="30000"/>
                  </a:schemeClr>
                </a:solidFill>
                <a:effectLst/>
                <a:uFillTx/>
                <a:latin typeface="Gill Sans MT"/>
              </a:rPr>
              <a:t>Click to edit Master text styles</a:t>
            </a:r>
            <a:endParaRPr lang="en-US" sz="2000" b="0" u="none" strike="noStrike">
              <a:solidFill>
                <a:schemeClr val="dk2">
                  <a:shade val="30000"/>
                </a:schemeClr>
              </a:solidFill>
              <a:effectLst/>
              <a:uFillTx/>
              <a:latin typeface="Gill Sans MT"/>
            </a:endParaRPr>
          </a:p>
        </p:txBody>
      </p:sp>
      <p:sp>
        <p:nvSpPr>
          <p:cNvPr id="208" name="PlaceHolder 3"/>
          <p:cNvSpPr>
            <a:spLocks noGrp="1"/>
          </p:cNvSpPr>
          <p:nvPr>
            <p:ph type="dt" idx="49"/>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09" name="PlaceHolder 4"/>
          <p:cNvSpPr>
            <a:spLocks noGrp="1"/>
          </p:cNvSpPr>
          <p:nvPr>
            <p:ph type="ftr" idx="50"/>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0" name="PlaceHolder 5"/>
          <p:cNvSpPr>
            <a:spLocks noGrp="1"/>
          </p:cNvSpPr>
          <p:nvPr>
            <p:ph type="sldNum" idx="51"/>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6CD6E50C-EFBE-458F-845B-8105076C72D0}"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211" name="Rectangle 9"/>
          <p:cNvSpPr/>
          <p:nvPr/>
        </p:nvSpPr>
        <p:spPr>
          <a:xfrm>
            <a:off x="2286000" y="0"/>
            <a:ext cx="7596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2" name="Oval 7"/>
          <p:cNvSpPr/>
          <p:nvPr/>
        </p:nvSpPr>
        <p:spPr>
          <a:xfrm>
            <a:off x="2172240" y="2111040"/>
            <a:ext cx="209880" cy="157320"/>
          </a:xfrm>
          <a:prstGeom prst="ellipse">
            <a:avLst/>
          </a:prstGeom>
          <a:gradFill rotWithShape="0">
            <a:gsLst>
              <a:gs pos="0">
                <a:srgbClr val="DAF5FE">
                  <a:alpha val="95000"/>
                </a:srgbClr>
              </a:gs>
              <a:gs pos="50000">
                <a:srgbClr val="C3E3EF">
                  <a:alpha val="90000"/>
                </a:srgbClr>
              </a:gs>
              <a:gs pos="95000">
                <a:srgbClr val="69C8E9">
                  <a:alpha val="88000"/>
                </a:srgbClr>
              </a:gs>
              <a:gs pos="100000">
                <a:srgbClr val="00AAD4">
                  <a:alpha val="85000"/>
                </a:srgbClr>
              </a:gs>
            </a:gsLst>
            <a:path path="circle">
              <a:fillToRect l="25000" t="12000" r="75000" b="88000"/>
            </a:path>
          </a:gradFill>
          <a:ln cap="rnd" w="2000">
            <a:solidFill>
              <a:schemeClr val="accent1">
                <a:shade val="90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213" name="Oval 8"/>
          <p:cNvSpPr/>
          <p:nvPr/>
        </p:nvSpPr>
        <p:spPr>
          <a:xfrm>
            <a:off x="2408040" y="2059560"/>
            <a:ext cx="63720" cy="47520"/>
          </a:xfrm>
          <a:prstGeom prst="ellipse">
            <a:avLst/>
          </a:prstGeom>
          <a:noFill/>
          <a:ln cap="rnd" w="12700">
            <a:solidFill>
              <a:schemeClr val="accent1">
                <a:shade val="75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11160" rIns="90000" bIns="-11160" anchor="ctr">
            <a:noAutofit/>
          </a:bodyPr>
          <a:p>
            <a:endParaRPr lang="en-US" sz="1800" b="0" u="none" strike="noStrike">
              <a:solidFill>
                <a:schemeClr val="dk1"/>
              </a:solidFill>
              <a:effectLst/>
              <a:uFillTx/>
              <a:latin typeface="Gill Sans MT"/>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0">
    <p:bg>
      <p:bgPr>
        <a:blipFill rotWithShape="0">
          <a:blip r:embed="rId2"/>
          <a:tile tx="0" ty="0" sx="89772" sy="89772" algn="tl"/>
        </a:blipFill>
      </p:bgPr>
    </p:bg>
    <p:spTree>
      <p:nvGrpSpPr>
        <p:cNvPr id="1" name=""/>
        <p:cNvGrpSpPr/>
        <p:nvPr/>
      </p:nvGrpSpPr>
      <p:grpSpPr>
        <a:xfrm>
          <a:off x="0" y="0"/>
          <a:ext cx="0" cy="0"/>
          <a:chOff x="0" y="0"/>
          <a:chExt cx="0" cy="0"/>
        </a:xfrm>
      </p:grpSpPr>
      <p:sp>
        <p:nvSpPr>
          <p:cNvPr id="214"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5"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6"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7"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8"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19"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220" name="PlaceHolder 2"/>
          <p:cNvSpPr>
            <a:spLocks noGrp="1"/>
          </p:cNvSpPr>
          <p:nvPr>
            <p:ph type="body"/>
          </p:nvPr>
        </p:nvSpPr>
        <p:spPr>
          <a:xfrm>
            <a:off x="1435680" y="1143000"/>
            <a:ext cx="365724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221" name="PlaceHolder 3"/>
          <p:cNvSpPr>
            <a:spLocks noGrp="1"/>
          </p:cNvSpPr>
          <p:nvPr>
            <p:ph type="body"/>
          </p:nvPr>
        </p:nvSpPr>
        <p:spPr>
          <a:xfrm>
            <a:off x="5276160" y="1143000"/>
            <a:ext cx="365724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222" name="PlaceHolder 4"/>
          <p:cNvSpPr>
            <a:spLocks noGrp="1"/>
          </p:cNvSpPr>
          <p:nvPr>
            <p:ph type="dt" idx="52"/>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23" name="PlaceHolder 5"/>
          <p:cNvSpPr>
            <a:spLocks noGrp="1"/>
          </p:cNvSpPr>
          <p:nvPr>
            <p:ph type="ftr" idx="53"/>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4" name="PlaceHolder 6"/>
          <p:cNvSpPr>
            <a:spLocks noGrp="1"/>
          </p:cNvSpPr>
          <p:nvPr>
            <p:ph type="sldNum" idx="54"/>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8D36E643-A4E4-4FE5-95BD-5266427381A9}"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bg>
      <p:bgPr>
        <a:blipFill rotWithShape="0">
          <a:blip r:embed="rId2"/>
          <a:tile tx="0" ty="0" sx="89772" sy="89772" algn="tl"/>
        </a:blipFill>
      </p:bgPr>
    </p:bg>
    <p:spTree>
      <p:nvGrpSpPr>
        <p:cNvPr id="1" name=""/>
        <p:cNvGrpSpPr/>
        <p:nvPr/>
      </p:nvGrpSpPr>
      <p:grpSpPr>
        <a:xfrm>
          <a:off x="0" y="0"/>
          <a:ext cx="0" cy="0"/>
          <a:chOff x="0" y="0"/>
          <a:chExt cx="0" cy="0"/>
        </a:xfrm>
      </p:grpSpPr>
      <p:sp>
        <p:nvSpPr>
          <p:cNvPr id="225"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26"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27"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28"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29"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30" name="PlaceHolder 1"/>
          <p:cNvSpPr>
            <a:spLocks noGrp="1"/>
          </p:cNvSpPr>
          <p:nvPr>
            <p:ph type="title"/>
          </p:nvPr>
        </p:nvSpPr>
        <p:spPr>
          <a:xfrm>
            <a:off x="457200" y="3870360"/>
            <a:ext cx="8229240" cy="856800"/>
          </a:xfrm>
          <a:prstGeom prst="rect">
            <a:avLst/>
          </a:prstGeom>
          <a:noFill/>
          <a:ln w="0">
            <a:noFill/>
          </a:ln>
        </p:spPr>
        <p:txBody>
          <a:bodyPr lIns="90000" tIns="45000" rIns="90000" bIns="45000" anchor="ctr">
            <a:noAutofit/>
          </a:bodyPr>
          <a:lstStyle>
            <a:lvl1pPr indent="0" algn="ctr">
              <a:lnSpc>
                <a:spcPct val="100000"/>
              </a:lnSpc>
              <a:buNone/>
              <a:defRPr lang="en-US" sz="4500" b="1" u="none" strike="noStrike">
                <a:solidFill>
                  <a:schemeClr val="dk2"/>
                </a:solidFill>
                <a:effectLst/>
                <a:uFillTx/>
                <a:latin typeface="Gill Sans MT"/>
              </a:defRPr>
            </a:lvl1pPr>
          </a:lstStyle>
          <a:p>
            <a:pPr indent="0" algn="ctr">
              <a:lnSpc>
                <a:spcPct val="100000"/>
              </a:lnSpc>
              <a:buNone/>
            </a:pPr>
            <a:r>
              <a:rPr lang="en-US" sz="4500" b="1" u="none" strike="noStrike">
                <a:solidFill>
                  <a:schemeClr val="dk2"/>
                </a:solidFill>
                <a:effectLst/>
                <a:uFillTx/>
                <a:latin typeface="Gill Sans MT"/>
              </a:rPr>
              <a:t>Click to edit Master title style</a:t>
            </a:r>
            <a:endParaRPr lang="en-US" sz="4500" b="1" u="none" strike="noStrike">
              <a:solidFill>
                <a:schemeClr val="dk2"/>
              </a:solidFill>
              <a:effectLst/>
              <a:uFillTx/>
              <a:latin typeface="Gill Sans MT"/>
            </a:endParaRPr>
          </a:p>
        </p:txBody>
      </p:sp>
      <p:sp>
        <p:nvSpPr>
          <p:cNvPr id="231" name="PlaceHolder 2"/>
          <p:cNvSpPr>
            <a:spLocks noGrp="1"/>
          </p:cNvSpPr>
          <p:nvPr>
            <p:ph type="body"/>
          </p:nvPr>
        </p:nvSpPr>
        <p:spPr>
          <a:xfrm>
            <a:off x="457200" y="246240"/>
            <a:ext cx="4023000" cy="479880"/>
          </a:xfrm>
          <a:prstGeom prst="rect">
            <a:avLst/>
          </a:prstGeom>
          <a:solidFill>
            <a:schemeClr val="lt1"/>
          </a:solidFill>
          <a:ln w="10800">
            <a:solidFill>
              <a:schemeClr val="lt1"/>
            </a:solidFill>
            <a:miter/>
          </a:ln>
        </p:spPr>
        <p:txBody>
          <a:bodyPr lIns="90000" tIns="45000" rIns="90000" bIns="45000" anchor="ctr">
            <a:noAutofit/>
          </a:bodyPr>
          <a:lstStyle>
            <a:lvl1pPr marL="64080" indent="0" algn="l">
              <a:lnSpc>
                <a:spcPct val="100000"/>
              </a:lnSpc>
              <a:spcBef>
                <a:spcPts val="99"/>
              </a:spcBef>
              <a:buNone/>
              <a:tabLst>
                <a:tab pos="0" algn="l"/>
              </a:tabLst>
              <a:defRPr lang="en-US" sz="1900" b="0" u="none" strike="noStrike">
                <a:solidFill>
                  <a:schemeClr val="dk1"/>
                </a:solidFill>
                <a:effectLst/>
                <a:uFillTx/>
                <a:latin typeface="Gill Sans MT"/>
              </a:defRPr>
            </a:lvl1pPr>
          </a:lstStyle>
          <a:p>
            <a:pPr marL="64080" indent="0" algn="l">
              <a:lnSpc>
                <a:spcPct val="100000"/>
              </a:lnSpc>
              <a:spcBef>
                <a:spcPts val="99"/>
              </a:spcBef>
              <a:buNone/>
              <a:tabLst>
                <a:tab pos="0" algn="l"/>
              </a:tabLst>
            </a:pPr>
            <a:r>
              <a:rPr lang="en-US" sz="1900" b="0" u="none" strike="noStrike">
                <a:solidFill>
                  <a:schemeClr val="dk1"/>
                </a:solidFill>
                <a:effectLst/>
                <a:uFillTx/>
                <a:latin typeface="Gill Sans MT"/>
              </a:rPr>
              <a:t>Click to edit Master text styles</a:t>
            </a:r>
            <a:endParaRPr lang="en-US" sz="1900" b="0" u="none" strike="noStrike">
              <a:solidFill>
                <a:schemeClr val="dk1"/>
              </a:solidFill>
              <a:effectLst/>
              <a:uFillTx/>
              <a:latin typeface="Gill Sans MT"/>
            </a:endParaRPr>
          </a:p>
        </p:txBody>
      </p:sp>
      <p:sp>
        <p:nvSpPr>
          <p:cNvPr id="232" name="PlaceHolder 3"/>
          <p:cNvSpPr>
            <a:spLocks noGrp="1"/>
          </p:cNvSpPr>
          <p:nvPr>
            <p:ph type="body"/>
          </p:nvPr>
        </p:nvSpPr>
        <p:spPr>
          <a:xfrm>
            <a:off x="4663440" y="246240"/>
            <a:ext cx="4023000" cy="479880"/>
          </a:xfrm>
          <a:prstGeom prst="rect">
            <a:avLst/>
          </a:prstGeom>
          <a:solidFill>
            <a:schemeClr val="lt1"/>
          </a:solidFill>
          <a:ln w="10800">
            <a:solidFill>
              <a:schemeClr val="lt1"/>
            </a:solidFill>
            <a:miter/>
          </a:ln>
        </p:spPr>
        <p:txBody>
          <a:bodyPr lIns="90000" tIns="45000" rIns="90000" bIns="45000" anchor="ctr">
            <a:noAutofit/>
          </a:bodyPr>
          <a:lstStyle>
            <a:lvl1pPr marL="64080" indent="0" algn="l">
              <a:lnSpc>
                <a:spcPct val="100000"/>
              </a:lnSpc>
              <a:spcBef>
                <a:spcPts val="99"/>
              </a:spcBef>
              <a:buNone/>
              <a:tabLst>
                <a:tab pos="0" algn="l"/>
              </a:tabLst>
              <a:defRPr lang="en-US" sz="1900" b="0" u="none" strike="noStrike">
                <a:solidFill>
                  <a:schemeClr val="dk1"/>
                </a:solidFill>
                <a:effectLst/>
                <a:uFillTx/>
                <a:latin typeface="Gill Sans MT"/>
              </a:defRPr>
            </a:lvl1pPr>
          </a:lstStyle>
          <a:p>
            <a:pPr marL="64080" indent="0" algn="l">
              <a:lnSpc>
                <a:spcPct val="100000"/>
              </a:lnSpc>
              <a:spcBef>
                <a:spcPts val="99"/>
              </a:spcBef>
              <a:buNone/>
              <a:tabLst>
                <a:tab pos="0" algn="l"/>
              </a:tabLst>
            </a:pPr>
            <a:r>
              <a:rPr lang="en-US" sz="1900" b="0" u="none" strike="noStrike">
                <a:solidFill>
                  <a:schemeClr val="dk1"/>
                </a:solidFill>
                <a:effectLst/>
                <a:uFillTx/>
                <a:latin typeface="Gill Sans MT"/>
              </a:rPr>
              <a:t>Click to edit Master text styles</a:t>
            </a:r>
            <a:endParaRPr lang="en-US" sz="1900" b="0" u="none" strike="noStrike">
              <a:solidFill>
                <a:schemeClr val="dk1"/>
              </a:solidFill>
              <a:effectLst/>
              <a:uFillTx/>
              <a:latin typeface="Gill Sans MT"/>
            </a:endParaRPr>
          </a:p>
        </p:txBody>
      </p:sp>
      <p:sp>
        <p:nvSpPr>
          <p:cNvPr id="233" name="PlaceHolder 4"/>
          <p:cNvSpPr>
            <a:spLocks noGrp="1"/>
          </p:cNvSpPr>
          <p:nvPr>
            <p:ph type="body"/>
          </p:nvPr>
        </p:nvSpPr>
        <p:spPr>
          <a:xfrm>
            <a:off x="457200" y="726840"/>
            <a:ext cx="4023000" cy="3085920"/>
          </a:xfrm>
          <a:prstGeom prst="rect">
            <a:avLst/>
          </a:prstGeom>
          <a:noFill/>
          <a:ln w="10800">
            <a:solidFill>
              <a:schemeClr val="lt1"/>
            </a:solidFill>
            <a:prstDash val="dash"/>
            <a:miter/>
          </a:ln>
        </p:spPr>
        <p:txBody>
          <a:bodyPr lIns="90000" tIns="45000" rIns="90000" bIns="45000" anchor="t">
            <a:noAutofit/>
          </a:bodyPr>
          <a:lstStyle>
            <a:lvl1pPr algn="l">
              <a:lnSpc>
                <a:spcPct val="100000"/>
              </a:lnSpc>
              <a:spcBef>
                <a:spcPts val="700"/>
              </a:spcBef>
              <a:buClr>
                <a:srgbClr val="3891A7"/>
              </a:buClr>
              <a:buSzPct val="80000"/>
              <a:buFont typeface="Wingdings 2" charset="2"/>
              <a:buChar char=""/>
              <a:tabLst>
                <a:tab pos="0" algn="l"/>
              </a:tabLst>
              <a:defRPr lang="en-US" sz="2400" b="0" u="none" strike="noStrike">
                <a:solidFill>
                  <a:schemeClr val="dk1"/>
                </a:solidFill>
                <a:effectLst/>
                <a:uFillTx/>
                <a:latin typeface="Gill Sans MT"/>
              </a:defRPr>
            </a:lvl1pPr>
            <a:lvl2pPr lvl="1" algn="l">
              <a:lnSpc>
                <a:spcPct val="100000"/>
              </a:lnSpc>
              <a:spcBef>
                <a:spcPts val="700"/>
              </a:spcBef>
              <a:buClr>
                <a:srgbClr val="3891A7"/>
              </a:buClr>
              <a:buFont typeface="Verdana"/>
              <a:buChar char="◦"/>
              <a:tabLst>
                <a:tab pos="0" algn="l"/>
              </a:tabLst>
              <a:defRPr lang="en-US" sz="2000" b="0" u="none" strike="noStrike">
                <a:solidFill>
                  <a:schemeClr val="dk1"/>
                </a:solidFill>
                <a:effectLst/>
                <a:uFillTx/>
                <a:latin typeface="Gill Sans MT"/>
              </a:defRPr>
            </a:lvl2pPr>
            <a:lvl3pPr lvl="2" algn="l">
              <a:lnSpc>
                <a:spcPct val="100000"/>
              </a:lnSpc>
              <a:spcBef>
                <a:spcPts val="700"/>
              </a:spcBef>
              <a:buClr>
                <a:srgbClr val="FEB80A"/>
              </a:buClr>
              <a:buFont typeface="Wingdings 2" charset="2"/>
              <a:buChar char=""/>
              <a:tabLst>
                <a:tab pos="0" algn="l"/>
              </a:tabLst>
              <a:defRPr lang="en-US" sz="1800" b="0" u="none" strike="noStrike">
                <a:solidFill>
                  <a:schemeClr val="dk1"/>
                </a:solidFill>
                <a:effectLst/>
                <a:uFillTx/>
                <a:latin typeface="Gill Sans MT"/>
              </a:defRPr>
            </a:lvl3pPr>
            <a:lvl4pPr lvl="3" algn="l">
              <a:lnSpc>
                <a:spcPct val="100000"/>
              </a:lnSpc>
              <a:spcBef>
                <a:spcPts val="700"/>
              </a:spcBef>
              <a:buClr>
                <a:srgbClr val="C32D2E"/>
              </a:buClr>
              <a:buFont typeface="Wingdings 2" charset="2"/>
              <a:buChar char=""/>
              <a:tabLst>
                <a:tab pos="0" algn="l"/>
              </a:tabLst>
              <a:defRPr lang="en-US" sz="1600" b="0" u="none" strike="noStrike">
                <a:solidFill>
                  <a:schemeClr val="dk1"/>
                </a:solidFill>
                <a:effectLst/>
                <a:uFillTx/>
                <a:latin typeface="Gill Sans MT"/>
              </a:defRPr>
            </a:lvl4pPr>
            <a:lvl5pPr lvl="4" algn="l">
              <a:lnSpc>
                <a:spcPct val="100000"/>
              </a:lnSpc>
              <a:spcBef>
                <a:spcPts val="700"/>
              </a:spcBef>
              <a:buClr>
                <a:srgbClr val="84AA33"/>
              </a:buClr>
              <a:buFont typeface="Wingdings 2" charset="2"/>
              <a:buChar char=""/>
              <a:tabLst>
                <a:tab pos="0" algn="l"/>
              </a:tabLst>
              <a:defRPr lang="en-US" sz="1600" b="0" u="none" strike="noStrike">
                <a:solidFill>
                  <a:schemeClr val="dk1"/>
                </a:solidFill>
                <a:effectLst/>
                <a:uFillTx/>
                <a:latin typeface="Gill Sans MT"/>
              </a:defRPr>
            </a:lvl5pPr>
          </a:lstStyle>
          <a:p>
            <a:pPr marL="393120" indent="-274320" algn="l">
              <a:lnSpc>
                <a:spcPct val="100000"/>
              </a:lnSpc>
              <a:spcBef>
                <a:spcPts val="700"/>
              </a:spcBef>
              <a:buClr>
                <a:srgbClr val="3891A7"/>
              </a:buClr>
              <a:buSzPct val="80000"/>
              <a:buFont typeface="Wingdings 2" charset="2"/>
              <a:buChar char=""/>
              <a:tabLst>
                <a:tab pos="0" algn="l"/>
              </a:tabLst>
            </a:pPr>
            <a:r>
              <a:rPr lang="en-US" sz="2400" b="0" u="none" strike="noStrike">
                <a:solidFill>
                  <a:schemeClr val="dk1"/>
                </a:solidFill>
                <a:effectLst/>
                <a:uFillTx/>
                <a:latin typeface="Gill Sans MT"/>
              </a:rPr>
              <a:t>Click to edit Master text styles</a:t>
            </a:r>
            <a:endParaRPr lang="en-US" sz="2400" b="0" u="none" strike="noStrike">
              <a:solidFill>
                <a:schemeClr val="dk1"/>
              </a:solidFill>
              <a:effectLst/>
              <a:uFillTx/>
              <a:latin typeface="Gill Sans MT"/>
            </a:endParaRPr>
          </a:p>
          <a:p>
            <a:pPr marL="640080" lvl="1" indent="-237600" algn="l">
              <a:lnSpc>
                <a:spcPct val="100000"/>
              </a:lnSpc>
              <a:spcBef>
                <a:spcPts val="700"/>
              </a:spcBef>
              <a:buClr>
                <a:srgbClr val="3891A7"/>
              </a:buClr>
              <a:buFont typeface="Verdana"/>
              <a:buChar char="◦"/>
              <a:tabLst>
                <a:tab pos="0" algn="l"/>
              </a:tabLst>
            </a:pPr>
            <a:r>
              <a:rPr lang="en-US" sz="2000" b="0" u="none" strike="noStrike">
                <a:solidFill>
                  <a:schemeClr val="dk1"/>
                </a:solidFill>
                <a:effectLst/>
                <a:uFillTx/>
                <a:latin typeface="Gill Sans MT"/>
              </a:rPr>
              <a:t>Second level</a:t>
            </a:r>
            <a:endParaRPr lang="en-US" sz="2000" b="0" u="none" strike="noStrike">
              <a:solidFill>
                <a:schemeClr val="dk1"/>
              </a:solidFill>
              <a:effectLst/>
              <a:uFillTx/>
              <a:latin typeface="Gill Sans MT"/>
            </a:endParaRPr>
          </a:p>
          <a:p>
            <a:pPr marL="887040" lvl="2" indent="-228600" algn="l">
              <a:lnSpc>
                <a:spcPct val="100000"/>
              </a:lnSpc>
              <a:spcBef>
                <a:spcPts val="700"/>
              </a:spcBef>
              <a:buClr>
                <a:srgbClr val="FEB80A"/>
              </a:buClr>
              <a:buFont typeface="Wingdings 2" charset="2"/>
              <a:buChar char=""/>
              <a:tabLst>
                <a:tab pos="0" algn="l"/>
              </a:tabLst>
            </a:pPr>
            <a:r>
              <a:rPr lang="en-US" sz="1800" b="0" u="none" strike="noStrike">
                <a:solidFill>
                  <a:schemeClr val="dk1"/>
                </a:solidFill>
                <a:effectLst/>
                <a:uFillTx/>
                <a:latin typeface="Gill Sans MT"/>
              </a:rPr>
              <a:t>Third level</a:t>
            </a:r>
            <a:endParaRPr lang="en-US" sz="1800" b="0" u="none" strike="noStrike">
              <a:solidFill>
                <a:schemeClr val="dk1"/>
              </a:solidFill>
              <a:effectLst/>
              <a:uFillTx/>
              <a:latin typeface="Gill Sans MT"/>
            </a:endParaRPr>
          </a:p>
          <a:p>
            <a:pPr marL="1097280" lvl="3" indent="-173880" algn="l">
              <a:lnSpc>
                <a:spcPct val="100000"/>
              </a:lnSpc>
              <a:spcBef>
                <a:spcPts val="700"/>
              </a:spcBef>
              <a:buClr>
                <a:srgbClr val="C32D2E"/>
              </a:buClr>
              <a:buFont typeface="Wingdings 2" charset="2"/>
              <a:buChar char=""/>
              <a:tabLst>
                <a:tab pos="0" algn="l"/>
              </a:tabLst>
            </a:pPr>
            <a:r>
              <a:rPr lang="en-US" sz="1600" b="0" u="none" strike="noStrike">
                <a:solidFill>
                  <a:schemeClr val="dk1"/>
                </a:solidFill>
                <a:effectLst/>
                <a:uFillTx/>
                <a:latin typeface="Gill Sans MT"/>
              </a:rPr>
              <a:t>Fourth level</a:t>
            </a:r>
            <a:endParaRPr lang="en-US" sz="1600" b="0" u="none" strike="noStrike">
              <a:solidFill>
                <a:schemeClr val="dk1"/>
              </a:solidFill>
              <a:effectLst/>
              <a:uFillTx/>
              <a:latin typeface="Gill Sans MT"/>
            </a:endParaRPr>
          </a:p>
          <a:p>
            <a:pPr marL="1298520" lvl="4" indent="-182880" algn="l">
              <a:lnSpc>
                <a:spcPct val="100000"/>
              </a:lnSpc>
              <a:spcBef>
                <a:spcPts val="700"/>
              </a:spcBef>
              <a:buClr>
                <a:srgbClr val="84AA33"/>
              </a:buClr>
              <a:buFont typeface="Wingdings 2" charset="2"/>
              <a:buChar char=""/>
              <a:tabLst>
                <a:tab pos="0" algn="l"/>
              </a:tabLst>
            </a:pPr>
            <a:r>
              <a:rPr lang="en-US" sz="1600" b="0" u="none" strike="noStrike">
                <a:solidFill>
                  <a:schemeClr val="dk1"/>
                </a:solidFill>
                <a:effectLst/>
                <a:uFillTx/>
                <a:latin typeface="Gill Sans MT"/>
              </a:rPr>
              <a:t>Fifth level</a:t>
            </a:r>
            <a:endParaRPr lang="en-US" sz="1600" b="0" u="none" strike="noStrike">
              <a:solidFill>
                <a:schemeClr val="dk1"/>
              </a:solidFill>
              <a:effectLst/>
              <a:uFillTx/>
              <a:latin typeface="Gill Sans MT"/>
            </a:endParaRPr>
          </a:p>
        </p:txBody>
      </p:sp>
      <p:sp>
        <p:nvSpPr>
          <p:cNvPr id="234" name="PlaceHolder 5"/>
          <p:cNvSpPr>
            <a:spLocks noGrp="1"/>
          </p:cNvSpPr>
          <p:nvPr>
            <p:ph type="body"/>
          </p:nvPr>
        </p:nvSpPr>
        <p:spPr>
          <a:xfrm>
            <a:off x="4663440" y="726840"/>
            <a:ext cx="4023000" cy="3085920"/>
          </a:xfrm>
          <a:prstGeom prst="rect">
            <a:avLst/>
          </a:prstGeom>
          <a:noFill/>
          <a:ln w="10800">
            <a:solidFill>
              <a:schemeClr val="lt1"/>
            </a:solidFill>
            <a:prstDash val="dash"/>
            <a:miter/>
          </a:ln>
        </p:spPr>
        <p:txBody>
          <a:bodyPr lIns="90000" tIns="45000" rIns="90000" bIns="45000" anchor="t">
            <a:noAutofit/>
          </a:bodyPr>
          <a:lstStyle>
            <a:lvl1pPr algn="l">
              <a:lnSpc>
                <a:spcPct val="100000"/>
              </a:lnSpc>
              <a:spcBef>
                <a:spcPts val="700"/>
              </a:spcBef>
              <a:buClr>
                <a:srgbClr val="3891A7"/>
              </a:buClr>
              <a:buSzPct val="80000"/>
              <a:buFont typeface="Wingdings 2" charset="2"/>
              <a:buChar char=""/>
              <a:tabLst>
                <a:tab pos="0" algn="l"/>
              </a:tabLst>
              <a:defRPr lang="en-US" sz="2400" b="0" u="none" strike="noStrike">
                <a:solidFill>
                  <a:schemeClr val="dk1"/>
                </a:solidFill>
                <a:effectLst/>
                <a:uFillTx/>
                <a:latin typeface="Gill Sans MT"/>
              </a:defRPr>
            </a:lvl1pPr>
            <a:lvl2pPr lvl="1" algn="l">
              <a:lnSpc>
                <a:spcPct val="100000"/>
              </a:lnSpc>
              <a:spcBef>
                <a:spcPts val="700"/>
              </a:spcBef>
              <a:buClr>
                <a:srgbClr val="3891A7"/>
              </a:buClr>
              <a:buFont typeface="Verdana"/>
              <a:buChar char="◦"/>
              <a:tabLst>
                <a:tab pos="0" algn="l"/>
              </a:tabLst>
              <a:defRPr lang="en-US" sz="2000" b="0" u="none" strike="noStrike">
                <a:solidFill>
                  <a:schemeClr val="dk1"/>
                </a:solidFill>
                <a:effectLst/>
                <a:uFillTx/>
                <a:latin typeface="Gill Sans MT"/>
              </a:defRPr>
            </a:lvl2pPr>
            <a:lvl3pPr lvl="2" algn="l">
              <a:lnSpc>
                <a:spcPct val="100000"/>
              </a:lnSpc>
              <a:spcBef>
                <a:spcPts val="700"/>
              </a:spcBef>
              <a:buClr>
                <a:srgbClr val="FEB80A"/>
              </a:buClr>
              <a:buFont typeface="Wingdings 2" charset="2"/>
              <a:buChar char=""/>
              <a:tabLst>
                <a:tab pos="0" algn="l"/>
              </a:tabLst>
              <a:defRPr lang="en-US" sz="1800" b="0" u="none" strike="noStrike">
                <a:solidFill>
                  <a:schemeClr val="dk1"/>
                </a:solidFill>
                <a:effectLst/>
                <a:uFillTx/>
                <a:latin typeface="Gill Sans MT"/>
              </a:defRPr>
            </a:lvl3pPr>
            <a:lvl4pPr lvl="3" algn="l">
              <a:lnSpc>
                <a:spcPct val="100000"/>
              </a:lnSpc>
              <a:spcBef>
                <a:spcPts val="700"/>
              </a:spcBef>
              <a:buClr>
                <a:srgbClr val="C32D2E"/>
              </a:buClr>
              <a:buFont typeface="Wingdings 2" charset="2"/>
              <a:buChar char=""/>
              <a:tabLst>
                <a:tab pos="0" algn="l"/>
              </a:tabLst>
              <a:defRPr lang="en-US" sz="1600" b="0" u="none" strike="noStrike">
                <a:solidFill>
                  <a:schemeClr val="dk1"/>
                </a:solidFill>
                <a:effectLst/>
                <a:uFillTx/>
                <a:latin typeface="Gill Sans MT"/>
              </a:defRPr>
            </a:lvl4pPr>
            <a:lvl5pPr lvl="4" algn="l">
              <a:lnSpc>
                <a:spcPct val="100000"/>
              </a:lnSpc>
              <a:spcBef>
                <a:spcPts val="700"/>
              </a:spcBef>
              <a:buClr>
                <a:srgbClr val="84AA33"/>
              </a:buClr>
              <a:buFont typeface="Wingdings 2" charset="2"/>
              <a:buChar char=""/>
              <a:tabLst>
                <a:tab pos="0" algn="l"/>
              </a:tabLst>
              <a:defRPr lang="en-US" sz="1600" b="0" u="none" strike="noStrike">
                <a:solidFill>
                  <a:schemeClr val="dk1"/>
                </a:solidFill>
                <a:effectLst/>
                <a:uFillTx/>
                <a:latin typeface="Gill Sans MT"/>
              </a:defRPr>
            </a:lvl5pPr>
          </a:lstStyle>
          <a:p>
            <a:pPr marL="393120" indent="-274320" algn="l">
              <a:lnSpc>
                <a:spcPct val="100000"/>
              </a:lnSpc>
              <a:spcBef>
                <a:spcPts val="700"/>
              </a:spcBef>
              <a:buClr>
                <a:srgbClr val="3891A7"/>
              </a:buClr>
              <a:buSzPct val="80000"/>
              <a:buFont typeface="Wingdings 2" charset="2"/>
              <a:buChar char=""/>
              <a:tabLst>
                <a:tab pos="0" algn="l"/>
              </a:tabLst>
            </a:pPr>
            <a:r>
              <a:rPr lang="en-US" sz="2400" b="0" u="none" strike="noStrike">
                <a:solidFill>
                  <a:schemeClr val="dk1"/>
                </a:solidFill>
                <a:effectLst/>
                <a:uFillTx/>
                <a:latin typeface="Gill Sans MT"/>
              </a:rPr>
              <a:t>Click to edit Master text styles</a:t>
            </a:r>
            <a:endParaRPr lang="en-US" sz="2400" b="0" u="none" strike="noStrike">
              <a:solidFill>
                <a:schemeClr val="dk1"/>
              </a:solidFill>
              <a:effectLst/>
              <a:uFillTx/>
              <a:latin typeface="Gill Sans MT"/>
            </a:endParaRPr>
          </a:p>
          <a:p>
            <a:pPr marL="640080" lvl="1" indent="-237600" algn="l">
              <a:lnSpc>
                <a:spcPct val="100000"/>
              </a:lnSpc>
              <a:spcBef>
                <a:spcPts val="700"/>
              </a:spcBef>
              <a:buClr>
                <a:srgbClr val="3891A7"/>
              </a:buClr>
              <a:buFont typeface="Verdana"/>
              <a:buChar char="◦"/>
              <a:tabLst>
                <a:tab pos="0" algn="l"/>
              </a:tabLst>
            </a:pPr>
            <a:r>
              <a:rPr lang="en-US" sz="2000" b="0" u="none" strike="noStrike">
                <a:solidFill>
                  <a:schemeClr val="dk1"/>
                </a:solidFill>
                <a:effectLst/>
                <a:uFillTx/>
                <a:latin typeface="Gill Sans MT"/>
              </a:rPr>
              <a:t>Second level</a:t>
            </a:r>
            <a:endParaRPr lang="en-US" sz="2000" b="0" u="none" strike="noStrike">
              <a:solidFill>
                <a:schemeClr val="dk1"/>
              </a:solidFill>
              <a:effectLst/>
              <a:uFillTx/>
              <a:latin typeface="Gill Sans MT"/>
            </a:endParaRPr>
          </a:p>
          <a:p>
            <a:pPr marL="887040" lvl="2" indent="-228600" algn="l">
              <a:lnSpc>
                <a:spcPct val="100000"/>
              </a:lnSpc>
              <a:spcBef>
                <a:spcPts val="700"/>
              </a:spcBef>
              <a:buClr>
                <a:srgbClr val="FEB80A"/>
              </a:buClr>
              <a:buFont typeface="Wingdings 2" charset="2"/>
              <a:buChar char=""/>
              <a:tabLst>
                <a:tab pos="0" algn="l"/>
              </a:tabLst>
            </a:pPr>
            <a:r>
              <a:rPr lang="en-US" sz="1800" b="0" u="none" strike="noStrike">
                <a:solidFill>
                  <a:schemeClr val="dk1"/>
                </a:solidFill>
                <a:effectLst/>
                <a:uFillTx/>
                <a:latin typeface="Gill Sans MT"/>
              </a:rPr>
              <a:t>Third level</a:t>
            </a:r>
            <a:endParaRPr lang="en-US" sz="1800" b="0" u="none" strike="noStrike">
              <a:solidFill>
                <a:schemeClr val="dk1"/>
              </a:solidFill>
              <a:effectLst/>
              <a:uFillTx/>
              <a:latin typeface="Gill Sans MT"/>
            </a:endParaRPr>
          </a:p>
          <a:p>
            <a:pPr marL="1097280" lvl="3" indent="-173880" algn="l">
              <a:lnSpc>
                <a:spcPct val="100000"/>
              </a:lnSpc>
              <a:spcBef>
                <a:spcPts val="700"/>
              </a:spcBef>
              <a:buClr>
                <a:srgbClr val="C32D2E"/>
              </a:buClr>
              <a:buFont typeface="Wingdings 2" charset="2"/>
              <a:buChar char=""/>
              <a:tabLst>
                <a:tab pos="0" algn="l"/>
              </a:tabLst>
            </a:pPr>
            <a:r>
              <a:rPr lang="en-US" sz="1600" b="0" u="none" strike="noStrike">
                <a:solidFill>
                  <a:schemeClr val="dk1"/>
                </a:solidFill>
                <a:effectLst/>
                <a:uFillTx/>
                <a:latin typeface="Gill Sans MT"/>
              </a:rPr>
              <a:t>Fourth level</a:t>
            </a:r>
            <a:endParaRPr lang="en-US" sz="1600" b="0" u="none" strike="noStrike">
              <a:solidFill>
                <a:schemeClr val="dk1"/>
              </a:solidFill>
              <a:effectLst/>
              <a:uFillTx/>
              <a:latin typeface="Gill Sans MT"/>
            </a:endParaRPr>
          </a:p>
          <a:p>
            <a:pPr marL="1298520" lvl="4" indent="-182880" algn="l">
              <a:lnSpc>
                <a:spcPct val="100000"/>
              </a:lnSpc>
              <a:spcBef>
                <a:spcPts val="700"/>
              </a:spcBef>
              <a:buClr>
                <a:srgbClr val="84AA33"/>
              </a:buClr>
              <a:buFont typeface="Wingdings 2" charset="2"/>
              <a:buChar char=""/>
              <a:tabLst>
                <a:tab pos="0" algn="l"/>
              </a:tabLst>
            </a:pPr>
            <a:r>
              <a:rPr lang="en-US" sz="1600" b="0" u="none" strike="noStrike">
                <a:solidFill>
                  <a:schemeClr val="dk1"/>
                </a:solidFill>
                <a:effectLst/>
                <a:uFillTx/>
                <a:latin typeface="Gill Sans MT"/>
              </a:rPr>
              <a:t>Fifth level</a:t>
            </a:r>
            <a:endParaRPr lang="en-US" sz="1600" b="0" u="none" strike="noStrike">
              <a:solidFill>
                <a:schemeClr val="dk1"/>
              </a:solidFill>
              <a:effectLst/>
              <a:uFillTx/>
              <a:latin typeface="Gill Sans MT"/>
            </a:endParaRPr>
          </a:p>
        </p:txBody>
      </p:sp>
      <p:sp>
        <p:nvSpPr>
          <p:cNvPr id="235" name="PlaceHolder 6"/>
          <p:cNvSpPr>
            <a:spLocks noGrp="1"/>
          </p:cNvSpPr>
          <p:nvPr>
            <p:ph type="dt" idx="55"/>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36" name="PlaceHolder 7"/>
          <p:cNvSpPr>
            <a:spLocks noGrp="1"/>
          </p:cNvSpPr>
          <p:nvPr>
            <p:ph type="ftr" idx="56"/>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7" name="PlaceHolder 8"/>
          <p:cNvSpPr>
            <a:spLocks noGrp="1"/>
          </p:cNvSpPr>
          <p:nvPr>
            <p:ph type="sldNum" idx="57"/>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331F9DAD-87C7-4502-B475-15141ADADD7C}"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2">
    <p:bg>
      <p:bgPr>
        <a:blipFill rotWithShape="0">
          <a:blip r:embed="rId2"/>
          <a:tile tx="0" ty="0" sx="89772" sy="89772" algn="tl"/>
        </a:blipFill>
      </p:bgPr>
    </p:bg>
    <p:spTree>
      <p:nvGrpSpPr>
        <p:cNvPr id="1" name=""/>
        <p:cNvGrpSpPr/>
        <p:nvPr/>
      </p:nvGrpSpPr>
      <p:grpSpPr>
        <a:xfrm>
          <a:off x="0" y="0"/>
          <a:ext cx="0" cy="0"/>
          <a:chOff x="0" y="0"/>
          <a:chExt cx="0" cy="0"/>
        </a:xfrm>
      </p:grpSpPr>
      <p:sp>
        <p:nvSpPr>
          <p:cNvPr id="238"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39"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0"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1"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2"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3"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244" name="PlaceHolder 2"/>
          <p:cNvSpPr>
            <a:spLocks noGrp="1"/>
          </p:cNvSpPr>
          <p:nvPr>
            <p:ph type="dt" idx="58"/>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45" name="PlaceHolder 3"/>
          <p:cNvSpPr>
            <a:spLocks noGrp="1"/>
          </p:cNvSpPr>
          <p:nvPr>
            <p:ph type="ftr" idx="59"/>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6" name="PlaceHolder 4"/>
          <p:cNvSpPr>
            <a:spLocks noGrp="1"/>
          </p:cNvSpPr>
          <p:nvPr>
            <p:ph type="sldNum" idx="60"/>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F0DDF2A0-C40E-4C6F-94BE-E029B83EDBA2}"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bg>
      <p:bgPr>
        <a:blipFill rotWithShape="0">
          <a:blip r:embed="rId2"/>
          <a:tile tx="0" ty="0" sx="89772" sy="89772" algn="tl"/>
        </a:blipFill>
      </p:bgPr>
    </p:bg>
    <p:spTree>
      <p:nvGrpSpPr>
        <p:cNvPr id="1" name=""/>
        <p:cNvGrpSpPr/>
        <p:nvPr/>
      </p:nvGrpSpPr>
      <p:grpSpPr>
        <a:xfrm>
          <a:off x="0" y="0"/>
          <a:ext cx="0" cy="0"/>
          <a:chOff x="0" y="0"/>
          <a:chExt cx="0" cy="0"/>
        </a:xfrm>
      </p:grpSpPr>
      <p:sp>
        <p:nvSpPr>
          <p:cNvPr id="247"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8"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49"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50"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51"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52"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53" name="PlaceHolder 1"/>
          <p:cNvSpPr>
            <a:spLocks noGrp="1"/>
          </p:cNvSpPr>
          <p:nvPr>
            <p:ph type="dt" idx="61"/>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54" name="PlaceHolder 2"/>
          <p:cNvSpPr>
            <a:spLocks noGrp="1"/>
          </p:cNvSpPr>
          <p:nvPr>
            <p:ph type="ftr" idx="62"/>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5" name="PlaceHolder 3"/>
          <p:cNvSpPr>
            <a:spLocks noGrp="1"/>
          </p:cNvSpPr>
          <p:nvPr>
            <p:ph type="sldNum" idx="63"/>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C1893299-BD52-41E4-A921-2EB97DD4BF13}"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256"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4">
    <p:bg>
      <p:bgPr>
        <a:blipFill rotWithShape="0">
          <a:blip r:embed="rId2"/>
          <a:tile tx="0" ty="0" sx="89772" sy="89772" algn="tl"/>
        </a:blipFill>
      </p:bgPr>
    </p:bg>
    <p:spTree>
      <p:nvGrpSpPr>
        <p:cNvPr id="1" name=""/>
        <p:cNvGrpSpPr/>
        <p:nvPr/>
      </p:nvGrpSpPr>
      <p:grpSpPr>
        <a:xfrm>
          <a:off x="0" y="0"/>
          <a:ext cx="0" cy="0"/>
          <a:chOff x="0" y="0"/>
          <a:chExt cx="0" cy="0"/>
        </a:xfrm>
      </p:grpSpPr>
      <p:sp>
        <p:nvSpPr>
          <p:cNvPr id="257"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58"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59"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60"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61"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62" name="PlaceHolder 1"/>
          <p:cNvSpPr>
            <a:spLocks noGrp="1"/>
          </p:cNvSpPr>
          <p:nvPr>
            <p:ph type="title"/>
          </p:nvPr>
        </p:nvSpPr>
        <p:spPr>
          <a:xfrm>
            <a:off x="457200" y="162720"/>
            <a:ext cx="3809520" cy="871200"/>
          </a:xfrm>
          <a:prstGeom prst="rect">
            <a:avLst/>
          </a:prstGeom>
          <a:noFill/>
          <a:ln w="0">
            <a:noFill/>
          </a:ln>
        </p:spPr>
        <p:txBody>
          <a:bodyPr lIns="90000" tIns="45000" rIns="90000" bIns="45000" anchor="b">
            <a:noAutofit/>
          </a:bodyPr>
          <a:lstStyle>
            <a:lvl1pPr indent="0" algn="l">
              <a:lnSpc>
                <a:spcPts val="2001"/>
              </a:lnSpc>
              <a:buNone/>
              <a:defRPr lang="en-US" sz="2200" b="1" u="none" strike="noStrike" cap="all">
                <a:solidFill>
                  <a:schemeClr val="dk2"/>
                </a:solidFill>
                <a:effectLst/>
                <a:uFillTx/>
                <a:latin typeface="Gill Sans MT"/>
              </a:defRPr>
            </a:lvl1pPr>
          </a:lstStyle>
          <a:p>
            <a:pPr indent="0" algn="l">
              <a:lnSpc>
                <a:spcPts val="2001"/>
              </a:lnSpc>
              <a:buNone/>
            </a:pPr>
            <a:r>
              <a:rPr lang="en-US" sz="2200" b="1" u="none" strike="noStrike" cap="all">
                <a:solidFill>
                  <a:schemeClr val="dk2"/>
                </a:solidFill>
                <a:effectLst/>
                <a:uFillTx/>
                <a:latin typeface="Gill Sans MT"/>
              </a:rPr>
              <a:t>Click to edit Master title style</a:t>
            </a:r>
            <a:endParaRPr lang="en-US" sz="2200" b="1" u="none" strike="noStrike" cap="all">
              <a:solidFill>
                <a:schemeClr val="dk2"/>
              </a:solidFill>
              <a:effectLst/>
              <a:uFillTx/>
              <a:latin typeface="Gill Sans MT"/>
            </a:endParaRPr>
          </a:p>
        </p:txBody>
      </p:sp>
      <p:sp>
        <p:nvSpPr>
          <p:cNvPr id="263" name="PlaceHolder 2"/>
          <p:cNvSpPr>
            <a:spLocks noGrp="1"/>
          </p:cNvSpPr>
          <p:nvPr>
            <p:ph type="body"/>
          </p:nvPr>
        </p:nvSpPr>
        <p:spPr>
          <a:xfrm>
            <a:off x="457200" y="1055160"/>
            <a:ext cx="3809520" cy="523440"/>
          </a:xfrm>
          <a:prstGeom prst="rect">
            <a:avLst/>
          </a:prstGeom>
          <a:noFill/>
          <a:ln w="0">
            <a:noFill/>
          </a:ln>
        </p:spPr>
        <p:txBody>
          <a:bodyPr lIns="90000" tIns="45000" rIns="90000" bIns="45000" anchor="t">
            <a:noAutofit/>
          </a:bodyPr>
          <a:lstStyle>
            <a:lvl1pPr marL="45720" indent="0" algn="l">
              <a:lnSpc>
                <a:spcPct val="100000"/>
              </a:lnSpc>
              <a:buNone/>
              <a:tabLst>
                <a:tab pos="0" algn="l"/>
              </a:tabLst>
              <a:defRPr lang="en-US" sz="1400" b="0" u="none" strike="noStrike">
                <a:solidFill>
                  <a:schemeClr val="dk1"/>
                </a:solidFill>
                <a:effectLst/>
                <a:uFillTx/>
                <a:latin typeface="Gill Sans MT"/>
              </a:defRPr>
            </a:lvl1pPr>
          </a:lstStyle>
          <a:p>
            <a:pPr marL="45720" indent="0" algn="l">
              <a:lnSpc>
                <a:spcPct val="100000"/>
              </a:lnSpc>
              <a:buNone/>
              <a:tabLst>
                <a:tab pos="0" algn="l"/>
              </a:tabLst>
            </a:pPr>
            <a:r>
              <a:rPr lang="en-US" sz="1400" b="0" u="none" strike="noStrike">
                <a:solidFill>
                  <a:schemeClr val="dk1"/>
                </a:solidFill>
                <a:effectLst/>
                <a:uFillTx/>
                <a:latin typeface="Gill Sans MT"/>
              </a:rPr>
              <a:t>Click to edit Master text styles</a:t>
            </a:r>
            <a:endParaRPr lang="en-US" sz="1400" b="0" u="none" strike="noStrike">
              <a:solidFill>
                <a:schemeClr val="dk1"/>
              </a:solidFill>
              <a:effectLst/>
              <a:uFillTx/>
              <a:latin typeface="Gill Sans MT"/>
            </a:endParaRPr>
          </a:p>
        </p:txBody>
      </p:sp>
      <p:sp>
        <p:nvSpPr>
          <p:cNvPr id="264" name="PlaceHolder 3"/>
          <p:cNvSpPr>
            <a:spLocks noGrp="1"/>
          </p:cNvSpPr>
          <p:nvPr>
            <p:ph type="body"/>
          </p:nvPr>
        </p:nvSpPr>
        <p:spPr>
          <a:xfrm>
            <a:off x="457200" y="1600200"/>
            <a:ext cx="8152920" cy="299412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tabLst>
                <a:tab pos="0" algn="l"/>
              </a:tabLst>
              <a:defRPr lang="en-US" sz="32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tabLst>
                <a:tab pos="0" algn="l"/>
              </a:tabLst>
              <a:defRPr lang="en-US" sz="2800" b="0" u="none" strike="noStrike">
                <a:solidFill>
                  <a:schemeClr val="dk1"/>
                </a:solidFill>
                <a:effectLst/>
                <a:uFillTx/>
                <a:latin typeface="Gill Sans MT"/>
              </a:defRPr>
            </a:lvl2pPr>
            <a:lvl3pPr lvl="2" algn="l">
              <a:lnSpc>
                <a:spcPct val="100000"/>
              </a:lnSpc>
              <a:spcBef>
                <a:spcPts val="479"/>
              </a:spcBef>
              <a:buClr>
                <a:srgbClr val="FEB80A"/>
              </a:buClr>
              <a:buFont typeface="Wingdings 2" charset="2"/>
              <a:buChar char=""/>
              <a:tabLst>
                <a:tab pos="0" algn="l"/>
              </a:tabLst>
              <a:defRPr lang="en-US" sz="2400" b="0" u="none" strike="noStrike">
                <a:solidFill>
                  <a:schemeClr val="dk1"/>
                </a:solidFill>
                <a:effectLst/>
                <a:uFillTx/>
                <a:latin typeface="Gill Sans MT"/>
              </a:defRPr>
            </a:lvl3pPr>
            <a:lvl4pPr lvl="3" algn="l">
              <a:lnSpc>
                <a:spcPct val="100000"/>
              </a:lnSpc>
              <a:spcBef>
                <a:spcPts val="400"/>
              </a:spcBef>
              <a:buClr>
                <a:srgbClr val="C32D2E"/>
              </a:buClr>
              <a:buFont typeface="Wingdings 2" charset="2"/>
              <a:buChar char=""/>
              <a:tabLst>
                <a:tab pos="0" algn="l"/>
              </a:tabLst>
              <a:defRPr lang="en-US" sz="2000" b="0" u="none" strike="noStrike">
                <a:solidFill>
                  <a:schemeClr val="dk1"/>
                </a:solidFill>
                <a:effectLst/>
                <a:uFillTx/>
                <a:latin typeface="Gill Sans MT"/>
              </a:defRPr>
            </a:lvl4pPr>
            <a:lvl5pPr lvl="4" algn="l">
              <a:lnSpc>
                <a:spcPct val="100000"/>
              </a:lnSpc>
              <a:spcBef>
                <a:spcPts val="400"/>
              </a:spcBef>
              <a:buClr>
                <a:srgbClr val="84AA33"/>
              </a:buClr>
              <a:buFont typeface="Wingdings 2" charset="2"/>
              <a:buChar char=""/>
              <a:tabLst>
                <a:tab pos="0" algn="l"/>
              </a:tabLst>
              <a:defRPr lang="en-US" sz="20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tabLst>
                <a:tab pos="0" algn="l"/>
              </a:tabLst>
            </a:pPr>
            <a:r>
              <a:rPr lang="en-US" sz="3200" b="0" u="none" strike="noStrike">
                <a:solidFill>
                  <a:schemeClr val="dk1"/>
                </a:solidFill>
                <a:effectLst/>
                <a:uFillTx/>
                <a:latin typeface="Gill Sans MT"/>
              </a:rPr>
              <a:t>Click to edit Master text styles</a:t>
            </a:r>
            <a:endParaRPr lang="en-US" sz="32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tabLst>
                <a:tab pos="0" algn="l"/>
              </a:tabLst>
            </a:pPr>
            <a:r>
              <a:rPr lang="en-US" sz="2800" b="0" u="none" strike="noStrike">
                <a:solidFill>
                  <a:schemeClr val="dk1"/>
                </a:solidFill>
                <a:effectLst/>
                <a:uFillTx/>
                <a:latin typeface="Gill Sans MT"/>
              </a:rPr>
              <a:t>Second level</a:t>
            </a:r>
            <a:endParaRPr lang="en-US" sz="2800" b="0" u="none" strike="noStrike">
              <a:solidFill>
                <a:schemeClr val="dk1"/>
              </a:solidFill>
              <a:effectLst/>
              <a:uFillTx/>
              <a:latin typeface="Gill Sans MT"/>
            </a:endParaRPr>
          </a:p>
          <a:p>
            <a:pPr marL="887040" lvl="2" indent="-228600" algn="l">
              <a:lnSpc>
                <a:spcPct val="100000"/>
              </a:lnSpc>
              <a:spcBef>
                <a:spcPts val="479"/>
              </a:spcBef>
              <a:buClr>
                <a:srgbClr val="FEB80A"/>
              </a:buClr>
              <a:buFont typeface="Wingdings 2" charset="2"/>
              <a:buChar char=""/>
              <a:tabLst>
                <a:tab pos="0" algn="l"/>
              </a:tabLst>
            </a:pPr>
            <a:r>
              <a:rPr lang="en-US" sz="2400" b="0" u="none" strike="noStrike">
                <a:solidFill>
                  <a:schemeClr val="dk1"/>
                </a:solidFill>
                <a:effectLst/>
                <a:uFillTx/>
                <a:latin typeface="Gill Sans MT"/>
              </a:rPr>
              <a:t>Third level</a:t>
            </a:r>
            <a:endParaRPr lang="en-US" sz="2400" b="0" u="none" strike="noStrike">
              <a:solidFill>
                <a:schemeClr val="dk1"/>
              </a:solidFill>
              <a:effectLst/>
              <a:uFillTx/>
              <a:latin typeface="Gill Sans MT"/>
            </a:endParaRPr>
          </a:p>
          <a:p>
            <a:pPr marL="1097280" lvl="3" indent="-173880" algn="l">
              <a:lnSpc>
                <a:spcPct val="100000"/>
              </a:lnSpc>
              <a:spcBef>
                <a:spcPts val="400"/>
              </a:spcBef>
              <a:buClr>
                <a:srgbClr val="C32D2E"/>
              </a:buClr>
              <a:buFont typeface="Wingdings 2" charset="2"/>
              <a:buChar char=""/>
              <a:tabLst>
                <a:tab pos="0" algn="l"/>
              </a:tabLst>
            </a:pPr>
            <a:r>
              <a:rPr lang="en-US" sz="2000" b="0" u="none" strike="noStrike">
                <a:solidFill>
                  <a:schemeClr val="dk1"/>
                </a:solidFill>
                <a:effectLst/>
                <a:uFillTx/>
                <a:latin typeface="Gill Sans MT"/>
              </a:rPr>
              <a:t>Fourth level</a:t>
            </a:r>
            <a:endParaRPr lang="en-US" sz="2000" b="0" u="none" strike="noStrike">
              <a:solidFill>
                <a:schemeClr val="dk1"/>
              </a:solidFill>
              <a:effectLst/>
              <a:uFillTx/>
              <a:latin typeface="Gill Sans MT"/>
            </a:endParaRPr>
          </a:p>
          <a:p>
            <a:pPr marL="1298520" lvl="4" indent="-182880" algn="l">
              <a:lnSpc>
                <a:spcPct val="100000"/>
              </a:lnSpc>
              <a:spcBef>
                <a:spcPts val="400"/>
              </a:spcBef>
              <a:buClr>
                <a:srgbClr val="84AA33"/>
              </a:buClr>
              <a:buFont typeface="Wingdings 2" charset="2"/>
              <a:buChar char=""/>
              <a:tabLst>
                <a:tab pos="0" algn="l"/>
              </a:tabLst>
            </a:pPr>
            <a:r>
              <a:rPr lang="en-US" sz="2000" b="0" u="none" strike="noStrike">
                <a:solidFill>
                  <a:schemeClr val="dk1"/>
                </a:solidFill>
                <a:effectLst/>
                <a:uFillTx/>
                <a:latin typeface="Gill Sans MT"/>
              </a:rPr>
              <a:t>Fifth level</a:t>
            </a:r>
            <a:endParaRPr lang="en-US" sz="2000" b="0" u="none" strike="noStrike">
              <a:solidFill>
                <a:schemeClr val="dk1"/>
              </a:solidFill>
              <a:effectLst/>
              <a:uFillTx/>
              <a:latin typeface="Gill Sans MT"/>
            </a:endParaRPr>
          </a:p>
        </p:txBody>
      </p:sp>
      <p:sp>
        <p:nvSpPr>
          <p:cNvPr id="265" name="PlaceHolder 4"/>
          <p:cNvSpPr>
            <a:spLocks noGrp="1"/>
          </p:cNvSpPr>
          <p:nvPr>
            <p:ph type="dt" idx="64"/>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66" name="PlaceHolder 5"/>
          <p:cNvSpPr>
            <a:spLocks noGrp="1"/>
          </p:cNvSpPr>
          <p:nvPr>
            <p:ph type="ftr" idx="65"/>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7" name="PlaceHolder 6"/>
          <p:cNvSpPr>
            <a:spLocks noGrp="1"/>
          </p:cNvSpPr>
          <p:nvPr>
            <p:ph type="sldNum" idx="66"/>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8457C4C2-F98D-4856-A4CA-A3580877DA78}"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bg>
      <p:bgPr>
        <a:blipFill rotWithShape="0">
          <a:blip r:embed="rId2"/>
          <a:tile tx="0" ty="0" sx="89772" sy="89772" algn="tl"/>
        </a:blipFill>
      </p:bgPr>
    </p:bg>
    <p:spTree>
      <p:nvGrpSpPr>
        <p:cNvPr id="1" name=""/>
        <p:cNvGrpSpPr/>
        <p:nvPr/>
      </p:nvGrpSpPr>
      <p:grpSpPr>
        <a:xfrm>
          <a:off x="0" y="0"/>
          <a:ext cx="0" cy="0"/>
          <a:chOff x="0" y="0"/>
          <a:chExt cx="0" cy="0"/>
        </a:xfrm>
      </p:grpSpPr>
      <p:sp>
        <p:nvSpPr>
          <p:cNvPr id="268"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69"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70"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71"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72"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73" name="PlaceHolder 1"/>
          <p:cNvSpPr>
            <a:spLocks noGrp="1"/>
          </p:cNvSpPr>
          <p:nvPr>
            <p:ph type="title"/>
          </p:nvPr>
        </p:nvSpPr>
        <p:spPr>
          <a:xfrm>
            <a:off x="5886720" y="800280"/>
            <a:ext cx="2742840" cy="1485720"/>
          </a:xfrm>
          <a:prstGeom prst="rect">
            <a:avLst/>
          </a:prstGeom>
          <a:noFill/>
          <a:ln w="0">
            <a:noFill/>
          </a:ln>
        </p:spPr>
        <p:txBody>
          <a:bodyPr lIns="90000" tIns="45000" rIns="90000" bIns="45000" anchor="b">
            <a:noAutofit/>
          </a:bodyPr>
          <a:lstStyle>
            <a:lvl1pPr indent="0" algn="l">
              <a:lnSpc>
                <a:spcPct val="100000"/>
              </a:lnSpc>
              <a:buNone/>
              <a:defRPr lang="en-US" sz="2100" b="1" u="none" strike="noStrike">
                <a:solidFill>
                  <a:schemeClr val="dk2"/>
                </a:solidFill>
                <a:effectLst/>
                <a:uFillTx/>
                <a:latin typeface="Gill Sans MT"/>
              </a:defRPr>
            </a:lvl1pPr>
          </a:lstStyle>
          <a:p>
            <a:pPr indent="0" algn="l">
              <a:lnSpc>
                <a:spcPct val="100000"/>
              </a:lnSpc>
              <a:buNone/>
            </a:pPr>
            <a:r>
              <a:rPr lang="en-US" sz="2100" b="1" u="none" strike="noStrike">
                <a:solidFill>
                  <a:schemeClr val="dk2"/>
                </a:solidFill>
                <a:effectLst/>
                <a:uFillTx/>
                <a:latin typeface="Gill Sans MT"/>
              </a:rPr>
              <a:t>Click to edit Master title style</a:t>
            </a:r>
            <a:endParaRPr lang="en-US" sz="2100" b="1" u="none" strike="noStrike">
              <a:solidFill>
                <a:schemeClr val="dk2"/>
              </a:solidFill>
              <a:effectLst/>
              <a:uFillTx/>
              <a:latin typeface="Gill Sans MT"/>
            </a:endParaRPr>
          </a:p>
        </p:txBody>
      </p:sp>
      <p:sp>
        <p:nvSpPr>
          <p:cNvPr id="274" name="PlaceHolder 2"/>
          <p:cNvSpPr>
            <a:spLocks noGrp="1"/>
          </p:cNvSpPr>
          <p:nvPr>
            <p:ph type="dt" idx="67"/>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75" name="PlaceHolder 3"/>
          <p:cNvSpPr>
            <a:spLocks noGrp="1"/>
          </p:cNvSpPr>
          <p:nvPr>
            <p:ph type="ftr" idx="68"/>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6" name="PlaceHolder 4"/>
          <p:cNvSpPr>
            <a:spLocks noGrp="1"/>
          </p:cNvSpPr>
          <p:nvPr>
            <p:ph type="sldNum" idx="69"/>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CDF2CFFF-D324-4A1F-AC58-AB4FD6BBEEE3}"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277" name="Rectangle 7"/>
          <p:cNvSpPr/>
          <p:nvPr/>
        </p:nvSpPr>
        <p:spPr>
          <a:xfrm>
            <a:off x="762120" y="800280"/>
            <a:ext cx="4571640" cy="3428640"/>
          </a:xfrm>
          <a:prstGeom prst="rect">
            <a:avLst/>
          </a:prstGeom>
          <a:solidFill>
            <a:srgbClr val="FFFFFF"/>
          </a:solidFill>
          <a:ln cap="sq" w="88900">
            <a:solidFill>
              <a:srgbClr val="FFFFFF"/>
            </a:solidFill>
            <a:miter/>
          </a:ln>
          <a:effectLst>
            <a:outerShdw algn="tl" blurRad="55440" dir="5400000" dist="1836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style>
          <a:lnRef idx="0"/>
          <a:fillRef idx="0"/>
          <a:effectRef idx="0"/>
          <a:fontRef idx="minor"/>
        </p:style>
        <p:txBody>
          <a:bodyPr tIns="274320" rIns="90000" bIns="45000" anchor="t">
            <a:normAutofit/>
          </a:bodyPr>
          <a:p>
            <a:endParaRPr lang="en-US" sz="3200" b="0" u="none" strike="noStrike">
              <a:solidFill>
                <a:schemeClr val="dk1"/>
              </a:solidFill>
              <a:effectLst/>
              <a:uFillTx/>
              <a:latin typeface="Gill Sans MT"/>
            </a:endParaRPr>
          </a:p>
        </p:txBody>
      </p:sp>
      <p:sp>
        <p:nvSpPr>
          <p:cNvPr id="278" name="PlaceHolder 5"/>
          <p:cNvSpPr>
            <a:spLocks noGrp="1"/>
          </p:cNvSpPr>
          <p:nvPr>
            <p:ph type="body"/>
          </p:nvPr>
        </p:nvSpPr>
        <p:spPr>
          <a:xfrm>
            <a:off x="838080" y="857160"/>
            <a:ext cx="4419360" cy="2635560"/>
          </a:xfrm>
          <a:prstGeom prst="rect">
            <a:avLst/>
          </a:prstGeom>
          <a:solidFill>
            <a:schemeClr val="lt2"/>
          </a:solidFill>
          <a:ln w="127080">
            <a:noFill/>
          </a:ln>
        </p:spPr>
        <p:txBody>
          <a:bodyPr lIns="91440" tIns="27432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Gill Sans MT"/>
              </a:defRPr>
            </a:lvl1pPr>
          </a:lstStyle>
          <a:p>
            <a:pPr indent="0" algn="l" defTabSz="914400">
              <a:lnSpc>
                <a:spcPct val="100000"/>
              </a:lnSpc>
              <a:buNone/>
              <a:tabLst>
                <a:tab pos="0" algn="l"/>
              </a:tabLst>
            </a:pPr>
            <a:r>
              <a:rPr lang="en-US" sz="3200" b="0" u="none" strike="noStrike">
                <a:solidFill>
                  <a:schemeClr val="dk1"/>
                </a:solidFill>
                <a:effectLst/>
                <a:uFillTx/>
                <a:latin typeface="Gill Sans MT"/>
              </a:rPr>
              <a:t>Click icon to add picture</a:t>
            </a:r>
            <a:endParaRPr lang="en-US" sz="3200" b="0" u="none" strike="noStrike">
              <a:solidFill>
                <a:srgbClr val="777777"/>
              </a:solidFill>
              <a:effectLst/>
              <a:uFillTx/>
              <a:latin typeface="Gill Sans MT"/>
            </a:endParaRPr>
          </a:p>
        </p:txBody>
      </p:sp>
      <p:sp>
        <p:nvSpPr>
          <p:cNvPr id="279" name="Flowchart: Process 8"/>
          <p:cNvSpPr/>
          <p:nvPr/>
        </p:nvSpPr>
        <p:spPr>
          <a:xfrm rot="19468800">
            <a:off x="396720" y="715680"/>
            <a:ext cx="685440" cy="153000"/>
          </a:xfrm>
          <a:prstGeom prst="flowChartProcess">
            <a:avLst/>
          </a:prstGeom>
          <a:solidFill>
            <a:srgbClr val="FBFBFB">
              <a:alpha val="45000"/>
            </a:srgbClr>
          </a:solidFill>
          <a:ln cap="rnd" w="6350">
            <a:solidFill>
              <a:srgbClr val="FFFFFF"/>
            </a:solidFill>
            <a:round/>
          </a:ln>
          <a:effectLst>
            <a:outerShdw algn="tl" blurRad="25560" dir="3324462" dist="25364"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0" name="Flowchart: Process 9"/>
          <p:cNvSpPr/>
          <p:nvPr/>
        </p:nvSpPr>
        <p:spPr>
          <a:xfrm flipH="1" rot="2103600">
            <a:off x="5002560" y="702360"/>
            <a:ext cx="648720" cy="153000"/>
          </a:xfrm>
          <a:prstGeom prst="flowChartProcess">
            <a:avLst/>
          </a:prstGeom>
          <a:solidFill>
            <a:srgbClr val="FBFBFB">
              <a:alpha val="45000"/>
            </a:srgbClr>
          </a:solidFill>
          <a:ln cap="rnd" w="6350">
            <a:solidFill>
              <a:srgbClr val="FFFFFF"/>
            </a:solidFill>
            <a:round/>
          </a:ln>
          <a:effectLst>
            <a:outerShdw algn="tl" blurRad="25560" dir="3324462" dist="25364" rotWithShape="0" sx="96000" sy="96000">
              <a:schemeClr val="bg2">
                <a:alpha val="20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1" name="PlaceHolder 6"/>
          <p:cNvSpPr>
            <a:spLocks noGrp="1"/>
          </p:cNvSpPr>
          <p:nvPr>
            <p:ph type="body"/>
          </p:nvPr>
        </p:nvSpPr>
        <p:spPr>
          <a:xfrm>
            <a:off x="838080" y="3600360"/>
            <a:ext cx="4419360" cy="571320"/>
          </a:xfrm>
          <a:prstGeom prst="rect">
            <a:avLst/>
          </a:prstGeom>
          <a:noFill/>
          <a:ln w="0">
            <a:noFill/>
          </a:ln>
        </p:spPr>
        <p:txBody>
          <a:bodyPr lIns="90000" tIns="45000" rIns="90000" bIns="45000" anchor="ctr">
            <a:noAutofit/>
          </a:bodyPr>
          <a:lstStyle>
            <a:lvl1pPr indent="0" algn="l" defTabSz="914400">
              <a:lnSpc>
                <a:spcPts val="1599"/>
              </a:lnSpc>
              <a:buNone/>
              <a:tabLst>
                <a:tab pos="0" algn="l"/>
              </a:tabLst>
              <a:defRPr lang="en-US" sz="1400" b="0" u="none" strike="noStrike">
                <a:solidFill>
                  <a:srgbClr val="777777"/>
                </a:solidFill>
                <a:effectLst/>
                <a:uFillTx/>
                <a:latin typeface="Gill Sans MT"/>
              </a:defRPr>
            </a:lvl1pPr>
          </a:lstStyle>
          <a:p>
            <a:pPr indent="0" algn="l" defTabSz="914400">
              <a:lnSpc>
                <a:spcPts val="1599"/>
              </a:lnSpc>
              <a:buNone/>
              <a:tabLst>
                <a:tab pos="0" algn="l"/>
              </a:tabLst>
            </a:pPr>
            <a:r>
              <a:rPr lang="en-US" sz="1400" b="0" u="none" strike="noStrike">
                <a:solidFill>
                  <a:srgbClr val="777777"/>
                </a:solidFill>
                <a:effectLst/>
                <a:uFillTx/>
                <a:latin typeface="Gill Sans MT"/>
              </a:rPr>
              <a:t>Click to edit Master text styles</a:t>
            </a:r>
            <a:endParaRPr lang="en-US" sz="1400" b="0" u="none" strike="noStrike">
              <a:solidFill>
                <a:srgbClr val="777777"/>
              </a:solidFill>
              <a:effectLst/>
              <a:uFillTx/>
              <a:latin typeface="Gill Sans MT"/>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blipFill rotWithShape="0">
          <a:blip r:embed="rId2"/>
          <a:tile tx="0" ty="0" sx="89772" sy="89772" algn="tl"/>
        </a:blipFill>
      </p:bgPr>
    </p:bg>
    <p:spTree>
      <p:nvGrpSpPr>
        <p:cNvPr id="1" name=""/>
        <p:cNvGrpSpPr/>
        <p:nvPr/>
      </p:nvGrpSpPr>
      <p:grpSpPr>
        <a:xfrm>
          <a:off x="0" y="0"/>
          <a:ext cx="0" cy="0"/>
          <a:chOff x="0" y="0"/>
          <a:chExt cx="0" cy="0"/>
        </a:xfrm>
      </p:grpSpPr>
      <p:sp>
        <p:nvSpPr>
          <p:cNvPr id="282"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3"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4"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5"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6"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87"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ctr">
              <a:lnSpc>
                <a:spcPct val="100000"/>
              </a:lnSpc>
              <a:buNone/>
              <a:defRPr lang="en-US" sz="3600" b="0" u="none" strike="noStrike">
                <a:solidFill>
                  <a:schemeClr val="dk2"/>
                </a:solidFill>
                <a:effectLst/>
                <a:uFillTx/>
                <a:latin typeface="Gill Sans MT"/>
              </a:defRPr>
            </a:lvl1pPr>
          </a:lstStyle>
          <a:p>
            <a:pPr indent="0" algn="ctr">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288" name="PlaceHolder 2"/>
          <p:cNvSpPr>
            <a:spLocks noGrp="1"/>
          </p:cNvSpPr>
          <p:nvPr>
            <p:ph type="body"/>
          </p:nvPr>
        </p:nvSpPr>
        <p:spPr>
          <a:xfrm>
            <a:off x="1435680" y="1143000"/>
            <a:ext cx="755568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blipFill rotWithShape="0">
          <a:blip r:embed="rId2"/>
          <a:tile tx="0" ty="0" sx="89772" sy="89772" algn="tl"/>
        </a:blipFill>
      </p:bgPr>
    </p:bg>
    <p:spTree>
      <p:nvGrpSpPr>
        <p:cNvPr id="1" name=""/>
        <p:cNvGrpSpPr/>
        <p:nvPr/>
      </p:nvGrpSpPr>
      <p:grpSpPr>
        <a:xfrm>
          <a:off x="0" y="0"/>
          <a:ext cx="0" cy="0"/>
          <a:chOff x="0" y="0"/>
          <a:chExt cx="0" cy="0"/>
        </a:xfrm>
      </p:grpSpPr>
      <p:sp>
        <p:nvSpPr>
          <p:cNvPr id="289"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90"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91"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92"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93"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94"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295" name="PlaceHolder 1"/>
          <p:cNvSpPr>
            <a:spLocks noGrp="1"/>
          </p:cNvSpPr>
          <p:nvPr>
            <p:ph type="dt" idx="70"/>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296" name="PlaceHolder 2"/>
          <p:cNvSpPr>
            <a:spLocks noGrp="1"/>
          </p:cNvSpPr>
          <p:nvPr>
            <p:ph type="ftr" idx="71"/>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7" name="PlaceHolder 3"/>
          <p:cNvSpPr>
            <a:spLocks noGrp="1"/>
          </p:cNvSpPr>
          <p:nvPr>
            <p:ph type="sldNum" idx="72"/>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E9CD22E6-EB8F-4542-9C2B-B4C316637969}"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298"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8">
    <p:bg>
      <p:bgPr>
        <a:blipFill rotWithShape="0">
          <a:blip r:embed="rId2"/>
          <a:tile tx="0" ty="0" sx="89772" sy="89772" algn="tl"/>
        </a:blipFill>
      </p:bgPr>
    </p:bg>
    <p:spTree>
      <p:nvGrpSpPr>
        <p:cNvPr id="1" name=""/>
        <p:cNvGrpSpPr/>
        <p:nvPr/>
      </p:nvGrpSpPr>
      <p:grpSpPr>
        <a:xfrm>
          <a:off x="0" y="0"/>
          <a:ext cx="0" cy="0"/>
          <a:chOff x="0" y="0"/>
          <a:chExt cx="0" cy="0"/>
        </a:xfrm>
      </p:grpSpPr>
      <p:sp>
        <p:nvSpPr>
          <p:cNvPr id="299"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0"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1"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2"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3"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4"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ctr">
              <a:lnSpc>
                <a:spcPct val="100000"/>
              </a:lnSpc>
              <a:buNone/>
              <a:defRPr lang="en-US" sz="3600" b="0" u="none" strike="noStrike">
                <a:solidFill>
                  <a:schemeClr val="dk2"/>
                </a:solidFill>
                <a:effectLst/>
                <a:uFillTx/>
                <a:latin typeface="Gill Sans MT"/>
              </a:defRPr>
            </a:lvl1pPr>
          </a:lstStyle>
          <a:p>
            <a:pPr indent="0" algn="ctr">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305" name="PlaceHolder 2"/>
          <p:cNvSpPr>
            <a:spLocks noGrp="1"/>
          </p:cNvSpPr>
          <p:nvPr>
            <p:ph type="body"/>
          </p:nvPr>
        </p:nvSpPr>
        <p:spPr>
          <a:xfrm>
            <a:off x="1435680" y="1143000"/>
            <a:ext cx="755568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9">
    <p:bg>
      <p:bgPr>
        <a:blipFill rotWithShape="0">
          <a:blip r:embed="rId2"/>
          <a:tile tx="0" ty="0" sx="89772" sy="89772" algn="tl"/>
        </a:blipFill>
      </p:bgPr>
    </p:bg>
    <p:spTree>
      <p:nvGrpSpPr>
        <p:cNvPr id="1" name=""/>
        <p:cNvGrpSpPr/>
        <p:nvPr/>
      </p:nvGrpSpPr>
      <p:grpSpPr>
        <a:xfrm>
          <a:off x="0" y="0"/>
          <a:ext cx="0" cy="0"/>
          <a:chOff x="0" y="0"/>
          <a:chExt cx="0" cy="0"/>
        </a:xfrm>
      </p:grpSpPr>
      <p:sp>
        <p:nvSpPr>
          <p:cNvPr id="306"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7"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8"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09"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10"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11"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12" name="PlaceHolder 1"/>
          <p:cNvSpPr>
            <a:spLocks noGrp="1"/>
          </p:cNvSpPr>
          <p:nvPr>
            <p:ph type="dt" idx="73"/>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13" name="PlaceHolder 2"/>
          <p:cNvSpPr>
            <a:spLocks noGrp="1"/>
          </p:cNvSpPr>
          <p:nvPr>
            <p:ph type="ftr" idx="74"/>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4" name="PlaceHolder 3"/>
          <p:cNvSpPr>
            <a:spLocks noGrp="1"/>
          </p:cNvSpPr>
          <p:nvPr>
            <p:ph type="sldNum" idx="75"/>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81734E37-C50E-41E7-A158-36DF9379B27D}"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315"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0">
    <p:bg>
      <p:bgPr>
        <a:blipFill rotWithShape="0">
          <a:blip r:embed="rId2"/>
          <a:tile tx="0" ty="0" sx="89772" sy="89772" algn="tl"/>
        </a:blipFill>
      </p:bgPr>
    </p:bg>
    <p:spTree>
      <p:nvGrpSpPr>
        <p:cNvPr id="1" name=""/>
        <p:cNvGrpSpPr/>
        <p:nvPr/>
      </p:nvGrpSpPr>
      <p:grpSpPr>
        <a:xfrm>
          <a:off x="0" y="0"/>
          <a:ext cx="0" cy="0"/>
          <a:chOff x="0" y="0"/>
          <a:chExt cx="0" cy="0"/>
        </a:xfrm>
      </p:grpSpPr>
      <p:sp>
        <p:nvSpPr>
          <p:cNvPr id="316"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17"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18"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19"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20"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21" name="PlaceHolder 1"/>
          <p:cNvSpPr>
            <a:spLocks noGrp="1"/>
          </p:cNvSpPr>
          <p:nvPr>
            <p:ph type="title"/>
          </p:nvPr>
        </p:nvSpPr>
        <p:spPr>
          <a:xfrm>
            <a:off x="1432440" y="270000"/>
            <a:ext cx="7406280" cy="1103760"/>
          </a:xfrm>
          <a:prstGeom prst="rect">
            <a:avLst/>
          </a:prstGeom>
          <a:noFill/>
          <a:ln w="0">
            <a:noFill/>
          </a:ln>
        </p:spPr>
        <p:txBody>
          <a:bodyPr lIns="90000" tIns="45000" rIns="90000" bIns="45000" anchor="b">
            <a:normAutofit/>
          </a:bodyPr>
          <a:lstStyle>
            <a:lvl1pPr indent="0" algn="l">
              <a:lnSpc>
                <a:spcPct val="100000"/>
              </a:lnSpc>
              <a:buNone/>
              <a:defRPr lang="en-US" sz="3600" b="0" u="none" strike="noStrike">
                <a:solidFill>
                  <a:schemeClr val="dk2"/>
                </a:solidFill>
                <a:effectLst/>
                <a:uFillTx/>
                <a:latin typeface="Gill Sans MT"/>
              </a:defRPr>
            </a:lvl1pPr>
          </a:lstStyle>
          <a:p>
            <a:pPr indent="0" algn="l">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322" name="PlaceHolder 2"/>
          <p:cNvSpPr>
            <a:spLocks noGrp="1"/>
          </p:cNvSpPr>
          <p:nvPr>
            <p:ph type="dt" idx="76"/>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23" name="PlaceHolder 3"/>
          <p:cNvSpPr>
            <a:spLocks noGrp="1"/>
          </p:cNvSpPr>
          <p:nvPr>
            <p:ph type="ftr" idx="77"/>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4" name="PlaceHolder 4"/>
          <p:cNvSpPr>
            <a:spLocks noGrp="1"/>
          </p:cNvSpPr>
          <p:nvPr>
            <p:ph type="sldNum" idx="78"/>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ED12079C-DD30-44F8-BE97-EDE9FB70F11A}"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325" name="Oval 7"/>
          <p:cNvSpPr/>
          <p:nvPr/>
        </p:nvSpPr>
        <p:spPr>
          <a:xfrm>
            <a:off x="921600" y="1060200"/>
            <a:ext cx="209880" cy="157320"/>
          </a:xfrm>
          <a:prstGeom prst="ellipse">
            <a:avLst/>
          </a:prstGeom>
          <a:gradFill rotWithShape="0">
            <a:gsLst>
              <a:gs pos="0">
                <a:srgbClr val="DAF5FE">
                  <a:alpha val="95000"/>
                </a:srgbClr>
              </a:gs>
              <a:gs pos="50000">
                <a:srgbClr val="C3E3EF">
                  <a:alpha val="90000"/>
                </a:srgbClr>
              </a:gs>
              <a:gs pos="95000">
                <a:srgbClr val="69C8E9">
                  <a:alpha val="88000"/>
                </a:srgbClr>
              </a:gs>
              <a:gs pos="100000">
                <a:srgbClr val="00AAD4">
                  <a:alpha val="85000"/>
                </a:srgbClr>
              </a:gs>
            </a:gsLst>
            <a:path path="circle">
              <a:fillToRect l="25000" t="12000" r="75000" b="88000"/>
            </a:path>
          </a:gradFill>
          <a:ln cap="rnd" w="2000">
            <a:solidFill>
              <a:schemeClr val="accent1">
                <a:shade val="90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326" name="Oval 8"/>
          <p:cNvSpPr/>
          <p:nvPr/>
        </p:nvSpPr>
        <p:spPr>
          <a:xfrm>
            <a:off x="1157040" y="1008720"/>
            <a:ext cx="63720" cy="47520"/>
          </a:xfrm>
          <a:prstGeom prst="ellipse">
            <a:avLst/>
          </a:prstGeom>
          <a:noFill/>
          <a:ln cap="rnd" w="12700">
            <a:solidFill>
              <a:schemeClr val="accent1">
                <a:shade val="75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11160" rIns="90000" bIns="-11160" anchor="ctr">
            <a:noAutofit/>
          </a:bodyPr>
          <a:p>
            <a:endParaRPr lang="en-US" sz="1800" b="0" u="none" strike="noStrike">
              <a:solidFill>
                <a:schemeClr val="dk1"/>
              </a:solidFill>
              <a:effectLst/>
              <a:uFillTx/>
              <a:latin typeface="Gill Sans MT"/>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21">
    <p:bg>
      <p:bgPr>
        <a:blipFill rotWithShape="0">
          <a:blip r:embed="rId2"/>
          <a:tile tx="0" ty="0" sx="89772" sy="89772" algn="tl"/>
        </a:blipFill>
      </p:bgPr>
    </p:bg>
    <p:spTree>
      <p:nvGrpSpPr>
        <p:cNvPr id="1" name=""/>
        <p:cNvGrpSpPr/>
        <p:nvPr/>
      </p:nvGrpSpPr>
      <p:grpSpPr>
        <a:xfrm>
          <a:off x="0" y="0"/>
          <a:ext cx="0" cy="0"/>
          <a:chOff x="0" y="0"/>
          <a:chExt cx="0" cy="0"/>
        </a:xfrm>
      </p:grpSpPr>
      <p:sp>
        <p:nvSpPr>
          <p:cNvPr id="327"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28"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29"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30"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31"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32"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333" name="PlaceHolder 2"/>
          <p:cNvSpPr>
            <a:spLocks noGrp="1"/>
          </p:cNvSpPr>
          <p:nvPr>
            <p:ph type="body"/>
          </p:nvPr>
        </p:nvSpPr>
        <p:spPr>
          <a:xfrm>
            <a:off x="1435680" y="1085760"/>
            <a:ext cx="7497720" cy="3600000"/>
          </a:xfrm>
          <a:prstGeom prst="rect">
            <a:avLst/>
          </a:prstGeom>
          <a:noFill/>
          <a:ln w="0">
            <a:noFill/>
          </a:ln>
        </p:spPr>
        <p:txBody>
          <a:bodyPr lIns="45000" tIns="90000" rIns="45000" bIns="90000" anchor="t" vert="eaVert">
            <a:noAutofit/>
          </a:bodyPr>
          <a:lstStyle>
            <a:lvl1pPr algn="l">
              <a:lnSpc>
                <a:spcPct val="100000"/>
              </a:lnSpc>
              <a:spcBef>
                <a:spcPts val="601"/>
              </a:spcBef>
              <a:buClr>
                <a:srgbClr val="3891A7"/>
              </a:buClr>
              <a:buSzPct val="80000"/>
              <a:buFont typeface="Wingdings 2" charset="2"/>
              <a:buChar char=""/>
              <a:defRPr lang="en-US" sz="32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800" b="0" u="none" strike="noStrike">
                <a:solidFill>
                  <a:schemeClr val="dk1"/>
                </a:solidFill>
                <a:effectLst/>
                <a:uFillTx/>
                <a:latin typeface="Gill Sans MT"/>
              </a:defRPr>
            </a:lvl2pPr>
            <a:lvl3pPr lvl="2" algn="l">
              <a:lnSpc>
                <a:spcPct val="100000"/>
              </a:lnSpc>
              <a:spcBef>
                <a:spcPts val="479"/>
              </a:spcBef>
              <a:buClr>
                <a:srgbClr val="FEB80A"/>
              </a:buClr>
              <a:buFont typeface="Wingdings 2" charset="2"/>
              <a:buChar char=""/>
              <a:defRPr lang="en-US" sz="2400" b="0" u="none" strike="noStrike">
                <a:solidFill>
                  <a:schemeClr val="dk1"/>
                </a:solidFill>
                <a:effectLst/>
                <a:uFillTx/>
                <a:latin typeface="Gill Sans MT"/>
              </a:defRPr>
            </a:lvl3pPr>
            <a:lvl4pPr lvl="3" algn="l">
              <a:lnSpc>
                <a:spcPct val="100000"/>
              </a:lnSpc>
              <a:spcBef>
                <a:spcPts val="400"/>
              </a:spcBef>
              <a:buClr>
                <a:srgbClr val="C32D2E"/>
              </a:buClr>
              <a:buFont typeface="Wingdings 2" charset="2"/>
              <a:buChar char=""/>
              <a:defRPr lang="en-US" sz="2000" b="0" u="none" strike="noStrike">
                <a:solidFill>
                  <a:schemeClr val="dk1"/>
                </a:solidFill>
                <a:effectLst/>
                <a:uFillTx/>
                <a:latin typeface="Gill Sans MT"/>
              </a:defRPr>
            </a:lvl4pPr>
            <a:lvl5pPr lvl="4" algn="l">
              <a:lnSpc>
                <a:spcPct val="100000"/>
              </a:lnSpc>
              <a:spcBef>
                <a:spcPts val="400"/>
              </a:spcBef>
              <a:buClr>
                <a:srgbClr val="84AA33"/>
              </a:buClr>
              <a:buFont typeface="Wingdings 2" charset="2"/>
              <a:buChar char=""/>
              <a:defRPr lang="en-US" sz="20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3200" b="0" u="none" strike="noStrike">
                <a:solidFill>
                  <a:schemeClr val="dk1"/>
                </a:solidFill>
                <a:effectLst/>
                <a:uFillTx/>
                <a:latin typeface="Gill Sans MT"/>
              </a:rPr>
              <a:t>Click to edit Master text styles</a:t>
            </a:r>
            <a:endParaRPr lang="en-US" sz="32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800" b="0" u="none" strike="noStrike">
                <a:solidFill>
                  <a:schemeClr val="dk1"/>
                </a:solidFill>
                <a:effectLst/>
                <a:uFillTx/>
                <a:latin typeface="Gill Sans MT"/>
              </a:rPr>
              <a:t>Second level</a:t>
            </a:r>
            <a:endParaRPr lang="en-US" sz="2800" b="0" u="none" strike="noStrike">
              <a:solidFill>
                <a:schemeClr val="dk1"/>
              </a:solidFill>
              <a:effectLst/>
              <a:uFillTx/>
              <a:latin typeface="Gill Sans MT"/>
            </a:endParaRPr>
          </a:p>
          <a:p>
            <a:pPr marL="887040" lvl="2" indent="-228600" algn="l">
              <a:lnSpc>
                <a:spcPct val="100000"/>
              </a:lnSpc>
              <a:spcBef>
                <a:spcPts val="479"/>
              </a:spcBef>
              <a:buClr>
                <a:srgbClr val="FEB80A"/>
              </a:buClr>
              <a:buFont typeface="Wingdings 2" charset="2"/>
              <a:buChar char=""/>
            </a:pPr>
            <a:r>
              <a:rPr lang="en-US" sz="2400" b="0" u="none" strike="noStrike">
                <a:solidFill>
                  <a:schemeClr val="dk1"/>
                </a:solidFill>
                <a:effectLst/>
                <a:uFillTx/>
                <a:latin typeface="Gill Sans MT"/>
              </a:rPr>
              <a:t>Third level</a:t>
            </a:r>
            <a:endParaRPr lang="en-US" sz="2400" b="0" u="none" strike="noStrike">
              <a:solidFill>
                <a:schemeClr val="dk1"/>
              </a:solidFill>
              <a:effectLst/>
              <a:uFillTx/>
              <a:latin typeface="Gill Sans MT"/>
            </a:endParaRPr>
          </a:p>
          <a:p>
            <a:pPr marL="1097280" lvl="3" indent="-173880" algn="l">
              <a:lnSpc>
                <a:spcPct val="100000"/>
              </a:lnSpc>
              <a:spcBef>
                <a:spcPts val="400"/>
              </a:spcBef>
              <a:buClr>
                <a:srgbClr val="C32D2E"/>
              </a:buClr>
              <a:buFont typeface="Wingdings 2" charset="2"/>
              <a:buChar char=""/>
            </a:pPr>
            <a:r>
              <a:rPr lang="en-US" sz="2000" b="0" u="none" strike="noStrike">
                <a:solidFill>
                  <a:schemeClr val="dk1"/>
                </a:solidFill>
                <a:effectLst/>
                <a:uFillTx/>
                <a:latin typeface="Gill Sans MT"/>
              </a:rPr>
              <a:t>Fourth level</a:t>
            </a:r>
            <a:endParaRPr lang="en-US" sz="2000" b="0" u="none" strike="noStrike">
              <a:solidFill>
                <a:schemeClr val="dk1"/>
              </a:solidFill>
              <a:effectLst/>
              <a:uFillTx/>
              <a:latin typeface="Gill Sans MT"/>
            </a:endParaRPr>
          </a:p>
          <a:p>
            <a:pPr marL="1298520" lvl="4" indent="-182880" algn="l">
              <a:lnSpc>
                <a:spcPct val="100000"/>
              </a:lnSpc>
              <a:spcBef>
                <a:spcPts val="400"/>
              </a:spcBef>
              <a:buClr>
                <a:srgbClr val="84AA33"/>
              </a:buClr>
              <a:buFont typeface="Wingdings 2" charset="2"/>
              <a:buChar char=""/>
            </a:pPr>
            <a:r>
              <a:rPr lang="en-US" sz="2000" b="0" u="none" strike="noStrike">
                <a:solidFill>
                  <a:schemeClr val="dk1"/>
                </a:solidFill>
                <a:effectLst/>
                <a:uFillTx/>
                <a:latin typeface="Gill Sans MT"/>
              </a:rPr>
              <a:t>Fifth level</a:t>
            </a:r>
            <a:endParaRPr lang="en-US" sz="2000" b="0" u="none" strike="noStrike">
              <a:solidFill>
                <a:schemeClr val="dk1"/>
              </a:solidFill>
              <a:effectLst/>
              <a:uFillTx/>
              <a:latin typeface="Gill Sans MT"/>
            </a:endParaRPr>
          </a:p>
        </p:txBody>
      </p:sp>
      <p:sp>
        <p:nvSpPr>
          <p:cNvPr id="334" name="PlaceHolder 3"/>
          <p:cNvSpPr>
            <a:spLocks noGrp="1"/>
          </p:cNvSpPr>
          <p:nvPr>
            <p:ph type="dt" idx="79"/>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35" name="PlaceHolder 4"/>
          <p:cNvSpPr>
            <a:spLocks noGrp="1"/>
          </p:cNvSpPr>
          <p:nvPr>
            <p:ph type="ftr" idx="80"/>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6" name="PlaceHolder 5"/>
          <p:cNvSpPr>
            <a:spLocks noGrp="1"/>
          </p:cNvSpPr>
          <p:nvPr>
            <p:ph type="sldNum" idx="81"/>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F542EAC6-EDF8-4DEE-82EB-5BDBA5F201E8}"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2">
    <p:bg>
      <p:bgPr>
        <a:blipFill rotWithShape="0">
          <a:blip r:embed="rId2"/>
          <a:tile tx="0" ty="0" sx="89772" sy="89772" algn="tl"/>
        </a:blipFill>
      </p:bgPr>
    </p:bg>
    <p:spTree>
      <p:nvGrpSpPr>
        <p:cNvPr id="1" name=""/>
        <p:cNvGrpSpPr/>
        <p:nvPr/>
      </p:nvGrpSpPr>
      <p:grpSpPr>
        <a:xfrm>
          <a:off x="0" y="0"/>
          <a:ext cx="0" cy="0"/>
          <a:chOff x="0" y="0"/>
          <a:chExt cx="0" cy="0"/>
        </a:xfrm>
      </p:grpSpPr>
      <p:sp>
        <p:nvSpPr>
          <p:cNvPr id="337"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38"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39"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40"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41"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42"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l">
              <a:lnSpc>
                <a:spcPct val="100000"/>
              </a:lnSpc>
              <a:buNone/>
              <a:defRPr lang="en-US" sz="3600" b="0" u="none" strike="noStrike">
                <a:solidFill>
                  <a:schemeClr val="dk2"/>
                </a:solidFill>
                <a:effectLst/>
                <a:uFillTx/>
                <a:latin typeface="Gill Sans MT"/>
              </a:defRPr>
            </a:lvl1pPr>
          </a:lstStyle>
          <a:p>
            <a:pPr indent="0" algn="l">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343" name="PlaceHolder 2"/>
          <p:cNvSpPr>
            <a:spLocks noGrp="1"/>
          </p:cNvSpPr>
          <p:nvPr>
            <p:ph type="body"/>
          </p:nvPr>
        </p:nvSpPr>
        <p:spPr>
          <a:xfrm>
            <a:off x="1435680" y="1085760"/>
            <a:ext cx="7497720" cy="36000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344" name="PlaceHolder 3"/>
          <p:cNvSpPr>
            <a:spLocks noGrp="1"/>
          </p:cNvSpPr>
          <p:nvPr>
            <p:ph type="dt" idx="82"/>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45" name="PlaceHolder 4"/>
          <p:cNvSpPr>
            <a:spLocks noGrp="1"/>
          </p:cNvSpPr>
          <p:nvPr>
            <p:ph type="ftr" idx="83"/>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6" name="PlaceHolder 5"/>
          <p:cNvSpPr>
            <a:spLocks noGrp="1"/>
          </p:cNvSpPr>
          <p:nvPr>
            <p:ph type="sldNum" idx="84"/>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C9292FF-FCE5-4DD1-ACB9-4DC8B318B795}"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3">
    <p:bg>
      <p:bgPr>
        <a:blipFill rotWithShape="0">
          <a:blip r:embed="rId2"/>
          <a:tile tx="0" ty="0" sx="89772" sy="89772" algn="tl"/>
        </a:blipFill>
      </p:bgPr>
    </p:bg>
    <p:spTree>
      <p:nvGrpSpPr>
        <p:cNvPr id="1" name=""/>
        <p:cNvGrpSpPr/>
        <p:nvPr/>
      </p:nvGrpSpPr>
      <p:grpSpPr>
        <a:xfrm>
          <a:off x="0" y="0"/>
          <a:ext cx="0" cy="0"/>
          <a:chOff x="0" y="0"/>
          <a:chExt cx="0" cy="0"/>
        </a:xfrm>
      </p:grpSpPr>
      <p:sp>
        <p:nvSpPr>
          <p:cNvPr id="347"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48"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49"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50"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51"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52" name="Rectangle 6"/>
          <p:cNvSpPr/>
          <p:nvPr/>
        </p:nvSpPr>
        <p:spPr>
          <a:xfrm>
            <a:off x="2282760" y="0"/>
            <a:ext cx="685764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53" name="PlaceHolder 1"/>
          <p:cNvSpPr>
            <a:spLocks noGrp="1"/>
          </p:cNvSpPr>
          <p:nvPr>
            <p:ph type="title"/>
          </p:nvPr>
        </p:nvSpPr>
        <p:spPr>
          <a:xfrm>
            <a:off x="2578320" y="1950120"/>
            <a:ext cx="6400440" cy="1714320"/>
          </a:xfrm>
          <a:prstGeom prst="rect">
            <a:avLst/>
          </a:prstGeom>
          <a:noFill/>
          <a:ln w="0">
            <a:noFill/>
          </a:ln>
        </p:spPr>
        <p:txBody>
          <a:bodyPr lIns="90000" tIns="45000" rIns="90000" bIns="45000" anchor="t">
            <a:noAutofit/>
          </a:bodyPr>
          <a:lstStyle>
            <a:lvl1pPr indent="0" algn="l">
              <a:lnSpc>
                <a:spcPts val="4501"/>
              </a:lnSpc>
              <a:buNone/>
              <a:defRPr lang="en-US" sz="4000" b="1" u="none" strike="noStrike" cap="all">
                <a:solidFill>
                  <a:schemeClr val="dk2"/>
                </a:solidFill>
                <a:effectLst/>
                <a:uFillTx/>
                <a:latin typeface="Gill Sans MT"/>
              </a:defRPr>
            </a:lvl1pPr>
          </a:lstStyle>
          <a:p>
            <a:pPr indent="0" algn="l">
              <a:lnSpc>
                <a:spcPts val="4501"/>
              </a:lnSpc>
              <a:buNone/>
            </a:pPr>
            <a:r>
              <a:rPr lang="en-US" sz="4000" b="1" u="none" strike="noStrike" cap="all">
                <a:solidFill>
                  <a:schemeClr val="dk2"/>
                </a:solidFill>
                <a:effectLst/>
                <a:uFillTx/>
                <a:latin typeface="Gill Sans MT"/>
              </a:rPr>
              <a:t>Click to edit Master title style</a:t>
            </a:r>
            <a:endParaRPr lang="en-US" sz="4000" b="1" u="none" strike="noStrike" cap="all">
              <a:solidFill>
                <a:schemeClr val="dk2"/>
              </a:solidFill>
              <a:effectLst/>
              <a:uFillTx/>
              <a:latin typeface="Gill Sans MT"/>
            </a:endParaRPr>
          </a:p>
        </p:txBody>
      </p:sp>
      <p:sp>
        <p:nvSpPr>
          <p:cNvPr id="354" name="PlaceHolder 2"/>
          <p:cNvSpPr>
            <a:spLocks noGrp="1"/>
          </p:cNvSpPr>
          <p:nvPr>
            <p:ph type="body"/>
          </p:nvPr>
        </p:nvSpPr>
        <p:spPr>
          <a:xfrm>
            <a:off x="2578320" y="800280"/>
            <a:ext cx="6400440" cy="1131840"/>
          </a:xfrm>
          <a:prstGeom prst="rect">
            <a:avLst/>
          </a:prstGeom>
          <a:noFill/>
          <a:ln w="0">
            <a:noFill/>
          </a:ln>
        </p:spPr>
        <p:txBody>
          <a:bodyPr lIns="90000" tIns="45000" rIns="90000" bIns="45000" anchor="b">
            <a:noAutofit/>
          </a:bodyPr>
          <a:lstStyle>
            <a:lvl1pPr marL="18360" indent="0" algn="l">
              <a:lnSpc>
                <a:spcPts val="2299"/>
              </a:lnSpc>
              <a:buNone/>
              <a:tabLst>
                <a:tab pos="0" algn="l"/>
              </a:tabLst>
              <a:defRPr lang="en-US" sz="2000" b="0" u="none" strike="noStrike">
                <a:solidFill>
                  <a:schemeClr val="dk2">
                    <a:shade val="30000"/>
                  </a:schemeClr>
                </a:solidFill>
                <a:effectLst/>
                <a:uFillTx/>
                <a:latin typeface="Gill Sans MT"/>
              </a:defRPr>
            </a:lvl1pPr>
          </a:lstStyle>
          <a:p>
            <a:pPr marL="18360" indent="0" algn="l">
              <a:lnSpc>
                <a:spcPts val="2299"/>
              </a:lnSpc>
              <a:buNone/>
              <a:tabLst>
                <a:tab pos="0" algn="l"/>
              </a:tabLst>
            </a:pPr>
            <a:r>
              <a:rPr lang="en-US" sz="2000" b="0" u="none" strike="noStrike">
                <a:solidFill>
                  <a:schemeClr val="dk2">
                    <a:shade val="30000"/>
                  </a:schemeClr>
                </a:solidFill>
                <a:effectLst/>
                <a:uFillTx/>
                <a:latin typeface="Gill Sans MT"/>
              </a:rPr>
              <a:t>Click to edit Master text styles</a:t>
            </a:r>
            <a:endParaRPr lang="en-US" sz="2000" b="0" u="none" strike="noStrike">
              <a:solidFill>
                <a:schemeClr val="dk2">
                  <a:shade val="30000"/>
                </a:schemeClr>
              </a:solidFill>
              <a:effectLst/>
              <a:uFillTx/>
              <a:latin typeface="Gill Sans MT"/>
            </a:endParaRPr>
          </a:p>
        </p:txBody>
      </p:sp>
      <p:sp>
        <p:nvSpPr>
          <p:cNvPr id="355" name="PlaceHolder 3"/>
          <p:cNvSpPr>
            <a:spLocks noGrp="1"/>
          </p:cNvSpPr>
          <p:nvPr>
            <p:ph type="dt" idx="85"/>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56" name="PlaceHolder 4"/>
          <p:cNvSpPr>
            <a:spLocks noGrp="1"/>
          </p:cNvSpPr>
          <p:nvPr>
            <p:ph type="ftr" idx="86"/>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57" name="PlaceHolder 5"/>
          <p:cNvSpPr>
            <a:spLocks noGrp="1"/>
          </p:cNvSpPr>
          <p:nvPr>
            <p:ph type="sldNum" idx="87"/>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EBADB752-3101-48D4-B6A8-0B403CE06C93}"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358" name="Rectangle 9"/>
          <p:cNvSpPr/>
          <p:nvPr/>
        </p:nvSpPr>
        <p:spPr>
          <a:xfrm>
            <a:off x="2286000" y="0"/>
            <a:ext cx="7596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59" name="Oval 7"/>
          <p:cNvSpPr/>
          <p:nvPr/>
        </p:nvSpPr>
        <p:spPr>
          <a:xfrm>
            <a:off x="2172240" y="2111040"/>
            <a:ext cx="209880" cy="157320"/>
          </a:xfrm>
          <a:prstGeom prst="ellipse">
            <a:avLst/>
          </a:prstGeom>
          <a:gradFill rotWithShape="0">
            <a:gsLst>
              <a:gs pos="0">
                <a:srgbClr val="DAF5FE">
                  <a:alpha val="95000"/>
                </a:srgbClr>
              </a:gs>
              <a:gs pos="50000">
                <a:srgbClr val="C3E3EF">
                  <a:alpha val="90000"/>
                </a:srgbClr>
              </a:gs>
              <a:gs pos="95000">
                <a:srgbClr val="69C8E9">
                  <a:alpha val="88000"/>
                </a:srgbClr>
              </a:gs>
              <a:gs pos="100000">
                <a:srgbClr val="00AAD4">
                  <a:alpha val="85000"/>
                </a:srgbClr>
              </a:gs>
            </a:gsLst>
            <a:path path="circle">
              <a:fillToRect l="25000" t="12000" r="75000" b="88000"/>
            </a:path>
          </a:gradFill>
          <a:ln cap="rnd" w="2000">
            <a:solidFill>
              <a:schemeClr val="accent1">
                <a:shade val="90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360" name="Oval 8"/>
          <p:cNvSpPr/>
          <p:nvPr/>
        </p:nvSpPr>
        <p:spPr>
          <a:xfrm>
            <a:off x="2408040" y="2059560"/>
            <a:ext cx="63720" cy="47520"/>
          </a:xfrm>
          <a:prstGeom prst="ellipse">
            <a:avLst/>
          </a:prstGeom>
          <a:noFill/>
          <a:ln cap="rnd" w="12700">
            <a:solidFill>
              <a:schemeClr val="accent1">
                <a:shade val="75000"/>
                <a:alpha val="60000"/>
              </a:schemeClr>
            </a:solidFill>
            <a:round/>
          </a:ln>
          <a:effectLst>
            <a:outerShdw blurRad="63360" dir="5400000" dist="25560" rotWithShape="0">
              <a:srgbClr val="000000">
                <a:alpha val="43000"/>
              </a:srgbClr>
            </a:outerShdw>
          </a:effectLst>
        </p:spPr>
        <p:style>
          <a:lnRef idx="1">
            <a:schemeClr val="accent1"/>
          </a:lnRef>
          <a:fillRef idx="2">
            <a:schemeClr val="accent1"/>
          </a:fillRef>
          <a:effectRef idx="1">
            <a:schemeClr val="accent1"/>
          </a:effectRef>
          <a:fontRef idx="minor"/>
        </p:style>
        <p:txBody>
          <a:bodyPr lIns="90000" tIns="-11160" rIns="90000" bIns="-11160" anchor="ctr">
            <a:noAutofit/>
          </a:bodyPr>
          <a:p>
            <a:endParaRPr lang="en-US" sz="1800" b="0" u="none" strike="noStrike">
              <a:solidFill>
                <a:schemeClr val="dk1"/>
              </a:solidFill>
              <a:effectLst/>
              <a:uFillTx/>
              <a:latin typeface="Gill Sans MT"/>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4">
    <p:bg>
      <p:bgPr>
        <a:blipFill rotWithShape="0">
          <a:blip r:embed="rId2"/>
          <a:tile tx="0" ty="0" sx="89772" sy="89772" algn="tl"/>
        </a:blipFill>
      </p:bgPr>
    </p:bg>
    <p:spTree>
      <p:nvGrpSpPr>
        <p:cNvPr id="1" name=""/>
        <p:cNvGrpSpPr/>
        <p:nvPr/>
      </p:nvGrpSpPr>
      <p:grpSpPr>
        <a:xfrm>
          <a:off x="0" y="0"/>
          <a:ext cx="0" cy="0"/>
          <a:chOff x="0" y="0"/>
          <a:chExt cx="0" cy="0"/>
        </a:xfrm>
      </p:grpSpPr>
      <p:sp>
        <p:nvSpPr>
          <p:cNvPr id="361"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62"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63"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64"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65"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66"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367" name="PlaceHolder 2"/>
          <p:cNvSpPr>
            <a:spLocks noGrp="1"/>
          </p:cNvSpPr>
          <p:nvPr>
            <p:ph type="body"/>
          </p:nvPr>
        </p:nvSpPr>
        <p:spPr>
          <a:xfrm>
            <a:off x="1435680" y="1143000"/>
            <a:ext cx="365724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368" name="PlaceHolder 3"/>
          <p:cNvSpPr>
            <a:spLocks noGrp="1"/>
          </p:cNvSpPr>
          <p:nvPr>
            <p:ph type="body"/>
          </p:nvPr>
        </p:nvSpPr>
        <p:spPr>
          <a:xfrm>
            <a:off x="5276160" y="1143000"/>
            <a:ext cx="365724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
        <p:nvSpPr>
          <p:cNvPr id="369" name="PlaceHolder 4"/>
          <p:cNvSpPr>
            <a:spLocks noGrp="1"/>
          </p:cNvSpPr>
          <p:nvPr>
            <p:ph type="dt" idx="88"/>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70" name="PlaceHolder 5"/>
          <p:cNvSpPr>
            <a:spLocks noGrp="1"/>
          </p:cNvSpPr>
          <p:nvPr>
            <p:ph type="ftr" idx="89"/>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1" name="PlaceHolder 6"/>
          <p:cNvSpPr>
            <a:spLocks noGrp="1"/>
          </p:cNvSpPr>
          <p:nvPr>
            <p:ph type="sldNum" idx="90"/>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4C2E6F08-9AA4-4808-9D71-2237F4B8304B}"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5">
    <p:bg>
      <p:bgPr>
        <a:blipFill rotWithShape="0">
          <a:blip r:embed="rId2"/>
          <a:tile tx="0" ty="0" sx="89772" sy="89772" algn="tl"/>
        </a:blipFill>
      </p:bgPr>
    </p:bg>
    <p:spTree>
      <p:nvGrpSpPr>
        <p:cNvPr id="1" name=""/>
        <p:cNvGrpSpPr/>
        <p:nvPr/>
      </p:nvGrpSpPr>
      <p:grpSpPr>
        <a:xfrm>
          <a:off x="0" y="0"/>
          <a:ext cx="0" cy="0"/>
          <a:chOff x="0" y="0"/>
          <a:chExt cx="0" cy="0"/>
        </a:xfrm>
      </p:grpSpPr>
      <p:sp>
        <p:nvSpPr>
          <p:cNvPr id="372"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73"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74"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75"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76"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77" name="PlaceHolder 1"/>
          <p:cNvSpPr>
            <a:spLocks noGrp="1"/>
          </p:cNvSpPr>
          <p:nvPr>
            <p:ph type="title"/>
          </p:nvPr>
        </p:nvSpPr>
        <p:spPr>
          <a:xfrm>
            <a:off x="457200" y="3870360"/>
            <a:ext cx="8229240" cy="856800"/>
          </a:xfrm>
          <a:prstGeom prst="rect">
            <a:avLst/>
          </a:prstGeom>
          <a:noFill/>
          <a:ln w="0">
            <a:noFill/>
          </a:ln>
        </p:spPr>
        <p:txBody>
          <a:bodyPr lIns="90000" tIns="45000" rIns="90000" bIns="45000" anchor="ctr">
            <a:noAutofit/>
          </a:bodyPr>
          <a:lstStyle>
            <a:lvl1pPr indent="0" algn="ctr">
              <a:lnSpc>
                <a:spcPct val="100000"/>
              </a:lnSpc>
              <a:buNone/>
              <a:defRPr lang="en-US" sz="4500" b="1" u="none" strike="noStrike">
                <a:solidFill>
                  <a:schemeClr val="dk2"/>
                </a:solidFill>
                <a:effectLst/>
                <a:uFillTx/>
                <a:latin typeface="Gill Sans MT"/>
              </a:defRPr>
            </a:lvl1pPr>
          </a:lstStyle>
          <a:p>
            <a:pPr indent="0" algn="ctr">
              <a:lnSpc>
                <a:spcPct val="100000"/>
              </a:lnSpc>
              <a:buNone/>
            </a:pPr>
            <a:r>
              <a:rPr lang="en-US" sz="4500" b="1" u="none" strike="noStrike">
                <a:solidFill>
                  <a:schemeClr val="dk2"/>
                </a:solidFill>
                <a:effectLst/>
                <a:uFillTx/>
                <a:latin typeface="Gill Sans MT"/>
              </a:rPr>
              <a:t>Click to edit Master title style</a:t>
            </a:r>
            <a:endParaRPr lang="en-US" sz="4500" b="1" u="none" strike="noStrike">
              <a:solidFill>
                <a:schemeClr val="dk2"/>
              </a:solidFill>
              <a:effectLst/>
              <a:uFillTx/>
              <a:latin typeface="Gill Sans MT"/>
            </a:endParaRPr>
          </a:p>
        </p:txBody>
      </p:sp>
      <p:sp>
        <p:nvSpPr>
          <p:cNvPr id="378" name="PlaceHolder 2"/>
          <p:cNvSpPr>
            <a:spLocks noGrp="1"/>
          </p:cNvSpPr>
          <p:nvPr>
            <p:ph type="body"/>
          </p:nvPr>
        </p:nvSpPr>
        <p:spPr>
          <a:xfrm>
            <a:off x="457200" y="246240"/>
            <a:ext cx="4023000" cy="479880"/>
          </a:xfrm>
          <a:prstGeom prst="rect">
            <a:avLst/>
          </a:prstGeom>
          <a:solidFill>
            <a:schemeClr val="lt1"/>
          </a:solidFill>
          <a:ln w="10800">
            <a:solidFill>
              <a:schemeClr val="lt1"/>
            </a:solidFill>
            <a:miter/>
          </a:ln>
        </p:spPr>
        <p:txBody>
          <a:bodyPr lIns="90000" tIns="45000" rIns="90000" bIns="45000" anchor="ctr">
            <a:noAutofit/>
          </a:bodyPr>
          <a:lstStyle>
            <a:lvl1pPr marL="64080" indent="0" algn="l">
              <a:lnSpc>
                <a:spcPct val="100000"/>
              </a:lnSpc>
              <a:spcBef>
                <a:spcPts val="99"/>
              </a:spcBef>
              <a:buNone/>
              <a:tabLst>
                <a:tab pos="0" algn="l"/>
              </a:tabLst>
              <a:defRPr lang="en-US" sz="1900" b="0" u="none" strike="noStrike">
                <a:solidFill>
                  <a:schemeClr val="dk1"/>
                </a:solidFill>
                <a:effectLst/>
                <a:uFillTx/>
                <a:latin typeface="Gill Sans MT"/>
              </a:defRPr>
            </a:lvl1pPr>
          </a:lstStyle>
          <a:p>
            <a:pPr marL="64080" indent="0" algn="l">
              <a:lnSpc>
                <a:spcPct val="100000"/>
              </a:lnSpc>
              <a:spcBef>
                <a:spcPts val="99"/>
              </a:spcBef>
              <a:buNone/>
              <a:tabLst>
                <a:tab pos="0" algn="l"/>
              </a:tabLst>
            </a:pPr>
            <a:r>
              <a:rPr lang="en-US" sz="1900" b="0" u="none" strike="noStrike">
                <a:solidFill>
                  <a:schemeClr val="dk1"/>
                </a:solidFill>
                <a:effectLst/>
                <a:uFillTx/>
                <a:latin typeface="Gill Sans MT"/>
              </a:rPr>
              <a:t>Click to edit Master text styles</a:t>
            </a:r>
            <a:endParaRPr lang="en-US" sz="1900" b="0" u="none" strike="noStrike">
              <a:solidFill>
                <a:schemeClr val="dk1"/>
              </a:solidFill>
              <a:effectLst/>
              <a:uFillTx/>
              <a:latin typeface="Gill Sans MT"/>
            </a:endParaRPr>
          </a:p>
        </p:txBody>
      </p:sp>
      <p:sp>
        <p:nvSpPr>
          <p:cNvPr id="379" name="PlaceHolder 3"/>
          <p:cNvSpPr>
            <a:spLocks noGrp="1"/>
          </p:cNvSpPr>
          <p:nvPr>
            <p:ph type="body"/>
          </p:nvPr>
        </p:nvSpPr>
        <p:spPr>
          <a:xfrm>
            <a:off x="4663440" y="246240"/>
            <a:ext cx="4023000" cy="479880"/>
          </a:xfrm>
          <a:prstGeom prst="rect">
            <a:avLst/>
          </a:prstGeom>
          <a:solidFill>
            <a:schemeClr val="lt1"/>
          </a:solidFill>
          <a:ln w="10800">
            <a:solidFill>
              <a:schemeClr val="lt1"/>
            </a:solidFill>
            <a:miter/>
          </a:ln>
        </p:spPr>
        <p:txBody>
          <a:bodyPr lIns="90000" tIns="45000" rIns="90000" bIns="45000" anchor="ctr">
            <a:noAutofit/>
          </a:bodyPr>
          <a:lstStyle>
            <a:lvl1pPr marL="64080" indent="0" algn="l">
              <a:lnSpc>
                <a:spcPct val="100000"/>
              </a:lnSpc>
              <a:spcBef>
                <a:spcPts val="99"/>
              </a:spcBef>
              <a:buNone/>
              <a:tabLst>
                <a:tab pos="0" algn="l"/>
              </a:tabLst>
              <a:defRPr lang="en-US" sz="1900" b="0" u="none" strike="noStrike">
                <a:solidFill>
                  <a:schemeClr val="dk1"/>
                </a:solidFill>
                <a:effectLst/>
                <a:uFillTx/>
                <a:latin typeface="Gill Sans MT"/>
              </a:defRPr>
            </a:lvl1pPr>
          </a:lstStyle>
          <a:p>
            <a:pPr marL="64080" indent="0" algn="l">
              <a:lnSpc>
                <a:spcPct val="100000"/>
              </a:lnSpc>
              <a:spcBef>
                <a:spcPts val="99"/>
              </a:spcBef>
              <a:buNone/>
              <a:tabLst>
                <a:tab pos="0" algn="l"/>
              </a:tabLst>
            </a:pPr>
            <a:r>
              <a:rPr lang="en-US" sz="1900" b="0" u="none" strike="noStrike">
                <a:solidFill>
                  <a:schemeClr val="dk1"/>
                </a:solidFill>
                <a:effectLst/>
                <a:uFillTx/>
                <a:latin typeface="Gill Sans MT"/>
              </a:rPr>
              <a:t>Click to edit Master text styles</a:t>
            </a:r>
            <a:endParaRPr lang="en-US" sz="1900" b="0" u="none" strike="noStrike">
              <a:solidFill>
                <a:schemeClr val="dk1"/>
              </a:solidFill>
              <a:effectLst/>
              <a:uFillTx/>
              <a:latin typeface="Gill Sans MT"/>
            </a:endParaRPr>
          </a:p>
        </p:txBody>
      </p:sp>
      <p:sp>
        <p:nvSpPr>
          <p:cNvPr id="380" name="PlaceHolder 4"/>
          <p:cNvSpPr>
            <a:spLocks noGrp="1"/>
          </p:cNvSpPr>
          <p:nvPr>
            <p:ph type="body"/>
          </p:nvPr>
        </p:nvSpPr>
        <p:spPr>
          <a:xfrm>
            <a:off x="457200" y="726840"/>
            <a:ext cx="4023000" cy="3085920"/>
          </a:xfrm>
          <a:prstGeom prst="rect">
            <a:avLst/>
          </a:prstGeom>
          <a:noFill/>
          <a:ln w="10800">
            <a:solidFill>
              <a:schemeClr val="lt1"/>
            </a:solidFill>
            <a:prstDash val="dash"/>
            <a:miter/>
          </a:ln>
        </p:spPr>
        <p:txBody>
          <a:bodyPr lIns="90000" tIns="45000" rIns="90000" bIns="45000" anchor="t">
            <a:noAutofit/>
          </a:bodyPr>
          <a:lstStyle>
            <a:lvl1pPr algn="l">
              <a:lnSpc>
                <a:spcPct val="100000"/>
              </a:lnSpc>
              <a:spcBef>
                <a:spcPts val="700"/>
              </a:spcBef>
              <a:buClr>
                <a:srgbClr val="3891A7"/>
              </a:buClr>
              <a:buSzPct val="80000"/>
              <a:buFont typeface="Wingdings 2" charset="2"/>
              <a:buChar char=""/>
              <a:tabLst>
                <a:tab pos="0" algn="l"/>
              </a:tabLst>
              <a:defRPr lang="en-US" sz="2400" b="0" u="none" strike="noStrike">
                <a:solidFill>
                  <a:schemeClr val="dk1"/>
                </a:solidFill>
                <a:effectLst/>
                <a:uFillTx/>
                <a:latin typeface="Gill Sans MT"/>
              </a:defRPr>
            </a:lvl1pPr>
            <a:lvl2pPr lvl="1" algn="l">
              <a:lnSpc>
                <a:spcPct val="100000"/>
              </a:lnSpc>
              <a:spcBef>
                <a:spcPts val="700"/>
              </a:spcBef>
              <a:buClr>
                <a:srgbClr val="3891A7"/>
              </a:buClr>
              <a:buFont typeface="Verdana"/>
              <a:buChar char="◦"/>
              <a:tabLst>
                <a:tab pos="0" algn="l"/>
              </a:tabLst>
              <a:defRPr lang="en-US" sz="2000" b="0" u="none" strike="noStrike">
                <a:solidFill>
                  <a:schemeClr val="dk1"/>
                </a:solidFill>
                <a:effectLst/>
                <a:uFillTx/>
                <a:latin typeface="Gill Sans MT"/>
              </a:defRPr>
            </a:lvl2pPr>
            <a:lvl3pPr lvl="2" algn="l">
              <a:lnSpc>
                <a:spcPct val="100000"/>
              </a:lnSpc>
              <a:spcBef>
                <a:spcPts val="700"/>
              </a:spcBef>
              <a:buClr>
                <a:srgbClr val="FEB80A"/>
              </a:buClr>
              <a:buFont typeface="Wingdings 2" charset="2"/>
              <a:buChar char=""/>
              <a:tabLst>
                <a:tab pos="0" algn="l"/>
              </a:tabLst>
              <a:defRPr lang="en-US" sz="1800" b="0" u="none" strike="noStrike">
                <a:solidFill>
                  <a:schemeClr val="dk1"/>
                </a:solidFill>
                <a:effectLst/>
                <a:uFillTx/>
                <a:latin typeface="Gill Sans MT"/>
              </a:defRPr>
            </a:lvl3pPr>
            <a:lvl4pPr lvl="3" algn="l">
              <a:lnSpc>
                <a:spcPct val="100000"/>
              </a:lnSpc>
              <a:spcBef>
                <a:spcPts val="700"/>
              </a:spcBef>
              <a:buClr>
                <a:srgbClr val="C32D2E"/>
              </a:buClr>
              <a:buFont typeface="Wingdings 2" charset="2"/>
              <a:buChar char=""/>
              <a:tabLst>
                <a:tab pos="0" algn="l"/>
              </a:tabLst>
              <a:defRPr lang="en-US" sz="1600" b="0" u="none" strike="noStrike">
                <a:solidFill>
                  <a:schemeClr val="dk1"/>
                </a:solidFill>
                <a:effectLst/>
                <a:uFillTx/>
                <a:latin typeface="Gill Sans MT"/>
              </a:defRPr>
            </a:lvl4pPr>
            <a:lvl5pPr lvl="4" algn="l">
              <a:lnSpc>
                <a:spcPct val="100000"/>
              </a:lnSpc>
              <a:spcBef>
                <a:spcPts val="700"/>
              </a:spcBef>
              <a:buClr>
                <a:srgbClr val="84AA33"/>
              </a:buClr>
              <a:buFont typeface="Wingdings 2" charset="2"/>
              <a:buChar char=""/>
              <a:tabLst>
                <a:tab pos="0" algn="l"/>
              </a:tabLst>
              <a:defRPr lang="en-US" sz="1600" b="0" u="none" strike="noStrike">
                <a:solidFill>
                  <a:schemeClr val="dk1"/>
                </a:solidFill>
                <a:effectLst/>
                <a:uFillTx/>
                <a:latin typeface="Gill Sans MT"/>
              </a:defRPr>
            </a:lvl5pPr>
          </a:lstStyle>
          <a:p>
            <a:pPr marL="393120" indent="-274320" algn="l">
              <a:lnSpc>
                <a:spcPct val="100000"/>
              </a:lnSpc>
              <a:spcBef>
                <a:spcPts val="700"/>
              </a:spcBef>
              <a:buClr>
                <a:srgbClr val="3891A7"/>
              </a:buClr>
              <a:buSzPct val="80000"/>
              <a:buFont typeface="Wingdings 2" charset="2"/>
              <a:buChar char=""/>
              <a:tabLst>
                <a:tab pos="0" algn="l"/>
              </a:tabLst>
            </a:pPr>
            <a:r>
              <a:rPr lang="en-US" sz="2400" b="0" u="none" strike="noStrike">
                <a:solidFill>
                  <a:schemeClr val="dk1"/>
                </a:solidFill>
                <a:effectLst/>
                <a:uFillTx/>
                <a:latin typeface="Gill Sans MT"/>
              </a:rPr>
              <a:t>Click to edit Master text styles</a:t>
            </a:r>
            <a:endParaRPr lang="en-US" sz="2400" b="0" u="none" strike="noStrike">
              <a:solidFill>
                <a:schemeClr val="dk1"/>
              </a:solidFill>
              <a:effectLst/>
              <a:uFillTx/>
              <a:latin typeface="Gill Sans MT"/>
            </a:endParaRPr>
          </a:p>
          <a:p>
            <a:pPr marL="640080" lvl="1" indent="-237600" algn="l">
              <a:lnSpc>
                <a:spcPct val="100000"/>
              </a:lnSpc>
              <a:spcBef>
                <a:spcPts val="700"/>
              </a:spcBef>
              <a:buClr>
                <a:srgbClr val="3891A7"/>
              </a:buClr>
              <a:buFont typeface="Verdana"/>
              <a:buChar char="◦"/>
              <a:tabLst>
                <a:tab pos="0" algn="l"/>
              </a:tabLst>
            </a:pPr>
            <a:r>
              <a:rPr lang="en-US" sz="2000" b="0" u="none" strike="noStrike">
                <a:solidFill>
                  <a:schemeClr val="dk1"/>
                </a:solidFill>
                <a:effectLst/>
                <a:uFillTx/>
                <a:latin typeface="Gill Sans MT"/>
              </a:rPr>
              <a:t>Second level</a:t>
            </a:r>
            <a:endParaRPr lang="en-US" sz="2000" b="0" u="none" strike="noStrike">
              <a:solidFill>
                <a:schemeClr val="dk1"/>
              </a:solidFill>
              <a:effectLst/>
              <a:uFillTx/>
              <a:latin typeface="Gill Sans MT"/>
            </a:endParaRPr>
          </a:p>
          <a:p>
            <a:pPr marL="887040" lvl="2" indent="-228600" algn="l">
              <a:lnSpc>
                <a:spcPct val="100000"/>
              </a:lnSpc>
              <a:spcBef>
                <a:spcPts val="700"/>
              </a:spcBef>
              <a:buClr>
                <a:srgbClr val="FEB80A"/>
              </a:buClr>
              <a:buFont typeface="Wingdings 2" charset="2"/>
              <a:buChar char=""/>
              <a:tabLst>
                <a:tab pos="0" algn="l"/>
              </a:tabLst>
            </a:pPr>
            <a:r>
              <a:rPr lang="en-US" sz="1800" b="0" u="none" strike="noStrike">
                <a:solidFill>
                  <a:schemeClr val="dk1"/>
                </a:solidFill>
                <a:effectLst/>
                <a:uFillTx/>
                <a:latin typeface="Gill Sans MT"/>
              </a:rPr>
              <a:t>Third level</a:t>
            </a:r>
            <a:endParaRPr lang="en-US" sz="1800" b="0" u="none" strike="noStrike">
              <a:solidFill>
                <a:schemeClr val="dk1"/>
              </a:solidFill>
              <a:effectLst/>
              <a:uFillTx/>
              <a:latin typeface="Gill Sans MT"/>
            </a:endParaRPr>
          </a:p>
          <a:p>
            <a:pPr marL="1097280" lvl="3" indent="-173880" algn="l">
              <a:lnSpc>
                <a:spcPct val="100000"/>
              </a:lnSpc>
              <a:spcBef>
                <a:spcPts val="700"/>
              </a:spcBef>
              <a:buClr>
                <a:srgbClr val="C32D2E"/>
              </a:buClr>
              <a:buFont typeface="Wingdings 2" charset="2"/>
              <a:buChar char=""/>
              <a:tabLst>
                <a:tab pos="0" algn="l"/>
              </a:tabLst>
            </a:pPr>
            <a:r>
              <a:rPr lang="en-US" sz="1600" b="0" u="none" strike="noStrike">
                <a:solidFill>
                  <a:schemeClr val="dk1"/>
                </a:solidFill>
                <a:effectLst/>
                <a:uFillTx/>
                <a:latin typeface="Gill Sans MT"/>
              </a:rPr>
              <a:t>Fourth level</a:t>
            </a:r>
            <a:endParaRPr lang="en-US" sz="1600" b="0" u="none" strike="noStrike">
              <a:solidFill>
                <a:schemeClr val="dk1"/>
              </a:solidFill>
              <a:effectLst/>
              <a:uFillTx/>
              <a:latin typeface="Gill Sans MT"/>
            </a:endParaRPr>
          </a:p>
          <a:p>
            <a:pPr marL="1298520" lvl="4" indent="-182880" algn="l">
              <a:lnSpc>
                <a:spcPct val="100000"/>
              </a:lnSpc>
              <a:spcBef>
                <a:spcPts val="700"/>
              </a:spcBef>
              <a:buClr>
                <a:srgbClr val="84AA33"/>
              </a:buClr>
              <a:buFont typeface="Wingdings 2" charset="2"/>
              <a:buChar char=""/>
              <a:tabLst>
                <a:tab pos="0" algn="l"/>
              </a:tabLst>
            </a:pPr>
            <a:r>
              <a:rPr lang="en-US" sz="1600" b="0" u="none" strike="noStrike">
                <a:solidFill>
                  <a:schemeClr val="dk1"/>
                </a:solidFill>
                <a:effectLst/>
                <a:uFillTx/>
                <a:latin typeface="Gill Sans MT"/>
              </a:rPr>
              <a:t>Fifth level</a:t>
            </a:r>
            <a:endParaRPr lang="en-US" sz="1600" b="0" u="none" strike="noStrike">
              <a:solidFill>
                <a:schemeClr val="dk1"/>
              </a:solidFill>
              <a:effectLst/>
              <a:uFillTx/>
              <a:latin typeface="Gill Sans MT"/>
            </a:endParaRPr>
          </a:p>
        </p:txBody>
      </p:sp>
      <p:sp>
        <p:nvSpPr>
          <p:cNvPr id="381" name="PlaceHolder 5"/>
          <p:cNvSpPr>
            <a:spLocks noGrp="1"/>
          </p:cNvSpPr>
          <p:nvPr>
            <p:ph type="body"/>
          </p:nvPr>
        </p:nvSpPr>
        <p:spPr>
          <a:xfrm>
            <a:off x="4663440" y="726840"/>
            <a:ext cx="4023000" cy="3085920"/>
          </a:xfrm>
          <a:prstGeom prst="rect">
            <a:avLst/>
          </a:prstGeom>
          <a:noFill/>
          <a:ln w="10800">
            <a:solidFill>
              <a:schemeClr val="lt1"/>
            </a:solidFill>
            <a:prstDash val="dash"/>
            <a:miter/>
          </a:ln>
        </p:spPr>
        <p:txBody>
          <a:bodyPr lIns="90000" tIns="45000" rIns="90000" bIns="45000" anchor="t">
            <a:noAutofit/>
          </a:bodyPr>
          <a:lstStyle>
            <a:lvl1pPr algn="l">
              <a:lnSpc>
                <a:spcPct val="100000"/>
              </a:lnSpc>
              <a:spcBef>
                <a:spcPts val="700"/>
              </a:spcBef>
              <a:buClr>
                <a:srgbClr val="3891A7"/>
              </a:buClr>
              <a:buSzPct val="80000"/>
              <a:buFont typeface="Wingdings 2" charset="2"/>
              <a:buChar char=""/>
              <a:tabLst>
                <a:tab pos="0" algn="l"/>
              </a:tabLst>
              <a:defRPr lang="en-US" sz="2400" b="0" u="none" strike="noStrike">
                <a:solidFill>
                  <a:schemeClr val="dk1"/>
                </a:solidFill>
                <a:effectLst/>
                <a:uFillTx/>
                <a:latin typeface="Gill Sans MT"/>
              </a:defRPr>
            </a:lvl1pPr>
            <a:lvl2pPr lvl="1" algn="l">
              <a:lnSpc>
                <a:spcPct val="100000"/>
              </a:lnSpc>
              <a:spcBef>
                <a:spcPts val="700"/>
              </a:spcBef>
              <a:buClr>
                <a:srgbClr val="3891A7"/>
              </a:buClr>
              <a:buFont typeface="Verdana"/>
              <a:buChar char="◦"/>
              <a:tabLst>
                <a:tab pos="0" algn="l"/>
              </a:tabLst>
              <a:defRPr lang="en-US" sz="2000" b="0" u="none" strike="noStrike">
                <a:solidFill>
                  <a:schemeClr val="dk1"/>
                </a:solidFill>
                <a:effectLst/>
                <a:uFillTx/>
                <a:latin typeface="Gill Sans MT"/>
              </a:defRPr>
            </a:lvl2pPr>
            <a:lvl3pPr lvl="2" algn="l">
              <a:lnSpc>
                <a:spcPct val="100000"/>
              </a:lnSpc>
              <a:spcBef>
                <a:spcPts val="700"/>
              </a:spcBef>
              <a:buClr>
                <a:srgbClr val="FEB80A"/>
              </a:buClr>
              <a:buFont typeface="Wingdings 2" charset="2"/>
              <a:buChar char=""/>
              <a:tabLst>
                <a:tab pos="0" algn="l"/>
              </a:tabLst>
              <a:defRPr lang="en-US" sz="1800" b="0" u="none" strike="noStrike">
                <a:solidFill>
                  <a:schemeClr val="dk1"/>
                </a:solidFill>
                <a:effectLst/>
                <a:uFillTx/>
                <a:latin typeface="Gill Sans MT"/>
              </a:defRPr>
            </a:lvl3pPr>
            <a:lvl4pPr lvl="3" algn="l">
              <a:lnSpc>
                <a:spcPct val="100000"/>
              </a:lnSpc>
              <a:spcBef>
                <a:spcPts val="700"/>
              </a:spcBef>
              <a:buClr>
                <a:srgbClr val="C32D2E"/>
              </a:buClr>
              <a:buFont typeface="Wingdings 2" charset="2"/>
              <a:buChar char=""/>
              <a:tabLst>
                <a:tab pos="0" algn="l"/>
              </a:tabLst>
              <a:defRPr lang="en-US" sz="1600" b="0" u="none" strike="noStrike">
                <a:solidFill>
                  <a:schemeClr val="dk1"/>
                </a:solidFill>
                <a:effectLst/>
                <a:uFillTx/>
                <a:latin typeface="Gill Sans MT"/>
              </a:defRPr>
            </a:lvl4pPr>
            <a:lvl5pPr lvl="4" algn="l">
              <a:lnSpc>
                <a:spcPct val="100000"/>
              </a:lnSpc>
              <a:spcBef>
                <a:spcPts val="700"/>
              </a:spcBef>
              <a:buClr>
                <a:srgbClr val="84AA33"/>
              </a:buClr>
              <a:buFont typeface="Wingdings 2" charset="2"/>
              <a:buChar char=""/>
              <a:tabLst>
                <a:tab pos="0" algn="l"/>
              </a:tabLst>
              <a:defRPr lang="en-US" sz="1600" b="0" u="none" strike="noStrike">
                <a:solidFill>
                  <a:schemeClr val="dk1"/>
                </a:solidFill>
                <a:effectLst/>
                <a:uFillTx/>
                <a:latin typeface="Gill Sans MT"/>
              </a:defRPr>
            </a:lvl5pPr>
          </a:lstStyle>
          <a:p>
            <a:pPr marL="393120" indent="-274320" algn="l">
              <a:lnSpc>
                <a:spcPct val="100000"/>
              </a:lnSpc>
              <a:spcBef>
                <a:spcPts val="700"/>
              </a:spcBef>
              <a:buClr>
                <a:srgbClr val="3891A7"/>
              </a:buClr>
              <a:buSzPct val="80000"/>
              <a:buFont typeface="Wingdings 2" charset="2"/>
              <a:buChar char=""/>
              <a:tabLst>
                <a:tab pos="0" algn="l"/>
              </a:tabLst>
            </a:pPr>
            <a:r>
              <a:rPr lang="en-US" sz="2400" b="0" u="none" strike="noStrike">
                <a:solidFill>
                  <a:schemeClr val="dk1"/>
                </a:solidFill>
                <a:effectLst/>
                <a:uFillTx/>
                <a:latin typeface="Gill Sans MT"/>
              </a:rPr>
              <a:t>Click to edit Master text styles</a:t>
            </a:r>
            <a:endParaRPr lang="en-US" sz="2400" b="0" u="none" strike="noStrike">
              <a:solidFill>
                <a:schemeClr val="dk1"/>
              </a:solidFill>
              <a:effectLst/>
              <a:uFillTx/>
              <a:latin typeface="Gill Sans MT"/>
            </a:endParaRPr>
          </a:p>
          <a:p>
            <a:pPr marL="640080" lvl="1" indent="-237600" algn="l">
              <a:lnSpc>
                <a:spcPct val="100000"/>
              </a:lnSpc>
              <a:spcBef>
                <a:spcPts val="700"/>
              </a:spcBef>
              <a:buClr>
                <a:srgbClr val="3891A7"/>
              </a:buClr>
              <a:buFont typeface="Verdana"/>
              <a:buChar char="◦"/>
              <a:tabLst>
                <a:tab pos="0" algn="l"/>
              </a:tabLst>
            </a:pPr>
            <a:r>
              <a:rPr lang="en-US" sz="2000" b="0" u="none" strike="noStrike">
                <a:solidFill>
                  <a:schemeClr val="dk1"/>
                </a:solidFill>
                <a:effectLst/>
                <a:uFillTx/>
                <a:latin typeface="Gill Sans MT"/>
              </a:rPr>
              <a:t>Second level</a:t>
            </a:r>
            <a:endParaRPr lang="en-US" sz="2000" b="0" u="none" strike="noStrike">
              <a:solidFill>
                <a:schemeClr val="dk1"/>
              </a:solidFill>
              <a:effectLst/>
              <a:uFillTx/>
              <a:latin typeface="Gill Sans MT"/>
            </a:endParaRPr>
          </a:p>
          <a:p>
            <a:pPr marL="887040" lvl="2" indent="-228600" algn="l">
              <a:lnSpc>
                <a:spcPct val="100000"/>
              </a:lnSpc>
              <a:spcBef>
                <a:spcPts val="700"/>
              </a:spcBef>
              <a:buClr>
                <a:srgbClr val="FEB80A"/>
              </a:buClr>
              <a:buFont typeface="Wingdings 2" charset="2"/>
              <a:buChar char=""/>
              <a:tabLst>
                <a:tab pos="0" algn="l"/>
              </a:tabLst>
            </a:pPr>
            <a:r>
              <a:rPr lang="en-US" sz="1800" b="0" u="none" strike="noStrike">
                <a:solidFill>
                  <a:schemeClr val="dk1"/>
                </a:solidFill>
                <a:effectLst/>
                <a:uFillTx/>
                <a:latin typeface="Gill Sans MT"/>
              </a:rPr>
              <a:t>Third level</a:t>
            </a:r>
            <a:endParaRPr lang="en-US" sz="1800" b="0" u="none" strike="noStrike">
              <a:solidFill>
                <a:schemeClr val="dk1"/>
              </a:solidFill>
              <a:effectLst/>
              <a:uFillTx/>
              <a:latin typeface="Gill Sans MT"/>
            </a:endParaRPr>
          </a:p>
          <a:p>
            <a:pPr marL="1097280" lvl="3" indent="-173880" algn="l">
              <a:lnSpc>
                <a:spcPct val="100000"/>
              </a:lnSpc>
              <a:spcBef>
                <a:spcPts val="700"/>
              </a:spcBef>
              <a:buClr>
                <a:srgbClr val="C32D2E"/>
              </a:buClr>
              <a:buFont typeface="Wingdings 2" charset="2"/>
              <a:buChar char=""/>
              <a:tabLst>
                <a:tab pos="0" algn="l"/>
              </a:tabLst>
            </a:pPr>
            <a:r>
              <a:rPr lang="en-US" sz="1600" b="0" u="none" strike="noStrike">
                <a:solidFill>
                  <a:schemeClr val="dk1"/>
                </a:solidFill>
                <a:effectLst/>
                <a:uFillTx/>
                <a:latin typeface="Gill Sans MT"/>
              </a:rPr>
              <a:t>Fourth level</a:t>
            </a:r>
            <a:endParaRPr lang="en-US" sz="1600" b="0" u="none" strike="noStrike">
              <a:solidFill>
                <a:schemeClr val="dk1"/>
              </a:solidFill>
              <a:effectLst/>
              <a:uFillTx/>
              <a:latin typeface="Gill Sans MT"/>
            </a:endParaRPr>
          </a:p>
          <a:p>
            <a:pPr marL="1298520" lvl="4" indent="-182880" algn="l">
              <a:lnSpc>
                <a:spcPct val="100000"/>
              </a:lnSpc>
              <a:spcBef>
                <a:spcPts val="700"/>
              </a:spcBef>
              <a:buClr>
                <a:srgbClr val="84AA33"/>
              </a:buClr>
              <a:buFont typeface="Wingdings 2" charset="2"/>
              <a:buChar char=""/>
              <a:tabLst>
                <a:tab pos="0" algn="l"/>
              </a:tabLst>
            </a:pPr>
            <a:r>
              <a:rPr lang="en-US" sz="1600" b="0" u="none" strike="noStrike">
                <a:solidFill>
                  <a:schemeClr val="dk1"/>
                </a:solidFill>
                <a:effectLst/>
                <a:uFillTx/>
                <a:latin typeface="Gill Sans MT"/>
              </a:rPr>
              <a:t>Fifth level</a:t>
            </a:r>
            <a:endParaRPr lang="en-US" sz="1600" b="0" u="none" strike="noStrike">
              <a:solidFill>
                <a:schemeClr val="dk1"/>
              </a:solidFill>
              <a:effectLst/>
              <a:uFillTx/>
              <a:latin typeface="Gill Sans MT"/>
            </a:endParaRPr>
          </a:p>
        </p:txBody>
      </p:sp>
      <p:sp>
        <p:nvSpPr>
          <p:cNvPr id="382" name="PlaceHolder 6"/>
          <p:cNvSpPr>
            <a:spLocks noGrp="1"/>
          </p:cNvSpPr>
          <p:nvPr>
            <p:ph type="dt" idx="91"/>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83" name="PlaceHolder 7"/>
          <p:cNvSpPr>
            <a:spLocks noGrp="1"/>
          </p:cNvSpPr>
          <p:nvPr>
            <p:ph type="ftr" idx="92"/>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84" name="PlaceHolder 8"/>
          <p:cNvSpPr>
            <a:spLocks noGrp="1"/>
          </p:cNvSpPr>
          <p:nvPr>
            <p:ph type="sldNum" idx="93"/>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6F478368-BE8E-4A25-9452-997362858D4D}"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6">
    <p:bg>
      <p:bgPr>
        <a:blipFill rotWithShape="0">
          <a:blip r:embed="rId2"/>
          <a:tile tx="0" ty="0" sx="89772" sy="89772" algn="tl"/>
        </a:blipFill>
      </p:bgPr>
    </p:bg>
    <p:spTree>
      <p:nvGrpSpPr>
        <p:cNvPr id="1" name=""/>
        <p:cNvGrpSpPr/>
        <p:nvPr/>
      </p:nvGrpSpPr>
      <p:grpSpPr>
        <a:xfrm>
          <a:off x="0" y="0"/>
          <a:ext cx="0" cy="0"/>
          <a:chOff x="0" y="0"/>
          <a:chExt cx="0" cy="0"/>
        </a:xfrm>
      </p:grpSpPr>
      <p:sp>
        <p:nvSpPr>
          <p:cNvPr id="385"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86"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87"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88"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89"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90"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lstStyle>
            <a:lvl1pPr indent="0" algn="l">
              <a:lnSpc>
                <a:spcPct val="100000"/>
              </a:lnSpc>
              <a:buNone/>
              <a:defRPr lang="en-US" sz="4300" b="0" u="none" strike="noStrike">
                <a:solidFill>
                  <a:schemeClr val="dk2"/>
                </a:solidFill>
                <a:effectLst/>
                <a:uFillTx/>
                <a:latin typeface="Gill Sans MT"/>
              </a:defRPr>
            </a:lvl1pPr>
          </a:lstStyle>
          <a:p>
            <a:pPr indent="0" algn="l">
              <a:lnSpc>
                <a:spcPct val="100000"/>
              </a:lnSpc>
              <a:buNone/>
            </a:pPr>
            <a:r>
              <a:rPr lang="en-US" sz="4300" b="0" u="none" strike="noStrike">
                <a:solidFill>
                  <a:schemeClr val="dk2"/>
                </a:solidFill>
                <a:effectLst/>
                <a:uFillTx/>
                <a:latin typeface="Gill Sans MT"/>
              </a:rPr>
              <a:t>Click to edit Master title style</a:t>
            </a:r>
            <a:endParaRPr lang="en-US" sz="4300" b="0" u="none" strike="noStrike">
              <a:solidFill>
                <a:schemeClr val="dk2"/>
              </a:solidFill>
              <a:effectLst/>
              <a:uFillTx/>
              <a:latin typeface="Gill Sans MT"/>
            </a:endParaRPr>
          </a:p>
        </p:txBody>
      </p:sp>
      <p:sp>
        <p:nvSpPr>
          <p:cNvPr id="391" name="PlaceHolder 2"/>
          <p:cNvSpPr>
            <a:spLocks noGrp="1"/>
          </p:cNvSpPr>
          <p:nvPr>
            <p:ph type="dt" idx="94"/>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392" name="PlaceHolder 3"/>
          <p:cNvSpPr>
            <a:spLocks noGrp="1"/>
          </p:cNvSpPr>
          <p:nvPr>
            <p:ph type="ftr" idx="95"/>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3" name="PlaceHolder 4"/>
          <p:cNvSpPr>
            <a:spLocks noGrp="1"/>
          </p:cNvSpPr>
          <p:nvPr>
            <p:ph type="sldNum" idx="96"/>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14E4BF68-12B3-467B-8B71-A58CFED95184}"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bg>
      <p:bgPr>
        <a:blipFill rotWithShape="0">
          <a:blip r:embed="rId2"/>
          <a:tile tx="0" ty="0" sx="89772" sy="89772" algn="tl"/>
        </a:blipFill>
      </p:bgPr>
    </p:bg>
    <p:spTree>
      <p:nvGrpSpPr>
        <p:cNvPr id="1" name=""/>
        <p:cNvGrpSpPr/>
        <p:nvPr/>
      </p:nvGrpSpPr>
      <p:grpSpPr>
        <a:xfrm>
          <a:off x="0" y="0"/>
          <a:ext cx="0" cy="0"/>
          <a:chOff x="0" y="0"/>
          <a:chExt cx="0" cy="0"/>
        </a:xfrm>
      </p:grpSpPr>
      <p:sp>
        <p:nvSpPr>
          <p:cNvPr id="394"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95"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96"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97"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98"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399"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00" name="PlaceHolder 1"/>
          <p:cNvSpPr>
            <a:spLocks noGrp="1"/>
          </p:cNvSpPr>
          <p:nvPr>
            <p:ph type="dt" idx="97"/>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401" name="PlaceHolder 2"/>
          <p:cNvSpPr>
            <a:spLocks noGrp="1"/>
          </p:cNvSpPr>
          <p:nvPr>
            <p:ph type="ftr" idx="98"/>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2" name="PlaceHolder 3"/>
          <p:cNvSpPr>
            <a:spLocks noGrp="1"/>
          </p:cNvSpPr>
          <p:nvPr>
            <p:ph type="sldNum" idx="99"/>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2254B137-0413-4A1B-B923-40CF89CC137A}"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403"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bg>
      <p:bgPr>
        <a:blipFill rotWithShape="0">
          <a:blip r:embed="rId2"/>
          <a:tile tx="0" ty="0" sx="89772" sy="89772" algn="tl"/>
        </a:blipFill>
      </p:bgPr>
    </p:bg>
    <p:spTree>
      <p:nvGrpSpPr>
        <p:cNvPr id="1" name=""/>
        <p:cNvGrpSpPr/>
        <p:nvPr/>
      </p:nvGrpSpPr>
      <p:grpSpPr>
        <a:xfrm>
          <a:off x="0" y="0"/>
          <a:ext cx="0" cy="0"/>
          <a:chOff x="0" y="0"/>
          <a:chExt cx="0" cy="0"/>
        </a:xfrm>
      </p:grpSpPr>
      <p:sp>
        <p:nvSpPr>
          <p:cNvPr id="404"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05"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06"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07"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08"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09" name="PlaceHolder 1"/>
          <p:cNvSpPr>
            <a:spLocks noGrp="1"/>
          </p:cNvSpPr>
          <p:nvPr>
            <p:ph type="title"/>
          </p:nvPr>
        </p:nvSpPr>
        <p:spPr>
          <a:xfrm>
            <a:off x="457200" y="162720"/>
            <a:ext cx="3809520" cy="871200"/>
          </a:xfrm>
          <a:prstGeom prst="rect">
            <a:avLst/>
          </a:prstGeom>
          <a:noFill/>
          <a:ln w="0">
            <a:noFill/>
          </a:ln>
        </p:spPr>
        <p:txBody>
          <a:bodyPr lIns="90000" tIns="45000" rIns="90000" bIns="45000" anchor="b">
            <a:noAutofit/>
          </a:bodyPr>
          <a:lstStyle>
            <a:lvl1pPr indent="0" algn="l">
              <a:lnSpc>
                <a:spcPts val="2001"/>
              </a:lnSpc>
              <a:buNone/>
              <a:defRPr lang="en-US" sz="2200" b="1" u="none" strike="noStrike" cap="all">
                <a:solidFill>
                  <a:schemeClr val="dk2"/>
                </a:solidFill>
                <a:effectLst/>
                <a:uFillTx/>
                <a:latin typeface="Gill Sans MT"/>
              </a:defRPr>
            </a:lvl1pPr>
          </a:lstStyle>
          <a:p>
            <a:pPr indent="0" algn="l">
              <a:lnSpc>
                <a:spcPts val="2001"/>
              </a:lnSpc>
              <a:buNone/>
            </a:pPr>
            <a:r>
              <a:rPr lang="en-US" sz="2200" b="1" u="none" strike="noStrike" cap="all">
                <a:solidFill>
                  <a:schemeClr val="dk2"/>
                </a:solidFill>
                <a:effectLst/>
                <a:uFillTx/>
                <a:latin typeface="Gill Sans MT"/>
              </a:rPr>
              <a:t>Click to edit Master title style</a:t>
            </a:r>
            <a:endParaRPr lang="en-US" sz="2200" b="1" u="none" strike="noStrike" cap="all">
              <a:solidFill>
                <a:schemeClr val="dk2"/>
              </a:solidFill>
              <a:effectLst/>
              <a:uFillTx/>
              <a:latin typeface="Gill Sans MT"/>
            </a:endParaRPr>
          </a:p>
        </p:txBody>
      </p:sp>
      <p:sp>
        <p:nvSpPr>
          <p:cNvPr id="410" name="PlaceHolder 2"/>
          <p:cNvSpPr>
            <a:spLocks noGrp="1"/>
          </p:cNvSpPr>
          <p:nvPr>
            <p:ph type="body"/>
          </p:nvPr>
        </p:nvSpPr>
        <p:spPr>
          <a:xfrm>
            <a:off x="457200" y="1055160"/>
            <a:ext cx="3809520" cy="523440"/>
          </a:xfrm>
          <a:prstGeom prst="rect">
            <a:avLst/>
          </a:prstGeom>
          <a:noFill/>
          <a:ln w="0">
            <a:noFill/>
          </a:ln>
        </p:spPr>
        <p:txBody>
          <a:bodyPr lIns="90000" tIns="45000" rIns="90000" bIns="45000" anchor="t">
            <a:noAutofit/>
          </a:bodyPr>
          <a:lstStyle>
            <a:lvl1pPr marL="45720" indent="0" algn="l">
              <a:lnSpc>
                <a:spcPct val="100000"/>
              </a:lnSpc>
              <a:buNone/>
              <a:tabLst>
                <a:tab pos="0" algn="l"/>
              </a:tabLst>
              <a:defRPr lang="en-US" sz="1400" b="0" u="none" strike="noStrike">
                <a:solidFill>
                  <a:schemeClr val="dk1"/>
                </a:solidFill>
                <a:effectLst/>
                <a:uFillTx/>
                <a:latin typeface="Gill Sans MT"/>
              </a:defRPr>
            </a:lvl1pPr>
          </a:lstStyle>
          <a:p>
            <a:pPr marL="45720" indent="0" algn="l">
              <a:lnSpc>
                <a:spcPct val="100000"/>
              </a:lnSpc>
              <a:buNone/>
              <a:tabLst>
                <a:tab pos="0" algn="l"/>
              </a:tabLst>
            </a:pPr>
            <a:r>
              <a:rPr lang="en-US" sz="1400" b="0" u="none" strike="noStrike">
                <a:solidFill>
                  <a:schemeClr val="dk1"/>
                </a:solidFill>
                <a:effectLst/>
                <a:uFillTx/>
                <a:latin typeface="Gill Sans MT"/>
              </a:rPr>
              <a:t>Click to edit Master text styles</a:t>
            </a:r>
            <a:endParaRPr lang="en-US" sz="1400" b="0" u="none" strike="noStrike">
              <a:solidFill>
                <a:schemeClr val="dk1"/>
              </a:solidFill>
              <a:effectLst/>
              <a:uFillTx/>
              <a:latin typeface="Gill Sans MT"/>
            </a:endParaRPr>
          </a:p>
        </p:txBody>
      </p:sp>
      <p:sp>
        <p:nvSpPr>
          <p:cNvPr id="411" name="PlaceHolder 3"/>
          <p:cNvSpPr>
            <a:spLocks noGrp="1"/>
          </p:cNvSpPr>
          <p:nvPr>
            <p:ph type="body"/>
          </p:nvPr>
        </p:nvSpPr>
        <p:spPr>
          <a:xfrm>
            <a:off x="457200" y="1600200"/>
            <a:ext cx="8152920" cy="299412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tabLst>
                <a:tab pos="0" algn="l"/>
              </a:tabLst>
              <a:defRPr lang="en-US" sz="32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tabLst>
                <a:tab pos="0" algn="l"/>
              </a:tabLst>
              <a:defRPr lang="en-US" sz="2800" b="0" u="none" strike="noStrike">
                <a:solidFill>
                  <a:schemeClr val="dk1"/>
                </a:solidFill>
                <a:effectLst/>
                <a:uFillTx/>
                <a:latin typeface="Gill Sans MT"/>
              </a:defRPr>
            </a:lvl2pPr>
            <a:lvl3pPr lvl="2" algn="l">
              <a:lnSpc>
                <a:spcPct val="100000"/>
              </a:lnSpc>
              <a:spcBef>
                <a:spcPts val="479"/>
              </a:spcBef>
              <a:buClr>
                <a:srgbClr val="FEB80A"/>
              </a:buClr>
              <a:buFont typeface="Wingdings 2" charset="2"/>
              <a:buChar char=""/>
              <a:tabLst>
                <a:tab pos="0" algn="l"/>
              </a:tabLst>
              <a:defRPr lang="en-US" sz="2400" b="0" u="none" strike="noStrike">
                <a:solidFill>
                  <a:schemeClr val="dk1"/>
                </a:solidFill>
                <a:effectLst/>
                <a:uFillTx/>
                <a:latin typeface="Gill Sans MT"/>
              </a:defRPr>
            </a:lvl3pPr>
            <a:lvl4pPr lvl="3" algn="l">
              <a:lnSpc>
                <a:spcPct val="100000"/>
              </a:lnSpc>
              <a:spcBef>
                <a:spcPts val="400"/>
              </a:spcBef>
              <a:buClr>
                <a:srgbClr val="C32D2E"/>
              </a:buClr>
              <a:buFont typeface="Wingdings 2" charset="2"/>
              <a:buChar char=""/>
              <a:tabLst>
                <a:tab pos="0" algn="l"/>
              </a:tabLst>
              <a:defRPr lang="en-US" sz="2000" b="0" u="none" strike="noStrike">
                <a:solidFill>
                  <a:schemeClr val="dk1"/>
                </a:solidFill>
                <a:effectLst/>
                <a:uFillTx/>
                <a:latin typeface="Gill Sans MT"/>
              </a:defRPr>
            </a:lvl4pPr>
            <a:lvl5pPr lvl="4" algn="l">
              <a:lnSpc>
                <a:spcPct val="100000"/>
              </a:lnSpc>
              <a:spcBef>
                <a:spcPts val="400"/>
              </a:spcBef>
              <a:buClr>
                <a:srgbClr val="84AA33"/>
              </a:buClr>
              <a:buFont typeface="Wingdings 2" charset="2"/>
              <a:buChar char=""/>
              <a:tabLst>
                <a:tab pos="0" algn="l"/>
              </a:tabLst>
              <a:defRPr lang="en-US" sz="20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tabLst>
                <a:tab pos="0" algn="l"/>
              </a:tabLst>
            </a:pPr>
            <a:r>
              <a:rPr lang="en-US" sz="3200" b="0" u="none" strike="noStrike">
                <a:solidFill>
                  <a:schemeClr val="dk1"/>
                </a:solidFill>
                <a:effectLst/>
                <a:uFillTx/>
                <a:latin typeface="Gill Sans MT"/>
              </a:rPr>
              <a:t>Click to edit Master text styles</a:t>
            </a:r>
            <a:endParaRPr lang="en-US" sz="32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tabLst>
                <a:tab pos="0" algn="l"/>
              </a:tabLst>
            </a:pPr>
            <a:r>
              <a:rPr lang="en-US" sz="2800" b="0" u="none" strike="noStrike">
                <a:solidFill>
                  <a:schemeClr val="dk1"/>
                </a:solidFill>
                <a:effectLst/>
                <a:uFillTx/>
                <a:latin typeface="Gill Sans MT"/>
              </a:rPr>
              <a:t>Second level</a:t>
            </a:r>
            <a:endParaRPr lang="en-US" sz="2800" b="0" u="none" strike="noStrike">
              <a:solidFill>
                <a:schemeClr val="dk1"/>
              </a:solidFill>
              <a:effectLst/>
              <a:uFillTx/>
              <a:latin typeface="Gill Sans MT"/>
            </a:endParaRPr>
          </a:p>
          <a:p>
            <a:pPr marL="887040" lvl="2" indent="-228600" algn="l">
              <a:lnSpc>
                <a:spcPct val="100000"/>
              </a:lnSpc>
              <a:spcBef>
                <a:spcPts val="479"/>
              </a:spcBef>
              <a:buClr>
                <a:srgbClr val="FEB80A"/>
              </a:buClr>
              <a:buFont typeface="Wingdings 2" charset="2"/>
              <a:buChar char=""/>
              <a:tabLst>
                <a:tab pos="0" algn="l"/>
              </a:tabLst>
            </a:pPr>
            <a:r>
              <a:rPr lang="en-US" sz="2400" b="0" u="none" strike="noStrike">
                <a:solidFill>
                  <a:schemeClr val="dk1"/>
                </a:solidFill>
                <a:effectLst/>
                <a:uFillTx/>
                <a:latin typeface="Gill Sans MT"/>
              </a:rPr>
              <a:t>Third level</a:t>
            </a:r>
            <a:endParaRPr lang="en-US" sz="2400" b="0" u="none" strike="noStrike">
              <a:solidFill>
                <a:schemeClr val="dk1"/>
              </a:solidFill>
              <a:effectLst/>
              <a:uFillTx/>
              <a:latin typeface="Gill Sans MT"/>
            </a:endParaRPr>
          </a:p>
          <a:p>
            <a:pPr marL="1097280" lvl="3" indent="-173880" algn="l">
              <a:lnSpc>
                <a:spcPct val="100000"/>
              </a:lnSpc>
              <a:spcBef>
                <a:spcPts val="400"/>
              </a:spcBef>
              <a:buClr>
                <a:srgbClr val="C32D2E"/>
              </a:buClr>
              <a:buFont typeface="Wingdings 2" charset="2"/>
              <a:buChar char=""/>
              <a:tabLst>
                <a:tab pos="0" algn="l"/>
              </a:tabLst>
            </a:pPr>
            <a:r>
              <a:rPr lang="en-US" sz="2000" b="0" u="none" strike="noStrike">
                <a:solidFill>
                  <a:schemeClr val="dk1"/>
                </a:solidFill>
                <a:effectLst/>
                <a:uFillTx/>
                <a:latin typeface="Gill Sans MT"/>
              </a:rPr>
              <a:t>Fourth level</a:t>
            </a:r>
            <a:endParaRPr lang="en-US" sz="2000" b="0" u="none" strike="noStrike">
              <a:solidFill>
                <a:schemeClr val="dk1"/>
              </a:solidFill>
              <a:effectLst/>
              <a:uFillTx/>
              <a:latin typeface="Gill Sans MT"/>
            </a:endParaRPr>
          </a:p>
          <a:p>
            <a:pPr marL="1298520" lvl="4" indent="-182880" algn="l">
              <a:lnSpc>
                <a:spcPct val="100000"/>
              </a:lnSpc>
              <a:spcBef>
                <a:spcPts val="400"/>
              </a:spcBef>
              <a:buClr>
                <a:srgbClr val="84AA33"/>
              </a:buClr>
              <a:buFont typeface="Wingdings 2" charset="2"/>
              <a:buChar char=""/>
              <a:tabLst>
                <a:tab pos="0" algn="l"/>
              </a:tabLst>
            </a:pPr>
            <a:r>
              <a:rPr lang="en-US" sz="2000" b="0" u="none" strike="noStrike">
                <a:solidFill>
                  <a:schemeClr val="dk1"/>
                </a:solidFill>
                <a:effectLst/>
                <a:uFillTx/>
                <a:latin typeface="Gill Sans MT"/>
              </a:rPr>
              <a:t>Fifth level</a:t>
            </a:r>
            <a:endParaRPr lang="en-US" sz="2000" b="0" u="none" strike="noStrike">
              <a:solidFill>
                <a:schemeClr val="dk1"/>
              </a:solidFill>
              <a:effectLst/>
              <a:uFillTx/>
              <a:latin typeface="Gill Sans MT"/>
            </a:endParaRPr>
          </a:p>
        </p:txBody>
      </p:sp>
      <p:sp>
        <p:nvSpPr>
          <p:cNvPr id="412" name="PlaceHolder 4"/>
          <p:cNvSpPr>
            <a:spLocks noGrp="1"/>
          </p:cNvSpPr>
          <p:nvPr>
            <p:ph type="dt" idx="100"/>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413" name="PlaceHolder 5"/>
          <p:cNvSpPr>
            <a:spLocks noGrp="1"/>
          </p:cNvSpPr>
          <p:nvPr>
            <p:ph type="ftr" idx="101"/>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4" name="PlaceHolder 6"/>
          <p:cNvSpPr>
            <a:spLocks noGrp="1"/>
          </p:cNvSpPr>
          <p:nvPr>
            <p:ph type="sldNum" idx="102"/>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BEB17B7F-CBA4-4663-979B-E7C4E4EA3D29}"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bg>
      <p:bgPr>
        <a:blipFill rotWithShape="0">
          <a:blip r:embed="rId2"/>
          <a:tile tx="0" ty="0" sx="89772" sy="89772" algn="tl"/>
        </a:blipFill>
      </p:bgPr>
    </p:bg>
    <p:spTree>
      <p:nvGrpSpPr>
        <p:cNvPr id="1" name=""/>
        <p:cNvGrpSpPr/>
        <p:nvPr/>
      </p:nvGrpSpPr>
      <p:grpSpPr>
        <a:xfrm>
          <a:off x="0" y="0"/>
          <a:ext cx="0" cy="0"/>
          <a:chOff x="0" y="0"/>
          <a:chExt cx="0" cy="0"/>
        </a:xfrm>
      </p:grpSpPr>
      <p:sp>
        <p:nvSpPr>
          <p:cNvPr id="415"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16"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17"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18"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19"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20" name="PlaceHolder 1"/>
          <p:cNvSpPr>
            <a:spLocks noGrp="1"/>
          </p:cNvSpPr>
          <p:nvPr>
            <p:ph type="title"/>
          </p:nvPr>
        </p:nvSpPr>
        <p:spPr>
          <a:xfrm>
            <a:off x="5886720" y="800280"/>
            <a:ext cx="2742840" cy="1485720"/>
          </a:xfrm>
          <a:prstGeom prst="rect">
            <a:avLst/>
          </a:prstGeom>
          <a:noFill/>
          <a:ln w="0">
            <a:noFill/>
          </a:ln>
        </p:spPr>
        <p:txBody>
          <a:bodyPr lIns="90000" tIns="45000" rIns="90000" bIns="45000" anchor="b">
            <a:noAutofit/>
          </a:bodyPr>
          <a:lstStyle>
            <a:lvl1pPr indent="0" algn="l">
              <a:lnSpc>
                <a:spcPct val="100000"/>
              </a:lnSpc>
              <a:buNone/>
              <a:defRPr lang="en-US" sz="2100" b="1" u="none" strike="noStrike">
                <a:solidFill>
                  <a:schemeClr val="dk2"/>
                </a:solidFill>
                <a:effectLst/>
                <a:uFillTx/>
                <a:latin typeface="Gill Sans MT"/>
              </a:defRPr>
            </a:lvl1pPr>
          </a:lstStyle>
          <a:p>
            <a:pPr indent="0" algn="l">
              <a:lnSpc>
                <a:spcPct val="100000"/>
              </a:lnSpc>
              <a:buNone/>
            </a:pPr>
            <a:r>
              <a:rPr lang="en-US" sz="2100" b="1" u="none" strike="noStrike">
                <a:solidFill>
                  <a:schemeClr val="dk2"/>
                </a:solidFill>
                <a:effectLst/>
                <a:uFillTx/>
                <a:latin typeface="Gill Sans MT"/>
              </a:rPr>
              <a:t>Click to edit Master title style</a:t>
            </a:r>
            <a:endParaRPr lang="en-US" sz="2100" b="1" u="none" strike="noStrike">
              <a:solidFill>
                <a:schemeClr val="dk2"/>
              </a:solidFill>
              <a:effectLst/>
              <a:uFillTx/>
              <a:latin typeface="Gill Sans MT"/>
            </a:endParaRPr>
          </a:p>
        </p:txBody>
      </p:sp>
      <p:sp>
        <p:nvSpPr>
          <p:cNvPr id="421" name="PlaceHolder 2"/>
          <p:cNvSpPr>
            <a:spLocks noGrp="1"/>
          </p:cNvSpPr>
          <p:nvPr>
            <p:ph type="dt" idx="103"/>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422" name="PlaceHolder 3"/>
          <p:cNvSpPr>
            <a:spLocks noGrp="1"/>
          </p:cNvSpPr>
          <p:nvPr>
            <p:ph type="ftr" idx="104"/>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3" name="PlaceHolder 4"/>
          <p:cNvSpPr>
            <a:spLocks noGrp="1"/>
          </p:cNvSpPr>
          <p:nvPr>
            <p:ph type="sldNum" idx="105"/>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D4491EBF-3AD8-40ED-B7F8-CDD7143A813A}"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424" name="Rectangle 7"/>
          <p:cNvSpPr/>
          <p:nvPr/>
        </p:nvSpPr>
        <p:spPr>
          <a:xfrm>
            <a:off x="762120" y="800280"/>
            <a:ext cx="4571640" cy="3428640"/>
          </a:xfrm>
          <a:prstGeom prst="rect">
            <a:avLst/>
          </a:prstGeom>
          <a:solidFill>
            <a:srgbClr val="FFFFFF"/>
          </a:solidFill>
          <a:ln cap="sq" w="88900">
            <a:solidFill>
              <a:srgbClr val="FFFFFF"/>
            </a:solidFill>
            <a:miter/>
          </a:ln>
          <a:effectLst>
            <a:outerShdw algn="tl" blurRad="55440" dir="5400000" dist="1836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style>
          <a:lnRef idx="0"/>
          <a:fillRef idx="0"/>
          <a:effectRef idx="0"/>
          <a:fontRef idx="minor"/>
        </p:style>
        <p:txBody>
          <a:bodyPr tIns="274320" rIns="90000" bIns="45000" anchor="t">
            <a:normAutofit/>
          </a:bodyPr>
          <a:p>
            <a:endParaRPr lang="en-US" sz="3200" b="0" u="none" strike="noStrike">
              <a:solidFill>
                <a:schemeClr val="dk1"/>
              </a:solidFill>
              <a:effectLst/>
              <a:uFillTx/>
              <a:latin typeface="Gill Sans MT"/>
            </a:endParaRPr>
          </a:p>
        </p:txBody>
      </p:sp>
      <p:sp>
        <p:nvSpPr>
          <p:cNvPr id="425" name="PlaceHolder 5"/>
          <p:cNvSpPr>
            <a:spLocks noGrp="1"/>
          </p:cNvSpPr>
          <p:nvPr>
            <p:ph type="body"/>
          </p:nvPr>
        </p:nvSpPr>
        <p:spPr>
          <a:xfrm>
            <a:off x="838080" y="857160"/>
            <a:ext cx="4419360" cy="2635560"/>
          </a:xfrm>
          <a:prstGeom prst="rect">
            <a:avLst/>
          </a:prstGeom>
          <a:solidFill>
            <a:schemeClr val="lt2"/>
          </a:solidFill>
          <a:ln w="127080">
            <a:noFill/>
          </a:ln>
        </p:spPr>
        <p:txBody>
          <a:bodyPr lIns="91440" tIns="27432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Gill Sans MT"/>
              </a:defRPr>
            </a:lvl1pPr>
          </a:lstStyle>
          <a:p>
            <a:pPr indent="0" algn="l" defTabSz="914400">
              <a:lnSpc>
                <a:spcPct val="100000"/>
              </a:lnSpc>
              <a:buNone/>
              <a:tabLst>
                <a:tab pos="0" algn="l"/>
              </a:tabLst>
            </a:pPr>
            <a:r>
              <a:rPr lang="en-US" sz="3200" b="0" u="none" strike="noStrike">
                <a:solidFill>
                  <a:schemeClr val="dk1"/>
                </a:solidFill>
                <a:effectLst/>
                <a:uFillTx/>
                <a:latin typeface="Gill Sans MT"/>
              </a:rPr>
              <a:t>Click icon to add picture</a:t>
            </a:r>
            <a:endParaRPr lang="en-US" sz="3200" b="0" u="none" strike="noStrike">
              <a:solidFill>
                <a:srgbClr val="777777"/>
              </a:solidFill>
              <a:effectLst/>
              <a:uFillTx/>
              <a:latin typeface="Gill Sans MT"/>
            </a:endParaRPr>
          </a:p>
        </p:txBody>
      </p:sp>
      <p:sp>
        <p:nvSpPr>
          <p:cNvPr id="426" name="Flowchart: Process 8"/>
          <p:cNvSpPr/>
          <p:nvPr/>
        </p:nvSpPr>
        <p:spPr>
          <a:xfrm rot="19468800">
            <a:off x="396720" y="715680"/>
            <a:ext cx="685440" cy="153000"/>
          </a:xfrm>
          <a:prstGeom prst="flowChartProcess">
            <a:avLst/>
          </a:prstGeom>
          <a:solidFill>
            <a:srgbClr val="FBFBFB">
              <a:alpha val="45000"/>
            </a:srgbClr>
          </a:solidFill>
          <a:ln cap="rnd" w="6350">
            <a:solidFill>
              <a:srgbClr val="FFFFFF"/>
            </a:solidFill>
            <a:round/>
          </a:ln>
          <a:effectLst>
            <a:outerShdw algn="tl" blurRad="25560" dir="3324462" dist="25364"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27" name="Flowchart: Process 9"/>
          <p:cNvSpPr/>
          <p:nvPr/>
        </p:nvSpPr>
        <p:spPr>
          <a:xfrm flipH="1" rot="2103600">
            <a:off x="5002560" y="702360"/>
            <a:ext cx="648720" cy="153000"/>
          </a:xfrm>
          <a:prstGeom prst="flowChartProcess">
            <a:avLst/>
          </a:prstGeom>
          <a:solidFill>
            <a:srgbClr val="FBFBFB">
              <a:alpha val="45000"/>
            </a:srgbClr>
          </a:solidFill>
          <a:ln cap="rnd" w="6350">
            <a:solidFill>
              <a:srgbClr val="FFFFFF"/>
            </a:solidFill>
            <a:round/>
          </a:ln>
          <a:effectLst>
            <a:outerShdw algn="tl" blurRad="25560" dir="3324462" dist="25364" rotWithShape="0" sx="96000" sy="96000">
              <a:schemeClr val="bg2">
                <a:alpha val="20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28" name="PlaceHolder 6"/>
          <p:cNvSpPr>
            <a:spLocks noGrp="1"/>
          </p:cNvSpPr>
          <p:nvPr>
            <p:ph type="body"/>
          </p:nvPr>
        </p:nvSpPr>
        <p:spPr>
          <a:xfrm>
            <a:off x="838080" y="3600360"/>
            <a:ext cx="4419360" cy="571320"/>
          </a:xfrm>
          <a:prstGeom prst="rect">
            <a:avLst/>
          </a:prstGeom>
          <a:noFill/>
          <a:ln w="0">
            <a:noFill/>
          </a:ln>
        </p:spPr>
        <p:txBody>
          <a:bodyPr lIns="90000" tIns="45000" rIns="90000" bIns="45000" anchor="ctr">
            <a:noAutofit/>
          </a:bodyPr>
          <a:lstStyle>
            <a:lvl1pPr indent="0" algn="l" defTabSz="914400">
              <a:lnSpc>
                <a:spcPts val="1599"/>
              </a:lnSpc>
              <a:buNone/>
              <a:tabLst>
                <a:tab pos="0" algn="l"/>
              </a:tabLst>
              <a:defRPr lang="en-US" sz="1400" b="0" u="none" strike="noStrike">
                <a:solidFill>
                  <a:srgbClr val="777777"/>
                </a:solidFill>
                <a:effectLst/>
                <a:uFillTx/>
                <a:latin typeface="Gill Sans MT"/>
              </a:defRPr>
            </a:lvl1pPr>
          </a:lstStyle>
          <a:p>
            <a:pPr indent="0" algn="l" defTabSz="914400">
              <a:lnSpc>
                <a:spcPts val="1599"/>
              </a:lnSpc>
              <a:buNone/>
              <a:tabLst>
                <a:tab pos="0" algn="l"/>
              </a:tabLst>
            </a:pPr>
            <a:r>
              <a:rPr lang="en-US" sz="1400" b="0" u="none" strike="noStrike">
                <a:solidFill>
                  <a:srgbClr val="777777"/>
                </a:solidFill>
                <a:effectLst/>
                <a:uFillTx/>
                <a:latin typeface="Gill Sans MT"/>
              </a:rPr>
              <a:t>Click to edit Master text styles</a:t>
            </a:r>
            <a:endParaRPr lang="en-US" sz="1400" b="0" u="none" strike="noStrike">
              <a:solidFill>
                <a:srgbClr val="777777"/>
              </a:solidFill>
              <a:effectLst/>
              <a:uFillTx/>
              <a:latin typeface="Gill Sans MT"/>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0">
    <p:bg>
      <p:bgPr>
        <a:blipFill rotWithShape="0">
          <a:blip r:embed="rId2"/>
          <a:tile tx="0" ty="0" sx="89772" sy="89772" algn="tl"/>
        </a:blipFill>
      </p:bgPr>
    </p:bg>
    <p:spTree>
      <p:nvGrpSpPr>
        <p:cNvPr id="1" name=""/>
        <p:cNvGrpSpPr/>
        <p:nvPr/>
      </p:nvGrpSpPr>
      <p:grpSpPr>
        <a:xfrm>
          <a:off x="0" y="0"/>
          <a:ext cx="0" cy="0"/>
          <a:chOff x="0" y="0"/>
          <a:chExt cx="0" cy="0"/>
        </a:xfrm>
      </p:grpSpPr>
      <p:sp>
        <p:nvSpPr>
          <p:cNvPr id="429" name="Pie 6"/>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0" name="Oval 7"/>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1" name="Donut 10"/>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2" name="Rectangle 1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3" name="Rectangle 14"/>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4"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rmAutofit/>
          </a:bodyPr>
          <a:lstStyle>
            <a:lvl1pPr indent="0" algn="ctr">
              <a:lnSpc>
                <a:spcPct val="100000"/>
              </a:lnSpc>
              <a:buNone/>
              <a:defRPr lang="en-US" sz="3600" b="0" u="none" strike="noStrike">
                <a:solidFill>
                  <a:schemeClr val="dk2"/>
                </a:solidFill>
                <a:effectLst/>
                <a:uFillTx/>
                <a:latin typeface="Gill Sans MT"/>
              </a:defRPr>
            </a:lvl1pPr>
          </a:lstStyle>
          <a:p>
            <a:pPr indent="0" algn="ctr">
              <a:lnSpc>
                <a:spcPct val="100000"/>
              </a:lnSpc>
              <a:buNone/>
            </a:pPr>
            <a:r>
              <a:rPr lang="en-US" sz="3600" b="0" u="none" strike="noStrike">
                <a:solidFill>
                  <a:schemeClr val="dk2"/>
                </a:solidFill>
                <a:effectLst/>
                <a:uFillTx/>
                <a:latin typeface="Gill Sans MT"/>
              </a:rPr>
              <a:t>Click to edit Master title style</a:t>
            </a:r>
            <a:endParaRPr lang="en-US" sz="3600" b="0" u="none" strike="noStrike">
              <a:solidFill>
                <a:schemeClr val="dk2"/>
              </a:solidFill>
              <a:effectLst/>
              <a:uFillTx/>
              <a:latin typeface="Gill Sans MT"/>
            </a:endParaRPr>
          </a:p>
        </p:txBody>
      </p:sp>
      <p:sp>
        <p:nvSpPr>
          <p:cNvPr id="435" name="PlaceHolder 2"/>
          <p:cNvSpPr>
            <a:spLocks noGrp="1"/>
          </p:cNvSpPr>
          <p:nvPr>
            <p:ph type="body"/>
          </p:nvPr>
        </p:nvSpPr>
        <p:spPr>
          <a:xfrm>
            <a:off x="1435680" y="1143000"/>
            <a:ext cx="7555680" cy="3497400"/>
          </a:xfrm>
          <a:prstGeom prst="rect">
            <a:avLst/>
          </a:prstGeom>
          <a:noFill/>
          <a:ln w="0">
            <a:noFill/>
          </a:ln>
        </p:spPr>
        <p:txBody>
          <a:bodyPr lIns="90000" tIns="45000" rIns="90000" bIns="45000" anchor="t">
            <a:noAutofit/>
          </a:bodyPr>
          <a:lstStyle>
            <a:lvl1pPr algn="l">
              <a:lnSpc>
                <a:spcPct val="100000"/>
              </a:lnSpc>
              <a:spcBef>
                <a:spcPts val="601"/>
              </a:spcBef>
              <a:buClr>
                <a:srgbClr val="3891A7"/>
              </a:buClr>
              <a:buSzPct val="80000"/>
              <a:buFont typeface="Wingdings 2" charset="2"/>
              <a:buChar char=""/>
              <a:defRPr lang="en-US" sz="2800" b="0" u="none" strike="noStrike">
                <a:solidFill>
                  <a:schemeClr val="dk1"/>
                </a:solidFill>
                <a:effectLst/>
                <a:uFillTx/>
                <a:latin typeface="Gill Sans MT"/>
              </a:defRPr>
            </a:lvl1pPr>
            <a:lvl2pPr lvl="1" algn="l">
              <a:lnSpc>
                <a:spcPct val="100000"/>
              </a:lnSpc>
              <a:spcBef>
                <a:spcPts val="550"/>
              </a:spcBef>
              <a:buClr>
                <a:srgbClr val="3891A7"/>
              </a:buClr>
              <a:buFont typeface="Verdana"/>
              <a:buChar char="◦"/>
              <a:defRPr lang="en-US" sz="2400" b="0" u="none" strike="noStrike">
                <a:solidFill>
                  <a:schemeClr val="dk1"/>
                </a:solidFill>
                <a:effectLst/>
                <a:uFillTx/>
                <a:latin typeface="Gill Sans MT"/>
              </a:defRPr>
            </a:lvl2pPr>
            <a:lvl3pPr lvl="2" algn="l">
              <a:lnSpc>
                <a:spcPct val="100000"/>
              </a:lnSpc>
              <a:spcBef>
                <a:spcPts val="400"/>
              </a:spcBef>
              <a:buClr>
                <a:srgbClr val="FEB80A"/>
              </a:buClr>
              <a:buFont typeface="Wingdings 2" charset="2"/>
              <a:buChar char=""/>
              <a:defRPr lang="en-US" sz="2000" b="0" u="none" strike="noStrike">
                <a:solidFill>
                  <a:schemeClr val="dk1"/>
                </a:solidFill>
                <a:effectLst/>
                <a:uFillTx/>
                <a:latin typeface="Gill Sans MT"/>
              </a:defRPr>
            </a:lvl3pPr>
            <a:lvl4pPr lvl="3" algn="l">
              <a:lnSpc>
                <a:spcPct val="100000"/>
              </a:lnSpc>
              <a:spcBef>
                <a:spcPts val="360"/>
              </a:spcBef>
              <a:buClr>
                <a:srgbClr val="C32D2E"/>
              </a:buClr>
              <a:buFont typeface="Wingdings 2" charset="2"/>
              <a:buChar char=""/>
              <a:defRPr lang="en-US" sz="1800" b="0" u="none" strike="noStrike">
                <a:solidFill>
                  <a:schemeClr val="dk1"/>
                </a:solidFill>
                <a:effectLst/>
                <a:uFillTx/>
                <a:latin typeface="Gill Sans MT"/>
              </a:defRPr>
            </a:lvl4pPr>
            <a:lvl5pPr lvl="4" algn="l">
              <a:lnSpc>
                <a:spcPct val="100000"/>
              </a:lnSpc>
              <a:spcBef>
                <a:spcPts val="360"/>
              </a:spcBef>
              <a:buClr>
                <a:srgbClr val="84AA33"/>
              </a:buClr>
              <a:buFont typeface="Wingdings 2" charset="2"/>
              <a:buChar char=""/>
              <a:defRPr lang="en-US" sz="1800" b="0" u="none" strike="noStrike">
                <a:solidFill>
                  <a:schemeClr val="dk1"/>
                </a:solidFill>
                <a:effectLst/>
                <a:uFillTx/>
                <a:latin typeface="Gill Sans MT"/>
              </a:defRPr>
            </a:lvl5pPr>
          </a:lstStyle>
          <a:p>
            <a:pPr marL="365760" indent="-283320" algn="l">
              <a:lnSpc>
                <a:spcPct val="100000"/>
              </a:lnSpc>
              <a:spcBef>
                <a:spcPts val="601"/>
              </a:spcBef>
              <a:buClr>
                <a:srgbClr val="3891A7"/>
              </a:buClr>
              <a:buSzPct val="80000"/>
              <a:buFont typeface="Wingdings 2" charset="2"/>
              <a:buChar char=""/>
            </a:pPr>
            <a:r>
              <a:rPr lang="en-US" sz="2800" b="0" u="none" strike="noStrike">
                <a:solidFill>
                  <a:schemeClr val="dk1"/>
                </a:solidFill>
                <a:effectLst/>
                <a:uFillTx/>
                <a:latin typeface="Gill Sans MT"/>
              </a:rPr>
              <a:t>Click to edit Master text styles</a:t>
            </a:r>
            <a:endParaRPr lang="en-US" sz="2800" b="0" u="none" strike="noStrike">
              <a:solidFill>
                <a:schemeClr val="dk1"/>
              </a:solidFill>
              <a:effectLst/>
              <a:uFillTx/>
              <a:latin typeface="Gill Sans MT"/>
            </a:endParaRPr>
          </a:p>
          <a:p>
            <a:pPr marL="640080" lvl="1" indent="-237600" algn="l">
              <a:lnSpc>
                <a:spcPct val="100000"/>
              </a:lnSpc>
              <a:spcBef>
                <a:spcPts val="550"/>
              </a:spcBef>
              <a:buClr>
                <a:srgbClr val="3891A7"/>
              </a:buClr>
              <a:buFont typeface="Verdana"/>
              <a:buChar char="◦"/>
            </a:pPr>
            <a:r>
              <a:rPr lang="en-US" sz="2400" b="0" u="none" strike="noStrike">
                <a:solidFill>
                  <a:schemeClr val="dk1"/>
                </a:solidFill>
                <a:effectLst/>
                <a:uFillTx/>
                <a:latin typeface="Gill Sans MT"/>
              </a:rPr>
              <a:t>Second level</a:t>
            </a:r>
            <a:endParaRPr lang="en-US" sz="2400" b="0" u="none" strike="noStrike">
              <a:solidFill>
                <a:schemeClr val="dk1"/>
              </a:solidFill>
              <a:effectLst/>
              <a:uFillTx/>
              <a:latin typeface="Gill Sans MT"/>
            </a:endParaRPr>
          </a:p>
          <a:p>
            <a:pPr marL="887040" lvl="2" indent="-228600" algn="l">
              <a:lnSpc>
                <a:spcPct val="100000"/>
              </a:lnSpc>
              <a:spcBef>
                <a:spcPts val="400"/>
              </a:spcBef>
              <a:buClr>
                <a:srgbClr val="FEB80A"/>
              </a:buClr>
              <a:buFont typeface="Wingdings 2" charset="2"/>
              <a:buChar char=""/>
            </a:pPr>
            <a:r>
              <a:rPr lang="en-US" sz="2000" b="0" u="none" strike="noStrike">
                <a:solidFill>
                  <a:schemeClr val="dk1"/>
                </a:solidFill>
                <a:effectLst/>
                <a:uFillTx/>
                <a:latin typeface="Gill Sans MT"/>
              </a:rPr>
              <a:t>Third level</a:t>
            </a:r>
            <a:endParaRPr lang="en-US" sz="2000" b="0" u="none" strike="noStrike">
              <a:solidFill>
                <a:schemeClr val="dk1"/>
              </a:solidFill>
              <a:effectLst/>
              <a:uFillTx/>
              <a:latin typeface="Gill Sans MT"/>
            </a:endParaRPr>
          </a:p>
          <a:p>
            <a:pPr marL="1097280" lvl="3" indent="-173880" algn="l">
              <a:lnSpc>
                <a:spcPct val="100000"/>
              </a:lnSpc>
              <a:spcBef>
                <a:spcPts val="360"/>
              </a:spcBef>
              <a:buClr>
                <a:srgbClr val="C32D2E"/>
              </a:buClr>
              <a:buFont typeface="Wingdings 2" charset="2"/>
              <a:buChar char=""/>
            </a:pPr>
            <a:r>
              <a:rPr lang="en-US" sz="1800" b="0" u="none" strike="noStrike">
                <a:solidFill>
                  <a:schemeClr val="dk1"/>
                </a:solidFill>
                <a:effectLst/>
                <a:uFillTx/>
                <a:latin typeface="Gill Sans MT"/>
              </a:rPr>
              <a:t>Fourth level</a:t>
            </a:r>
            <a:endParaRPr lang="en-US" sz="1800" b="0" u="none" strike="noStrike">
              <a:solidFill>
                <a:schemeClr val="dk1"/>
              </a:solidFill>
              <a:effectLst/>
              <a:uFillTx/>
              <a:latin typeface="Gill Sans MT"/>
            </a:endParaRPr>
          </a:p>
          <a:p>
            <a:pPr marL="1298520" lvl="4" indent="-182880" algn="l">
              <a:lnSpc>
                <a:spcPct val="100000"/>
              </a:lnSpc>
              <a:spcBef>
                <a:spcPts val="360"/>
              </a:spcBef>
              <a:buClr>
                <a:srgbClr val="84AA33"/>
              </a:buClr>
              <a:buFont typeface="Wingdings 2" charset="2"/>
              <a:buChar char=""/>
            </a:pPr>
            <a:r>
              <a:rPr lang="en-US" sz="1800" b="0" u="none" strike="noStrike">
                <a:solidFill>
                  <a:schemeClr val="dk1"/>
                </a:solidFill>
                <a:effectLst/>
                <a:uFillTx/>
                <a:latin typeface="Gill Sans MT"/>
              </a:rPr>
              <a:t>Fifth level</a:t>
            </a:r>
            <a:endParaRPr lang="en-US" sz="1800" b="0" u="none" strike="noStrike">
              <a:solidFill>
                <a:schemeClr val="dk1"/>
              </a:solidFill>
              <a:effectLst/>
              <a:uFillTx/>
              <a:latin typeface="Gill Sans MT"/>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1">
    <p:bg>
      <p:bgPr>
        <a:blipFill rotWithShape="0">
          <a:blip r:embed="rId2"/>
          <a:tile tx="0" ty="0" sx="89772" sy="89772" algn="tl"/>
        </a:blipFill>
      </p:bgPr>
    </p:bg>
    <p:spTree>
      <p:nvGrpSpPr>
        <p:cNvPr id="1" name=""/>
        <p:cNvGrpSpPr/>
        <p:nvPr/>
      </p:nvGrpSpPr>
      <p:grpSpPr>
        <a:xfrm>
          <a:off x="0" y="0"/>
          <a:ext cx="0" cy="0"/>
          <a:chOff x="0" y="0"/>
          <a:chExt cx="0" cy="0"/>
        </a:xfrm>
      </p:grpSpPr>
      <p:sp>
        <p:nvSpPr>
          <p:cNvPr id="436" name="Pie 6" hidden="1"/>
          <p:cNvSpPr/>
          <p:nvPr/>
        </p:nvSpPr>
        <p:spPr>
          <a:xfrm>
            <a:off x="-815760" y="-612000"/>
            <a:ext cx="1638360" cy="1228680"/>
          </a:xfrm>
          <a:prstGeom prst="pie">
            <a:avLst>
              <a:gd name="adj1" fmla="val 0"/>
              <a:gd name="adj2" fmla="val 5402120"/>
            </a:avLst>
          </a:prstGeom>
          <a:solidFill>
            <a:schemeClr val="lt2">
              <a:tint val="18000"/>
              <a:alpha val="33000"/>
            </a:schemeClr>
          </a:solidFill>
          <a:ln cap="rnd" w="3175">
            <a:solidFill>
              <a:srgbClr val="E7DEC9">
                <a:shade val="70000"/>
                <a:satMod val="200000"/>
                <a:alpha val="100000"/>
              </a:srgbClr>
            </a:solidFill>
            <a:round/>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7" name="Oval 7" hidden="1"/>
          <p:cNvSpPr/>
          <p:nvPr/>
        </p:nvSpPr>
        <p:spPr>
          <a:xfrm>
            <a:off x="168840" y="15840"/>
            <a:ext cx="1701720" cy="1276200"/>
          </a:xfrm>
          <a:prstGeom prst="ellipse">
            <a:avLst/>
          </a:prstGeom>
          <a:noFill/>
          <a:ln cap="rnd" w="27305">
            <a:solidFill>
              <a:srgbClr val="E7DEC9">
                <a:tint val="45000"/>
                <a:satMod val="325000"/>
                <a:alpha val="100000"/>
              </a:srgbClr>
            </a:solidFill>
            <a:round/>
          </a:ln>
          <a:effectLst>
            <a:outerShdw algn="tl" blurRad="25560" dir="5400000" dist="25560" rotWithShape="0">
              <a:schemeClr val="bg2">
                <a:shade val="50000"/>
                <a:satMod val="150000"/>
                <a:alpha val="8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8" name="Donut 10" hidden="1"/>
          <p:cNvSpPr/>
          <p:nvPr/>
        </p:nvSpPr>
        <p:spPr>
          <a:xfrm rot="2315400">
            <a:off x="182880" y="791280"/>
            <a:ext cx="1125360" cy="826560"/>
          </a:xfrm>
          <a:prstGeom prst="donut">
            <a:avLst>
              <a:gd name="adj" fmla="val 11833"/>
            </a:avLst>
          </a:prstGeom>
          <a:gradFill rotWithShape="0">
            <a:gsLst>
              <a:gs pos="0">
                <a:srgbClr val="FEFAF6">
                  <a:alpha val="70000"/>
                </a:srgbClr>
              </a:gs>
              <a:gs pos="70000">
                <a:srgbClr val="FFFFFB">
                  <a:alpha val="55000"/>
                </a:srgbClr>
              </a:gs>
              <a:gs pos="100000">
                <a:srgbClr val="EED18E">
                  <a:alpha val="60000"/>
                </a:srgbClr>
              </a:gs>
            </a:gsLst>
            <a:path path="circle">
              <a:fillToRect l="0" t="0" r="100000" b="100000"/>
            </a:path>
          </a:gradFill>
          <a:ln cap="rnd" w="7350">
            <a:solidFill>
              <a:srgbClr val="E7DEC9">
                <a:shade val="60000"/>
                <a:satMod val="220000"/>
                <a:alpha val="100000"/>
              </a:srgbClr>
            </a:solidFill>
            <a:round/>
          </a:ln>
          <a:effectLst>
            <a:outerShdw algn="tl" blurRad="12600" dir="4557825" dist="14843" rotWithShape="0">
              <a:schemeClr val="bg2">
                <a:shade val="10000"/>
                <a:satMod val="200000"/>
                <a:alpha val="3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39" name="Rectangle 11" hidden="1"/>
          <p:cNvSpPr/>
          <p:nvPr/>
        </p:nvSpPr>
        <p:spPr>
          <a:xfrm>
            <a:off x="1013040" y="0"/>
            <a:ext cx="81306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40" name="Rectangle 14" hidden="1"/>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41" name="Rectangle 4"/>
          <p:cNvSpPr/>
          <p:nvPr/>
        </p:nvSpPr>
        <p:spPr>
          <a:xfrm>
            <a:off x="1014840" y="0"/>
            <a:ext cx="8128800" cy="5143320"/>
          </a:xfrm>
          <a:prstGeom prst="rect">
            <a:avLst/>
          </a:prstGeom>
          <a:solidFill>
            <a:schemeClr val="bg1"/>
          </a:solidFill>
          <a:ln>
            <a:noFill/>
          </a:ln>
          <a:effectLst>
            <a:outerShdw blurRad="63360" dir="5400000" dist="25560" rotWithShape="0">
              <a:srgbClr val="000000">
                <a:alpha val="43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
        <p:nvSpPr>
          <p:cNvPr id="442" name="PlaceHolder 1"/>
          <p:cNvSpPr>
            <a:spLocks noGrp="1"/>
          </p:cNvSpPr>
          <p:nvPr>
            <p:ph type="dt" idx="106"/>
          </p:nvPr>
        </p:nvSpPr>
        <p:spPr>
          <a:xfrm>
            <a:off x="3581280" y="4729320"/>
            <a:ext cx="213336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r>
              <a:rPr lang="en-IN" sz="1200" b="0" u="none" strike="noStrike">
                <a:solidFill>
                  <a:srgbClr val="8B8B8B"/>
                </a:solidFill>
                <a:effectLst/>
                <a:uFillTx/>
                <a:latin typeface="Calibri"/>
              </a:rPr>
              <a:t>&lt;date/time&gt;</a:t>
            </a:r>
            <a:endParaRPr lang="en-US" sz="1200" b="0" u="none" strike="noStrike">
              <a:solidFill>
                <a:srgbClr val="000000"/>
              </a:solidFill>
              <a:effectLst/>
              <a:uFillTx/>
              <a:latin typeface="Times New Roman"/>
            </a:endParaRPr>
          </a:p>
        </p:txBody>
      </p:sp>
      <p:sp>
        <p:nvSpPr>
          <p:cNvPr id="443" name="PlaceHolder 2"/>
          <p:cNvSpPr>
            <a:spLocks noGrp="1"/>
          </p:cNvSpPr>
          <p:nvPr>
            <p:ph type="ftr" idx="107"/>
          </p:nvPr>
        </p:nvSpPr>
        <p:spPr>
          <a:xfrm>
            <a:off x="5715000" y="4729320"/>
            <a:ext cx="2895120" cy="35676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4" name="PlaceHolder 3"/>
          <p:cNvSpPr>
            <a:spLocks noGrp="1"/>
          </p:cNvSpPr>
          <p:nvPr>
            <p:ph type="sldNum" idx="108"/>
          </p:nvPr>
        </p:nvSpPr>
        <p:spPr>
          <a:xfrm>
            <a:off x="8613720" y="4729320"/>
            <a:ext cx="456840" cy="356760"/>
          </a:xfrm>
          <a:prstGeom prst="rect">
            <a:avLst/>
          </a:prstGeom>
          <a:noFill/>
          <a:ln w="0">
            <a:noFill/>
          </a:ln>
        </p:spPr>
        <p:txBody>
          <a:bodyPr lIns="90000" tIns="45000" rIns="90000" bIns="45000" anchor="b">
            <a:noAutofit/>
          </a:bodyPr>
          <a:lstStyle>
            <a:lvl1pPr indent="0" algn="r" defTabSz="914400">
              <a:lnSpc>
                <a:spcPct val="100000"/>
              </a:lnSpc>
              <a:buNone/>
              <a:defRPr lang="en-IN" sz="1200" b="0" u="none" strike="noStrike">
                <a:solidFill>
                  <a:srgbClr val="8B8B8B"/>
                </a:solidFill>
                <a:effectLst/>
                <a:uFillTx/>
                <a:latin typeface="Calibri"/>
              </a:defRPr>
            </a:lvl1pPr>
          </a:lstStyle>
          <a:p>
            <a:pPr indent="0" algn="r" defTabSz="914400">
              <a:lnSpc>
                <a:spcPct val="100000"/>
              </a:lnSpc>
              <a:buNone/>
            </a:pPr>
            <a:fld id="{1B78A098-D8F1-49E5-AB41-94FF77347921}"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445" name="Rectangle 5"/>
          <p:cNvSpPr/>
          <p:nvPr/>
        </p:nvSpPr>
        <p:spPr>
          <a:xfrm>
            <a:off x="1014840" y="0"/>
            <a:ext cx="72720" cy="5143320"/>
          </a:xfrm>
          <a:prstGeom prst="rect">
            <a:avLst/>
          </a:prstGeom>
          <a:solidFill>
            <a:schemeClr val="bg1"/>
          </a:solidFill>
          <a:ln>
            <a:noFill/>
          </a:ln>
          <a:effectLst>
            <a:outerShdw algn="tl" blurRad="38520" dir="10800000" dist="38160" rotWithShape="0">
              <a:schemeClr val="bg2">
                <a:shade val="20000"/>
                <a:satMod val="110000"/>
                <a:alpha val="25000"/>
              </a:scheme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p>
            <a:endParaRPr lang="en-US" sz="1800" b="0" u="none" strike="noStrike">
              <a:solidFill>
                <a:schemeClr val="lt1"/>
              </a:solidFill>
              <a:effectLst/>
              <a:uFillTx/>
              <a:latin typeface="Gill Sans MT"/>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3.xml"/><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27.xml"/><Relationship Id="rId3"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29.xml"/><Relationship Id="rId3"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41.xml"/><Relationship Id="rId3" Type="http://schemas.openxmlformats.org/officeDocument/2006/relationships/slideLayout" Target="../slideLayouts/slideLayout4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2"/>
    <p:sldLayoutId id="2147483664"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6" r:id="rId2"/>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0" r:id="rId2"/>
    <p:sldLayoutId id="2147483681" r:id="rId3"/>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2"/>
    <p:sldLayoutId id="2147483684" r:id="rId3"/>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2"/>
    <p:sldLayoutId id="2147483698"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TextShape 1"/>
          <p:cNvSpPr/>
          <p:nvPr/>
        </p:nvSpPr>
        <p:spPr>
          <a:xfrm>
            <a:off x="685800" y="1598040"/>
            <a:ext cx="7771680" cy="110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4400" b="0" u="none" strike="noStrike">
                <a:solidFill>
                  <a:srgbClr val="000000"/>
                </a:solidFill>
                <a:effectLst/>
                <a:uFillTx/>
                <a:latin typeface="Calibri"/>
              </a:rPr>
              <a:t>Integration Testing</a:t>
            </a:r>
            <a:endParaRPr lang="en-US" sz="4400" b="0" u="none" strike="noStrike">
              <a:solidFill>
                <a:srgbClr val="000000"/>
              </a:solidFill>
              <a:effectLst/>
              <a:uFillTx/>
              <a:latin typeface="Arial"/>
            </a:endParaRPr>
          </a:p>
        </p:txBody>
      </p:sp>
      <p:sp>
        <p:nvSpPr>
          <p:cNvPr id="453" name="TextShape 2"/>
          <p:cNvSpPr/>
          <p:nvPr/>
        </p:nvSpPr>
        <p:spPr>
          <a:xfrm>
            <a:off x="1371600" y="2914560"/>
            <a:ext cx="6400080" cy="1313640"/>
          </a:xfrm>
          <a:prstGeom prst="rect">
            <a:avLst/>
          </a:prstGeom>
          <a:noFill/>
          <a:ln w="0">
            <a:noFill/>
          </a:ln>
        </p:spPr>
        <p:style>
          <a:lnRef idx="0"/>
          <a:fillRef idx="0"/>
          <a:effectRef idx="0"/>
          <a:fontRef idx="minor"/>
        </p:style>
        <p:txBody>
          <a:bodyPr lIns="90000" tIns="45000" rIns="90000" bIns="45000" anchor="t">
            <a:noAutofit/>
          </a:bodyPr>
          <a:p>
            <a:pPr algn="ctr" defTabSz="914400">
              <a:lnSpc>
                <a:spcPct val="100000"/>
              </a:lnSpc>
            </a:pPr>
            <a:r>
              <a:rPr lang="en-IN" sz="3200" b="0" u="none" strike="noStrike">
                <a:solidFill>
                  <a:srgbClr val="8B8B8B"/>
                </a:solidFill>
                <a:effectLst/>
                <a:uFillTx/>
                <a:latin typeface="Calibri"/>
              </a:rPr>
              <a:t>.</a:t>
            </a:r>
            <a:endParaRPr lang="en-US" sz="3200" b="0" u="none" strike="noStrike">
              <a:solidFill>
                <a:srgbClr val="000000"/>
              </a:solidFill>
              <a:effectLst/>
              <a:uFillTx/>
              <a:latin typeface="Arial"/>
            </a:endParaRPr>
          </a:p>
        </p:txBody>
      </p:sp>
      <p:sp>
        <p:nvSpPr>
          <p:cNvPr id="454" name="CustomShape 3"/>
          <p:cNvSpPr/>
          <p:nvPr/>
        </p:nvSpPr>
        <p:spPr>
          <a:xfrm>
            <a:off x="2133720" y="3143520"/>
            <a:ext cx="4799880" cy="1333080"/>
          </a:xfrm>
          <a:prstGeom prst="rect">
            <a:avLst/>
          </a:prstGeom>
          <a:noFill/>
          <a:ln w="0">
            <a:noFill/>
          </a:ln>
        </p:spPr>
        <p:style>
          <a:lnRef idx="0"/>
          <a:fillRef idx="0"/>
          <a:effectRef idx="0"/>
          <a:fontRef idx="minor"/>
        </p:style>
        <p:txBody>
          <a:bodyPr lIns="90000" tIns="45000" rIns="90000" bIns="45000" anchor="t">
            <a:noAutofit/>
          </a:bodyPr>
          <a:p>
            <a:pPr algn="ctr" defTabSz="914400">
              <a:lnSpc>
                <a:spcPct val="100000"/>
              </a:lnSpc>
            </a:pPr>
            <a:r>
              <a:rPr lang="en-IN" sz="2400" b="0" u="none" strike="noStrike">
                <a:solidFill>
                  <a:srgbClr val="000000"/>
                </a:solidFill>
                <a:effectLst/>
                <a:uFillTx/>
                <a:latin typeface="Calibri"/>
              </a:rPr>
              <a:t>Prof. Durga Prasad Mohapatra</a:t>
            </a:r>
            <a:endParaRPr lang="en-US" sz="2400" b="0" u="none" strike="noStrike">
              <a:solidFill>
                <a:srgbClr val="000000"/>
              </a:solidFill>
              <a:effectLst/>
              <a:uFillTx/>
              <a:latin typeface="Arial"/>
            </a:endParaRPr>
          </a:p>
          <a:p>
            <a:pPr algn="ctr" defTabSz="914400">
              <a:lnSpc>
                <a:spcPct val="100000"/>
              </a:lnSpc>
            </a:pPr>
            <a:r>
              <a:rPr lang="en-IN" sz="2400" b="0" u="none" strike="noStrike">
                <a:solidFill>
                  <a:srgbClr val="000000"/>
                </a:solidFill>
                <a:effectLst/>
                <a:uFillTx/>
                <a:latin typeface="Calibri"/>
              </a:rPr>
              <a:t>Professor</a:t>
            </a:r>
            <a:endParaRPr lang="en-US" sz="2400" b="0" u="none" strike="noStrike">
              <a:solidFill>
                <a:srgbClr val="000000"/>
              </a:solidFill>
              <a:effectLst/>
              <a:uFillTx/>
              <a:latin typeface="Arial"/>
            </a:endParaRPr>
          </a:p>
          <a:p>
            <a:pPr algn="ctr" defTabSz="914400">
              <a:lnSpc>
                <a:spcPct val="100000"/>
              </a:lnSpc>
            </a:pPr>
            <a:r>
              <a:rPr lang="en-IN" sz="2400" b="0" u="none" strike="noStrike">
                <a:solidFill>
                  <a:srgbClr val="000000"/>
                </a:solidFill>
                <a:effectLst/>
                <a:uFillTx/>
                <a:latin typeface="Calibri"/>
              </a:rPr>
              <a:t>Dept.of CSE, NIT Rourkela</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TextShape 1"/>
          <p:cNvSpPr/>
          <p:nvPr/>
        </p:nvSpPr>
        <p:spPr>
          <a:xfrm>
            <a:off x="533520" y="257040"/>
            <a:ext cx="8228880" cy="514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Introduction</a:t>
            </a:r>
            <a:endParaRPr lang="en-US" sz="3600" b="0" u="none" strike="noStrike">
              <a:solidFill>
                <a:srgbClr val="000000"/>
              </a:solidFill>
              <a:effectLst/>
              <a:uFillTx/>
              <a:latin typeface="Arial"/>
            </a:endParaRPr>
          </a:p>
        </p:txBody>
      </p:sp>
      <p:sp>
        <p:nvSpPr>
          <p:cNvPr id="456" name="TextShape 2"/>
          <p:cNvSpPr/>
          <p:nvPr/>
        </p:nvSpPr>
        <p:spPr>
          <a:xfrm>
            <a:off x="914760" y="790560"/>
            <a:ext cx="8228880" cy="4352400"/>
          </a:xfrm>
          <a:prstGeom prst="rect">
            <a:avLst/>
          </a:prstGeom>
          <a:noFill/>
          <a:ln w="0">
            <a:noFill/>
          </a:ln>
        </p:spPr>
        <p:style>
          <a:lnRef idx="0"/>
          <a:fillRef idx="0"/>
          <a:effectRef idx="0"/>
          <a:fontRef idx="minor"/>
        </p:style>
        <p:txBody>
          <a:bodyPr lIns="90000" tIns="45000" rIns="90000" bIns="45000" anchor="t">
            <a:noAutofit/>
          </a:bodyPr>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 the modular design of a software system where the system is composed of different modules, integration is the activity of combining the modules together when all the modules have been prepared.</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Integration of modules is done according to the design of software specified earlier.</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Integration aims at constructing a working software system.</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But a working software demands full testing and thus, integration testing comes into the picture.</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TextShape 1"/>
          <p:cNvSpPr/>
          <p:nvPr/>
        </p:nvSpPr>
        <p:spPr>
          <a:xfrm>
            <a:off x="457200" y="28080"/>
            <a:ext cx="8228880" cy="536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Introduction               cont …</a:t>
            </a:r>
            <a:endParaRPr lang="en-US" sz="3600" b="0" u="none" strike="noStrike">
              <a:solidFill>
                <a:srgbClr val="000000"/>
              </a:solidFill>
              <a:effectLst/>
              <a:uFillTx/>
              <a:latin typeface="Arial"/>
            </a:endParaRPr>
          </a:p>
        </p:txBody>
      </p:sp>
      <p:sp>
        <p:nvSpPr>
          <p:cNvPr id="458" name="TextShape 2"/>
          <p:cNvSpPr/>
          <p:nvPr/>
        </p:nvSpPr>
        <p:spPr>
          <a:xfrm>
            <a:off x="990720" y="743040"/>
            <a:ext cx="8000640" cy="426672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Why do we need integration testing? When all modules have been verified independently, then why is integration testing necessary?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As discussed earlier,  modules are not standalone entities.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They are a part of a software system which comprises of many interfaces. Even if a single interface is mismatched,  many modules may be affected.</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TextShape 1"/>
          <p:cNvSpPr/>
          <p:nvPr/>
        </p:nvSpPr>
        <p:spPr>
          <a:xfrm>
            <a:off x="533520" y="-95400"/>
            <a:ext cx="822888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Introduction               cont …</a:t>
            </a:r>
            <a:endParaRPr lang="en-US" sz="3600" b="0" u="none" strike="noStrike">
              <a:solidFill>
                <a:srgbClr val="000000"/>
              </a:solidFill>
              <a:effectLst/>
              <a:uFillTx/>
              <a:latin typeface="Arial"/>
            </a:endParaRPr>
          </a:p>
        </p:txBody>
      </p:sp>
      <p:sp>
        <p:nvSpPr>
          <p:cNvPr id="460" name="TextShape 2"/>
          <p:cNvSpPr/>
          <p:nvPr/>
        </p:nvSpPr>
        <p:spPr>
          <a:xfrm>
            <a:off x="904320" y="743040"/>
            <a:ext cx="8201160" cy="4556520"/>
          </a:xfrm>
          <a:prstGeom prst="rect">
            <a:avLst/>
          </a:prstGeom>
          <a:noFill/>
          <a:ln w="0">
            <a:noFill/>
          </a:ln>
        </p:spPr>
        <p:style>
          <a:lnRef idx="0"/>
          <a:fillRef idx="0"/>
          <a:effectRef idx="0"/>
          <a:fontRef idx="minor"/>
        </p:style>
        <p:txBody>
          <a:bodyPr lIns="90000" tIns="45000" rIns="90000" bIns="45000" anchor="t">
            <a:noAutofit/>
          </a:bodyPr>
          <a:p>
            <a:pPr algn="just" defTabSz="914400">
              <a:lnSpc>
                <a:spcPct val="100000"/>
              </a:lnSpc>
            </a:pPr>
            <a:r>
              <a:rPr lang="en-US" sz="2800" b="0" u="none" strike="noStrike">
                <a:solidFill>
                  <a:srgbClr val="000000"/>
                </a:solidFill>
                <a:effectLst/>
                <a:uFillTx/>
                <a:latin typeface="Gill Sans MT"/>
              </a:rPr>
              <a:t>Thus, integration testing is necessary for the following reasons:</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OpenSymbol"/>
              <a:buAutoNum type="arabicPeriod"/>
            </a:pPr>
            <a:r>
              <a:rPr lang="en-US" sz="2800" b="0" u="none" strike="noStrike">
                <a:solidFill>
                  <a:srgbClr val="000000"/>
                </a:solidFill>
                <a:effectLst/>
                <a:uFillTx/>
                <a:latin typeface="Calibri"/>
              </a:rPr>
              <a:t>Integration testing exposes inconsistency between the modules such as improper call or return sequences.</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OpenSymbol"/>
              <a:buAutoNum type="arabicPeriod" startAt="2"/>
            </a:pPr>
            <a:r>
              <a:rPr lang="en-US" sz="2800" b="0" u="none" strike="noStrike">
                <a:solidFill>
                  <a:srgbClr val="000000"/>
                </a:solidFill>
                <a:effectLst/>
                <a:uFillTx/>
                <a:latin typeface="Gill Sans MT"/>
              </a:rPr>
              <a:t>Data can be lost across an interface.</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OpenSymbol"/>
              <a:buAutoNum type="arabicPeriod" startAt="3"/>
            </a:pPr>
            <a:r>
              <a:rPr lang="en-US" sz="2800" b="0" u="none" strike="noStrike">
                <a:solidFill>
                  <a:srgbClr val="000000"/>
                </a:solidFill>
                <a:effectLst/>
                <a:uFillTx/>
                <a:latin typeface="Gill Sans MT"/>
              </a:rPr>
              <a:t>One module when combined with another module may not give the desired result.</a:t>
            </a:r>
            <a:endParaRPr lang="en-US" sz="2800" b="0" u="none" strike="noStrike">
              <a:solidFill>
                <a:srgbClr val="000000"/>
              </a:solidFill>
              <a:effectLst/>
              <a:uFillTx/>
              <a:latin typeface="Arial"/>
            </a:endParaRPr>
          </a:p>
          <a:p>
            <a:pPr algn="just" defTabSz="914400">
              <a:lnSpc>
                <a:spcPct val="100000"/>
              </a:lnSpc>
            </a:pPr>
            <a:r>
              <a:rPr lang="en-US" sz="2800" b="0" u="none" strike="noStrike">
                <a:solidFill>
                  <a:srgbClr val="000000"/>
                </a:solidFill>
                <a:effectLst/>
                <a:uFillTx/>
                <a:latin typeface="Gill Sans MT"/>
              </a:rPr>
              <a:t>4.  Data types and their valid ranges may mismatch</a:t>
            </a:r>
            <a:endParaRPr lang="en-US" sz="2800" b="0" u="none" strike="noStrike">
              <a:solidFill>
                <a:srgbClr val="000000"/>
              </a:solidFill>
              <a:effectLst/>
              <a:uFillTx/>
              <a:latin typeface="Arial"/>
            </a:endParaRPr>
          </a:p>
          <a:p>
            <a:pPr algn="just" defTabSz="914400">
              <a:lnSpc>
                <a:spcPct val="100000"/>
              </a:lnSpc>
            </a:pPr>
            <a:r>
              <a:rPr lang="en-US" sz="2800" b="0" u="none" strike="noStrike">
                <a:solidFill>
                  <a:srgbClr val="000000"/>
                </a:solidFill>
                <a:effectLst/>
                <a:uFillTx/>
                <a:latin typeface="Gill Sans MT"/>
              </a:rPr>
              <a:t>     between the modules.</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TextShape 1"/>
          <p:cNvSpPr/>
          <p:nvPr/>
        </p:nvSpPr>
        <p:spPr>
          <a:xfrm>
            <a:off x="457200" y="57240"/>
            <a:ext cx="8228880" cy="742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Approaches for integration testing</a:t>
            </a:r>
            <a:endParaRPr lang="en-US" sz="3600" b="0" u="none" strike="noStrike">
              <a:solidFill>
                <a:srgbClr val="000000"/>
              </a:solidFill>
              <a:effectLst/>
              <a:uFillTx/>
              <a:latin typeface="Arial"/>
            </a:endParaRPr>
          </a:p>
        </p:txBody>
      </p:sp>
      <p:sp>
        <p:nvSpPr>
          <p:cNvPr id="462" name="TextShape 2"/>
          <p:cNvSpPr/>
          <p:nvPr/>
        </p:nvSpPr>
        <p:spPr>
          <a:xfrm>
            <a:off x="990720" y="895320"/>
            <a:ext cx="8152920" cy="339372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Thus, integration testing focuses on bugs caused by interfacing between the modules while integrating them.</a:t>
            </a:r>
            <a:endParaRPr lang="en-US" sz="24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There are three approaches for integration testing:</a:t>
            </a:r>
            <a:endParaRPr lang="en-US" sz="2400" b="0" u="none" strike="noStrike">
              <a:solidFill>
                <a:srgbClr val="000000"/>
              </a:solidFill>
              <a:effectLst/>
              <a:uFillTx/>
              <a:latin typeface="Arial"/>
            </a:endParaRPr>
          </a:p>
        </p:txBody>
      </p:sp>
      <p:pic>
        <p:nvPicPr>
          <p:cNvPr id="463" name="Picture 3"/>
          <p:cNvPicPr/>
          <p:nvPr/>
        </p:nvPicPr>
        <p:blipFill>
          <a:blip r:embed="rId1"/>
          <a:stretch/>
        </p:blipFill>
        <p:spPr>
          <a:xfrm>
            <a:off x="2322000" y="2534400"/>
            <a:ext cx="5409720" cy="24948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TextShape 1"/>
          <p:cNvSpPr/>
          <p:nvPr/>
        </p:nvSpPr>
        <p:spPr>
          <a:xfrm>
            <a:off x="457920" y="186840"/>
            <a:ext cx="8223120" cy="555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Decomposition-based integration</a:t>
            </a:r>
            <a:endParaRPr lang="en-US" sz="3600" b="0" u="none" strike="noStrike">
              <a:solidFill>
                <a:srgbClr val="000000"/>
              </a:solidFill>
              <a:effectLst/>
              <a:uFillTx/>
              <a:latin typeface="Arial"/>
            </a:endParaRPr>
          </a:p>
        </p:txBody>
      </p:sp>
      <p:sp>
        <p:nvSpPr>
          <p:cNvPr id="465" name="TextShape 2"/>
          <p:cNvSpPr/>
          <p:nvPr/>
        </p:nvSpPr>
        <p:spPr>
          <a:xfrm>
            <a:off x="1066680" y="895320"/>
            <a:ext cx="8000640" cy="3393720"/>
          </a:xfrm>
          <a:prstGeom prst="rect">
            <a:avLst/>
          </a:prstGeom>
          <a:noFill/>
          <a:ln w="0">
            <a:noFill/>
          </a:ln>
        </p:spPr>
        <p:style>
          <a:lnRef idx="0"/>
          <a:fillRef idx="0"/>
          <a:effectRef idx="0"/>
          <a:fontRef idx="minor"/>
        </p:style>
        <p:txBody>
          <a:bodyPr lIns="90000" tIns="45000" rIns="90000" bIns="45000" anchor="t">
            <a:noAutofit/>
          </a:bodyPr>
          <a:p>
            <a:pPr marL="914400" lvl="2"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Idea is based on decomposition into functional modules</a:t>
            </a:r>
            <a:endParaRPr lang="en-US" sz="28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Functional decomposition is shown as a tree</a:t>
            </a:r>
            <a:endParaRPr lang="en-US" sz="28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Classified into</a:t>
            </a:r>
            <a:endParaRPr lang="en-US" sz="28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Non-incremental</a:t>
            </a:r>
            <a:endParaRPr lang="en-US" sz="28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incremental</a:t>
            </a:r>
            <a:endParaRPr lang="en-US" sz="2800" b="0" u="none" strike="noStrike">
              <a:solidFill>
                <a:srgbClr val="000000"/>
              </a:solidFill>
              <a:effectLst/>
              <a:uFillTx/>
              <a:latin typeface="Arial"/>
            </a:endParaRPr>
          </a:p>
        </p:txBody>
      </p:sp>
      <p:sp>
        <p:nvSpPr>
          <p:cNvPr id="466"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8581670A-DDAD-40B7-81C2-A0A1C60AB18B}"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7" name="Picture 2"/>
          <p:cNvPicPr/>
          <p:nvPr/>
        </p:nvPicPr>
        <p:blipFill>
          <a:blip r:embed="rId1"/>
          <a:stretch/>
        </p:blipFill>
        <p:spPr>
          <a:xfrm>
            <a:off x="3166200" y="838800"/>
            <a:ext cx="4563720" cy="4018320"/>
          </a:xfrm>
          <a:prstGeom prst="rect">
            <a:avLst/>
          </a:prstGeom>
          <a:noFill/>
          <a:ln w="0">
            <a:noFill/>
          </a:ln>
        </p:spPr>
      </p:pic>
      <p:sp>
        <p:nvSpPr>
          <p:cNvPr id="468" name="Rectangle 1"/>
          <p:cNvSpPr/>
          <p:nvPr/>
        </p:nvSpPr>
        <p:spPr>
          <a:xfrm>
            <a:off x="1143000" y="24120"/>
            <a:ext cx="2831400" cy="52272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IN" sz="2800" b="0" u="none" strike="noStrike">
                <a:solidFill>
                  <a:schemeClr val="dk2"/>
                </a:solidFill>
                <a:effectLst/>
                <a:uFillTx/>
                <a:latin typeface="Gill Sans MT"/>
              </a:rPr>
              <a:t>Integration Testing</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4400" b="0" u="none" strike="noStrike">
                <a:solidFill>
                  <a:srgbClr val="000000"/>
                </a:solidFill>
                <a:effectLst/>
                <a:uFillTx/>
                <a:latin typeface="Calibri"/>
              </a:rPr>
              <a:t> </a:t>
            </a:r>
            <a:endParaRPr lang="en-US" sz="4400" b="0" u="none" strike="noStrike">
              <a:solidFill>
                <a:srgbClr val="000000"/>
              </a:solidFill>
              <a:effectLst/>
              <a:uFillTx/>
              <a:latin typeface="Arial"/>
            </a:endParaRPr>
          </a:p>
        </p:txBody>
      </p:sp>
      <p:sp>
        <p:nvSpPr>
          <p:cNvPr id="470" name="TextShape 2"/>
          <p:cNvSpPr/>
          <p:nvPr/>
        </p:nvSpPr>
        <p:spPr>
          <a:xfrm>
            <a:off x="1001160" y="303120"/>
            <a:ext cx="8066520" cy="460080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Non incremental Approach</a:t>
            </a:r>
            <a:endParaRPr lang="en-US" sz="2800" b="0" u="none" strike="noStrike">
              <a:solidFill>
                <a:srgbClr val="000000"/>
              </a:solidFill>
              <a:effectLst/>
              <a:uFillTx/>
              <a:latin typeface="Arial"/>
            </a:endParaRPr>
          </a:p>
          <a:p>
            <a:pPr marL="457200" lvl="1"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Also known as big-bang integration</a:t>
            </a:r>
            <a:endParaRPr lang="en-US" sz="2400" b="0" u="none" strike="noStrike">
              <a:solidFill>
                <a:srgbClr val="000000"/>
              </a:solidFill>
              <a:effectLst/>
              <a:uFillTx/>
              <a:latin typeface="Arial"/>
            </a:endParaRPr>
          </a:p>
          <a:p>
            <a:pPr marL="457200" algn="just" defTabSz="914400">
              <a:lnSpc>
                <a:spcPct val="100000"/>
              </a:lnSpc>
            </a:pPr>
            <a:endParaRPr lang="en-US" sz="1600" b="0" u="none" strike="noStrike">
              <a:solidFill>
                <a:srgbClr val="000000"/>
              </a:solidFill>
              <a:effectLst/>
              <a:uFillTx/>
              <a:latin typeface="Arial"/>
            </a:endParaRPr>
          </a:p>
          <a:p>
            <a:pPr marL="457200" lvl="1"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Discarded for the following reasons:</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Big-bang requires more work</a:t>
            </a:r>
            <a:endParaRPr lang="en-US" sz="24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With increase in the number of modules, more number of drivers and stubs will be required to test the modules independently.</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Actual modules are not interfaced directly until the end of the software system.</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It will be difficult to localize the errors since the exact location of bugs cannot be found easily.</a:t>
            </a:r>
            <a:endParaRPr lang="en-US" sz="2400" b="0" u="none" strike="noStrike">
              <a:solidFill>
                <a:srgbClr val="000000"/>
              </a:solidFill>
              <a:effectLst/>
              <a:uFillTx/>
              <a:latin typeface="Arial"/>
            </a:endParaRPr>
          </a:p>
        </p:txBody>
      </p:sp>
      <p:sp>
        <p:nvSpPr>
          <p:cNvPr id="471"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D0A7EF16-49A6-4959-958C-7DF19924B1D8}"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4400" b="0" u="none" strike="noStrike">
                <a:solidFill>
                  <a:srgbClr val="000000"/>
                </a:solidFill>
                <a:effectLst/>
                <a:uFillTx/>
                <a:latin typeface="Calibri"/>
              </a:rPr>
              <a:t> </a:t>
            </a:r>
            <a:endParaRPr lang="en-US" sz="4400" b="0" u="none" strike="noStrike">
              <a:solidFill>
                <a:srgbClr val="000000"/>
              </a:solidFill>
              <a:effectLst/>
              <a:uFillTx/>
              <a:latin typeface="Arial"/>
            </a:endParaRPr>
          </a:p>
        </p:txBody>
      </p:sp>
      <p:sp>
        <p:nvSpPr>
          <p:cNvPr id="473" name="TextShape 2"/>
          <p:cNvSpPr/>
          <p:nvPr/>
        </p:nvSpPr>
        <p:spPr>
          <a:xfrm>
            <a:off x="914400" y="425520"/>
            <a:ext cx="8152920" cy="4341600"/>
          </a:xfrm>
          <a:prstGeom prst="rect">
            <a:avLst/>
          </a:prstGeom>
          <a:noFill/>
          <a:ln w="0">
            <a:noFill/>
          </a:ln>
        </p:spPr>
        <p:style>
          <a:lnRef idx="0"/>
          <a:fillRef idx="0"/>
          <a:effectRef idx="0"/>
          <a:fontRef idx="minor"/>
        </p:style>
        <p:txBody>
          <a:bodyPr lIns="90000" tIns="45000" rIns="90000" bIns="45000" anchor="t">
            <a:noAutofit/>
          </a:bodyPr>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Incremental Approach</a:t>
            </a:r>
            <a:endParaRPr lang="en-US" sz="2800" b="0" u="none" strike="noStrike">
              <a:solidFill>
                <a:srgbClr val="000000"/>
              </a:solidFill>
              <a:effectLst/>
              <a:uFillTx/>
              <a:latin typeface="Arial"/>
            </a:endParaRPr>
          </a:p>
          <a:p>
            <a:pPr algn="just" defTabSz="914400">
              <a:lnSpc>
                <a:spcPct val="100000"/>
              </a:lnSpc>
            </a:pPr>
            <a:endParaRPr lang="en-US" sz="1600" b="0" u="none" strike="noStrike">
              <a:solidFill>
                <a:srgbClr val="000000"/>
              </a:solidFill>
              <a:effectLst/>
              <a:uFillTx/>
              <a:latin typeface="Arial"/>
            </a:endParaRPr>
          </a:p>
          <a:p>
            <a:pPr marL="457200" lvl="1"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 It is beneficial for the following reasons:</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Does not require many drivers and stubs.</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Interfacing errors are uncovered earlier.</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It is easy to localize the errors since modules are combined one by one, thus debugging is easier.</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400" b="0" u="none" strike="noStrike">
                <a:solidFill>
                  <a:srgbClr val="000000"/>
                </a:solidFill>
                <a:effectLst/>
                <a:uFillTx/>
                <a:latin typeface="Gill Sans MT"/>
              </a:rPr>
              <a:t>Incremental testing is a more thorough testing</a:t>
            </a:r>
            <a:endParaRPr lang="en-US" sz="24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p:txBody>
      </p:sp>
      <p:sp>
        <p:nvSpPr>
          <p:cNvPr id="474"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42F8E177-A978-4696-91E3-B9896344747D}"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4400" b="0" u="none" strike="noStrike">
                <a:solidFill>
                  <a:srgbClr val="000000"/>
                </a:solidFill>
                <a:effectLst/>
                <a:uFillTx/>
                <a:latin typeface="Calibri"/>
              </a:rPr>
              <a:t> </a:t>
            </a:r>
            <a:endParaRPr lang="en-US" sz="4400" b="0" u="none" strike="noStrike">
              <a:solidFill>
                <a:srgbClr val="000000"/>
              </a:solidFill>
              <a:effectLst/>
              <a:uFillTx/>
              <a:latin typeface="Arial"/>
            </a:endParaRPr>
          </a:p>
        </p:txBody>
      </p:sp>
      <p:sp>
        <p:nvSpPr>
          <p:cNvPr id="476" name="TextShape 2"/>
          <p:cNvSpPr/>
          <p:nvPr/>
        </p:nvSpPr>
        <p:spPr>
          <a:xfrm>
            <a:off x="1371600" y="1646640"/>
            <a:ext cx="7619760" cy="3276360"/>
          </a:xfrm>
          <a:prstGeom prst="rect">
            <a:avLst/>
          </a:prstGeom>
          <a:noFill/>
          <a:ln w="0">
            <a:noFill/>
          </a:ln>
        </p:spPr>
        <p:style>
          <a:lnRef idx="0"/>
          <a:fillRef idx="0"/>
          <a:effectRef idx="0"/>
          <a:fontRef idx="minor"/>
        </p:style>
        <p:txBody>
          <a:bodyPr lIns="90000" tIns="45000" rIns="90000" bIns="45000" anchor="t">
            <a:noAutofit/>
          </a:bodyPr>
          <a:p>
            <a:pPr marL="514440" indent="-514440" algn="just" defTabSz="914400">
              <a:lnSpc>
                <a:spcPct val="100000"/>
              </a:lnSpc>
              <a:buClr>
                <a:srgbClr val="000000"/>
              </a:buClr>
              <a:buFont typeface="OpenSymbol"/>
              <a:buAutoNum type="arabicPeriod"/>
            </a:pPr>
            <a:r>
              <a:rPr lang="en-US" sz="2800" b="0" u="none" strike="noStrike">
                <a:solidFill>
                  <a:srgbClr val="000000"/>
                </a:solidFill>
                <a:effectLst/>
                <a:uFillTx/>
                <a:latin typeface="Gill Sans MT"/>
              </a:rPr>
              <a:t>Top-down integration</a:t>
            </a:r>
            <a:endParaRPr lang="en-US" sz="2800" b="0" u="none" strike="noStrike">
              <a:solidFill>
                <a:srgbClr val="000000"/>
              </a:solidFill>
              <a:effectLst/>
              <a:uFillTx/>
              <a:latin typeface="Arial"/>
            </a:endParaRPr>
          </a:p>
          <a:p>
            <a:pPr marL="514440" indent="-514440" algn="just" defTabSz="914400">
              <a:lnSpc>
                <a:spcPct val="100000"/>
              </a:lnSpc>
              <a:buClr>
                <a:srgbClr val="000000"/>
              </a:buClr>
              <a:buFont typeface="OpenSymbol"/>
              <a:buAutoNum type="arabicPeriod"/>
            </a:pPr>
            <a:r>
              <a:rPr lang="en-US" sz="2800" b="0" u="none" strike="noStrike">
                <a:solidFill>
                  <a:srgbClr val="000000"/>
                </a:solidFill>
                <a:effectLst/>
                <a:uFillTx/>
                <a:latin typeface="Gill Sans MT"/>
              </a:rPr>
              <a:t>Bottom-up integration</a:t>
            </a:r>
            <a:endParaRPr lang="en-US" sz="2800" b="0" u="none" strike="noStrike">
              <a:solidFill>
                <a:srgbClr val="000000"/>
              </a:solidFill>
              <a:effectLst/>
              <a:uFillTx/>
              <a:latin typeface="Arial"/>
            </a:endParaRPr>
          </a:p>
          <a:p>
            <a:pPr algn="just" defTabSz="914400">
              <a:lnSpc>
                <a:spcPct val="100000"/>
              </a:lnSpc>
            </a:pPr>
            <a:endParaRPr lang="en-US" sz="2400" b="0" u="none" strike="noStrike">
              <a:solidFill>
                <a:srgbClr val="000000"/>
              </a:solidFill>
              <a:effectLst/>
              <a:uFillTx/>
              <a:latin typeface="Arial"/>
            </a:endParaRPr>
          </a:p>
          <a:p>
            <a:pPr algn="just" defTabSz="914400">
              <a:lnSpc>
                <a:spcPct val="100000"/>
              </a:lnSpc>
            </a:pPr>
            <a:endParaRPr lang="en-US" sz="2400" b="0" u="none" strike="noStrike">
              <a:solidFill>
                <a:srgbClr val="000000"/>
              </a:solidFill>
              <a:effectLst/>
              <a:uFillTx/>
              <a:latin typeface="Arial"/>
            </a:endParaRPr>
          </a:p>
        </p:txBody>
      </p:sp>
      <p:sp>
        <p:nvSpPr>
          <p:cNvPr id="477"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770BA9A4-858E-4009-B771-535163083673}"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
        <p:nvSpPr>
          <p:cNvPr id="478" name="PlaceHolder 1"/>
          <p:cNvSpPr>
            <a:spLocks noGrp="1"/>
          </p:cNvSpPr>
          <p:nvPr>
            <p:ph type="title"/>
          </p:nvPr>
        </p:nvSpPr>
        <p:spPr>
          <a:xfrm>
            <a:off x="1493640" y="634680"/>
            <a:ext cx="7497720" cy="641520"/>
          </a:xfrm>
          <a:prstGeom prst="rect">
            <a:avLst/>
          </a:prstGeom>
          <a:noFill/>
          <a:ln w="0">
            <a:noFill/>
          </a:ln>
        </p:spPr>
        <p:txBody>
          <a:bodyPr lIns="90000" tIns="45000" rIns="90000" bIns="45000" anchor="ctr">
            <a:normAutofit fontScale="47500" lnSpcReduction="19999"/>
          </a:bodyPr>
          <a:p>
            <a:pPr indent="0" algn="l">
              <a:lnSpc>
                <a:spcPct val="100000"/>
              </a:lnSpc>
              <a:buNone/>
            </a:pPr>
            <a:r>
              <a:rPr lang="en-US" sz="4000" b="0" u="none" strike="noStrike">
                <a:solidFill>
                  <a:schemeClr val="dk2"/>
                </a:solidFill>
                <a:effectLst/>
                <a:uFillTx/>
                <a:latin typeface="Gill Sans MT"/>
              </a:rPr>
              <a:t>Types of incremental integration testing</a:t>
            </a:r>
            <a:br>
              <a:rPr sz="3600"/>
            </a:br>
            <a:endParaRPr lang="en-US" sz="4000" b="0" u="none" strike="noStrike">
              <a:solidFill>
                <a:schemeClr val="dk2"/>
              </a:solidFill>
              <a:effectLst/>
              <a:uFillTx/>
              <a:latin typeface="Gill Sans MT"/>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4400" b="0" u="none" strike="noStrike">
                <a:solidFill>
                  <a:srgbClr val="000000"/>
                </a:solidFill>
                <a:effectLst/>
                <a:uFillTx/>
                <a:latin typeface="Calibri"/>
              </a:rPr>
              <a:t> </a:t>
            </a:r>
            <a:endParaRPr lang="en-US" sz="4400" b="0" u="none" strike="noStrike">
              <a:solidFill>
                <a:srgbClr val="000000"/>
              </a:solidFill>
              <a:effectLst/>
              <a:uFillTx/>
              <a:latin typeface="Arial"/>
            </a:endParaRPr>
          </a:p>
        </p:txBody>
      </p:sp>
      <p:sp>
        <p:nvSpPr>
          <p:cNvPr id="480" name="TextShape 2"/>
          <p:cNvSpPr/>
          <p:nvPr/>
        </p:nvSpPr>
        <p:spPr>
          <a:xfrm>
            <a:off x="1371600" y="819000"/>
            <a:ext cx="7619760" cy="4221360"/>
          </a:xfrm>
          <a:prstGeom prst="rect">
            <a:avLst/>
          </a:prstGeom>
          <a:noFill/>
          <a:ln w="0">
            <a:noFill/>
          </a:ln>
        </p:spPr>
        <p:style>
          <a:lnRef idx="0"/>
          <a:fillRef idx="0"/>
          <a:effectRef idx="0"/>
          <a:fontRef idx="minor"/>
        </p:style>
        <p:txBody>
          <a:bodyPr lIns="90000" tIns="45000" rIns="90000" bIns="45000" anchor="t">
            <a:noAutofit/>
          </a:bodyPr>
          <a:p>
            <a:pPr marL="343080" indent="-343080" algn="just" defTabSz="914400">
              <a:lnSpc>
                <a:spcPct val="100000"/>
              </a:lnSpc>
              <a:buClr>
                <a:srgbClr val="000000"/>
              </a:buClr>
              <a:buFont typeface="Arial"/>
              <a:buChar char="•"/>
            </a:pPr>
            <a:r>
              <a:rPr lang="en-US" sz="2800" b="0" u="none" strike="noStrike">
                <a:solidFill>
                  <a:srgbClr val="000000"/>
                </a:solidFill>
                <a:effectLst/>
                <a:uFillTx/>
                <a:latin typeface="Gill Sans MT"/>
              </a:rPr>
              <a:t>The strategy in top-down integration is to look at the design hierarchy from top to bottom. </a:t>
            </a:r>
            <a:endParaRPr lang="en-US" sz="2800" b="0" u="none" strike="noStrike">
              <a:solidFill>
                <a:srgbClr val="000000"/>
              </a:solidFill>
              <a:effectLst/>
              <a:uFillTx/>
              <a:latin typeface="Arial"/>
            </a:endParaRPr>
          </a:p>
          <a:p>
            <a:pPr marL="343080" indent="-343080" algn="just" defTabSz="914400">
              <a:lnSpc>
                <a:spcPct val="100000"/>
              </a:lnSpc>
              <a:buClr>
                <a:srgbClr val="000000"/>
              </a:buClr>
              <a:buFont typeface="Arial"/>
              <a:buChar char="•"/>
            </a:pPr>
            <a:r>
              <a:rPr lang="en-US" sz="2800" b="0" u="none" strike="noStrike">
                <a:solidFill>
                  <a:srgbClr val="000000"/>
                </a:solidFill>
                <a:effectLst/>
                <a:uFillTx/>
                <a:latin typeface="Gill Sans MT"/>
              </a:rPr>
              <a:t>Start with the high-level modules and move downward through the design hierarchy.  </a:t>
            </a:r>
            <a:endParaRPr lang="en-US" sz="2800" b="0" u="none" strike="noStrike">
              <a:solidFill>
                <a:srgbClr val="000000"/>
              </a:solidFill>
              <a:effectLst/>
              <a:uFillTx/>
              <a:latin typeface="Arial"/>
            </a:endParaRPr>
          </a:p>
          <a:p>
            <a:pPr marL="343080" indent="-343080" algn="just" defTabSz="914400">
              <a:lnSpc>
                <a:spcPct val="100000"/>
              </a:lnSpc>
              <a:buClr>
                <a:srgbClr val="000000"/>
              </a:buClr>
              <a:buFont typeface="Arial"/>
              <a:buChar char="•"/>
            </a:pPr>
            <a:r>
              <a:rPr lang="en-US" sz="2800" b="0" u="none" strike="noStrike">
                <a:solidFill>
                  <a:srgbClr val="000000"/>
                </a:solidFill>
                <a:effectLst/>
                <a:uFillTx/>
                <a:latin typeface="Gill Sans MT"/>
              </a:rPr>
              <a:t>Modules subordinate to the top module are integrated in the following two ways:</a:t>
            </a:r>
            <a:endParaRPr lang="en-US" sz="28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Depth first integration</a:t>
            </a:r>
            <a:endParaRPr lang="en-US" sz="28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Breadth first integration</a:t>
            </a:r>
            <a:endParaRPr lang="en-US" sz="2800" b="0" u="none" strike="noStrike">
              <a:solidFill>
                <a:srgbClr val="000000"/>
              </a:solidFill>
              <a:effectLst/>
              <a:uFillTx/>
              <a:latin typeface="Arial"/>
            </a:endParaRPr>
          </a:p>
          <a:p>
            <a:pPr algn="just" defTabSz="914400">
              <a:lnSpc>
                <a:spcPct val="100000"/>
              </a:lnSpc>
            </a:pPr>
            <a:endParaRPr lang="en-US" sz="2400" b="0" u="none" strike="noStrike">
              <a:solidFill>
                <a:srgbClr val="000000"/>
              </a:solidFill>
              <a:effectLst/>
              <a:uFillTx/>
              <a:latin typeface="Arial"/>
            </a:endParaRPr>
          </a:p>
          <a:p>
            <a:pPr algn="just" defTabSz="914400">
              <a:lnSpc>
                <a:spcPct val="100000"/>
              </a:lnSpc>
            </a:pPr>
            <a:endParaRPr lang="en-US" sz="2400" b="0" u="none" strike="noStrike">
              <a:solidFill>
                <a:srgbClr val="000000"/>
              </a:solidFill>
              <a:effectLst/>
              <a:uFillTx/>
              <a:latin typeface="Arial"/>
            </a:endParaRPr>
          </a:p>
        </p:txBody>
      </p:sp>
      <p:sp>
        <p:nvSpPr>
          <p:cNvPr id="481"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7F60E5FB-1BC1-490D-8E2C-738C64156FC8}" type="slidenum">
              <a:rPr lang="en-IN" sz="1200" b="0" u="none" strike="noStrike">
                <a:solidFill>
                  <a:srgbClr val="8B8B8B"/>
                </a:solidFill>
                <a:effectLst/>
                <a:uFillTx/>
                <a:latin typeface="Calibri"/>
              </a:rPr>
              <a:t>10</a:t>
            </a:fld>
            <a:endParaRPr lang="en-US" sz="1200" b="0" u="none" strike="noStrike">
              <a:solidFill>
                <a:srgbClr val="000000"/>
              </a:solidFill>
              <a:effectLst/>
              <a:uFillTx/>
              <a:latin typeface="Arial"/>
            </a:endParaRPr>
          </a:p>
        </p:txBody>
      </p:sp>
      <p:sp>
        <p:nvSpPr>
          <p:cNvPr id="482" name="PlaceHolder 1"/>
          <p:cNvSpPr>
            <a:spLocks noGrp="1"/>
          </p:cNvSpPr>
          <p:nvPr>
            <p:ph type="title"/>
          </p:nvPr>
        </p:nvSpPr>
        <p:spPr>
          <a:xfrm>
            <a:off x="1493640" y="205920"/>
            <a:ext cx="7497720" cy="742680"/>
          </a:xfrm>
          <a:prstGeom prst="rect">
            <a:avLst/>
          </a:prstGeom>
          <a:noFill/>
          <a:ln w="0">
            <a:noFill/>
          </a:ln>
        </p:spPr>
        <p:txBody>
          <a:bodyPr lIns="90000" tIns="45000" rIns="90000" bIns="45000" anchor="ctr">
            <a:noAutofit/>
          </a:bodyPr>
          <a:p>
            <a:pPr indent="0" algn="ctr">
              <a:lnSpc>
                <a:spcPct val="100000"/>
              </a:lnSpc>
              <a:buNone/>
            </a:pPr>
            <a:r>
              <a:rPr lang="en-US" sz="3600" b="0" u="none" strike="noStrike">
                <a:solidFill>
                  <a:schemeClr val="dk2"/>
                </a:solidFill>
                <a:effectLst/>
                <a:uFillTx/>
                <a:latin typeface="Gill Sans MT"/>
              </a:rPr>
              <a:t>Top-down integration Testing</a:t>
            </a:r>
            <a:br>
              <a:rPr sz="3600"/>
            </a:br>
            <a:endParaRPr lang="en-US" sz="3600" b="0" u="none" strike="noStrike">
              <a:solidFill>
                <a:schemeClr val="dk2"/>
              </a:solidFill>
              <a:effectLst/>
              <a:uFillTx/>
              <a:latin typeface="Gill Sans MT"/>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TextShape 1"/>
          <p:cNvSpPr/>
          <p:nvPr/>
        </p:nvSpPr>
        <p:spPr>
          <a:xfrm>
            <a:off x="457200" y="205920"/>
            <a:ext cx="8228880" cy="536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Depth first integration</a:t>
            </a:r>
            <a:endParaRPr lang="en-US" sz="3600" b="0" u="none" strike="noStrike">
              <a:solidFill>
                <a:srgbClr val="000000"/>
              </a:solidFill>
              <a:effectLst/>
              <a:uFillTx/>
              <a:latin typeface="Arial"/>
            </a:endParaRPr>
          </a:p>
        </p:txBody>
      </p:sp>
      <p:sp>
        <p:nvSpPr>
          <p:cNvPr id="484" name="TextShape 2"/>
          <p:cNvSpPr/>
          <p:nvPr/>
        </p:nvSpPr>
        <p:spPr>
          <a:xfrm>
            <a:off x="1130040" y="789840"/>
            <a:ext cx="7772040" cy="4143600"/>
          </a:xfrm>
          <a:prstGeom prst="rect">
            <a:avLst/>
          </a:prstGeom>
          <a:noFill/>
          <a:ln w="0">
            <a:noFill/>
          </a:ln>
        </p:spPr>
        <p:style>
          <a:lnRef idx="0"/>
          <a:fillRef idx="0"/>
          <a:effectRef idx="0"/>
          <a:fontRef idx="minor"/>
        </p:style>
        <p:txBody>
          <a:bodyPr lIns="90000" tIns="45000" rIns="90000" bIns="45000" anchor="t">
            <a:noAutofit/>
          </a:bodyPr>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 this type, all modules on a major control path of the design hierarchy are integrated ﬁrst. </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 the example shown in below figure, modules </a:t>
            </a:r>
            <a:r>
              <a:rPr lang="en-US" sz="2800" b="0" u="none" strike="noStrike">
                <a:solidFill>
                  <a:srgbClr val="000000"/>
                </a:solidFill>
                <a:effectLst/>
                <a:uFillTx/>
                <a:latin typeface="Calibri"/>
              </a:rPr>
              <a:t>1,</a:t>
            </a:r>
            <a:r>
              <a:rPr lang="en-US" sz="2800" b="0" u="none" strike="noStrike">
                <a:solidFill>
                  <a:srgbClr val="000000"/>
                </a:solidFill>
                <a:effectLst/>
                <a:uFillTx/>
                <a:latin typeface="Gill Sans MT"/>
              </a:rPr>
              <a:t> 2, 6, 7/8 will be integrated ﬁrst. Next, modules </a:t>
            </a:r>
            <a:r>
              <a:rPr lang="en-US" sz="2800" b="0" u="none" strike="noStrike">
                <a:solidFill>
                  <a:srgbClr val="000000"/>
                </a:solidFill>
                <a:effectLst/>
                <a:uFillTx/>
                <a:latin typeface="Calibri"/>
              </a:rPr>
              <a:t>1</a:t>
            </a:r>
            <a:r>
              <a:rPr lang="en-US" sz="2800" b="0" u="none" strike="noStrike">
                <a:solidFill>
                  <a:srgbClr val="000000"/>
                </a:solidFill>
                <a:effectLst/>
                <a:uFillTx/>
                <a:latin typeface="Gill Sans MT"/>
              </a:rPr>
              <a:t>, 3, 4/5 will be integrated.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pic>
        <p:nvPicPr>
          <p:cNvPr id="485" name="Picture 2"/>
          <p:cNvPicPr/>
          <p:nvPr/>
        </p:nvPicPr>
        <p:blipFill>
          <a:blip r:embed="rId1"/>
          <a:stretch/>
        </p:blipFill>
        <p:spPr>
          <a:xfrm>
            <a:off x="6485760" y="2800440"/>
            <a:ext cx="2576880" cy="2267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Breadth ﬁrst integration</a:t>
            </a:r>
            <a:endParaRPr lang="en-US" sz="3600" b="0" u="none" strike="noStrike">
              <a:solidFill>
                <a:srgbClr val="000000"/>
              </a:solidFill>
              <a:effectLst/>
              <a:uFillTx/>
              <a:latin typeface="Arial"/>
            </a:endParaRPr>
          </a:p>
        </p:txBody>
      </p:sp>
      <p:sp>
        <p:nvSpPr>
          <p:cNvPr id="487" name="TextShape 2"/>
          <p:cNvSpPr/>
          <p:nvPr/>
        </p:nvSpPr>
        <p:spPr>
          <a:xfrm>
            <a:off x="1066680" y="1063080"/>
            <a:ext cx="8000640" cy="3393720"/>
          </a:xfrm>
          <a:prstGeom prst="rect">
            <a:avLst/>
          </a:prstGeom>
          <a:noFill/>
          <a:ln w="0">
            <a:noFill/>
          </a:ln>
        </p:spPr>
        <p:style>
          <a:lnRef idx="0"/>
          <a:fillRef idx="0"/>
          <a:effectRef idx="0"/>
          <a:fontRef idx="minor"/>
        </p:style>
        <p:txBody>
          <a:bodyPr lIns="90000" tIns="45000" rIns="90000" bIns="45000" anchor="t">
            <a:noAutofit/>
          </a:bodyPr>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 this type, all modules directly subordinate at each level, moving across the design hierarchy horizontally, are integrated ﬁrst.</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In the example shown in previous figure, modules 2 and 3 will be integrated ﬁrst.   </a:t>
            </a:r>
            <a:endParaRPr lang="en-US" sz="2800" b="0" u="none" strike="noStrike">
              <a:solidFill>
                <a:srgbClr val="000000"/>
              </a:solidFill>
              <a:effectLst/>
              <a:uFillTx/>
              <a:latin typeface="Arial"/>
            </a:endParaRPr>
          </a:p>
          <a:p>
            <a:pPr marL="457200"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Next, modules 6, 4, and 5 will be integrated. Modules 7 and 8 will be integrated last.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489" name="TextShape 2"/>
          <p:cNvSpPr/>
          <p:nvPr/>
        </p:nvSpPr>
        <p:spPr>
          <a:xfrm>
            <a:off x="1032120" y="895320"/>
            <a:ext cx="8076960" cy="3946680"/>
          </a:xfrm>
          <a:prstGeom prst="rect">
            <a:avLst/>
          </a:prstGeom>
          <a:noFill/>
          <a:ln w="0">
            <a:noFill/>
          </a:ln>
        </p:spPr>
        <p:style>
          <a:lnRef idx="0"/>
          <a:fillRef idx="0"/>
          <a:effectRef idx="0"/>
          <a:fontRef idx="minor"/>
        </p:style>
        <p:txBody>
          <a:bodyPr lIns="90000" tIns="45000" rIns="90000" bIns="45000" anchor="t">
            <a:noAutofit/>
          </a:bodyPr>
          <a:p>
            <a:pPr algn="just" defTabSz="914400">
              <a:lnSpc>
                <a:spcPct val="100000"/>
              </a:lnSpc>
            </a:pPr>
            <a:r>
              <a:rPr lang="en-US" sz="2800" b="0" u="none" strike="noStrike">
                <a:solidFill>
                  <a:srgbClr val="000000"/>
                </a:solidFill>
                <a:effectLst/>
                <a:uFillTx/>
                <a:latin typeface="Gill Sans MT"/>
              </a:rPr>
              <a:t>However, in practice, these two sequences of top-down integration cannot be used every time. In general, there is no best sequence, but the following guidelines can be considered:  </a:t>
            </a:r>
            <a:endParaRPr lang="en-US" sz="2800" b="0" u="none" strike="noStrike">
              <a:solidFill>
                <a:srgbClr val="000000"/>
              </a:solidFill>
              <a:effectLst/>
              <a:uFillTx/>
              <a:latin typeface="Arial"/>
            </a:endParaRPr>
          </a:p>
          <a:p>
            <a:pPr algn="just" defTabSz="914400">
              <a:lnSpc>
                <a:spcPct val="100000"/>
              </a:lnSpc>
            </a:pPr>
            <a:r>
              <a:rPr lang="en-US" sz="2800" b="0" u="none" strike="noStrike">
                <a:solidFill>
                  <a:srgbClr val="000000"/>
                </a:solidFill>
                <a:effectLst/>
                <a:uFillTx/>
                <a:latin typeface="Calibri"/>
              </a:rPr>
              <a:t>1.</a:t>
            </a:r>
            <a:r>
              <a:rPr lang="en-US" sz="2800" b="0" u="none" strike="noStrike">
                <a:solidFill>
                  <a:srgbClr val="000000"/>
                </a:solidFill>
                <a:effectLst/>
                <a:uFillTx/>
                <a:latin typeface="Gill Sans MT"/>
              </a:rPr>
              <a:t> In practice, the availability of modules matters the most. The module which is ready to be integrated, will be integrated and tested ﬁrst. We  should not wait to test it according to depth ﬁrst or breadth ﬁrst sequence, but use the availability of modules.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491" name="TextShape 2"/>
          <p:cNvSpPr/>
          <p:nvPr/>
        </p:nvSpPr>
        <p:spPr>
          <a:xfrm>
            <a:off x="1022040" y="1063080"/>
            <a:ext cx="8152560" cy="3393720"/>
          </a:xfrm>
          <a:prstGeom prst="rect">
            <a:avLst/>
          </a:prstGeom>
          <a:noFill/>
          <a:ln w="0">
            <a:noFill/>
          </a:ln>
        </p:spPr>
        <p:style>
          <a:lnRef idx="0"/>
          <a:fillRef idx="0"/>
          <a:effectRef idx="0"/>
          <a:fontRef idx="minor"/>
        </p:style>
        <p:txBody>
          <a:bodyPr lIns="90000" tIns="45000" rIns="90000" bIns="45000" anchor="t">
            <a:noAutofit/>
          </a:bodyPr>
          <a:p>
            <a:pPr algn="just" defTabSz="914400">
              <a:lnSpc>
                <a:spcPct val="100000"/>
              </a:lnSpc>
            </a:pPr>
            <a:r>
              <a:rPr lang="en-US" sz="2800" b="0" u="none" strike="noStrike">
                <a:solidFill>
                  <a:srgbClr val="000000"/>
                </a:solidFill>
                <a:effectLst/>
                <a:uFillTx/>
                <a:latin typeface="Gill Sans MT"/>
              </a:rPr>
              <a:t>2. If there are critical sections of the software, design the sequence such that these sections will be added and tested as early as possible. A critical section might be a complex module, a module with a new algorithm or a module suspected to be error prone.  </a:t>
            </a:r>
            <a:endParaRPr lang="en-US" sz="2800" b="0" u="none" strike="noStrike">
              <a:solidFill>
                <a:srgbClr val="000000"/>
              </a:solidFill>
              <a:effectLst/>
              <a:uFillTx/>
              <a:latin typeface="Arial"/>
            </a:endParaRPr>
          </a:p>
          <a:p>
            <a:pPr algn="just" defTabSz="914400">
              <a:lnSpc>
                <a:spcPct val="100000"/>
              </a:lnSpc>
            </a:pPr>
            <a:r>
              <a:rPr lang="en-US" sz="2800" b="0" u="none" strike="noStrike">
                <a:solidFill>
                  <a:srgbClr val="000000"/>
                </a:solidFill>
                <a:effectLst/>
                <a:uFillTx/>
                <a:latin typeface="Gill Sans MT"/>
              </a:rPr>
              <a:t>3. Design the sequence such that the I/O modules are added as early as possible, so that all interface errors will be detected earlier.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TextShape 1"/>
          <p:cNvSpPr/>
          <p:nvPr/>
        </p:nvSpPr>
        <p:spPr>
          <a:xfrm>
            <a:off x="838440" y="19080"/>
            <a:ext cx="8228880" cy="647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Top-Down Integration Procedure</a:t>
            </a:r>
            <a:endParaRPr lang="en-US" sz="3600" b="0" u="none" strike="noStrike">
              <a:solidFill>
                <a:srgbClr val="000000"/>
              </a:solidFill>
              <a:effectLst/>
              <a:uFillTx/>
              <a:latin typeface="Arial"/>
            </a:endParaRPr>
          </a:p>
        </p:txBody>
      </p:sp>
      <p:sp>
        <p:nvSpPr>
          <p:cNvPr id="493" name="TextShape 2"/>
          <p:cNvSpPr/>
          <p:nvPr/>
        </p:nvSpPr>
        <p:spPr>
          <a:xfrm>
            <a:off x="990720" y="1063080"/>
            <a:ext cx="8076960" cy="3794400"/>
          </a:xfrm>
          <a:prstGeom prst="rect">
            <a:avLst/>
          </a:prstGeom>
          <a:noFill/>
          <a:ln w="0">
            <a:noFill/>
          </a:ln>
        </p:spPr>
        <p:style>
          <a:lnRef idx="0"/>
          <a:fillRef idx="0"/>
          <a:effectRef idx="0"/>
          <a:fontRef idx="minor"/>
        </p:style>
        <p:txBody>
          <a:bodyPr lIns="90000" tIns="45000" rIns="90000" bIns="45000" anchor="t">
            <a:noAutofit/>
          </a:bodyPr>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Start with the top or initial module in the software. Substitute the stubs  for all the subordinate modules of top module. Test  the  top module.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After testing  the top module, stubs are replaced one at a time with the actual modules for integration.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Perform testing on this recent integrated environment.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Regression testing may be conducted to ensure that new errors have not appeared.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Repeat steps 2-4 for the whole design hierarchy.  </a:t>
            </a:r>
            <a:endParaRPr lang="en-US" sz="2400" b="0" u="none" strike="noStrike">
              <a:solidFill>
                <a:srgbClr val="000000"/>
              </a:solidFill>
              <a:effectLst/>
              <a:uFillTx/>
              <a:latin typeface="Arial"/>
            </a:endParaRPr>
          </a:p>
          <a:p>
            <a:pPr algn="just" defTabSz="914400">
              <a:lnSpc>
                <a:spcPct val="100000"/>
              </a:lnSpc>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4" name="Picture 2"/>
          <p:cNvPicPr/>
          <p:nvPr/>
        </p:nvPicPr>
        <p:blipFill>
          <a:blip r:embed="rId1"/>
          <a:stretch/>
        </p:blipFill>
        <p:spPr>
          <a:xfrm>
            <a:off x="1013040" y="1036440"/>
            <a:ext cx="7444800" cy="3664800"/>
          </a:xfrm>
          <a:prstGeom prst="rect">
            <a:avLst/>
          </a:prstGeom>
          <a:noFill/>
          <a:ln w="0">
            <a:noFill/>
          </a:ln>
        </p:spPr>
      </p:pic>
      <p:pic>
        <p:nvPicPr>
          <p:cNvPr id="495" name="Picture 3"/>
          <p:cNvPicPr/>
          <p:nvPr/>
        </p:nvPicPr>
        <p:blipFill>
          <a:blip r:embed="rId2"/>
          <a:stretch/>
        </p:blipFill>
        <p:spPr>
          <a:xfrm>
            <a:off x="7238880" y="57240"/>
            <a:ext cx="1904760" cy="1601640"/>
          </a:xfrm>
          <a:prstGeom prst="rect">
            <a:avLst/>
          </a:prstGeom>
          <a:noFill/>
          <a:ln w="0">
            <a:noFill/>
          </a:ln>
        </p:spPr>
      </p:pic>
      <p:sp>
        <p:nvSpPr>
          <p:cNvPr id="496" name="TextShape 1"/>
          <p:cNvSpPr/>
          <p:nvPr/>
        </p:nvSpPr>
        <p:spPr>
          <a:xfrm>
            <a:off x="838080" y="12600"/>
            <a:ext cx="6324120" cy="5011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Example</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7" name="Picture 2"/>
          <p:cNvPicPr/>
          <p:nvPr/>
        </p:nvPicPr>
        <p:blipFill>
          <a:blip r:embed="rId1"/>
          <a:stretch/>
        </p:blipFill>
        <p:spPr>
          <a:xfrm>
            <a:off x="1472040" y="453600"/>
            <a:ext cx="7443000" cy="4632120"/>
          </a:xfrm>
          <a:prstGeom prst="rect">
            <a:avLst/>
          </a:prstGeom>
          <a:noFill/>
          <a:ln w="0">
            <a:noFill/>
          </a:ln>
        </p:spPr>
      </p:pic>
      <p:sp>
        <p:nvSpPr>
          <p:cNvPr id="498" name="TextShape 1"/>
          <p:cNvSpPr/>
          <p:nvPr/>
        </p:nvSpPr>
        <p:spPr>
          <a:xfrm>
            <a:off x="838080" y="12600"/>
            <a:ext cx="6324120" cy="380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Example              cont…</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500" name="TextShape 2"/>
          <p:cNvSpPr/>
          <p:nvPr/>
        </p:nvSpPr>
        <p:spPr>
          <a:xfrm>
            <a:off x="1447920" y="1050840"/>
            <a:ext cx="7086240" cy="3393720"/>
          </a:xfrm>
          <a:prstGeom prst="rect">
            <a:avLst/>
          </a:prstGeom>
          <a:noFill/>
          <a:ln w="0">
            <a:noFill/>
          </a:ln>
        </p:spPr>
        <p:style>
          <a:lnRef idx="0"/>
          <a:fillRef idx="0"/>
          <a:effectRef idx="0"/>
          <a:fontRef idx="minor"/>
        </p:style>
        <p:txBody>
          <a:bodyPr lIns="90000" tIns="45000" rIns="90000" bIns="45000" anchor="t">
            <a:noAutofit/>
          </a:bodyPr>
          <a:p>
            <a:pPr marL="914400" lvl="1"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Stubs must be prepared as required</a:t>
            </a:r>
            <a:endParaRPr lang="en-US" sz="2800" b="0" u="none" strike="noStrike">
              <a:solidFill>
                <a:srgbClr val="000000"/>
              </a:solidFill>
              <a:effectLst/>
              <a:uFillTx/>
              <a:latin typeface="Arial"/>
            </a:endParaRPr>
          </a:p>
          <a:p>
            <a:pPr marL="914400" lvl="1"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Stubs are often more complicated than they appear</a:t>
            </a:r>
            <a:endParaRPr lang="en-US" sz="2800" b="0" u="none" strike="noStrike">
              <a:solidFill>
                <a:srgbClr val="000000"/>
              </a:solidFill>
              <a:effectLst/>
              <a:uFillTx/>
              <a:latin typeface="Arial"/>
            </a:endParaRPr>
          </a:p>
          <a:p>
            <a:pPr marL="914400" lvl="1" indent="-457200" algn="just" defTabSz="914400">
              <a:lnSpc>
                <a:spcPct val="100000"/>
              </a:lnSpc>
              <a:buClr>
                <a:srgbClr val="000000"/>
              </a:buClr>
              <a:buFont typeface="Arial"/>
              <a:buChar char="•"/>
            </a:pPr>
            <a:r>
              <a:rPr lang="en-US" sz="2800" b="0" u="none" strike="noStrike">
                <a:solidFill>
                  <a:srgbClr val="000000"/>
                </a:solidFill>
                <a:effectLst/>
                <a:uFillTx/>
                <a:latin typeface="Gill Sans MT"/>
              </a:rPr>
              <a:t>Before the I/O functions are added, the representation of test cases in stubs can be difficult</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sp>
        <p:nvSpPr>
          <p:cNvPr id="501"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p>
            <a:pPr indent="0" algn="l">
              <a:lnSpc>
                <a:spcPct val="100000"/>
              </a:lnSpc>
              <a:buNone/>
            </a:pPr>
            <a:r>
              <a:rPr lang="en-US" sz="3600" b="0" u="none" strike="noStrike">
                <a:solidFill>
                  <a:schemeClr val="dk2"/>
                </a:solidFill>
                <a:effectLst/>
                <a:uFillTx/>
                <a:latin typeface="Gill Sans MT"/>
              </a:rPr>
              <a:t>Drawbacks of top-down integration</a:t>
            </a:r>
            <a:endParaRPr lang="en-US" sz="3600" b="0" u="none" strike="noStrike">
              <a:solidFill>
                <a:schemeClr val="dk2"/>
              </a:solidFill>
              <a:effectLst/>
              <a:uFillTx/>
              <a:latin typeface="Gill Sans MT"/>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Bottom-up Integration Testing</a:t>
            </a:r>
            <a:endParaRPr lang="en-US" sz="3600" b="0" u="none" strike="noStrike">
              <a:solidFill>
                <a:srgbClr val="000000"/>
              </a:solidFill>
              <a:effectLst/>
              <a:uFillTx/>
              <a:latin typeface="Arial"/>
            </a:endParaRPr>
          </a:p>
        </p:txBody>
      </p:sp>
      <p:sp>
        <p:nvSpPr>
          <p:cNvPr id="503" name="TextShape 2"/>
          <p:cNvSpPr/>
          <p:nvPr/>
        </p:nvSpPr>
        <p:spPr>
          <a:xfrm>
            <a:off x="990720" y="1276200"/>
            <a:ext cx="8000640" cy="339372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 bottom-up strategy begins with the terminal or modules at the lowest level in the software structure. After testing these modules, they are integrated and tested moving from bottom to top level.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Since the processing required for modules subordinate to a given level is always available, stubs are not required in this strategy.</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505" name="TextShape 2"/>
          <p:cNvSpPr/>
          <p:nvPr/>
        </p:nvSpPr>
        <p:spPr>
          <a:xfrm>
            <a:off x="990720" y="677880"/>
            <a:ext cx="8228880" cy="440820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Bottom-up integration can be considered as the opposite of top-down approach.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Unlike top-down strategy, this strategy does not require the architectural design of the system to be complete.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Thus, bottom-up integration can be performed at an early stage in the developmental process.</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 It may be used where the system reuses and modiﬁes components from other systems.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r>
              <a:rPr lang="en-US" sz="3600" b="0" u="none" strike="noStrike">
                <a:solidFill>
                  <a:schemeClr val="dk2"/>
                </a:solidFill>
                <a:effectLst/>
                <a:uFillTx/>
                <a:latin typeface="Gill Sans MT"/>
              </a:rPr>
              <a:t>Steps in bottom-up integration  </a:t>
            </a:r>
            <a:endParaRPr lang="en-US" sz="3600" b="0" u="none" strike="noStrike">
              <a:solidFill>
                <a:srgbClr val="000000"/>
              </a:solidFill>
              <a:effectLst/>
              <a:uFillTx/>
              <a:latin typeface="Arial"/>
            </a:endParaRPr>
          </a:p>
          <a:p>
            <a:pPr algn="ctr" defTabSz="914400">
              <a:lnSpc>
                <a:spcPct val="100000"/>
              </a:lnSpc>
            </a:pPr>
            <a:endParaRPr lang="en-US" sz="3600" b="0" u="none" strike="noStrike">
              <a:solidFill>
                <a:srgbClr val="000000"/>
              </a:solidFill>
              <a:effectLst/>
              <a:uFillTx/>
              <a:latin typeface="Arial"/>
            </a:endParaRPr>
          </a:p>
        </p:txBody>
      </p:sp>
      <p:sp>
        <p:nvSpPr>
          <p:cNvPr id="507" name="TextShape 2"/>
          <p:cNvSpPr/>
          <p:nvPr/>
        </p:nvSpPr>
        <p:spPr>
          <a:xfrm>
            <a:off x="584280" y="634680"/>
            <a:ext cx="8534160" cy="4508640"/>
          </a:xfrm>
          <a:prstGeom prst="rect">
            <a:avLst/>
          </a:prstGeom>
          <a:noFill/>
          <a:ln w="0">
            <a:noFill/>
          </a:ln>
        </p:spPr>
        <p:style>
          <a:lnRef idx="0"/>
          <a:fillRef idx="0"/>
          <a:effectRef idx="0"/>
          <a:fontRef idx="minor"/>
        </p:style>
        <p:txBody>
          <a:bodyPr lIns="90000" tIns="45000" rIns="90000" bIns="45000" anchor="t">
            <a:noAutofit/>
          </a:bodyPr>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Start with the lowest level modules (modules from which no other module is being called), in the design hierarchy.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Look for the super-ordinate module which calls the module selected in  Step </a:t>
            </a:r>
            <a:r>
              <a:rPr lang="en-US" sz="2400" b="0" u="none" strike="noStrike">
                <a:solidFill>
                  <a:srgbClr val="000000"/>
                </a:solidFill>
                <a:effectLst/>
                <a:uFillTx/>
                <a:latin typeface="Calibri"/>
              </a:rPr>
              <a:t>1</a:t>
            </a:r>
            <a:r>
              <a:rPr lang="en-US" sz="2400" b="0" u="none" strike="noStrike">
                <a:solidFill>
                  <a:srgbClr val="000000"/>
                </a:solidFill>
                <a:effectLst/>
                <a:uFillTx/>
                <a:latin typeface="Gill Sans MT"/>
              </a:rPr>
              <a:t>. Design the driver module for this super-ordinate module.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Test the module selected in Step </a:t>
            </a:r>
            <a:r>
              <a:rPr lang="en-US" sz="2400" b="0" u="none" strike="noStrike">
                <a:solidFill>
                  <a:srgbClr val="000000"/>
                </a:solidFill>
                <a:effectLst/>
                <a:uFillTx/>
                <a:latin typeface="Calibri"/>
              </a:rPr>
              <a:t>1 </a:t>
            </a:r>
            <a:r>
              <a:rPr lang="en-US" sz="2400" b="0" u="none" strike="noStrike">
                <a:solidFill>
                  <a:srgbClr val="000000"/>
                </a:solidFill>
                <a:effectLst/>
                <a:uFillTx/>
                <a:latin typeface="Gill Sans MT"/>
              </a:rPr>
              <a:t>with the driver designed in Step 2.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The next module to be tested is any module whose subordinate modules (modules it calls) have all been tested.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Repeat Steps 2 to 4 and move up in the design hierarchy.  </a:t>
            </a:r>
            <a:endParaRPr lang="en-US" sz="2400" b="0" u="none" strike="noStrike">
              <a:solidFill>
                <a:srgbClr val="000000"/>
              </a:solidFill>
              <a:effectLst/>
              <a:uFillTx/>
              <a:latin typeface="Arial"/>
            </a:endParaRPr>
          </a:p>
          <a:p>
            <a:pPr marL="457200" indent="-457200" algn="just" defTabSz="914400">
              <a:lnSpc>
                <a:spcPct val="100000"/>
              </a:lnSpc>
              <a:buClr>
                <a:srgbClr val="000000"/>
              </a:buClr>
              <a:buFont typeface="Gill Sans MT"/>
              <a:buAutoNum type="arabicPeriod"/>
            </a:pPr>
            <a:r>
              <a:rPr lang="en-US" sz="2400" b="0" u="none" strike="noStrike">
                <a:solidFill>
                  <a:srgbClr val="000000"/>
                </a:solidFill>
                <a:effectLst/>
                <a:uFillTx/>
                <a:latin typeface="Gill Sans MT"/>
              </a:rPr>
              <a:t> Whenever, the actual modules are available, replace stubs and drivers with the actual one and test again.  </a:t>
            </a:r>
            <a:endParaRPr lang="en-US" sz="2400" b="0" u="none" strike="noStrike">
              <a:solidFill>
                <a:srgbClr val="000000"/>
              </a:solidFill>
              <a:effectLst/>
              <a:uFillTx/>
              <a:latin typeface="Arial"/>
            </a:endParaRPr>
          </a:p>
          <a:p>
            <a:pPr algn="just" defTabSz="914400">
              <a:lnSpc>
                <a:spcPct val="100000"/>
              </a:lnSpc>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8" name="Picture 2"/>
          <p:cNvPicPr/>
          <p:nvPr/>
        </p:nvPicPr>
        <p:blipFill>
          <a:blip r:embed="rId1"/>
          <a:stretch/>
        </p:blipFill>
        <p:spPr>
          <a:xfrm>
            <a:off x="1612800" y="523080"/>
            <a:ext cx="7378200" cy="4486680"/>
          </a:xfrm>
          <a:prstGeom prst="rect">
            <a:avLst/>
          </a:prstGeom>
          <a:noFill/>
          <a:ln w="0">
            <a:noFill/>
          </a:ln>
        </p:spPr>
      </p:pic>
      <p:pic>
        <p:nvPicPr>
          <p:cNvPr id="509" name="Picture 3"/>
          <p:cNvPicPr/>
          <p:nvPr/>
        </p:nvPicPr>
        <p:blipFill>
          <a:blip r:embed="rId2"/>
          <a:stretch/>
        </p:blipFill>
        <p:spPr>
          <a:xfrm>
            <a:off x="-63360" y="19080"/>
            <a:ext cx="1815840" cy="1561680"/>
          </a:xfrm>
          <a:prstGeom prst="rect">
            <a:avLst/>
          </a:prstGeom>
          <a:noFill/>
          <a:ln w="0">
            <a:noFill/>
          </a:ln>
        </p:spPr>
      </p:pic>
      <p:sp>
        <p:nvSpPr>
          <p:cNvPr id="510" name="Rectangle 1"/>
          <p:cNvSpPr/>
          <p:nvPr/>
        </p:nvSpPr>
        <p:spPr>
          <a:xfrm>
            <a:off x="3657600" y="0"/>
            <a:ext cx="1404360" cy="52272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2800" b="0" u="none" strike="noStrike">
                <a:solidFill>
                  <a:schemeClr val="accent5"/>
                </a:solidFill>
                <a:effectLst/>
                <a:uFillTx/>
                <a:latin typeface="Gill Sans MT"/>
              </a:rPr>
              <a:t>Example</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1143000" y="0"/>
            <a:ext cx="7790400" cy="308160"/>
          </a:xfrm>
          <a:prstGeom prst="rect">
            <a:avLst/>
          </a:prstGeom>
          <a:noFill/>
          <a:ln w="0">
            <a:noFill/>
          </a:ln>
        </p:spPr>
        <p:txBody>
          <a:bodyPr lIns="90000" tIns="45000" rIns="90000" bIns="45000" anchor="ctr">
            <a:noAutofit/>
          </a:bodyPr>
          <a:p>
            <a:pPr indent="0" algn="ctr">
              <a:lnSpc>
                <a:spcPct val="100000"/>
              </a:lnSpc>
              <a:buNone/>
            </a:pPr>
            <a:r>
              <a:rPr lang="en-IN" sz="2400" b="0" u="none" strike="noStrike">
                <a:solidFill>
                  <a:schemeClr val="dk2"/>
                </a:solidFill>
                <a:effectLst/>
                <a:uFillTx/>
                <a:latin typeface="Gill Sans MT"/>
              </a:rPr>
              <a:t>Comparison between top-down and bottom-up testing</a:t>
            </a:r>
            <a:endParaRPr lang="en-US" sz="2400" b="0" u="none" strike="noStrike">
              <a:solidFill>
                <a:schemeClr val="dk2"/>
              </a:solidFill>
              <a:effectLst/>
              <a:uFillTx/>
              <a:latin typeface="Gill Sans MT"/>
            </a:endParaRPr>
          </a:p>
        </p:txBody>
      </p:sp>
      <p:graphicFrame>
        <p:nvGraphicFramePr>
          <p:cNvPr id="512" name="Content Placeholder 4"/>
          <p:cNvGraphicFramePr/>
          <p:nvPr/>
        </p:nvGraphicFramePr>
        <p:xfrm>
          <a:off x="1066680" y="514440"/>
          <a:ext cx="8000640" cy="4541760"/>
        </p:xfrm>
        <a:graphic>
          <a:graphicData uri="http://schemas.openxmlformats.org/drawingml/2006/table">
            <a:tbl>
              <a:tblPr/>
              <a:tblGrid>
                <a:gridCol w="1735920"/>
                <a:gridCol w="3245400"/>
                <a:gridCol w="3018960"/>
              </a:tblGrid>
              <a:tr h="196560">
                <a:tc>
                  <a:txBody>
                    <a:bodyPr lIns="68400" tIns="0" rIns="68400" bIns="0" anchor="ctr">
                      <a:noAutofit/>
                    </a:bodyPr>
                    <a:p>
                      <a:pPr algn="ctr">
                        <a:lnSpc>
                          <a:spcPct val="115000"/>
                        </a:lnSpc>
                      </a:pPr>
                      <a:r>
                        <a:rPr lang="en-IN" sz="2000" b="1" u="none" strike="noStrike">
                          <a:solidFill>
                            <a:schemeClr val="lt1"/>
                          </a:solidFill>
                          <a:effectLst/>
                          <a:uFillTx/>
                          <a:latin typeface="Calibri"/>
                        </a:rPr>
                        <a:t>Issue </a:t>
                      </a:r>
                      <a:endParaRPr lang="en-US" sz="2000" b="0" u="none" strike="noStrike">
                        <a:solidFill>
                          <a:srgbClr val="FFFFFF"/>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lIns="68400" tIns="0" rIns="68400" bIns="0" anchor="ctr">
                      <a:noAutofit/>
                    </a:bodyPr>
                    <a:p>
                      <a:pPr algn="ctr">
                        <a:lnSpc>
                          <a:spcPct val="115000"/>
                        </a:lnSpc>
                      </a:pPr>
                      <a:r>
                        <a:rPr lang="en-IN" sz="2000" b="1" u="none" strike="noStrike">
                          <a:solidFill>
                            <a:schemeClr val="lt1"/>
                          </a:solidFill>
                          <a:effectLst/>
                          <a:uFillTx/>
                          <a:latin typeface="Calibri"/>
                        </a:rPr>
                        <a:t>Top-Down Testing</a:t>
                      </a:r>
                      <a:endParaRPr lang="en-US" sz="2000" b="0" u="none" strike="noStrike">
                        <a:solidFill>
                          <a:srgbClr val="FFFFFF"/>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lIns="68400" tIns="0" rIns="68400" bIns="0" anchor="ctr">
                      <a:noAutofit/>
                    </a:bodyPr>
                    <a:p>
                      <a:pPr algn="ctr">
                        <a:lnSpc>
                          <a:spcPct val="115000"/>
                        </a:lnSpc>
                      </a:pPr>
                      <a:r>
                        <a:rPr lang="en-IN" sz="2000" b="1" u="none" strike="noStrike">
                          <a:solidFill>
                            <a:schemeClr val="lt1"/>
                          </a:solidFill>
                          <a:effectLst/>
                          <a:uFillTx/>
                          <a:latin typeface="Calibri"/>
                        </a:rPr>
                        <a:t>Bottom-Up Testing</a:t>
                      </a:r>
                      <a:endParaRPr lang="en-US" sz="2000" b="0" u="none" strike="noStrike">
                        <a:solidFill>
                          <a:srgbClr val="FFFFFF"/>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r>
              <a:tr h="890640">
                <a:tc>
                  <a:txBody>
                    <a:bodyPr lIns="68400" tIns="0" rIns="68400" bIns="0" anchor="ctr">
                      <a:noAutofit/>
                    </a:bodyPr>
                    <a:p>
                      <a:pPr algn="ctr">
                        <a:lnSpc>
                          <a:spcPct val="115000"/>
                        </a:lnSpc>
                      </a:pPr>
                      <a:r>
                        <a:rPr lang="en-IN" sz="1600" b="1" u="none" strike="noStrike">
                          <a:solidFill>
                            <a:schemeClr val="lt1"/>
                          </a:solidFill>
                          <a:effectLst/>
                          <a:uFillTx/>
                          <a:latin typeface="Calibri"/>
                        </a:rPr>
                        <a:t>Architectural</a:t>
                      </a:r>
                      <a:endParaRPr lang="en-US" sz="1600" b="0" u="none" strike="noStrike">
                        <a:solidFill>
                          <a:srgbClr val="FFFFFF"/>
                        </a:solidFill>
                        <a:effectLst/>
                        <a:uFillTx/>
                        <a:latin typeface="Arial"/>
                      </a:endParaRPr>
                    </a:p>
                    <a:p>
                      <a:pPr algn="ctr">
                        <a:lnSpc>
                          <a:spcPct val="115000"/>
                        </a:lnSpc>
                      </a:pPr>
                      <a:r>
                        <a:rPr lang="en-IN" sz="1600" b="1" u="none" strike="noStrike">
                          <a:solidFill>
                            <a:schemeClr val="lt1"/>
                          </a:solidFill>
                          <a:effectLst/>
                          <a:uFillTx/>
                          <a:latin typeface="Calibri"/>
                        </a:rPr>
                        <a:t>Design</a:t>
                      </a:r>
                      <a:endParaRPr lang="en-US" sz="1600" b="0" u="none" strike="noStrike">
                        <a:solidFill>
                          <a:srgbClr val="FFFFFF"/>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solidFill>
                  </a:tcPr>
                </a:tc>
                <a:tc>
                  <a:txBody>
                    <a:bodyPr lIns="68400" tIns="0" rIns="68400" bIns="0" anchor="ctr">
                      <a:noAutofit/>
                    </a:bodyPr>
                    <a:p>
                      <a:pPr algn="just">
                        <a:lnSpc>
                          <a:spcPct val="115000"/>
                        </a:lnSpc>
                      </a:pPr>
                      <a:r>
                        <a:rPr lang="en-IN" sz="1600" b="0" u="none" strike="noStrike">
                          <a:solidFill>
                            <a:schemeClr val="dk1"/>
                          </a:solidFill>
                          <a:effectLst/>
                          <a:uFillTx/>
                          <a:latin typeface="Calibri"/>
                        </a:rPr>
                        <a:t>It discovers errors in high-level design, thus detects errors at an early stage.</a:t>
                      </a:r>
                      <a:endParaRPr lang="en-US" sz="16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lIns="68400" tIns="0" rIns="68400" bIns="0" anchor="ctr">
                      <a:noAutofit/>
                    </a:bodyPr>
                    <a:p>
                      <a:pPr algn="just">
                        <a:lnSpc>
                          <a:spcPct val="115000"/>
                        </a:lnSpc>
                      </a:pPr>
                      <a:r>
                        <a:rPr lang="en-IN" sz="1600" b="0" u="none" strike="noStrike">
                          <a:solidFill>
                            <a:schemeClr val="dk1"/>
                          </a:solidFill>
                          <a:effectLst/>
                          <a:uFillTx/>
                          <a:latin typeface="Calibri"/>
                        </a:rPr>
                        <a:t>High-level design is validated at a later stage.</a:t>
                      </a:r>
                      <a:endParaRPr lang="en-US" sz="16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r>
              <a:tr h="2057400">
                <a:tc>
                  <a:txBody>
                    <a:bodyPr lIns="68400" tIns="0" rIns="68400" bIns="0" anchor="ctr">
                      <a:noAutofit/>
                    </a:bodyPr>
                    <a:p>
                      <a:pPr algn="ctr">
                        <a:lnSpc>
                          <a:spcPct val="115000"/>
                        </a:lnSpc>
                      </a:pPr>
                      <a:r>
                        <a:rPr lang="en-IN" sz="1600" b="1" u="none" strike="noStrike">
                          <a:solidFill>
                            <a:schemeClr val="lt1"/>
                          </a:solidFill>
                          <a:effectLst/>
                          <a:uFillTx/>
                          <a:latin typeface="Calibri"/>
                        </a:rPr>
                        <a:t>System</a:t>
                      </a:r>
                      <a:endParaRPr lang="en-US" sz="1600" b="0" u="none" strike="noStrike">
                        <a:solidFill>
                          <a:srgbClr val="FFFFFF"/>
                        </a:solidFill>
                        <a:effectLst/>
                        <a:uFillTx/>
                        <a:latin typeface="Arial"/>
                      </a:endParaRPr>
                    </a:p>
                    <a:p>
                      <a:pPr algn="ctr">
                        <a:lnSpc>
                          <a:spcPct val="115000"/>
                        </a:lnSpc>
                      </a:pPr>
                      <a:r>
                        <a:rPr lang="en-IN" sz="1600" b="1" u="none" strike="noStrike">
                          <a:solidFill>
                            <a:schemeClr val="lt1"/>
                          </a:solidFill>
                          <a:effectLst/>
                          <a:uFillTx/>
                          <a:latin typeface="Calibri"/>
                        </a:rPr>
                        <a:t>Demonstration</a:t>
                      </a:r>
                      <a:endParaRPr lang="en-US" sz="1600" b="0" u="none" strike="noStrike">
                        <a:solidFill>
                          <a:srgbClr val="FFFFFF"/>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solidFill>
                  </a:tcPr>
                </a:tc>
                <a:tc>
                  <a:txBody>
                    <a:bodyPr lIns="68400" tIns="0" rIns="68400" bIns="0" anchor="ctr">
                      <a:noAutofit/>
                    </a:bodyPr>
                    <a:p>
                      <a:pPr algn="just">
                        <a:lnSpc>
                          <a:spcPct val="115000"/>
                        </a:lnSpc>
                      </a:pPr>
                      <a:r>
                        <a:rPr lang="en-IN" sz="1600" b="0" u="none" strike="noStrike">
                          <a:solidFill>
                            <a:schemeClr val="dk1"/>
                          </a:solidFill>
                          <a:effectLst/>
                          <a:uFillTx/>
                          <a:latin typeface="Calibri"/>
                        </a:rPr>
                        <a:t>Since we integrate the modules from top to bottom, the high-level design slowly expands as a working system. Therefore, feasibility of the system can be demonstrated to the top management.</a:t>
                      </a:r>
                      <a:endParaRPr lang="en-US" sz="16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lIns="68400" tIns="0" rIns="68400" bIns="0" anchor="ctr">
                      <a:noAutofit/>
                    </a:bodyPr>
                    <a:p>
                      <a:pPr algn="just">
                        <a:lnSpc>
                          <a:spcPct val="115000"/>
                        </a:lnSpc>
                      </a:pPr>
                      <a:r>
                        <a:rPr lang="en-IN" sz="1600" b="0" u="none" strike="noStrike">
                          <a:solidFill>
                            <a:schemeClr val="dk1"/>
                          </a:solidFill>
                          <a:effectLst/>
                          <a:uFillTx/>
                          <a:latin typeface="Calibri"/>
                        </a:rPr>
                        <a:t>It may not be possible to show the feasibility of the design. However, if some modules are already built as reusable components, then it may be possible to produce some kind of demonstration.</a:t>
                      </a:r>
                      <a:endParaRPr lang="en-US" sz="16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r>
              <a:tr h="1242720">
                <a:tc>
                  <a:txBody>
                    <a:bodyPr lIns="68400" tIns="0" rIns="68400" bIns="0" anchor="ctr">
                      <a:noAutofit/>
                    </a:bodyPr>
                    <a:p>
                      <a:pPr algn="ctr">
                        <a:lnSpc>
                          <a:spcPct val="115000"/>
                        </a:lnSpc>
                      </a:pPr>
                      <a:r>
                        <a:rPr lang="en-IN" sz="1600" b="1" u="none" strike="noStrike">
                          <a:solidFill>
                            <a:schemeClr val="lt1"/>
                          </a:solidFill>
                          <a:effectLst/>
                          <a:uFillTx/>
                          <a:latin typeface="Calibri"/>
                        </a:rPr>
                        <a:t>Test</a:t>
                      </a:r>
                      <a:endParaRPr lang="en-US" sz="1600" b="0" u="none" strike="noStrike">
                        <a:solidFill>
                          <a:srgbClr val="FFFFFF"/>
                        </a:solidFill>
                        <a:effectLst/>
                        <a:uFillTx/>
                        <a:latin typeface="Arial"/>
                      </a:endParaRPr>
                    </a:p>
                    <a:p>
                      <a:pPr algn="ctr">
                        <a:lnSpc>
                          <a:spcPct val="115000"/>
                        </a:lnSpc>
                      </a:pPr>
                      <a:r>
                        <a:rPr lang="en-IN" sz="1600" b="1" u="none" strike="noStrike">
                          <a:solidFill>
                            <a:schemeClr val="lt1"/>
                          </a:solidFill>
                          <a:effectLst/>
                          <a:uFillTx/>
                          <a:latin typeface="Calibri"/>
                        </a:rPr>
                        <a:t>Implementation</a:t>
                      </a:r>
                      <a:endParaRPr lang="en-US" sz="1600" b="0" u="none" strike="noStrike">
                        <a:solidFill>
                          <a:srgbClr val="FFFFFF"/>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solidFill>
                  </a:tcPr>
                </a:tc>
                <a:tc>
                  <a:txBody>
                    <a:bodyPr lIns="68400" tIns="0" rIns="68400" bIns="0" anchor="ctr">
                      <a:noAutofit/>
                    </a:bodyPr>
                    <a:p>
                      <a:pPr algn="just">
                        <a:lnSpc>
                          <a:spcPct val="115000"/>
                        </a:lnSpc>
                      </a:pPr>
                      <a:r>
                        <a:rPr lang="en-IN" sz="1600" b="0" u="none" strike="noStrike">
                          <a:solidFill>
                            <a:schemeClr val="dk1"/>
                          </a:solidFill>
                          <a:effectLst/>
                          <a:uFillTx/>
                          <a:latin typeface="Calibri"/>
                        </a:rPr>
                        <a:t>(nodes – 1) stubs are required for the subordinate modules.</a:t>
                      </a:r>
                      <a:endParaRPr lang="en-US" sz="16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lIns="68400" tIns="0" rIns="68400" bIns="0" anchor="ctr">
                      <a:noAutofit/>
                    </a:bodyPr>
                    <a:p>
                      <a:pPr algn="just">
                        <a:lnSpc>
                          <a:spcPct val="115000"/>
                        </a:lnSpc>
                      </a:pPr>
                      <a:r>
                        <a:rPr lang="en-IN" sz="1600" b="0" u="none" strike="noStrike">
                          <a:solidFill>
                            <a:schemeClr val="dk1"/>
                          </a:solidFill>
                          <a:effectLst/>
                          <a:uFillTx/>
                          <a:latin typeface="Calibri"/>
                        </a:rPr>
                        <a:t>(nodes – leaves) test drivers are</a:t>
                      </a:r>
                      <a:endParaRPr lang="en-US" sz="1600" b="0" u="none" strike="noStrike">
                        <a:solidFill>
                          <a:srgbClr val="000000"/>
                        </a:solidFill>
                        <a:effectLst/>
                        <a:uFillTx/>
                        <a:latin typeface="Arial"/>
                      </a:endParaRPr>
                    </a:p>
                    <a:p>
                      <a:pPr algn="just">
                        <a:lnSpc>
                          <a:spcPct val="115000"/>
                        </a:lnSpc>
                      </a:pPr>
                      <a:r>
                        <a:rPr lang="en-IN" sz="1600" b="0" u="none" strike="noStrike">
                          <a:solidFill>
                            <a:schemeClr val="dk1"/>
                          </a:solidFill>
                          <a:effectLst/>
                          <a:uFillTx/>
                          <a:latin typeface="Calibri"/>
                        </a:rPr>
                        <a:t>required for super-ordinate modules to test the lower-level modules.</a:t>
                      </a:r>
                      <a:endParaRPr lang="en-US" sz="16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TextShape 1"/>
          <p:cNvSpPr/>
          <p:nvPr/>
        </p:nvSpPr>
        <p:spPr>
          <a:xfrm>
            <a:off x="940320" y="4104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Practical Approach for Integration Testing</a:t>
            </a:r>
            <a:endParaRPr lang="en-US" sz="3600" b="0" u="none" strike="noStrike">
              <a:solidFill>
                <a:srgbClr val="000000"/>
              </a:solidFill>
              <a:effectLst/>
              <a:uFillTx/>
              <a:latin typeface="Arial"/>
            </a:endParaRPr>
          </a:p>
        </p:txBody>
      </p:sp>
      <p:sp>
        <p:nvSpPr>
          <p:cNvPr id="514" name="TextShape 2"/>
          <p:cNvSpPr/>
          <p:nvPr/>
        </p:nvSpPr>
        <p:spPr>
          <a:xfrm>
            <a:off x="991080" y="897840"/>
            <a:ext cx="8127360" cy="394920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There is no single strategy adopted for industry practice.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For integrating the modules, one cannot rely on a single strategy.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There are situations depending on the project in hand which will force to integrate the modules by combining  top-down and bottom-up techniques.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This combined approach is sometimes  known as </a:t>
            </a:r>
            <a:r>
              <a:rPr lang="en-US" sz="2800" b="1" u="none" strike="noStrike">
                <a:solidFill>
                  <a:srgbClr val="000000"/>
                </a:solidFill>
                <a:effectLst/>
                <a:uFillTx/>
                <a:latin typeface="Gill Sans MT"/>
              </a:rPr>
              <a:t>sandwich integration testing</a:t>
            </a:r>
            <a:r>
              <a:rPr lang="en-US" sz="2800" b="0" u="none" strike="noStrike">
                <a:solidFill>
                  <a:srgbClr val="000000"/>
                </a:solidFill>
                <a:effectLst/>
                <a:uFillTx/>
                <a:latin typeface="Gill Sans MT"/>
              </a:rPr>
              <a:t>.</a:t>
            </a:r>
            <a:endParaRPr lang="en-US" sz="2800" b="0" u="none" strike="noStrike">
              <a:solidFill>
                <a:srgbClr val="000000"/>
              </a:solidFill>
              <a:effectLst/>
              <a:uFillTx/>
              <a:latin typeface="Arial"/>
            </a:endParaRPr>
          </a:p>
        </p:txBody>
      </p:sp>
      <p:sp>
        <p:nvSpPr>
          <p:cNvPr id="515"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17A6173E-1B66-44DA-AD40-D1FB73637993}"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517" name="TextShape 2"/>
          <p:cNvSpPr/>
          <p:nvPr/>
        </p:nvSpPr>
        <p:spPr>
          <a:xfrm>
            <a:off x="991080" y="634680"/>
            <a:ext cx="8152560" cy="411444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Selection of an integration testing strategy depends on software characteristics and sometimes project schedules.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In general, sandwich testing strategy  that uses top-down tests for upper levels of the program structure with bottom-up tests for subordinate levels is the best compromise.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 practical approach for adopting sandwich testing is driven by the following factors:  </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4400" b="0" u="none" strike="noStrike">
                <a:solidFill>
                  <a:srgbClr val="000000"/>
                </a:solidFill>
                <a:effectLst/>
                <a:uFillTx/>
                <a:latin typeface="Calibri"/>
              </a:rPr>
              <a:t> </a:t>
            </a:r>
            <a:endParaRPr lang="en-US" sz="4400" b="0" u="none" strike="noStrike">
              <a:solidFill>
                <a:srgbClr val="000000"/>
              </a:solidFill>
              <a:effectLst/>
              <a:uFillTx/>
              <a:latin typeface="Arial"/>
            </a:endParaRPr>
          </a:p>
        </p:txBody>
      </p:sp>
      <p:sp>
        <p:nvSpPr>
          <p:cNvPr id="519" name="TextShape 2"/>
          <p:cNvSpPr/>
          <p:nvPr/>
        </p:nvSpPr>
        <p:spPr>
          <a:xfrm>
            <a:off x="288000" y="290520"/>
            <a:ext cx="8393040" cy="4548960"/>
          </a:xfrm>
          <a:prstGeom prst="rect">
            <a:avLst/>
          </a:prstGeom>
          <a:noFill/>
          <a:ln w="0">
            <a:noFill/>
          </a:ln>
        </p:spPr>
        <p:style>
          <a:lnRef idx="0"/>
          <a:fillRef idx="0"/>
          <a:effectRef idx="0"/>
          <a:fontRef idx="minor"/>
        </p:style>
        <p:txBody>
          <a:bodyPr lIns="90000" tIns="45000" rIns="90000" bIns="45000" anchor="t">
            <a:noAutofit/>
          </a:bodyPr>
          <a:p>
            <a:pPr marL="914400" lvl="2" indent="-216000" algn="just" defTabSz="914400">
              <a:lnSpc>
                <a:spcPct val="100000"/>
              </a:lnSpc>
              <a:buClr>
                <a:srgbClr val="000000"/>
              </a:buClr>
              <a:buFont typeface="Arial"/>
              <a:buChar char="–"/>
            </a:pPr>
            <a:r>
              <a:rPr lang="en-US" sz="2800" b="0" u="none" strike="noStrike">
                <a:solidFill>
                  <a:srgbClr val="000000"/>
                </a:solidFill>
                <a:effectLst/>
                <a:uFillTx/>
                <a:latin typeface="Calibri"/>
              </a:rPr>
              <a:t>Priority</a:t>
            </a:r>
            <a:endParaRPr lang="en-US" sz="28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400" b="0" u="none" strike="noStrike">
                <a:solidFill>
                  <a:srgbClr val="000000"/>
                </a:solidFill>
                <a:effectLst/>
                <a:uFillTx/>
                <a:latin typeface="Calibri"/>
              </a:rPr>
              <a:t>First putting together those subsystems with more important requirements.</a:t>
            </a:r>
            <a:endParaRPr lang="en-US" sz="24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400" b="0" u="none" strike="noStrike">
                <a:solidFill>
                  <a:srgbClr val="000000"/>
                </a:solidFill>
                <a:effectLst/>
                <a:uFillTx/>
                <a:latin typeface="Calibri"/>
              </a:rPr>
              <a:t>Follow top-down approach if the module has high level of control on its sub-ordinate modules.</a:t>
            </a:r>
            <a:endParaRPr lang="en-US" sz="24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400" b="0" u="none" strike="noStrike">
                <a:solidFill>
                  <a:srgbClr val="000000"/>
                </a:solidFill>
                <a:effectLst/>
                <a:uFillTx/>
                <a:latin typeface="Calibri"/>
              </a:rPr>
              <a:t>Modules with more user interfaces should be tested first, as they are more error prone.</a:t>
            </a:r>
            <a:endParaRPr lang="en-US" sz="24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400" b="0" u="none" strike="noStrike">
                <a:solidFill>
                  <a:srgbClr val="000000"/>
                </a:solidFill>
                <a:effectLst/>
                <a:uFillTx/>
                <a:latin typeface="Calibri"/>
              </a:rPr>
              <a:t>Module having high cyclomatic complexity should be tested first.</a:t>
            </a:r>
            <a:endParaRPr lang="en-US" sz="2400" b="0" u="none" strike="noStrike">
              <a:solidFill>
                <a:srgbClr val="000000"/>
              </a:solidFill>
              <a:effectLst/>
              <a:uFillTx/>
              <a:latin typeface="Arial"/>
            </a:endParaRPr>
          </a:p>
          <a:p>
            <a:pPr marL="914400" lvl="2" indent="-216000" algn="just" defTabSz="914400">
              <a:lnSpc>
                <a:spcPct val="100000"/>
              </a:lnSpc>
              <a:buClr>
                <a:srgbClr val="000000"/>
              </a:buClr>
              <a:buFont typeface="Arial"/>
              <a:buChar char="–"/>
            </a:pPr>
            <a:r>
              <a:rPr lang="en-US" sz="2800" b="0" u="none" strike="noStrike">
                <a:solidFill>
                  <a:srgbClr val="000000"/>
                </a:solidFill>
                <a:effectLst/>
                <a:uFillTx/>
                <a:latin typeface="Calibri"/>
              </a:rPr>
              <a:t>Availability</a:t>
            </a:r>
            <a:endParaRPr lang="en-US" sz="2800" b="0" u="none" strike="noStrike">
              <a:solidFill>
                <a:srgbClr val="000000"/>
              </a:solidFill>
              <a:effectLst/>
              <a:uFillTx/>
              <a:latin typeface="Arial"/>
            </a:endParaRPr>
          </a:p>
          <a:p>
            <a:pPr marL="1371600" lvl="3" indent="-216000" algn="just" defTabSz="914400">
              <a:lnSpc>
                <a:spcPct val="100000"/>
              </a:lnSpc>
              <a:buClr>
                <a:srgbClr val="000000"/>
              </a:buClr>
              <a:buFont typeface="Arial"/>
              <a:buChar char="•"/>
            </a:pPr>
            <a:r>
              <a:rPr lang="en-US" sz="2400" b="0" u="none" strike="noStrike">
                <a:solidFill>
                  <a:srgbClr val="000000"/>
                </a:solidFill>
                <a:effectLst/>
                <a:uFillTx/>
                <a:latin typeface="Calibri"/>
              </a:rPr>
              <a:t>The module that is ready to be integrated. Will be tested first.</a:t>
            </a:r>
            <a:endParaRPr lang="en-US" sz="2400" b="0" u="none" strike="noStrike">
              <a:solidFill>
                <a:srgbClr val="000000"/>
              </a:solidFill>
              <a:effectLst/>
              <a:uFillTx/>
              <a:latin typeface="Arial"/>
            </a:endParaRPr>
          </a:p>
        </p:txBody>
      </p:sp>
      <p:sp>
        <p:nvSpPr>
          <p:cNvPr id="520"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9E78D91F-EBE9-4629-A067-55369DE9E768}"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r>
              <a:rPr lang="en-US" sz="3600" b="0" u="none" strike="noStrike">
                <a:solidFill>
                  <a:schemeClr val="dk2"/>
                </a:solidFill>
                <a:effectLst/>
                <a:uFillTx/>
                <a:latin typeface="Gill Sans MT"/>
              </a:rPr>
              <a:t>Pros and Cons of Decomposition Tech.</a:t>
            </a:r>
            <a:endParaRPr lang="en-US" sz="3600" b="0" u="none" strike="noStrike">
              <a:solidFill>
                <a:srgbClr val="000000"/>
              </a:solidFill>
              <a:effectLst/>
              <a:uFillTx/>
              <a:latin typeface="Arial"/>
            </a:endParaRPr>
          </a:p>
        </p:txBody>
      </p:sp>
      <p:sp>
        <p:nvSpPr>
          <p:cNvPr id="522" name="TextShape 2"/>
          <p:cNvSpPr/>
          <p:nvPr/>
        </p:nvSpPr>
        <p:spPr>
          <a:xfrm>
            <a:off x="1080000" y="1200240"/>
            <a:ext cx="8063640" cy="339372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Calibri"/>
              </a:rPr>
              <a:t>Debugging is easy in decomposition based integration</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Calibri"/>
              </a:rPr>
              <a:t>Better for monitoring the progress of integration.</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Calibri"/>
              </a:rPr>
              <a:t>But, more effort is required as stubs and drivers are needed.</a:t>
            </a:r>
            <a:endParaRPr lang="en-US" sz="2800" b="0" u="none" strike="noStrike">
              <a:solidFill>
                <a:srgbClr val="000000"/>
              </a:solidFill>
              <a:effectLst/>
              <a:uFillTx/>
              <a:latin typeface="Arial"/>
            </a:endParaRPr>
          </a:p>
        </p:txBody>
      </p:sp>
      <p:sp>
        <p:nvSpPr>
          <p:cNvPr id="523" name="TextShape 3"/>
          <p:cNvSpPr/>
          <p:nvPr/>
        </p:nvSpPr>
        <p:spPr>
          <a:xfrm>
            <a:off x="3124080" y="4767480"/>
            <a:ext cx="2894760" cy="273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9C522AAA-0F6F-41F2-B47C-36632E7CB61D}"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TextShape 1"/>
          <p:cNvSpPr/>
          <p:nvPr/>
        </p:nvSpPr>
        <p:spPr>
          <a:xfrm>
            <a:off x="457200" y="205920"/>
            <a:ext cx="8228880" cy="85680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Gill Sans MT"/>
            </a:endParaRPr>
          </a:p>
        </p:txBody>
      </p:sp>
      <p:sp>
        <p:nvSpPr>
          <p:cNvPr id="525" name="TextShape 2"/>
          <p:cNvSpPr/>
          <p:nvPr/>
        </p:nvSpPr>
        <p:spPr>
          <a:xfrm>
            <a:off x="914760" y="971640"/>
            <a:ext cx="8152560" cy="3393720"/>
          </a:xfrm>
          <a:prstGeom prst="rect">
            <a:avLst/>
          </a:prstGeom>
          <a:noFill/>
          <a:ln w="0">
            <a:noFill/>
          </a:ln>
        </p:spPr>
        <p:style>
          <a:lnRef idx="0"/>
          <a:fillRef idx="0"/>
          <a:effectRef idx="0"/>
          <a:fontRef idx="minor"/>
        </p:style>
        <p:txBody>
          <a:bodyPr lIns="90000" tIns="45000" rIns="90000" bIns="45000" anchor="t">
            <a:noAutofit/>
          </a:bodyPr>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 integration testing effort is computed as the number of test sessions.</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 A test session is one set of test cases for a speciﬁc conﬁguration.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The total number of test sessions in a decomposition-based integration is computed as:  </a:t>
            </a:r>
            <a:endParaRPr lang="en-US" sz="2800" b="0" u="none" strike="noStrike">
              <a:solidFill>
                <a:srgbClr val="000000"/>
              </a:solidFill>
              <a:effectLst/>
              <a:uFillTx/>
              <a:latin typeface="Arial"/>
            </a:endParaRPr>
          </a:p>
          <a:p>
            <a:pPr indent="-216000" algn="just" defTabSz="914400">
              <a:lnSpc>
                <a:spcPct val="100000"/>
              </a:lnSpc>
              <a:buClr>
                <a:srgbClr val="000000"/>
              </a:buClr>
              <a:buFont typeface="Arial"/>
              <a:buChar char="•"/>
            </a:pPr>
            <a:r>
              <a:rPr lang="en-US" sz="2800" b="0" u="none" strike="noStrike">
                <a:solidFill>
                  <a:srgbClr val="000000"/>
                </a:solidFill>
                <a:effectLst/>
                <a:uFillTx/>
                <a:latin typeface="Gill Sans MT"/>
              </a:rPr>
              <a:t> Number of test sessions = nodes - leaves + edges</a:t>
            </a:r>
            <a:endParaRPr lang="en-US" sz="2800" b="0" u="none" strike="noStrike">
              <a:solidFill>
                <a:srgbClr val="000000"/>
              </a:solidFill>
              <a:effectLst/>
              <a:uFillTx/>
              <a:latin typeface="Arial"/>
            </a:endParaRPr>
          </a:p>
        </p:txBody>
      </p:sp>
      <p:sp>
        <p:nvSpPr>
          <p:cNvPr id="526"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p>
            <a:pPr indent="0" algn="ctr">
              <a:lnSpc>
                <a:spcPct val="100000"/>
              </a:lnSpc>
              <a:buNone/>
            </a:pPr>
            <a:r>
              <a:rPr lang="en-US" sz="3600" b="0" u="none" strike="noStrike">
                <a:solidFill>
                  <a:schemeClr val="dk2"/>
                </a:solidFill>
                <a:effectLst/>
                <a:uFillTx/>
                <a:latin typeface="Gill Sans MT"/>
              </a:rPr>
              <a:t>Integration Testing Effort </a:t>
            </a:r>
            <a:endParaRPr lang="en-US" sz="3600" b="0" u="none" strike="noStrike">
              <a:solidFill>
                <a:schemeClr val="dk2"/>
              </a:solidFill>
              <a:effectLst/>
              <a:uFillTx/>
              <a:latin typeface="Gill Sans MT"/>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1143000" y="171360"/>
            <a:ext cx="7770600" cy="868680"/>
          </a:xfrm>
          <a:prstGeom prst="rect">
            <a:avLst/>
          </a:prstGeom>
          <a:noFill/>
          <a:ln w="0">
            <a:noFill/>
          </a:ln>
        </p:spPr>
        <p:txBody>
          <a:bodyPr lIns="18000" tIns="46800" rIns="18000" bIns="46800" anchor="ctr">
            <a:normAutofit/>
          </a:bodyPr>
          <a:p>
            <a:pPr indent="0" algn="ctr">
              <a:lnSpc>
                <a:spcPct val="100000"/>
              </a:lnSpc>
              <a:spcBef>
                <a:spcPts val="1624"/>
              </a:spcBef>
              <a:buNone/>
            </a:pPr>
            <a:r>
              <a:rPr lang="en-GB" sz="3200" b="0" u="none" strike="noStrike">
                <a:solidFill>
                  <a:schemeClr val="dk2"/>
                </a:solidFill>
                <a:effectLst/>
                <a:uFillTx/>
                <a:latin typeface="Gill Sans MT"/>
              </a:rPr>
              <a:t>Summary</a:t>
            </a:r>
            <a:endParaRPr lang="en-US" sz="3200" b="0" u="none" strike="noStrike">
              <a:solidFill>
                <a:schemeClr val="dk2"/>
              </a:solidFill>
              <a:effectLst/>
              <a:uFillTx/>
              <a:latin typeface="Gill Sans MT"/>
            </a:endParaRPr>
          </a:p>
        </p:txBody>
      </p:sp>
      <p:sp>
        <p:nvSpPr>
          <p:cNvPr id="528" name="PlaceHolder 2"/>
          <p:cNvSpPr>
            <a:spLocks noGrp="1"/>
          </p:cNvSpPr>
          <p:nvPr>
            <p:ph/>
          </p:nvPr>
        </p:nvSpPr>
        <p:spPr>
          <a:xfrm>
            <a:off x="685800" y="895320"/>
            <a:ext cx="8305560" cy="4038120"/>
          </a:xfrm>
          <a:prstGeom prst="rect">
            <a:avLst/>
          </a:prstGeom>
          <a:noFill/>
          <a:ln w="0">
            <a:noFill/>
          </a:ln>
        </p:spPr>
        <p:txBody>
          <a:bodyPr lIns="18000" tIns="46800" rIns="18000" bIns="46800" anchor="t">
            <a:normAutofit fontScale="85000" lnSpcReduction="19999"/>
          </a:bodyPr>
          <a:p>
            <a:pPr marL="365760" indent="-283320" algn="l">
              <a:lnSpc>
                <a:spcPct val="100000"/>
              </a:lnSpc>
              <a:spcBef>
                <a:spcPts val="887"/>
              </a:spcBef>
              <a:buClr>
                <a:srgbClr val="3891A7"/>
              </a:buClr>
              <a:buSzPct val="80000"/>
              <a:buFont typeface="Wingdings 2" charset="2"/>
              <a:buChar char=""/>
            </a:pPr>
            <a:r>
              <a:rPr lang="en-GB" sz="2800" b="0" u="none" strike="noStrike">
                <a:solidFill>
                  <a:schemeClr val="dk1"/>
                </a:solidFill>
                <a:effectLst/>
                <a:uFillTx/>
                <a:latin typeface="Gill Sans MT"/>
              </a:rPr>
              <a:t>Discussed basics of different </a:t>
            </a:r>
            <a:r>
              <a:rPr lang="en-US" sz="2800" b="0" u="none" strike="noStrike">
                <a:solidFill>
                  <a:schemeClr val="dk1"/>
                </a:solidFill>
                <a:effectLst/>
                <a:uFillTx/>
                <a:latin typeface="Gill Sans MT"/>
              </a:rPr>
              <a:t>approaches for integration testing.</a:t>
            </a:r>
            <a:endParaRPr lang="en-US" sz="2800" b="0" u="none" strike="noStrike">
              <a:solidFill>
                <a:schemeClr val="dk1"/>
              </a:solidFill>
              <a:effectLst/>
              <a:uFillTx/>
              <a:latin typeface="Gill Sans MT"/>
            </a:endParaRPr>
          </a:p>
          <a:p>
            <a:pPr marL="365760" indent="-283320" algn="l">
              <a:lnSpc>
                <a:spcPct val="100000"/>
              </a:lnSpc>
              <a:spcBef>
                <a:spcPts val="887"/>
              </a:spcBef>
              <a:buClr>
                <a:srgbClr val="3891A7"/>
              </a:buClr>
              <a:buSzPct val="80000"/>
              <a:buFont typeface="Wingdings 2" charset="2"/>
              <a:buChar char=""/>
            </a:pPr>
            <a:r>
              <a:rPr lang="en-US" sz="2800" b="0" u="none" strike="noStrike">
                <a:solidFill>
                  <a:schemeClr val="dk1"/>
                </a:solidFill>
                <a:effectLst/>
                <a:uFillTx/>
                <a:latin typeface="Gill Sans MT"/>
              </a:rPr>
              <a:t>Discussed decomposition-based integration in detail.</a:t>
            </a:r>
            <a:endParaRPr lang="en-US" sz="2800" b="0" u="none" strike="noStrike">
              <a:solidFill>
                <a:schemeClr val="dk1"/>
              </a:solidFill>
              <a:effectLst/>
              <a:uFillTx/>
              <a:latin typeface="Gill Sans MT"/>
            </a:endParaRPr>
          </a:p>
          <a:p>
            <a:pPr marL="640080" lvl="1" indent="-237600" algn="l">
              <a:lnSpc>
                <a:spcPct val="100000"/>
              </a:lnSpc>
              <a:spcBef>
                <a:spcPts val="887"/>
              </a:spcBef>
              <a:buClr>
                <a:srgbClr val="3891A7"/>
              </a:buClr>
              <a:buFont typeface="Verdana"/>
              <a:buChar char="◦"/>
            </a:pPr>
            <a:r>
              <a:rPr lang="en-US" sz="2600" b="0" u="none" strike="noStrike">
                <a:solidFill>
                  <a:schemeClr val="dk1"/>
                </a:solidFill>
                <a:effectLst/>
                <a:uFillTx/>
                <a:latin typeface="Gill Sans MT"/>
              </a:rPr>
              <a:t>Big bang integration </a:t>
            </a:r>
            <a:endParaRPr lang="en-US" sz="2600" b="0" u="none" strike="noStrike">
              <a:solidFill>
                <a:schemeClr val="dk1"/>
              </a:solidFill>
              <a:effectLst/>
              <a:uFillTx/>
              <a:latin typeface="Gill Sans MT"/>
            </a:endParaRPr>
          </a:p>
          <a:p>
            <a:pPr marL="640080" lvl="1" indent="-237600" algn="l">
              <a:lnSpc>
                <a:spcPct val="100000"/>
              </a:lnSpc>
              <a:spcBef>
                <a:spcPts val="887"/>
              </a:spcBef>
              <a:buClr>
                <a:srgbClr val="3891A7"/>
              </a:buClr>
              <a:buFont typeface="Verdana"/>
              <a:buChar char="◦"/>
            </a:pPr>
            <a:r>
              <a:rPr lang="en-US" sz="2500" b="0" u="none" strike="noStrike">
                <a:solidFill>
                  <a:schemeClr val="dk1"/>
                </a:solidFill>
                <a:effectLst/>
                <a:uFillTx/>
                <a:latin typeface="Gill Sans MT"/>
              </a:rPr>
              <a:t>Top-down integration</a:t>
            </a:r>
            <a:endParaRPr lang="en-US" sz="2500" b="0" u="none" strike="noStrike">
              <a:solidFill>
                <a:schemeClr val="dk1"/>
              </a:solidFill>
              <a:effectLst/>
              <a:uFillTx/>
              <a:latin typeface="Gill Sans MT"/>
            </a:endParaRPr>
          </a:p>
          <a:p>
            <a:pPr marL="887040" lvl="2" indent="-228600" algn="l">
              <a:lnSpc>
                <a:spcPct val="100000"/>
              </a:lnSpc>
              <a:spcBef>
                <a:spcPts val="887"/>
              </a:spcBef>
              <a:buClr>
                <a:srgbClr val="FEB80A"/>
              </a:buClr>
              <a:buFont typeface="Wingdings 2" charset="2"/>
              <a:buChar char=""/>
            </a:pPr>
            <a:r>
              <a:rPr lang="en-US" sz="2100" b="0" u="none" strike="noStrike">
                <a:solidFill>
                  <a:schemeClr val="dk1"/>
                </a:solidFill>
                <a:effectLst/>
                <a:uFillTx/>
                <a:latin typeface="Gill Sans MT"/>
              </a:rPr>
              <a:t>Breadth First Integration</a:t>
            </a:r>
            <a:endParaRPr lang="en-US" sz="2100" b="0" u="none" strike="noStrike">
              <a:solidFill>
                <a:schemeClr val="dk1"/>
              </a:solidFill>
              <a:effectLst/>
              <a:uFillTx/>
              <a:latin typeface="Gill Sans MT"/>
            </a:endParaRPr>
          </a:p>
          <a:p>
            <a:pPr marL="887040" lvl="2" indent="-228600" algn="l">
              <a:lnSpc>
                <a:spcPct val="100000"/>
              </a:lnSpc>
              <a:spcBef>
                <a:spcPts val="887"/>
              </a:spcBef>
              <a:buClr>
                <a:srgbClr val="FEB80A"/>
              </a:buClr>
              <a:buFont typeface="Wingdings 2" charset="2"/>
              <a:buChar char=""/>
            </a:pPr>
            <a:r>
              <a:rPr lang="en-US" sz="2100" b="0" u="none" strike="noStrike">
                <a:solidFill>
                  <a:schemeClr val="dk1"/>
                </a:solidFill>
                <a:effectLst/>
                <a:uFillTx/>
                <a:latin typeface="Gill Sans MT"/>
              </a:rPr>
              <a:t>Depth First Integration</a:t>
            </a:r>
            <a:endParaRPr lang="en-US" sz="2100" b="0" u="none" strike="noStrike">
              <a:solidFill>
                <a:schemeClr val="dk1"/>
              </a:solidFill>
              <a:effectLst/>
              <a:uFillTx/>
              <a:latin typeface="Gill Sans MT"/>
            </a:endParaRPr>
          </a:p>
          <a:p>
            <a:pPr marL="640080" lvl="1" indent="-237600" algn="l">
              <a:lnSpc>
                <a:spcPct val="100000"/>
              </a:lnSpc>
              <a:spcBef>
                <a:spcPts val="887"/>
              </a:spcBef>
              <a:buClr>
                <a:srgbClr val="3891A7"/>
              </a:buClr>
              <a:buFont typeface="Verdana"/>
              <a:buChar char="◦"/>
            </a:pPr>
            <a:r>
              <a:rPr lang="en-US" sz="2500" b="0" u="none" strike="noStrike">
                <a:solidFill>
                  <a:schemeClr val="dk1"/>
                </a:solidFill>
                <a:effectLst/>
                <a:uFillTx/>
                <a:latin typeface="Gill Sans MT"/>
              </a:rPr>
              <a:t>Bottom-up integration</a:t>
            </a:r>
            <a:endParaRPr lang="en-US" sz="2500" b="0" u="none" strike="noStrike">
              <a:solidFill>
                <a:schemeClr val="dk1"/>
              </a:solidFill>
              <a:effectLst/>
              <a:uFillTx/>
              <a:latin typeface="Gill Sans MT"/>
            </a:endParaRPr>
          </a:p>
          <a:p>
            <a:pPr marL="640080" lvl="1" indent="-237600" algn="l">
              <a:lnSpc>
                <a:spcPct val="100000"/>
              </a:lnSpc>
              <a:spcBef>
                <a:spcPts val="887"/>
              </a:spcBef>
              <a:buClr>
                <a:srgbClr val="3891A7"/>
              </a:buClr>
              <a:buFont typeface="Verdana"/>
              <a:buChar char="◦"/>
            </a:pPr>
            <a:r>
              <a:rPr lang="en-US" sz="2500" b="0" u="none" strike="noStrike">
                <a:solidFill>
                  <a:schemeClr val="dk1"/>
                </a:solidFill>
                <a:effectLst/>
                <a:uFillTx/>
                <a:latin typeface="Gill Sans MT"/>
              </a:rPr>
              <a:t>Sandwich integration</a:t>
            </a:r>
            <a:endParaRPr lang="en-US" sz="2500" b="0" u="none" strike="noStrike">
              <a:solidFill>
                <a:schemeClr val="dk1"/>
              </a:solidFill>
              <a:effectLst/>
              <a:uFillTx/>
              <a:latin typeface="Gill Sans MT"/>
            </a:endParaRPr>
          </a:p>
          <a:p>
            <a:pPr marL="365760" indent="-283320" algn="l">
              <a:lnSpc>
                <a:spcPct val="100000"/>
              </a:lnSpc>
              <a:spcBef>
                <a:spcPts val="887"/>
              </a:spcBef>
              <a:buClr>
                <a:srgbClr val="3891A7"/>
              </a:buClr>
              <a:buSzPct val="80000"/>
              <a:buFont typeface="Wingdings 2" charset="2"/>
              <a:buChar char=""/>
            </a:pPr>
            <a:r>
              <a:rPr lang="en-GB" sz="2800" b="0" u="none" strike="noStrike">
                <a:solidFill>
                  <a:schemeClr val="dk1"/>
                </a:solidFill>
                <a:effectLst/>
                <a:uFillTx/>
                <a:latin typeface="Gill Sans MT"/>
              </a:rPr>
              <a:t>Explained how to compute the </a:t>
            </a:r>
            <a:r>
              <a:rPr lang="en-US" sz="2800" b="0" u="none" strike="noStrike">
                <a:solidFill>
                  <a:schemeClr val="dk1"/>
                </a:solidFill>
                <a:effectLst/>
                <a:uFillTx/>
                <a:latin typeface="Gill Sans MT"/>
              </a:rPr>
              <a:t>integration testing effort </a:t>
            </a:r>
            <a:r>
              <a:rPr lang="en-GB" sz="2800" b="0" u="none" strike="noStrike">
                <a:solidFill>
                  <a:schemeClr val="dk1"/>
                </a:solidFill>
                <a:effectLst/>
                <a:uFillTx/>
                <a:latin typeface="Gill Sans MT"/>
              </a:rPr>
              <a:t>.</a:t>
            </a:r>
            <a:endParaRPr lang="en-US" sz="2800" b="0" u="none" strike="noStrike">
              <a:solidFill>
                <a:schemeClr val="dk1"/>
              </a:solidFill>
              <a:effectLst/>
              <a:uFillTx/>
              <a:latin typeface="Gill Sans MT"/>
            </a:endParaRPr>
          </a:p>
          <a:p>
            <a:pPr indent="0" algn="l">
              <a:lnSpc>
                <a:spcPct val="100000"/>
              </a:lnSpc>
              <a:spcBef>
                <a:spcPts val="887"/>
              </a:spcBef>
              <a:buNone/>
            </a:pPr>
            <a:endParaRPr lang="en-US" sz="2800" b="0" u="none" strike="noStrike">
              <a:solidFill>
                <a:schemeClr val="dk1"/>
              </a:solidFill>
              <a:effectLst/>
              <a:uFillTx/>
              <a:latin typeface="Gill Sans MT"/>
            </a:endParaRPr>
          </a:p>
        </p:txBody>
      </p:sp>
      <p:sp>
        <p:nvSpPr>
          <p:cNvPr id="529" name="PlaceHolder 3"/>
          <p:cNvSpPr>
            <a:spLocks noGrp="1"/>
          </p:cNvSpPr>
          <p:nvPr>
            <p:ph type="sldNum" idx="112"/>
          </p:nvPr>
        </p:nvSpPr>
        <p:spPr>
          <a:xfrm>
            <a:off x="8613720" y="4729320"/>
            <a:ext cx="456840" cy="356760"/>
          </a:xfrm>
          <a:prstGeom prst="rect">
            <a:avLst/>
          </a:prstGeom>
          <a:noFill/>
          <a:ln w="0">
            <a:noFill/>
          </a:ln>
        </p:spPr>
        <p:txBody>
          <a:bodyPr lIns="90000" tIns="45000" rIns="90000" bIns="45000" anchor="b">
            <a:noAutofit/>
          </a:bodyPr>
          <a:lstStyle>
            <a:lvl1pPr indent="0" algn="ctr" defTabSz="914400">
              <a:lnSpc>
                <a:spcPct val="100000"/>
              </a:lnSpc>
              <a:buNone/>
              <a:defRPr lang="en-US" sz="1200" b="0" u="none" strike="noStrike">
                <a:solidFill>
                  <a:schemeClr val="lt2">
                    <a:shade val="50000"/>
                  </a:schemeClr>
                </a:solidFill>
                <a:effectLst/>
                <a:uFillTx/>
                <a:latin typeface="Gill Sans MT"/>
              </a:defRPr>
            </a:lvl1pPr>
          </a:lstStyle>
          <a:p>
            <a:pPr indent="0" algn="ctr" defTabSz="914400">
              <a:lnSpc>
                <a:spcPct val="100000"/>
              </a:lnSpc>
              <a:buNone/>
            </a:pPr>
            <a:fld id="{C242AC8E-066A-4ADE-9A69-9AB6630178C9}" type="slidenum">
              <a:rPr lang="en-US" sz="1200" b="0" u="none" strike="noStrike">
                <a:solidFill>
                  <a:schemeClr val="lt2">
                    <a:shade val="50000"/>
                  </a:schemeClr>
                </a:solidFill>
                <a:effectLst/>
                <a:uFillTx/>
                <a:latin typeface="Gill Sans MT"/>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TextBox 3"/>
          <p:cNvSpPr/>
          <p:nvPr/>
        </p:nvSpPr>
        <p:spPr>
          <a:xfrm>
            <a:off x="1127880" y="209520"/>
            <a:ext cx="7863480" cy="645840"/>
          </a:xfrm>
          <a:prstGeom prst="rect">
            <a:avLst/>
          </a:prstGeom>
          <a:noFill/>
          <a:ln w="0">
            <a:noFill/>
          </a:ln>
        </p:spPr>
        <p:style>
          <a:lnRef idx="0"/>
          <a:fillRef idx="0"/>
          <a:effectRef idx="0"/>
          <a:fontRef idx="minor"/>
        </p:style>
        <p:txBody>
          <a:bodyPr numCol="1" spcCol="0" lIns="15120" tIns="39240" rIns="15120" bIns="39240" anchor="ctr">
            <a:noAutofit/>
          </a:bodyPr>
          <a:p>
            <a:pPr algn="ctr" defTabSz="914400">
              <a:lnSpc>
                <a:spcPct val="100000"/>
              </a:lnSpc>
              <a:spcBef>
                <a:spcPts val="805"/>
              </a:spcBef>
            </a:pPr>
            <a:r>
              <a:rPr lang="en-US" sz="3200" b="0" u="none" strike="noStrike">
                <a:solidFill>
                  <a:srgbClr val="572314"/>
                </a:solidFill>
                <a:effectLst/>
                <a:uFillTx/>
                <a:latin typeface="Gill Sans MT"/>
              </a:rPr>
              <a:t>References </a:t>
            </a:r>
            <a:endParaRPr lang="en-US" sz="3200" b="0" u="none" strike="noStrike">
              <a:solidFill>
                <a:srgbClr val="000000"/>
              </a:solidFill>
              <a:effectLst/>
              <a:uFillTx/>
              <a:latin typeface="Arial"/>
            </a:endParaRPr>
          </a:p>
        </p:txBody>
      </p:sp>
      <p:sp>
        <p:nvSpPr>
          <p:cNvPr id="531" name="Rectangle 2"/>
          <p:cNvSpPr/>
          <p:nvPr/>
        </p:nvSpPr>
        <p:spPr>
          <a:xfrm>
            <a:off x="1143000" y="1047600"/>
            <a:ext cx="7848360" cy="3396240"/>
          </a:xfrm>
          <a:prstGeom prst="rect">
            <a:avLst/>
          </a:prstGeom>
          <a:noFill/>
          <a:ln w="0">
            <a:noFill/>
          </a:ln>
        </p:spPr>
        <p:style>
          <a:lnRef idx="0"/>
          <a:fillRef idx="0"/>
          <a:effectRef idx="0"/>
          <a:fontRef idx="minor"/>
        </p:style>
        <p:txBody>
          <a:bodyPr lIns="102240" tIns="51120" rIns="102240" bIns="51120" anchor="t">
            <a:spAutoFit/>
          </a:bodyPr>
          <a:p>
            <a:pPr marL="384120" indent="-384120" algn="just" defTabSz="914400">
              <a:lnSpc>
                <a:spcPct val="100000"/>
              </a:lnSpc>
              <a:buClr>
                <a:srgbClr val="000000"/>
              </a:buClr>
              <a:buFont typeface="Gill Sans MT"/>
              <a:buAutoNum type="arabicPeriod"/>
            </a:pPr>
            <a:r>
              <a:rPr lang="en-GB" sz="2800" b="0" u="none" strike="noStrike">
                <a:solidFill>
                  <a:schemeClr val="dk1"/>
                </a:solidFill>
                <a:effectLst/>
                <a:uFillTx/>
                <a:latin typeface="Gill Sans MT"/>
              </a:rPr>
              <a:t>Rajib Mall, Fundamentals of Software Engineering, (Chapter – 10), Fifth Edition, PHI Learning Pvt. Ltd., 2018.</a:t>
            </a:r>
            <a:endParaRPr lang="en-US" sz="2800" b="0" u="none" strike="noStrike">
              <a:solidFill>
                <a:srgbClr val="000000"/>
              </a:solidFill>
              <a:effectLst/>
              <a:uFillTx/>
              <a:latin typeface="Arial"/>
            </a:endParaRPr>
          </a:p>
          <a:p>
            <a:pPr marL="384120" indent="-384120" algn="just" defTabSz="914400">
              <a:lnSpc>
                <a:spcPct val="100000"/>
              </a:lnSpc>
              <a:buClr>
                <a:srgbClr val="000000"/>
              </a:buClr>
              <a:buFont typeface="Gill Sans MT"/>
              <a:buAutoNum type="arabicPeriod"/>
            </a:pPr>
            <a:r>
              <a:rPr lang="en-GB" sz="2800" b="0" u="none" strike="noStrike">
                <a:solidFill>
                  <a:schemeClr val="dk1"/>
                </a:solidFill>
                <a:effectLst/>
                <a:uFillTx/>
                <a:latin typeface="Gill Sans MT"/>
              </a:rPr>
              <a:t>Naresh Chauhan, Software Testing: Principles and Practices, (Chapter – 7), Second Edition, Oxford University Press,  2016.</a:t>
            </a:r>
            <a:endParaRPr lang="en-US" sz="2800" b="0" u="none" strike="noStrike">
              <a:solidFill>
                <a:srgbClr val="000000"/>
              </a:solidFill>
              <a:effectLst/>
              <a:uFillTx/>
              <a:latin typeface="Arial"/>
            </a:endParaRPr>
          </a:p>
          <a:p>
            <a:pPr algn="just" defTabSz="914400">
              <a:lnSpc>
                <a:spcPct val="100000"/>
              </a:lnSpc>
            </a:pPr>
            <a:endParaRPr lang="en-US" sz="2800" b="0" u="none" strike="noStrike">
              <a:solidFill>
                <a:srgbClr val="000000"/>
              </a:solidFill>
              <a:effectLst/>
              <a:uFillTx/>
              <a:latin typeface="Arial"/>
            </a:endParaRPr>
          </a:p>
          <a:p>
            <a:pPr algn="just" defTabSz="914400">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title"/>
          </p:nvPr>
        </p:nvSpPr>
        <p:spPr>
          <a:xfrm>
            <a:off x="1435680" y="205920"/>
            <a:ext cx="7497720" cy="856800"/>
          </a:xfrm>
          <a:prstGeom prst="rect">
            <a:avLst/>
          </a:prstGeom>
          <a:noFill/>
          <a:ln w="0">
            <a:noFill/>
          </a:ln>
        </p:spPr>
        <p:txBody>
          <a:bodyPr lIns="90000" tIns="45000" rIns="90000" bIns="45000" anchor="ctr">
            <a:noAutofit/>
          </a:bodyPr>
          <a:p>
            <a:pPr indent="0" algn="l">
              <a:lnSpc>
                <a:spcPct val="100000"/>
              </a:lnSpc>
              <a:buNone/>
            </a:pPr>
            <a:r>
              <a:rPr lang="en-US" sz="3600" b="0" u="none" strike="noStrike">
                <a:solidFill>
                  <a:schemeClr val="dk2"/>
                </a:solidFill>
                <a:effectLst/>
                <a:uFillTx/>
                <a:latin typeface="Gill Sans MT"/>
              </a:rPr>
              <a:t> </a:t>
            </a:r>
            <a:endParaRPr lang="en-US" sz="3600" b="0" u="none" strike="noStrike">
              <a:solidFill>
                <a:schemeClr val="dk2"/>
              </a:solidFill>
              <a:effectLst/>
              <a:uFillTx/>
              <a:latin typeface="Gill Sans MT"/>
            </a:endParaRPr>
          </a:p>
        </p:txBody>
      </p:sp>
      <p:sp>
        <p:nvSpPr>
          <p:cNvPr id="533" name="PlaceHolder 2"/>
          <p:cNvSpPr>
            <a:spLocks noGrp="1"/>
          </p:cNvSpPr>
          <p:nvPr>
            <p:ph/>
          </p:nvPr>
        </p:nvSpPr>
        <p:spPr>
          <a:xfrm>
            <a:off x="1435680" y="1085760"/>
            <a:ext cx="7497720" cy="3600000"/>
          </a:xfrm>
          <a:prstGeom prst="rect">
            <a:avLst/>
          </a:prstGeom>
          <a:noFill/>
          <a:ln w="0">
            <a:noFill/>
          </a:ln>
        </p:spPr>
        <p:txBody>
          <a:bodyPr lIns="90000" tIns="45000" rIns="90000" bIns="45000" anchor="t">
            <a:normAutofit/>
          </a:bodyPr>
          <a:p>
            <a:pPr marL="82440" indent="0" algn="ctr">
              <a:lnSpc>
                <a:spcPct val="100000"/>
              </a:lnSpc>
              <a:spcBef>
                <a:spcPts val="601"/>
              </a:spcBef>
              <a:buNone/>
              <a:tabLst>
                <a:tab pos="0" algn="l"/>
              </a:tabLst>
            </a:pPr>
            <a:endParaRPr lang="en-US" sz="4800" b="0" u="none" strike="noStrike">
              <a:solidFill>
                <a:schemeClr val="dk1"/>
              </a:solidFill>
              <a:effectLst/>
              <a:uFillTx/>
              <a:latin typeface="Gill Sans MT"/>
            </a:endParaRPr>
          </a:p>
          <a:p>
            <a:pPr marL="82440" indent="0" algn="ctr">
              <a:lnSpc>
                <a:spcPct val="100000"/>
              </a:lnSpc>
              <a:spcBef>
                <a:spcPts val="601"/>
              </a:spcBef>
              <a:buNone/>
              <a:tabLst>
                <a:tab pos="0" algn="l"/>
              </a:tabLst>
            </a:pPr>
            <a:r>
              <a:rPr lang="en-US" sz="4800" b="0" u="none" strike="noStrike">
                <a:solidFill>
                  <a:schemeClr val="dk1"/>
                </a:solidFill>
                <a:effectLst/>
                <a:uFillTx/>
                <a:latin typeface="Gill Sans MT"/>
              </a:rPr>
              <a:t>Thank You</a:t>
            </a:r>
            <a:endParaRPr lang="en-US" sz="4800" b="0" u="none" strike="noStrike">
              <a:solidFill>
                <a:schemeClr val="dk1"/>
              </a:solidFill>
              <a:effectLst/>
              <a:uFillTx/>
              <a:latin typeface="Gill Sans MT"/>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_rels/theme3.xml.rels><?xml version="1.0" encoding="UTF-8"?>
<Relationships xmlns="http://schemas.openxmlformats.org/package/2006/relationships"><Relationship Id="rId1" Type="http://schemas.openxmlformats.org/officeDocument/2006/relationships/image" Target="../media/image1.jpeg"/>
</Relationships>
</file>

<file path=ppt/theme/_rels/theme4.xml.rels><?xml version="1.0" encoding="UTF-8"?>
<Relationships xmlns="http://schemas.openxmlformats.org/package/2006/relationships"><Relationship Id="rId1" Type="http://schemas.openxmlformats.org/officeDocument/2006/relationships/image" Target="../media/image1.jpeg"/>
</Relationships>
</file>

<file path=ppt/theme/_rels/theme5.xml.rels><?xml version="1.0" encoding="UTF-8"?>
<Relationships xmlns="http://schemas.openxmlformats.org/package/2006/relationships"><Relationship Id="rId1" Type="http://schemas.openxmlformats.org/officeDocument/2006/relationships/image" Target="../media/image1.jpeg"/>
</Relationships>
</file>

<file path=ppt/theme/_rels/theme6.xml.rels><?xml version="1.0" encoding="UTF-8"?>
<Relationships xmlns="http://schemas.openxmlformats.org/package/2006/relationships"><Relationship Id="rId1" Type="http://schemas.openxmlformats.org/officeDocument/2006/relationships/image" Target="../media/image1.jpeg"/>
</Relationships>
</file>

<file path=ppt/theme/_rels/theme7.xml.rels><?xml version="1.0" encoding="UTF-8"?>
<Relationships xmlns="http://schemas.openxmlformats.org/package/2006/relationships"><Relationship Id="rId1" Type="http://schemas.openxmlformats.org/officeDocument/2006/relationships/image" Target="../media/image1.jpeg"/>
</Relationships>
</file>

<file path=ppt/theme/_rels/theme8.xml.rels><?xml version="1.0" encoding="UTF-8"?>
<Relationships xmlns="http://schemas.openxmlformats.org/package/2006/relationships"><Relationship Id="rId1" Type="http://schemas.openxmlformats.org/officeDocument/2006/relationships/image" Target="../media/image1.jpeg"/>
</Relationships>
</file>

<file path=ppt/theme/_rels/theme9.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2.xml><?xml version="1.0" encoding="utf-8"?>
<a:theme xmlns:a="http://schemas.openxmlformats.org/drawingml/2006/main" xmlns:r="http://schemas.openxmlformats.org/officeDocument/2006/relationships" name="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3.xml><?xml version="1.0" encoding="utf-8"?>
<a:theme xmlns:a="http://schemas.openxmlformats.org/drawingml/2006/main" xmlns:r="http://schemas.openxmlformats.org/officeDocument/2006/relationships" name="2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4.xml><?xml version="1.0" encoding="utf-8"?>
<a:theme xmlns:a="http://schemas.openxmlformats.org/drawingml/2006/main" xmlns:r="http://schemas.openxmlformats.org/officeDocument/2006/relationships" name="3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5.xml><?xml version="1.0" encoding="utf-8"?>
<a:theme xmlns:a="http://schemas.openxmlformats.org/drawingml/2006/main" xmlns:r="http://schemas.openxmlformats.org/officeDocument/2006/relationships" name="1_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6.xml><?xml version="1.0" encoding="utf-8"?>
<a:theme xmlns:a="http://schemas.openxmlformats.org/drawingml/2006/main" xmlns:r="http://schemas.openxmlformats.org/officeDocument/2006/relationships" name="4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7.xml><?xml version="1.0" encoding="utf-8"?>
<a:theme xmlns:a="http://schemas.openxmlformats.org/drawingml/2006/main" xmlns:r="http://schemas.openxmlformats.org/officeDocument/2006/relationships" name="5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8.xml><?xml version="1.0" encoding="utf-8"?>
<a:theme xmlns:a="http://schemas.openxmlformats.org/drawingml/2006/main" xmlns:r="http://schemas.openxmlformats.org/officeDocument/2006/relationships" name="2_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9.xml><?xml version="1.0" encoding="utf-8"?>
<a:theme xmlns:a="http://schemas.openxmlformats.org/drawingml/2006/main" xmlns:r="http://schemas.openxmlformats.org/officeDocument/2006/relationships" name="6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pitchFamily="0" charset="1"/>
        <a:ea typeface=""/>
        <a:cs typeface=""/>
      </a:majorFont>
      <a:minorFont>
        <a:latin typeface="Gill Sans MT" pitchFamily="0" charset="1"/>
        <a:ea typeface=""/>
        <a:cs typeface=""/>
      </a:minorFont>
    </a:fontScheme>
    <a:fmtScheme>
      <a:fillStyleLst>
        <a:solidFill>
          <a:schemeClr val="phClr"/>
        </a:solidFill>
        <a:gradFill>
          <a:gsLst>
            <a:gs pos="0">
              <a:schemeClr val="phClr">
                <a:tint val="35000"/>
              </a:schemeClr>
            </a:gs>
            <a:gs pos="50000">
              <a:schemeClr val="phClr">
                <a:tint val="42000"/>
              </a:schemeClr>
            </a:gs>
            <a:gs pos="97000">
              <a:schemeClr val="phClr">
                <a:tint val="53000"/>
              </a:schemeClr>
            </a:gs>
            <a:gs pos="100000">
              <a:schemeClr val="phClr">
                <a:tint val="56000"/>
              </a:schemeClr>
            </a:gs>
          </a:gsLst>
          <a:path path="circle">
            <a:fillToRect l="50000" t="50000" r="50000" b="50000"/>
          </a:path>
          <a:tileRect l="0" t="0" r="0" b="0"/>
        </a:gradFill>
        <a:gradFill>
          <a:gsLst>
            <a:gs pos="0">
              <a:schemeClr val="phClr">
                <a:tint val="92000"/>
              </a:schemeClr>
            </a:gs>
            <a:gs pos="15000">
              <a:schemeClr val="phClr">
                <a:tint val="92000"/>
                <a:shade val="99000"/>
              </a:schemeClr>
            </a:gs>
            <a:gs pos="62000">
              <a:schemeClr val="phClr">
                <a:tint val="96000"/>
                <a:shade val="80000"/>
              </a:schemeClr>
            </a:gs>
            <a:gs pos="97000">
              <a:schemeClr val="phClr">
                <a:tint val="98000"/>
                <a:shade val="63000"/>
              </a:schemeClr>
            </a:gs>
            <a:gs pos="100000">
              <a:schemeClr val="phClr">
                <a:shade val="62000"/>
              </a:schemeClr>
            </a:gs>
          </a:gsLst>
          <a:path path="circle">
            <a:fillToRect l="50000" t="50000" r="50000" b="50000"/>
          </a:path>
          <a:tileRect l="0" t="0" r="0" b="0"/>
        </a:gradFill>
      </a:fillStyleLst>
      <a:lnStyleLst>
        <a:ln w="9525"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60000"/>
              </a:schemeClr>
            </a:gs>
            <a:gs pos="40000">
              <a:schemeClr val="phClr">
                <a:tint val="85000"/>
              </a:schemeClr>
            </a:gs>
            <a:gs pos="100000">
              <a:schemeClr val="phClr">
                <a:shade val="55000"/>
              </a:schemeClr>
            </a:gs>
          </a:gsLst>
          <a:path path="circle">
            <a:fillToRect l="-24500" t="-20000" r="124500" b="120000"/>
          </a:path>
          <a:tileRect l="0" t="0" r="0" b="0"/>
        </a:gradFill>
        <a:blipFill rotWithShape="0">
          <a:blip r:embed="rId1"/>
          <a:srcRect l="0" t="0" r="0" b="0"/>
          <a:tile tx="0" ty="0" sx="90000" sy="90000" flip="xy" algn="tl"/>
        </a:blip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7ED58A85A796449BBD3B81601E2D75" ma:contentTypeVersion="2" ma:contentTypeDescription="Create a new document." ma:contentTypeScope="" ma:versionID="7a80211e67dc5eff737ad815ad8bfc69">
  <xsd:schema xmlns:xsd="http://www.w3.org/2001/XMLSchema" xmlns:xs="http://www.w3.org/2001/XMLSchema" xmlns:p="http://schemas.microsoft.com/office/2006/metadata/properties" xmlns:ns2="e16f1f74-0040-4e09-b045-6473ea824ee0" targetNamespace="http://schemas.microsoft.com/office/2006/metadata/properties" ma:root="true" ma:fieldsID="609a2d98ef4e1edbb864db9af53991fb" ns2:_="">
    <xsd:import namespace="e16f1f74-0040-4e09-b045-6473ea824ee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6f1f74-0040-4e09-b045-6473ea824e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60A3D4-7807-4613-A7CD-62BF63C41F43}"/>
</file>

<file path=customXml/itemProps2.xml><?xml version="1.0" encoding="utf-8"?>
<ds:datastoreItem xmlns:ds="http://schemas.openxmlformats.org/officeDocument/2006/customXml" ds:itemID="{D5D08203-4948-46B8-8D81-50F6B5B5107D}"/>
</file>

<file path=customXml/itemProps3.xml><?xml version="1.0" encoding="utf-8"?>
<ds:datastoreItem xmlns:ds="http://schemas.openxmlformats.org/officeDocument/2006/customXml" ds:itemID="{5735E90F-B2FE-4443-894B-DFA3E4D54BFE}"/>
</file>

<file path=docProps/app.xml><?xml version="1.0" encoding="utf-8"?>
<Properties xmlns="http://schemas.openxmlformats.org/officeDocument/2006/extended-properties" xmlns:vt="http://schemas.openxmlformats.org/officeDocument/2006/docPropsVTypes">
  <Template/>
  <TotalTime>398</TotalTime>
  <Application>LibreOffice/26.2.6.3$Linux_X86_64 LibreOffice_project/620$Build-3</Application>
  <AppVersion>15.0000</AppVersion>
  <Words>1326</Words>
  <Paragraphs>168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D7</dc:creator>
  <dc:description/>
  <dc:language>en-US</dc:language>
  <cp:lastModifiedBy/>
  <dcterms:modified xsi:type="dcterms:W3CDTF">2026-09-23T10:01:47Z</dcterms:modified>
  <cp:revision>54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0x0101007E7ED58A85A796449BBD3B81601E2D75</vt:lpwstr>
  </property>
  <property fmtid="{D5CDD505-2E9C-101B-9397-08002B2CF9AE}" pid="3" name="Notes">
    <vt:i4>1</vt:i4>
  </property>
  <property fmtid="{D5CDD505-2E9C-101B-9397-08002B2CF9AE}" pid="4" name="PresentationFormat">
    <vt:lpwstr>On-screen Show (16:9)</vt:lpwstr>
  </property>
  <property fmtid="{D5CDD505-2E9C-101B-9397-08002B2CF9AE}" pid="5" name="Slides">
    <vt:i4>32</vt:i4>
  </property>
</Properties>
</file>