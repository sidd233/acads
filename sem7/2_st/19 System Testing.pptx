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1.xml"/>
  <Override ContentType="application/vnd.openxmlformats-officedocument.presentationml.slideMaster+xml" PartName="/ppt/slideMasters/slideMaster12.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3.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7.xml"/>
  <Override ContentType="application/vnd.openxmlformats-officedocument.theme+xml" PartName="/ppt/theme/theme2.xml"/>
  <Override ContentType="application/vnd.openxmlformats-officedocument.theme+xml" PartName="/ppt/theme/theme4.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 id="2147483660" r:id="rId5"/>
    <p:sldMasterId id="2147483661" r:id="rId6"/>
    <p:sldMasterId id="2147483662" r:id="rId7"/>
    <p:sldMasterId id="2147483663" r:id="rId8"/>
    <p:sldMasterId id="2147483664" r:id="rId9"/>
    <p:sldMasterId id="2147483665" r:id="rId10"/>
    <p:sldMasterId id="2147483666" r:id="rId11"/>
    <p:sldMasterId id="2147483667" r:id="rId12"/>
    <p:sldMasterId id="2147483668" r:id="rId13"/>
    <p:sldMasterId id="2147483669" r:id="rId14"/>
    <p:sldMasterId id="2147483670" r:id="rId15"/>
  </p:sldMasterIdLst>
  <p:notesMasterIdLst>
    <p:notesMasterId r:id="rId16"/>
  </p:notesMasterIdLst>
  <p:sldIdLst>
    <p:sldId id="256"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72" r:id="rId33"/>
    <p:sldId id="273" r:id="rId34"/>
    <p:sldId id="274" r:id="rId35"/>
    <p:sldId id="275" r:id="rId36"/>
    <p:sldId id="276" r:id="rId37"/>
    <p:sldId id="277" r:id="rId38"/>
    <p:sldId id="278" r:id="rId39"/>
    <p:sldId id="279" r:id="rId40"/>
    <p:sldId id="280" r:id="rId41"/>
    <p:sldId id="281" r:id="rId42"/>
    <p:sldId id="282" r:id="rId43"/>
    <p:sldId id="283" r:id="rId44"/>
    <p:sldId id="284" r:id="rId45"/>
    <p:sldId id="285" r:id="rId46"/>
    <p:sldId id="286" r:id="rId47"/>
    <p:sldId id="287" r:id="rId48"/>
    <p:sldId id="288" r:id="rId49"/>
    <p:sldId id="289" r:id="rId50"/>
    <p:sldId id="290" r:id="rId51"/>
    <p:sldId id="291" r:id="rId52"/>
    <p:sldId id="292" r:id="rId53"/>
  </p:sldIdLst>
  <p:sldSz cy="5143500" cx="9144000"/>
  <p:notesSz cx="7008800" cy="9294800"/>
  <p:embeddedFontLst>
    <p:embeddedFont>
      <p:font typeface="Gill Sans"/>
      <p:regular r:id="rId54"/>
      <p:bold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470">
          <p15:clr>
            <a:srgbClr val="000000"/>
          </p15:clr>
        </p15:guide>
        <p15:guide id="2" pos="2612">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470" orient="horz"/>
        <p:guide pos="2612"/>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24.xml"/><Relationship Id="rId42" Type="http://schemas.openxmlformats.org/officeDocument/2006/relationships/slide" Target="slides/slide26.xml"/><Relationship Id="rId41" Type="http://schemas.openxmlformats.org/officeDocument/2006/relationships/slide" Target="slides/slide25.xml"/><Relationship Id="rId44" Type="http://schemas.openxmlformats.org/officeDocument/2006/relationships/slide" Target="slides/slide28.xml"/><Relationship Id="rId43" Type="http://schemas.openxmlformats.org/officeDocument/2006/relationships/slide" Target="slides/slide27.xml"/><Relationship Id="rId46" Type="http://schemas.openxmlformats.org/officeDocument/2006/relationships/slide" Target="slides/slide30.xml"/><Relationship Id="rId45" Type="http://schemas.openxmlformats.org/officeDocument/2006/relationships/slide" Target="slides/slide29.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slide" Target="slides/slide32.xml"/><Relationship Id="rId47" Type="http://schemas.openxmlformats.org/officeDocument/2006/relationships/slide" Target="slides/slide31.xml"/><Relationship Id="rId49" Type="http://schemas.openxmlformats.org/officeDocument/2006/relationships/slide" Target="slides/slide33.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15.xml"/><Relationship Id="rId30" Type="http://schemas.openxmlformats.org/officeDocument/2006/relationships/slide" Target="slides/slide14.xml"/><Relationship Id="rId33" Type="http://schemas.openxmlformats.org/officeDocument/2006/relationships/slide" Target="slides/slide17.xml"/><Relationship Id="rId32" Type="http://schemas.openxmlformats.org/officeDocument/2006/relationships/slide" Target="slides/slide16.xml"/><Relationship Id="rId35" Type="http://schemas.openxmlformats.org/officeDocument/2006/relationships/slide" Target="slides/slide19.xml"/><Relationship Id="rId34" Type="http://schemas.openxmlformats.org/officeDocument/2006/relationships/slide" Target="slides/slide18.xml"/><Relationship Id="rId37" Type="http://schemas.openxmlformats.org/officeDocument/2006/relationships/slide" Target="slides/slide21.xml"/><Relationship Id="rId36" Type="http://schemas.openxmlformats.org/officeDocument/2006/relationships/slide" Target="slides/slide20.xml"/><Relationship Id="rId39" Type="http://schemas.openxmlformats.org/officeDocument/2006/relationships/slide" Target="slides/slide23.xml"/><Relationship Id="rId38" Type="http://schemas.openxmlformats.org/officeDocument/2006/relationships/slide" Target="slides/slide22.xml"/><Relationship Id="rId20" Type="http://schemas.openxmlformats.org/officeDocument/2006/relationships/slide" Target="slides/slide4.xml"/><Relationship Id="rId22" Type="http://schemas.openxmlformats.org/officeDocument/2006/relationships/slide" Target="slides/slide6.xml"/><Relationship Id="rId21" Type="http://schemas.openxmlformats.org/officeDocument/2006/relationships/slide" Target="slides/slide5.xml"/><Relationship Id="rId24" Type="http://schemas.openxmlformats.org/officeDocument/2006/relationships/slide" Target="slides/slide8.xml"/><Relationship Id="rId23" Type="http://schemas.openxmlformats.org/officeDocument/2006/relationships/slide" Target="slides/slide7.xml"/><Relationship Id="rId26" Type="http://schemas.openxmlformats.org/officeDocument/2006/relationships/slide" Target="slides/slide10.xml"/><Relationship Id="rId25" Type="http://schemas.openxmlformats.org/officeDocument/2006/relationships/slide" Target="slides/slide9.xml"/><Relationship Id="rId28" Type="http://schemas.openxmlformats.org/officeDocument/2006/relationships/slide" Target="slides/slide12.xml"/><Relationship Id="rId27" Type="http://schemas.openxmlformats.org/officeDocument/2006/relationships/slide" Target="slides/slide11.xml"/><Relationship Id="rId29" Type="http://schemas.openxmlformats.org/officeDocument/2006/relationships/slide" Target="slides/slide13.xml"/><Relationship Id="rId51" Type="http://schemas.openxmlformats.org/officeDocument/2006/relationships/slide" Target="slides/slide35.xml"/><Relationship Id="rId50" Type="http://schemas.openxmlformats.org/officeDocument/2006/relationships/slide" Target="slides/slide34.xml"/><Relationship Id="rId53" Type="http://schemas.openxmlformats.org/officeDocument/2006/relationships/slide" Target="slides/slide37.xml"/><Relationship Id="rId52" Type="http://schemas.openxmlformats.org/officeDocument/2006/relationships/slide" Target="slides/slide36.xml"/><Relationship Id="rId11" Type="http://schemas.openxmlformats.org/officeDocument/2006/relationships/slideMaster" Target="slideMasters/slideMaster8.xml"/><Relationship Id="rId55" Type="http://schemas.openxmlformats.org/officeDocument/2006/relationships/font" Target="fonts/GillSans-bold.fntdata"/><Relationship Id="rId10" Type="http://schemas.openxmlformats.org/officeDocument/2006/relationships/slideMaster" Target="slideMasters/slideMaster7.xml"/><Relationship Id="rId54" Type="http://schemas.openxmlformats.org/officeDocument/2006/relationships/font" Target="fonts/GillSans-regular.fntdata"/><Relationship Id="rId13" Type="http://schemas.openxmlformats.org/officeDocument/2006/relationships/slideMaster" Target="slideMasters/slideMaster10.xml"/><Relationship Id="rId12" Type="http://schemas.openxmlformats.org/officeDocument/2006/relationships/slideMaster" Target="slideMasters/slideMaster9.xml"/><Relationship Id="rId15" Type="http://schemas.openxmlformats.org/officeDocument/2006/relationships/slideMaster" Target="slideMasters/slideMaster12.xml"/><Relationship Id="rId14" Type="http://schemas.openxmlformats.org/officeDocument/2006/relationships/slideMaster" Target="slideMasters/slideMaster11.xml"/><Relationship Id="rId17" Type="http://schemas.openxmlformats.org/officeDocument/2006/relationships/slide" Target="slides/slide1.xml"/><Relationship Id="rId16" Type="http://schemas.openxmlformats.org/officeDocument/2006/relationships/notesMaster" Target="notesMasters/notesMaster1.xml"/><Relationship Id="rId19" Type="http://schemas.openxmlformats.org/officeDocument/2006/relationships/slide" Target="slides/slide3.xml"/><Relationship Id="rId1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p:nvPr/>
        </p:nvSpPr>
        <p:spPr>
          <a:xfrm>
            <a:off x="0" y="0"/>
            <a:ext cx="7008812" cy="9294812"/>
          </a:xfrm>
          <a:prstGeom prst="roundRect">
            <a:avLst>
              <a:gd fmla="val 4"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4" name="Google Shape;4;n"/>
          <p:cNvSpPr/>
          <p:nvPr/>
        </p:nvSpPr>
        <p:spPr>
          <a:xfrm>
            <a:off x="0" y="0"/>
            <a:ext cx="7008812" cy="9294812"/>
          </a:xfrm>
          <a:prstGeom prst="roundRect">
            <a:avLst>
              <a:gd fmla="val 4"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5" name="Google Shape;5;n"/>
          <p:cNvSpPr/>
          <p:nvPr/>
        </p:nvSpPr>
        <p:spPr>
          <a:xfrm>
            <a:off x="0" y="0"/>
            <a:ext cx="7008812" cy="9294812"/>
          </a:xfrm>
          <a:prstGeom prst="roundRect">
            <a:avLst>
              <a:gd fmla="val 4"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6" name="Google Shape;6;n"/>
          <p:cNvSpPr/>
          <p:nvPr/>
        </p:nvSpPr>
        <p:spPr>
          <a:xfrm>
            <a:off x="0" y="0"/>
            <a:ext cx="7010400" cy="9296400"/>
          </a:xfrm>
          <a:prstGeom prst="roundRect">
            <a:avLst>
              <a:gd fmla="val 4"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7" name="Google Shape;7;n"/>
          <p:cNvSpPr/>
          <p:nvPr/>
        </p:nvSpPr>
        <p:spPr>
          <a:xfrm>
            <a:off x="0" y="0"/>
            <a:ext cx="7010400" cy="9296400"/>
          </a:xfrm>
          <a:prstGeom prst="roundRect">
            <a:avLst>
              <a:gd fmla="val 4"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8" name="Google Shape;8;n"/>
          <p:cNvSpPr/>
          <p:nvPr/>
        </p:nvSpPr>
        <p:spPr>
          <a:xfrm>
            <a:off x="0" y="0"/>
            <a:ext cx="7010400" cy="9296400"/>
          </a:xfrm>
          <a:prstGeom prst="roundRect">
            <a:avLst>
              <a:gd fmla="val 4"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9" name="Google Shape;9;n"/>
          <p:cNvSpPr txBox="1"/>
          <p:nvPr/>
        </p:nvSpPr>
        <p:spPr>
          <a:xfrm>
            <a:off x="1360487" y="893762"/>
            <a:ext cx="4289425" cy="3216275"/>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10" name="Google Shape;10;n"/>
          <p:cNvSpPr txBox="1"/>
          <p:nvPr>
            <p:ph idx="1" type="body"/>
          </p:nvPr>
        </p:nvSpPr>
        <p:spPr>
          <a:xfrm>
            <a:off x="1085850" y="4422775"/>
            <a:ext cx="4840287" cy="3567112"/>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1" name="Google Shape;11;n"/>
          <p:cNvSpPr/>
          <p:nvPr>
            <p:ph idx="2" type="sldImg"/>
          </p:nvPr>
        </p:nvSpPr>
        <p:spPr>
          <a:xfrm>
            <a:off x="409575" y="706437"/>
            <a:ext cx="6184900" cy="34798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5" name="Google Shape;195;p1:notes"/>
          <p:cNvSpPr/>
          <p:nvPr>
            <p:ph idx="2" type="sldImg"/>
          </p:nvPr>
        </p:nvSpPr>
        <p:spPr>
          <a:xfrm>
            <a:off x="409575" y="706437"/>
            <a:ext cx="6184900"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notes"/>
          <p:cNvSpPr/>
          <p:nvPr>
            <p:ph idx="2" type="sldImg"/>
          </p:nvPr>
        </p:nvSpPr>
        <p:spPr>
          <a:xfrm>
            <a:off x="200025" y="307975"/>
            <a:ext cx="6608762" cy="37179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2:notes"/>
          <p:cNvSpPr txBox="1"/>
          <p:nvPr/>
        </p:nvSpPr>
        <p:spPr>
          <a:xfrm>
            <a:off x="514350" y="4387850"/>
            <a:ext cx="5983287" cy="41259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202" name="Google Shape;202;p2: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3:notes"/>
          <p:cNvSpPr/>
          <p:nvPr>
            <p:ph idx="2" type="sldImg"/>
          </p:nvPr>
        </p:nvSpPr>
        <p:spPr>
          <a:xfrm>
            <a:off x="200025" y="307975"/>
            <a:ext cx="6608762" cy="37179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3:notes"/>
          <p:cNvSpPr txBox="1"/>
          <p:nvPr/>
        </p:nvSpPr>
        <p:spPr>
          <a:xfrm>
            <a:off x="514350" y="4387850"/>
            <a:ext cx="5983287" cy="41259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209" name="Google Shape;209;p3: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4: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5" name="Google Shape;215;p4:notes"/>
          <p:cNvSpPr/>
          <p:nvPr>
            <p:ph idx="2" type="sldImg"/>
          </p:nvPr>
        </p:nvSpPr>
        <p:spPr>
          <a:xfrm>
            <a:off x="409575" y="706437"/>
            <a:ext cx="6184900"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5: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21" name="Google Shape;221;p5:notes"/>
          <p:cNvSpPr/>
          <p:nvPr>
            <p:ph idx="2" type="sldImg"/>
          </p:nvPr>
        </p:nvSpPr>
        <p:spPr>
          <a:xfrm>
            <a:off x="409575" y="706437"/>
            <a:ext cx="6184900"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6:notes"/>
          <p:cNvSpPr/>
          <p:nvPr>
            <p:ph idx="2" type="sldImg"/>
          </p:nvPr>
        </p:nvSpPr>
        <p:spPr>
          <a:xfrm>
            <a:off x="200025" y="307975"/>
            <a:ext cx="6608762" cy="37179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6:notes"/>
          <p:cNvSpPr txBox="1"/>
          <p:nvPr/>
        </p:nvSpPr>
        <p:spPr>
          <a:xfrm>
            <a:off x="514350" y="4387850"/>
            <a:ext cx="5983287" cy="41259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228" name="Google Shape;228;p6: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7: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34" name="Google Shape;234;p7:notes"/>
          <p:cNvSpPr/>
          <p:nvPr>
            <p:ph idx="2" type="sldImg"/>
          </p:nvPr>
        </p:nvSpPr>
        <p:spPr>
          <a:xfrm>
            <a:off x="409575" y="706437"/>
            <a:ext cx="6184900"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8: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0" name="Google Shape;240;p8:notes"/>
          <p:cNvSpPr/>
          <p:nvPr>
            <p:ph idx="2" type="sldImg"/>
          </p:nvPr>
        </p:nvSpPr>
        <p:spPr>
          <a:xfrm>
            <a:off x="409575" y="706437"/>
            <a:ext cx="6184900"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9: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6" name="Google Shape;246;p9:notes"/>
          <p:cNvSpPr/>
          <p:nvPr>
            <p:ph idx="2" type="sldImg"/>
          </p:nvPr>
        </p:nvSpPr>
        <p:spPr>
          <a:xfrm>
            <a:off x="409575" y="706437"/>
            <a:ext cx="6184900"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0:notes"/>
          <p:cNvSpPr/>
          <p:nvPr>
            <p:ph idx="2" type="sldImg"/>
          </p:nvPr>
        </p:nvSpPr>
        <p:spPr>
          <a:xfrm>
            <a:off x="200025" y="307975"/>
            <a:ext cx="6608762" cy="37179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2" name="Google Shape;252;p10:notes"/>
          <p:cNvSpPr txBox="1"/>
          <p:nvPr/>
        </p:nvSpPr>
        <p:spPr>
          <a:xfrm>
            <a:off x="514350" y="4387850"/>
            <a:ext cx="5983287" cy="41259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253" name="Google Shape;253;p10: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1: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59" name="Google Shape;259;p11:notes"/>
          <p:cNvSpPr/>
          <p:nvPr>
            <p:ph idx="2" type="sldImg"/>
          </p:nvPr>
        </p:nvSpPr>
        <p:spPr>
          <a:xfrm>
            <a:off x="409575" y="706437"/>
            <a:ext cx="6184900"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2: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65" name="Google Shape;265;p12:notes"/>
          <p:cNvSpPr/>
          <p:nvPr>
            <p:ph idx="2" type="sldImg"/>
          </p:nvPr>
        </p:nvSpPr>
        <p:spPr>
          <a:xfrm>
            <a:off x="409575" y="706437"/>
            <a:ext cx="6184900"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3: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1" name="Google Shape;271;p13:notes"/>
          <p:cNvSpPr/>
          <p:nvPr>
            <p:ph idx="2" type="sldImg"/>
          </p:nvPr>
        </p:nvSpPr>
        <p:spPr>
          <a:xfrm>
            <a:off x="409575" y="706437"/>
            <a:ext cx="6184900"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4: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7" name="Google Shape;277;p14:notes"/>
          <p:cNvSpPr/>
          <p:nvPr>
            <p:ph idx="2" type="sldImg"/>
          </p:nvPr>
        </p:nvSpPr>
        <p:spPr>
          <a:xfrm>
            <a:off x="409575" y="706437"/>
            <a:ext cx="6184900"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5: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3" name="Google Shape;283;p15:notes"/>
          <p:cNvSpPr/>
          <p:nvPr>
            <p:ph idx="2" type="sldImg"/>
          </p:nvPr>
        </p:nvSpPr>
        <p:spPr>
          <a:xfrm>
            <a:off x="409575" y="706437"/>
            <a:ext cx="6184900"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6: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9" name="Google Shape;289;p16:notes"/>
          <p:cNvSpPr/>
          <p:nvPr>
            <p:ph idx="2" type="sldImg"/>
          </p:nvPr>
        </p:nvSpPr>
        <p:spPr>
          <a:xfrm>
            <a:off x="409575" y="706437"/>
            <a:ext cx="6184900"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7: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5" name="Google Shape;295;p17:notes"/>
          <p:cNvSpPr/>
          <p:nvPr>
            <p:ph idx="2" type="sldImg"/>
          </p:nvPr>
        </p:nvSpPr>
        <p:spPr>
          <a:xfrm>
            <a:off x="409575" y="706437"/>
            <a:ext cx="6184900"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8: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1" name="Google Shape;301;p18:notes"/>
          <p:cNvSpPr/>
          <p:nvPr>
            <p:ph idx="2" type="sldImg"/>
          </p:nvPr>
        </p:nvSpPr>
        <p:spPr>
          <a:xfrm>
            <a:off x="409575" y="706437"/>
            <a:ext cx="6184900"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9: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7" name="Google Shape;307;p19:notes"/>
          <p:cNvSpPr/>
          <p:nvPr>
            <p:ph idx="2" type="sldImg"/>
          </p:nvPr>
        </p:nvSpPr>
        <p:spPr>
          <a:xfrm>
            <a:off x="409575" y="706437"/>
            <a:ext cx="6184900"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0: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13" name="Google Shape;313;p20:notes"/>
          <p:cNvSpPr/>
          <p:nvPr>
            <p:ph idx="2" type="sldImg"/>
          </p:nvPr>
        </p:nvSpPr>
        <p:spPr>
          <a:xfrm>
            <a:off x="409575" y="706437"/>
            <a:ext cx="6184900"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1:notes"/>
          <p:cNvSpPr/>
          <p:nvPr>
            <p:ph idx="2" type="sldImg"/>
          </p:nvPr>
        </p:nvSpPr>
        <p:spPr>
          <a:xfrm>
            <a:off x="285750" y="307975"/>
            <a:ext cx="6435725" cy="362108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19" name="Google Shape;319;p21:notes"/>
          <p:cNvSpPr txBox="1"/>
          <p:nvPr/>
        </p:nvSpPr>
        <p:spPr>
          <a:xfrm>
            <a:off x="514350" y="4387850"/>
            <a:ext cx="5981700" cy="4124325"/>
          </a:xfrm>
          <a:prstGeom prst="rect">
            <a:avLst/>
          </a:prstGeom>
          <a:noFill/>
          <a:ln>
            <a:noFill/>
          </a:ln>
        </p:spPr>
        <p:txBody>
          <a:bodyPr anchorCtr="0" anchor="ctr" bIns="45700" lIns="91400" spcFirstLastPara="1" rIns="91400" wrap="square" tIns="457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320" name="Google Shape;320;p21: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2:notes"/>
          <p:cNvSpPr/>
          <p:nvPr>
            <p:ph idx="2" type="sldImg"/>
          </p:nvPr>
        </p:nvSpPr>
        <p:spPr>
          <a:xfrm>
            <a:off x="200025" y="307975"/>
            <a:ext cx="6608762" cy="37179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p22:notes"/>
          <p:cNvSpPr txBox="1"/>
          <p:nvPr/>
        </p:nvSpPr>
        <p:spPr>
          <a:xfrm>
            <a:off x="514350" y="4387850"/>
            <a:ext cx="5983287" cy="41259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327" name="Google Shape;327;p22: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3:notes"/>
          <p:cNvSpPr/>
          <p:nvPr>
            <p:ph idx="2" type="sldImg"/>
          </p:nvPr>
        </p:nvSpPr>
        <p:spPr>
          <a:xfrm>
            <a:off x="285750" y="307975"/>
            <a:ext cx="6435725" cy="362108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33" name="Google Shape;333;p23:notes"/>
          <p:cNvSpPr txBox="1"/>
          <p:nvPr/>
        </p:nvSpPr>
        <p:spPr>
          <a:xfrm>
            <a:off x="514350" y="4387850"/>
            <a:ext cx="5981700" cy="4124325"/>
          </a:xfrm>
          <a:prstGeom prst="rect">
            <a:avLst/>
          </a:prstGeom>
          <a:noFill/>
          <a:ln>
            <a:noFill/>
          </a:ln>
        </p:spPr>
        <p:txBody>
          <a:bodyPr anchorCtr="0" anchor="ctr" bIns="45700" lIns="91400" spcFirstLastPara="1" rIns="91400" wrap="square" tIns="457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334" name="Google Shape;334;p23: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4:notes"/>
          <p:cNvSpPr/>
          <p:nvPr>
            <p:ph idx="2" type="sldImg"/>
          </p:nvPr>
        </p:nvSpPr>
        <p:spPr>
          <a:xfrm>
            <a:off x="285750" y="307975"/>
            <a:ext cx="6435725" cy="362108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40" name="Google Shape;340;p24:notes"/>
          <p:cNvSpPr txBox="1"/>
          <p:nvPr/>
        </p:nvSpPr>
        <p:spPr>
          <a:xfrm>
            <a:off x="514350" y="4387850"/>
            <a:ext cx="5981700" cy="4124325"/>
          </a:xfrm>
          <a:prstGeom prst="rect">
            <a:avLst/>
          </a:prstGeom>
          <a:noFill/>
          <a:ln>
            <a:noFill/>
          </a:ln>
        </p:spPr>
        <p:txBody>
          <a:bodyPr anchorCtr="0" anchor="ctr" bIns="45700" lIns="91400" spcFirstLastPara="1" rIns="91400" wrap="square" tIns="457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341" name="Google Shape;341;p24: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5:notes"/>
          <p:cNvSpPr/>
          <p:nvPr>
            <p:ph idx="2" type="sldImg"/>
          </p:nvPr>
        </p:nvSpPr>
        <p:spPr>
          <a:xfrm>
            <a:off x="285750" y="307975"/>
            <a:ext cx="6435725" cy="362108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47" name="Google Shape;347;p25:notes"/>
          <p:cNvSpPr txBox="1"/>
          <p:nvPr/>
        </p:nvSpPr>
        <p:spPr>
          <a:xfrm>
            <a:off x="514350" y="4387850"/>
            <a:ext cx="5981700" cy="4124325"/>
          </a:xfrm>
          <a:prstGeom prst="rect">
            <a:avLst/>
          </a:prstGeom>
          <a:noFill/>
          <a:ln>
            <a:noFill/>
          </a:ln>
        </p:spPr>
        <p:txBody>
          <a:bodyPr anchorCtr="0" anchor="ctr" bIns="45700" lIns="91400" spcFirstLastPara="1" rIns="91400" wrap="square" tIns="457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348" name="Google Shape;348;p25: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6:notes"/>
          <p:cNvSpPr/>
          <p:nvPr>
            <p:ph idx="2" type="sldImg"/>
          </p:nvPr>
        </p:nvSpPr>
        <p:spPr>
          <a:xfrm>
            <a:off x="285750" y="307975"/>
            <a:ext cx="6435725" cy="362108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54" name="Google Shape;354;p26:notes"/>
          <p:cNvSpPr txBox="1"/>
          <p:nvPr/>
        </p:nvSpPr>
        <p:spPr>
          <a:xfrm>
            <a:off x="514350" y="4387850"/>
            <a:ext cx="5981700" cy="4124325"/>
          </a:xfrm>
          <a:prstGeom prst="rect">
            <a:avLst/>
          </a:prstGeom>
          <a:noFill/>
          <a:ln>
            <a:noFill/>
          </a:ln>
        </p:spPr>
        <p:txBody>
          <a:bodyPr anchorCtr="0" anchor="ctr" bIns="45700" lIns="91400" spcFirstLastPara="1" rIns="91400" wrap="square" tIns="457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355" name="Google Shape;355;p26: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7:notes"/>
          <p:cNvSpPr/>
          <p:nvPr>
            <p:ph idx="2" type="sldImg"/>
          </p:nvPr>
        </p:nvSpPr>
        <p:spPr>
          <a:xfrm>
            <a:off x="285750" y="307975"/>
            <a:ext cx="6435725" cy="362108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61" name="Google Shape;361;p27:notes"/>
          <p:cNvSpPr txBox="1"/>
          <p:nvPr/>
        </p:nvSpPr>
        <p:spPr>
          <a:xfrm>
            <a:off x="514350" y="4387850"/>
            <a:ext cx="5981700" cy="4124325"/>
          </a:xfrm>
          <a:prstGeom prst="rect">
            <a:avLst/>
          </a:prstGeom>
          <a:noFill/>
          <a:ln>
            <a:noFill/>
          </a:ln>
        </p:spPr>
        <p:txBody>
          <a:bodyPr anchorCtr="0" anchor="ctr" bIns="45700" lIns="91400" spcFirstLastPara="1" rIns="91400" wrap="square" tIns="457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362" name="Google Shape;362;p27: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8:notes"/>
          <p:cNvSpPr/>
          <p:nvPr>
            <p:ph idx="2" type="sldImg"/>
          </p:nvPr>
        </p:nvSpPr>
        <p:spPr>
          <a:xfrm>
            <a:off x="285750" y="307975"/>
            <a:ext cx="6435725" cy="362108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68" name="Google Shape;368;p28:notes"/>
          <p:cNvSpPr txBox="1"/>
          <p:nvPr/>
        </p:nvSpPr>
        <p:spPr>
          <a:xfrm>
            <a:off x="514350" y="4387850"/>
            <a:ext cx="5981700" cy="4124325"/>
          </a:xfrm>
          <a:prstGeom prst="rect">
            <a:avLst/>
          </a:prstGeom>
          <a:noFill/>
          <a:ln>
            <a:noFill/>
          </a:ln>
        </p:spPr>
        <p:txBody>
          <a:bodyPr anchorCtr="0" anchor="ctr" bIns="45700" lIns="91400" spcFirstLastPara="1" rIns="91400" wrap="square" tIns="457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369" name="Google Shape;369;p28: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9:notes"/>
          <p:cNvSpPr/>
          <p:nvPr>
            <p:ph idx="2" type="sldImg"/>
          </p:nvPr>
        </p:nvSpPr>
        <p:spPr>
          <a:xfrm>
            <a:off x="285750" y="307975"/>
            <a:ext cx="6435725" cy="362108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75" name="Google Shape;375;p29:notes"/>
          <p:cNvSpPr txBox="1"/>
          <p:nvPr/>
        </p:nvSpPr>
        <p:spPr>
          <a:xfrm>
            <a:off x="514350" y="4387850"/>
            <a:ext cx="5981700" cy="4124325"/>
          </a:xfrm>
          <a:prstGeom prst="rect">
            <a:avLst/>
          </a:prstGeom>
          <a:noFill/>
          <a:ln>
            <a:noFill/>
          </a:ln>
        </p:spPr>
        <p:txBody>
          <a:bodyPr anchorCtr="0" anchor="ctr" bIns="45700" lIns="91400" spcFirstLastPara="1" rIns="91400" wrap="square" tIns="457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376" name="Google Shape;376;p29: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30:notes"/>
          <p:cNvSpPr/>
          <p:nvPr>
            <p:ph idx="2" type="sldImg"/>
          </p:nvPr>
        </p:nvSpPr>
        <p:spPr>
          <a:xfrm>
            <a:off x="285750" y="307975"/>
            <a:ext cx="6435725" cy="362108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82" name="Google Shape;382;p30:notes"/>
          <p:cNvSpPr txBox="1"/>
          <p:nvPr/>
        </p:nvSpPr>
        <p:spPr>
          <a:xfrm>
            <a:off x="514350" y="4387850"/>
            <a:ext cx="5981700" cy="4124325"/>
          </a:xfrm>
          <a:prstGeom prst="rect">
            <a:avLst/>
          </a:prstGeom>
          <a:noFill/>
          <a:ln>
            <a:noFill/>
          </a:ln>
        </p:spPr>
        <p:txBody>
          <a:bodyPr anchorCtr="0" anchor="ctr" bIns="45700" lIns="91400" spcFirstLastPara="1" rIns="91400" wrap="square" tIns="457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383" name="Google Shape;383;p30: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31:notes"/>
          <p:cNvSpPr/>
          <p:nvPr>
            <p:ph idx="2" type="sldImg"/>
          </p:nvPr>
        </p:nvSpPr>
        <p:spPr>
          <a:xfrm>
            <a:off x="285750" y="307975"/>
            <a:ext cx="6435725" cy="362108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89" name="Google Shape;389;p31:notes"/>
          <p:cNvSpPr txBox="1"/>
          <p:nvPr/>
        </p:nvSpPr>
        <p:spPr>
          <a:xfrm>
            <a:off x="514350" y="4387850"/>
            <a:ext cx="5981700" cy="4124325"/>
          </a:xfrm>
          <a:prstGeom prst="rect">
            <a:avLst/>
          </a:prstGeom>
          <a:noFill/>
          <a:ln>
            <a:noFill/>
          </a:ln>
        </p:spPr>
        <p:txBody>
          <a:bodyPr anchorCtr="0" anchor="ctr" bIns="45700" lIns="91400" spcFirstLastPara="1" rIns="91400" wrap="square" tIns="457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390" name="Google Shape;390;p31: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2:notes"/>
          <p:cNvSpPr/>
          <p:nvPr>
            <p:ph idx="2" type="sldImg"/>
          </p:nvPr>
        </p:nvSpPr>
        <p:spPr>
          <a:xfrm>
            <a:off x="285750" y="307975"/>
            <a:ext cx="6435725" cy="362108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96" name="Google Shape;396;p32:notes"/>
          <p:cNvSpPr txBox="1"/>
          <p:nvPr/>
        </p:nvSpPr>
        <p:spPr>
          <a:xfrm>
            <a:off x="514350" y="4387850"/>
            <a:ext cx="5981700" cy="4124325"/>
          </a:xfrm>
          <a:prstGeom prst="rect">
            <a:avLst/>
          </a:prstGeom>
          <a:noFill/>
          <a:ln>
            <a:noFill/>
          </a:ln>
        </p:spPr>
        <p:txBody>
          <a:bodyPr anchorCtr="0" anchor="ctr" bIns="45700" lIns="91400" spcFirstLastPara="1" rIns="91400" wrap="square" tIns="457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397" name="Google Shape;397;p32: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33:notes"/>
          <p:cNvSpPr/>
          <p:nvPr>
            <p:ph idx="2" type="sldImg"/>
          </p:nvPr>
        </p:nvSpPr>
        <p:spPr>
          <a:xfrm>
            <a:off x="285750" y="307975"/>
            <a:ext cx="6435725" cy="362108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403" name="Google Shape;403;p33:notes"/>
          <p:cNvSpPr txBox="1"/>
          <p:nvPr/>
        </p:nvSpPr>
        <p:spPr>
          <a:xfrm>
            <a:off x="514350" y="4387850"/>
            <a:ext cx="5981700" cy="4124325"/>
          </a:xfrm>
          <a:prstGeom prst="rect">
            <a:avLst/>
          </a:prstGeom>
          <a:noFill/>
          <a:ln>
            <a:noFill/>
          </a:ln>
        </p:spPr>
        <p:txBody>
          <a:bodyPr anchorCtr="0" anchor="ctr" bIns="45700" lIns="91400" spcFirstLastPara="1" rIns="91400" wrap="square" tIns="457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404" name="Google Shape;404;p33: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4:notes"/>
          <p:cNvSpPr/>
          <p:nvPr>
            <p:ph idx="2" type="sldImg"/>
          </p:nvPr>
        </p:nvSpPr>
        <p:spPr>
          <a:xfrm>
            <a:off x="285750" y="307975"/>
            <a:ext cx="6435725" cy="362108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410" name="Google Shape;410;p34:notes"/>
          <p:cNvSpPr txBox="1"/>
          <p:nvPr/>
        </p:nvSpPr>
        <p:spPr>
          <a:xfrm>
            <a:off x="514350" y="4387850"/>
            <a:ext cx="5981700" cy="4124325"/>
          </a:xfrm>
          <a:prstGeom prst="rect">
            <a:avLst/>
          </a:prstGeom>
          <a:noFill/>
          <a:ln>
            <a:noFill/>
          </a:ln>
        </p:spPr>
        <p:txBody>
          <a:bodyPr anchorCtr="0" anchor="ctr" bIns="45700" lIns="91400" spcFirstLastPara="1" rIns="91400" wrap="square" tIns="457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411" name="Google Shape;411;p34: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5:notes"/>
          <p:cNvSpPr/>
          <p:nvPr>
            <p:ph idx="2" type="sldImg"/>
          </p:nvPr>
        </p:nvSpPr>
        <p:spPr>
          <a:xfrm>
            <a:off x="404812" y="696912"/>
            <a:ext cx="6199187"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7" name="Google Shape;417;p35:notes"/>
          <p:cNvSpPr txBox="1"/>
          <p:nvPr/>
        </p:nvSpPr>
        <p:spPr>
          <a:xfrm>
            <a:off x="514350" y="4387850"/>
            <a:ext cx="5983287" cy="41259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418" name="Google Shape;418;p35: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36: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5" name="Google Shape;425;p36:notes"/>
          <p:cNvSpPr/>
          <p:nvPr>
            <p:ph idx="2" type="sldImg"/>
          </p:nvPr>
        </p:nvSpPr>
        <p:spPr>
          <a:xfrm>
            <a:off x="409575" y="706437"/>
            <a:ext cx="6184900"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7:notes"/>
          <p:cNvSpPr txBox="1"/>
          <p:nvPr>
            <p:ph idx="1" type="body"/>
          </p:nvPr>
        </p:nvSpPr>
        <p:spPr>
          <a:xfrm>
            <a:off x="1085850" y="4422775"/>
            <a:ext cx="4840287" cy="3567112"/>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1" name="Google Shape;431;p37:notes"/>
          <p:cNvSpPr/>
          <p:nvPr>
            <p:ph idx="2" type="sldImg"/>
          </p:nvPr>
        </p:nvSpPr>
        <p:spPr>
          <a:xfrm>
            <a:off x="409575" y="706437"/>
            <a:ext cx="6184900" cy="3479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2"/>
          <p:cNvSpPr txBox="1"/>
          <p:nvPr>
            <p:ph type="ctrTitle"/>
          </p:nvPr>
        </p:nvSpPr>
        <p:spPr>
          <a:xfrm>
            <a:off x="1432560" y="269923"/>
            <a:ext cx="7406640" cy="1104138"/>
          </a:xfrm>
          <a:prstGeom prst="rect">
            <a:avLst/>
          </a:prstGeom>
          <a:noFill/>
          <a:ln>
            <a:noFill/>
          </a:ln>
        </p:spPr>
        <p:txBody>
          <a:bodyPr anchorCtr="0" anchor="b" bIns="40800" lIns="81625" spcFirstLastPara="1" rIns="81625" wrap="square" tIns="40800">
            <a:normAutofit/>
          </a:bodyPr>
          <a:lstStyle>
            <a:lvl1pPr lvl="0" algn="l">
              <a:spcBef>
                <a:spcPts val="0"/>
              </a:spcBef>
              <a:spcAft>
                <a:spcPts val="0"/>
              </a:spcAft>
              <a:buSzPts val="1400"/>
              <a:buNone/>
              <a:defRPr sz="2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
          <p:cNvSpPr txBox="1"/>
          <p:nvPr>
            <p:ph idx="1" type="subTitle"/>
          </p:nvPr>
        </p:nvSpPr>
        <p:spPr>
          <a:xfrm>
            <a:off x="1432560" y="1387548"/>
            <a:ext cx="7406640" cy="1314450"/>
          </a:xfrm>
          <a:prstGeom prst="rect">
            <a:avLst/>
          </a:prstGeom>
          <a:noFill/>
          <a:ln>
            <a:noFill/>
          </a:ln>
        </p:spPr>
        <p:txBody>
          <a:bodyPr anchorCtr="0" anchor="t" bIns="40800" lIns="81625" spcFirstLastPara="1" rIns="81625" wrap="square" tIns="0">
            <a:normAutofit/>
          </a:bodyPr>
          <a:lstStyle>
            <a:lvl1pPr lvl="0" algn="l">
              <a:spcBef>
                <a:spcPts val="538"/>
              </a:spcBef>
              <a:spcAft>
                <a:spcPts val="0"/>
              </a:spcAft>
              <a:buSzPts val="1840"/>
              <a:buNone/>
              <a:defRPr sz="2300">
                <a:solidFill>
                  <a:srgbClr val="341108"/>
                </a:solidFill>
              </a:defRPr>
            </a:lvl1pPr>
            <a:lvl2pPr lvl="1" algn="ctr">
              <a:spcBef>
                <a:spcPts val="488"/>
              </a:spcBef>
              <a:spcAft>
                <a:spcPts val="0"/>
              </a:spcAft>
              <a:buSzPts val="1800"/>
              <a:buNone/>
              <a:defRPr/>
            </a:lvl2pPr>
            <a:lvl3pPr lvl="2" algn="ctr">
              <a:spcBef>
                <a:spcPts val="360"/>
              </a:spcBef>
              <a:spcAft>
                <a:spcPts val="0"/>
              </a:spcAft>
              <a:buSzPts val="1800"/>
              <a:buNone/>
              <a:defRPr/>
            </a:lvl3pPr>
            <a:lvl4pPr lvl="3" algn="ctr">
              <a:spcBef>
                <a:spcPts val="360"/>
              </a:spcBef>
              <a:spcAft>
                <a:spcPts val="0"/>
              </a:spcAft>
              <a:buSzPts val="1800"/>
              <a:buNone/>
              <a:defRPr/>
            </a:lvl4pPr>
            <a:lvl5pPr lvl="4" algn="ctr">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p:txBody>
      </p:sp>
      <p:sp>
        <p:nvSpPr>
          <p:cNvPr id="28" name="Google Shape;28;p2"/>
          <p:cNvSpPr txBox="1"/>
          <p:nvPr>
            <p:ph idx="10" type="dt"/>
          </p:nvPr>
        </p:nvSpPr>
        <p:spPr>
          <a:xfrm>
            <a:off x="3581400" y="4729162"/>
            <a:ext cx="2133600" cy="357187"/>
          </a:xfrm>
          <a:prstGeom prst="rect">
            <a:avLst/>
          </a:prstGeom>
          <a:noFill/>
          <a:ln>
            <a:noFill/>
          </a:ln>
        </p:spPr>
        <p:txBody>
          <a:bodyPr anchorCtr="0" anchor="b" bIns="40800" lIns="81625" spcFirstLastPara="1" rIns="81625" wrap="square" tIns="40800">
            <a:noAutofit/>
          </a:bodyPr>
          <a:lstStyle>
            <a:lvl1pPr lvl="0" algn="r">
              <a:lnSpc>
                <a:spcPct val="100000"/>
              </a:lnSpc>
              <a:spcBef>
                <a:spcPts val="0"/>
              </a:spcBef>
              <a:spcAft>
                <a:spcPts val="0"/>
              </a:spcAft>
              <a:buSzPts val="1400"/>
              <a:buNone/>
              <a:defRPr sz="1100">
                <a:solidFill>
                  <a:srgbClr val="B5A7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
          <p:cNvSpPr txBox="1"/>
          <p:nvPr>
            <p:ph idx="11" type="ftr"/>
          </p:nvPr>
        </p:nvSpPr>
        <p:spPr>
          <a:xfrm>
            <a:off x="5715000" y="4729162"/>
            <a:ext cx="2895600" cy="357187"/>
          </a:xfrm>
          <a:prstGeom prst="rect">
            <a:avLst/>
          </a:prstGeom>
          <a:noFill/>
          <a:ln>
            <a:noFill/>
          </a:ln>
        </p:spPr>
        <p:txBody>
          <a:bodyPr anchorCtr="0" anchor="b" bIns="40800" lIns="81625" spcFirstLastPara="1" rIns="81625" wrap="square" tIns="40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
          <p:cNvSpPr txBox="1"/>
          <p:nvPr>
            <p:ph idx="12" type="sldNum"/>
          </p:nvPr>
        </p:nvSpPr>
        <p:spPr>
          <a:xfrm>
            <a:off x="8613775" y="4729162"/>
            <a:ext cx="457200" cy="357187"/>
          </a:xfrm>
          <a:prstGeom prst="rect">
            <a:avLst/>
          </a:prstGeom>
          <a:noFill/>
          <a:ln>
            <a:noFill/>
          </a:ln>
        </p:spPr>
        <p:txBody>
          <a:bodyPr anchorCtr="0" anchor="b" bIns="40800" lIns="81625" spcFirstLastPara="1" rIns="81625" wrap="square" tIns="40800">
            <a:noAutofit/>
          </a:bodyPr>
          <a:lstStyle>
            <a:lvl1pPr indent="0" lvl="0"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1pPr>
            <a:lvl2pPr indent="0" lvl="1"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2pPr>
            <a:lvl3pPr indent="0" lvl="2"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3pPr>
            <a:lvl4pPr indent="0" lvl="3"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4pPr>
            <a:lvl5pPr indent="0" lvl="4"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5pPr>
            <a:lvl6pPr indent="0" lvl="5"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6pPr>
            <a:lvl7pPr indent="0" lvl="6"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7pPr>
            <a:lvl8pPr indent="0" lvl="7"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8pPr>
            <a:lvl9pPr indent="0" lvl="8"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9" name="Shape 39"/>
        <p:cNvGrpSpPr/>
        <p:nvPr/>
      </p:nvGrpSpPr>
      <p:grpSpPr>
        <a:xfrm>
          <a:off x="0" y="0"/>
          <a:ext cx="0" cy="0"/>
          <a:chOff x="0" y="0"/>
          <a:chExt cx="0" cy="0"/>
        </a:xfrm>
      </p:grpSpPr>
      <p:sp>
        <p:nvSpPr>
          <p:cNvPr id="40" name="Google Shape;40;p4"/>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rmAutofit/>
          </a:bodyPr>
          <a:lstStyle>
            <a:lvl1pPr lvl="0" algn="l">
              <a:spcBef>
                <a:spcPts val="0"/>
              </a:spcBef>
              <a:spcAft>
                <a:spcPts val="0"/>
              </a:spcAft>
              <a:buSzPts val="1400"/>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4"/>
          <p:cNvSpPr txBox="1"/>
          <p:nvPr>
            <p:ph idx="1" type="body"/>
          </p:nvPr>
        </p:nvSpPr>
        <p:spPr>
          <a:xfrm>
            <a:off x="1435100" y="1085850"/>
            <a:ext cx="7499350" cy="3600450"/>
          </a:xfrm>
          <a:prstGeom prst="rect">
            <a:avLst/>
          </a:prstGeom>
          <a:noFill/>
          <a:ln>
            <a:noFill/>
          </a:ln>
        </p:spPr>
        <p:txBody>
          <a:bodyPr anchorCtr="0" anchor="t" bIns="40800" lIns="81625" spcFirstLastPara="1" rIns="81625" wrap="square" tIns="40800">
            <a:noAutofit/>
          </a:bodyPr>
          <a:lstStyle>
            <a:lvl1pPr indent="-320040" lvl="0" marL="457200" algn="l">
              <a:spcBef>
                <a:spcPts val="538"/>
              </a:spcBef>
              <a:spcAft>
                <a:spcPts val="0"/>
              </a:spcAft>
              <a:buSzPts val="1440"/>
              <a:buChar char="⚫"/>
              <a:defRPr/>
            </a:lvl1pPr>
            <a:lvl2pPr indent="-381000" lvl="1" marL="914400" algn="l">
              <a:spcBef>
                <a:spcPts val="488"/>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63" name="Shape 63"/>
        <p:cNvGrpSpPr/>
        <p:nvPr/>
      </p:nvGrpSpPr>
      <p:grpSpPr>
        <a:xfrm>
          <a:off x="0" y="0"/>
          <a:ext cx="0" cy="0"/>
          <a:chOff x="0" y="0"/>
          <a:chExt cx="0" cy="0"/>
        </a:xfrm>
      </p:grpSpPr>
      <p:sp>
        <p:nvSpPr>
          <p:cNvPr id="64" name="Google Shape;64;p7"/>
          <p:cNvSpPr txBox="1"/>
          <p:nvPr>
            <p:ph type="title"/>
          </p:nvPr>
        </p:nvSpPr>
        <p:spPr>
          <a:xfrm>
            <a:off x="2578392" y="1950244"/>
            <a:ext cx="6400800" cy="1714500"/>
          </a:xfrm>
          <a:prstGeom prst="rect">
            <a:avLst/>
          </a:prstGeom>
          <a:noFill/>
          <a:ln>
            <a:noFill/>
          </a:ln>
        </p:spPr>
        <p:txBody>
          <a:bodyPr anchorCtr="0" anchor="t" bIns="40800" lIns="81625" spcFirstLastPara="1" rIns="81625" wrap="square" tIns="40800">
            <a:normAutofit/>
          </a:bodyPr>
          <a:lstStyle>
            <a:lvl1pPr lvl="0" algn="l">
              <a:lnSpc>
                <a:spcPct val="111583"/>
              </a:lnSpc>
              <a:spcBef>
                <a:spcPts val="0"/>
              </a:spcBef>
              <a:spcAft>
                <a:spcPts val="0"/>
              </a:spcAft>
              <a:buClr>
                <a:srgbClr val="572314"/>
              </a:buClr>
              <a:buSzPts val="3600"/>
              <a:buFont typeface="Gill Sans"/>
              <a:buNone/>
              <a:defRPr b="1" sz="36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7"/>
          <p:cNvSpPr txBox="1"/>
          <p:nvPr>
            <p:ph idx="1" type="body"/>
          </p:nvPr>
        </p:nvSpPr>
        <p:spPr>
          <a:xfrm>
            <a:off x="2578392" y="800100"/>
            <a:ext cx="6400800" cy="1132284"/>
          </a:xfrm>
          <a:prstGeom prst="rect">
            <a:avLst/>
          </a:prstGeom>
          <a:noFill/>
          <a:ln>
            <a:noFill/>
          </a:ln>
        </p:spPr>
        <p:txBody>
          <a:bodyPr anchorCtr="0" anchor="b" bIns="40800" lIns="81625" spcFirstLastPara="1" rIns="81625" wrap="square" tIns="40800">
            <a:noAutofit/>
          </a:bodyPr>
          <a:lstStyle>
            <a:lvl1pPr indent="-228600" lvl="0" marL="457200" algn="l">
              <a:lnSpc>
                <a:spcPct val="114055"/>
              </a:lnSpc>
              <a:spcBef>
                <a:spcPts val="0"/>
              </a:spcBef>
              <a:spcAft>
                <a:spcPts val="0"/>
              </a:spcAft>
              <a:buSzPts val="1440"/>
              <a:buNone/>
              <a:defRPr sz="1800">
                <a:solidFill>
                  <a:srgbClr val="341108"/>
                </a:solidFill>
              </a:defRPr>
            </a:lvl1pPr>
            <a:lvl2pPr indent="-228600" lvl="1" marL="914400" algn="l">
              <a:spcBef>
                <a:spcPts val="488"/>
              </a:spcBef>
              <a:spcAft>
                <a:spcPts val="0"/>
              </a:spcAft>
              <a:buSzPts val="1600"/>
              <a:buNone/>
              <a:defRPr sz="1600">
                <a:solidFill>
                  <a:srgbClr val="888888"/>
                </a:solidFill>
              </a:defRPr>
            </a:lvl2pPr>
            <a:lvl3pPr indent="-228600" lvl="2" marL="1371600" algn="l">
              <a:spcBef>
                <a:spcPts val="300"/>
              </a:spcBef>
              <a:spcAft>
                <a:spcPts val="0"/>
              </a:spcAft>
              <a:buSzPts val="1500"/>
              <a:buNone/>
              <a:defRPr sz="1500">
                <a:solidFill>
                  <a:srgbClr val="888888"/>
                </a:solidFill>
              </a:defRPr>
            </a:lvl3pPr>
            <a:lvl4pPr indent="-228600" lvl="3" marL="1828800" algn="l">
              <a:spcBef>
                <a:spcPts val="240"/>
              </a:spcBef>
              <a:spcAft>
                <a:spcPts val="0"/>
              </a:spcAft>
              <a:buSzPts val="1200"/>
              <a:buNone/>
              <a:defRPr sz="1200">
                <a:solidFill>
                  <a:srgbClr val="888888"/>
                </a:solidFill>
              </a:defRPr>
            </a:lvl4pPr>
            <a:lvl5pPr indent="-228600" lvl="4" marL="2286000" algn="l">
              <a:spcBef>
                <a:spcPts val="240"/>
              </a:spcBef>
              <a:spcAft>
                <a:spcPts val="0"/>
              </a:spcAft>
              <a:buSzPts val="1200"/>
              <a:buNone/>
              <a:defRPr sz="1200">
                <a:solidFill>
                  <a:srgbClr val="888888"/>
                </a:solidFill>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6" name="Google Shape;66;p7"/>
          <p:cNvSpPr txBox="1"/>
          <p:nvPr>
            <p:ph idx="10" type="dt"/>
          </p:nvPr>
        </p:nvSpPr>
        <p:spPr>
          <a:xfrm>
            <a:off x="3581400" y="4729162"/>
            <a:ext cx="2133600" cy="357187"/>
          </a:xfrm>
          <a:prstGeom prst="rect">
            <a:avLst/>
          </a:prstGeom>
          <a:noFill/>
          <a:ln>
            <a:noFill/>
          </a:ln>
        </p:spPr>
        <p:txBody>
          <a:bodyPr anchorCtr="0" anchor="b" bIns="40800" lIns="81625" spcFirstLastPara="1" rIns="81625" wrap="square" tIns="40800">
            <a:noAutofit/>
          </a:bodyPr>
          <a:lstStyle>
            <a:lvl1pPr lvl="0" algn="r">
              <a:lnSpc>
                <a:spcPct val="100000"/>
              </a:lnSpc>
              <a:spcBef>
                <a:spcPts val="0"/>
              </a:spcBef>
              <a:spcAft>
                <a:spcPts val="0"/>
              </a:spcAft>
              <a:buSzPts val="1400"/>
              <a:buNone/>
              <a:defRPr sz="1100">
                <a:solidFill>
                  <a:srgbClr val="B5A7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7"/>
          <p:cNvSpPr txBox="1"/>
          <p:nvPr>
            <p:ph idx="11" type="ftr"/>
          </p:nvPr>
        </p:nvSpPr>
        <p:spPr>
          <a:xfrm>
            <a:off x="5715000" y="4729162"/>
            <a:ext cx="2895600" cy="357187"/>
          </a:xfrm>
          <a:prstGeom prst="rect">
            <a:avLst/>
          </a:prstGeom>
          <a:noFill/>
          <a:ln>
            <a:noFill/>
          </a:ln>
        </p:spPr>
        <p:txBody>
          <a:bodyPr anchorCtr="0" anchor="b" bIns="40800" lIns="81625" spcFirstLastPara="1" rIns="81625" wrap="square" tIns="40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7"/>
          <p:cNvSpPr txBox="1"/>
          <p:nvPr>
            <p:ph idx="12" type="sldNum"/>
          </p:nvPr>
        </p:nvSpPr>
        <p:spPr>
          <a:xfrm>
            <a:off x="8613775" y="4729162"/>
            <a:ext cx="457200" cy="357187"/>
          </a:xfrm>
          <a:prstGeom prst="rect">
            <a:avLst/>
          </a:prstGeom>
          <a:noFill/>
          <a:ln>
            <a:noFill/>
          </a:ln>
        </p:spPr>
        <p:txBody>
          <a:bodyPr anchorCtr="0" anchor="b" bIns="40800" lIns="81625" spcFirstLastPara="1" rIns="81625" wrap="square" tIns="40800">
            <a:noAutofit/>
          </a:bodyPr>
          <a:lstStyle>
            <a:lvl1pPr indent="0" lvl="0"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1pPr>
            <a:lvl2pPr indent="0" lvl="1"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2pPr>
            <a:lvl3pPr indent="0" lvl="2"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3pPr>
            <a:lvl4pPr indent="0" lvl="3"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4pPr>
            <a:lvl5pPr indent="0" lvl="4"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5pPr>
            <a:lvl6pPr indent="0" lvl="5"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6pPr>
            <a:lvl7pPr indent="0" lvl="6"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7pPr>
            <a:lvl8pPr indent="0" lvl="7"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8pPr>
            <a:lvl9pPr indent="0" lvl="8"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0" name="Shape 80"/>
        <p:cNvGrpSpPr/>
        <p:nvPr/>
      </p:nvGrpSpPr>
      <p:grpSpPr>
        <a:xfrm>
          <a:off x="0" y="0"/>
          <a:ext cx="0" cy="0"/>
          <a:chOff x="0" y="0"/>
          <a:chExt cx="0" cy="0"/>
        </a:xfrm>
      </p:grpSpPr>
      <p:sp>
        <p:nvSpPr>
          <p:cNvPr id="81" name="Google Shape;81;p9"/>
          <p:cNvSpPr txBox="1"/>
          <p:nvPr>
            <p:ph type="title"/>
          </p:nvPr>
        </p:nvSpPr>
        <p:spPr>
          <a:xfrm>
            <a:off x="1435609" y="205740"/>
            <a:ext cx="7498080" cy="857250"/>
          </a:xfrm>
          <a:prstGeom prst="rect">
            <a:avLst/>
          </a:prstGeom>
          <a:noFill/>
          <a:ln>
            <a:noFill/>
          </a:ln>
        </p:spPr>
        <p:txBody>
          <a:bodyPr anchorCtr="0" anchor="ctr" bIns="40800" lIns="81625" spcFirstLastPara="1" rIns="81625" wrap="square" tIns="408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9"/>
          <p:cNvSpPr txBox="1"/>
          <p:nvPr>
            <p:ph idx="1" type="body"/>
          </p:nvPr>
        </p:nvSpPr>
        <p:spPr>
          <a:xfrm>
            <a:off x="1435608" y="1143000"/>
            <a:ext cx="3657600" cy="3497580"/>
          </a:xfrm>
          <a:prstGeom prst="rect">
            <a:avLst/>
          </a:prstGeom>
          <a:noFill/>
          <a:ln>
            <a:noFill/>
          </a:ln>
        </p:spPr>
        <p:txBody>
          <a:bodyPr anchorCtr="0" anchor="t" bIns="40800" lIns="81625" spcFirstLastPara="1" rIns="81625" wrap="square" tIns="40800">
            <a:noAutofit/>
          </a:bodyPr>
          <a:lstStyle>
            <a:lvl1pPr indent="-355600" lvl="0" marL="457200" algn="l">
              <a:spcBef>
                <a:spcPts val="538"/>
              </a:spcBef>
              <a:spcAft>
                <a:spcPts val="0"/>
              </a:spcAft>
              <a:buSzPts val="2000"/>
              <a:buChar char="⚫"/>
              <a:defRPr sz="2500"/>
            </a:lvl1pPr>
            <a:lvl2pPr indent="-361950" lvl="1" marL="914400" algn="l">
              <a:spcBef>
                <a:spcPts val="488"/>
              </a:spcBef>
              <a:spcAft>
                <a:spcPts val="0"/>
              </a:spcAft>
              <a:buSzPts val="2100"/>
              <a:buChar char="◦"/>
              <a:defRPr sz="21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83" name="Google Shape;83;p9"/>
          <p:cNvSpPr txBox="1"/>
          <p:nvPr>
            <p:ph idx="2" type="body"/>
          </p:nvPr>
        </p:nvSpPr>
        <p:spPr>
          <a:xfrm>
            <a:off x="5276088" y="1143000"/>
            <a:ext cx="3657600" cy="3497580"/>
          </a:xfrm>
          <a:prstGeom prst="rect">
            <a:avLst/>
          </a:prstGeom>
          <a:noFill/>
          <a:ln>
            <a:noFill/>
          </a:ln>
        </p:spPr>
        <p:txBody>
          <a:bodyPr anchorCtr="0" anchor="t" bIns="40800" lIns="81625" spcFirstLastPara="1" rIns="81625" wrap="square" tIns="40800">
            <a:noAutofit/>
          </a:bodyPr>
          <a:lstStyle>
            <a:lvl1pPr indent="-355600" lvl="0" marL="457200" algn="l">
              <a:spcBef>
                <a:spcPts val="538"/>
              </a:spcBef>
              <a:spcAft>
                <a:spcPts val="0"/>
              </a:spcAft>
              <a:buSzPts val="2000"/>
              <a:buChar char="⚫"/>
              <a:defRPr sz="2500"/>
            </a:lvl1pPr>
            <a:lvl2pPr indent="-361950" lvl="1" marL="914400" algn="l">
              <a:spcBef>
                <a:spcPts val="488"/>
              </a:spcBef>
              <a:spcAft>
                <a:spcPts val="0"/>
              </a:spcAft>
              <a:buSzPts val="2100"/>
              <a:buChar char="◦"/>
              <a:defRPr sz="21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84" name="Google Shape;84;p9"/>
          <p:cNvSpPr txBox="1"/>
          <p:nvPr>
            <p:ph idx="10" type="dt"/>
          </p:nvPr>
        </p:nvSpPr>
        <p:spPr>
          <a:xfrm>
            <a:off x="3581400" y="4729162"/>
            <a:ext cx="2133600" cy="357187"/>
          </a:xfrm>
          <a:prstGeom prst="rect">
            <a:avLst/>
          </a:prstGeom>
          <a:noFill/>
          <a:ln>
            <a:noFill/>
          </a:ln>
        </p:spPr>
        <p:txBody>
          <a:bodyPr anchorCtr="0" anchor="b" bIns="40800" lIns="81625" spcFirstLastPara="1" rIns="81625" wrap="square" tIns="40800">
            <a:noAutofit/>
          </a:bodyPr>
          <a:lstStyle>
            <a:lvl1pPr lvl="0" algn="r">
              <a:lnSpc>
                <a:spcPct val="100000"/>
              </a:lnSpc>
              <a:spcBef>
                <a:spcPts val="0"/>
              </a:spcBef>
              <a:spcAft>
                <a:spcPts val="0"/>
              </a:spcAft>
              <a:buSzPts val="1400"/>
              <a:buNone/>
              <a:defRPr sz="1100">
                <a:solidFill>
                  <a:srgbClr val="B5A7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9"/>
          <p:cNvSpPr txBox="1"/>
          <p:nvPr>
            <p:ph idx="11" type="ftr"/>
          </p:nvPr>
        </p:nvSpPr>
        <p:spPr>
          <a:xfrm>
            <a:off x="5715000" y="4729162"/>
            <a:ext cx="2895600" cy="357187"/>
          </a:xfrm>
          <a:prstGeom prst="rect">
            <a:avLst/>
          </a:prstGeom>
          <a:noFill/>
          <a:ln>
            <a:noFill/>
          </a:ln>
        </p:spPr>
        <p:txBody>
          <a:bodyPr anchorCtr="0" anchor="b" bIns="40800" lIns="81625" spcFirstLastPara="1" rIns="81625" wrap="square" tIns="40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9"/>
          <p:cNvSpPr txBox="1"/>
          <p:nvPr>
            <p:ph idx="12" type="sldNum"/>
          </p:nvPr>
        </p:nvSpPr>
        <p:spPr>
          <a:xfrm>
            <a:off x="8613775" y="4729162"/>
            <a:ext cx="457200" cy="357187"/>
          </a:xfrm>
          <a:prstGeom prst="rect">
            <a:avLst/>
          </a:prstGeom>
          <a:noFill/>
          <a:ln>
            <a:noFill/>
          </a:ln>
        </p:spPr>
        <p:txBody>
          <a:bodyPr anchorCtr="0" anchor="b" bIns="40800" lIns="81625" spcFirstLastPara="1" rIns="81625" wrap="square" tIns="40800">
            <a:noAutofit/>
          </a:bodyPr>
          <a:lstStyle>
            <a:lvl1pPr indent="0" lvl="0"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1pPr>
            <a:lvl2pPr indent="0" lvl="1"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2pPr>
            <a:lvl3pPr indent="0" lvl="2"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3pPr>
            <a:lvl4pPr indent="0" lvl="3"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4pPr>
            <a:lvl5pPr indent="0" lvl="4"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5pPr>
            <a:lvl6pPr indent="0" lvl="5"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6pPr>
            <a:lvl7pPr indent="0" lvl="6"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7pPr>
            <a:lvl8pPr indent="0" lvl="7"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8pPr>
            <a:lvl9pPr indent="0" lvl="8"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93" name="Shape 93"/>
        <p:cNvGrpSpPr/>
        <p:nvPr/>
      </p:nvGrpSpPr>
      <p:grpSpPr>
        <a:xfrm>
          <a:off x="0" y="0"/>
          <a:ext cx="0" cy="0"/>
          <a:chOff x="0" y="0"/>
          <a:chExt cx="0" cy="0"/>
        </a:xfrm>
      </p:grpSpPr>
      <p:sp>
        <p:nvSpPr>
          <p:cNvPr id="94" name="Google Shape;94;p11"/>
          <p:cNvSpPr txBox="1"/>
          <p:nvPr>
            <p:ph type="title"/>
          </p:nvPr>
        </p:nvSpPr>
        <p:spPr>
          <a:xfrm>
            <a:off x="457200" y="3870252"/>
            <a:ext cx="8229600" cy="857250"/>
          </a:xfrm>
          <a:prstGeom prst="rect">
            <a:avLst/>
          </a:prstGeom>
          <a:noFill/>
          <a:ln>
            <a:noFill/>
          </a:ln>
        </p:spPr>
        <p:txBody>
          <a:bodyPr anchorCtr="0" anchor="ctr" bIns="40800" lIns="81625" spcFirstLastPara="1" rIns="81625" wrap="square" tIns="40800">
            <a:normAutofit/>
          </a:bodyPr>
          <a:lstStyle>
            <a:lvl1pPr lvl="0" algn="ctr">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1"/>
          <p:cNvSpPr txBox="1"/>
          <p:nvPr>
            <p:ph idx="1" type="body"/>
          </p:nvPr>
        </p:nvSpPr>
        <p:spPr>
          <a:xfrm>
            <a:off x="457200" y="246209"/>
            <a:ext cx="4023360" cy="48006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0800" lIns="81625" spcFirstLastPara="1" rIns="81625" wrap="square" tIns="40800">
            <a:noAutofit/>
          </a:bodyPr>
          <a:lstStyle>
            <a:lvl1pPr indent="-228600" lvl="0" marL="457200" algn="l">
              <a:lnSpc>
                <a:spcPct val="100000"/>
              </a:lnSpc>
              <a:spcBef>
                <a:spcPts val="89"/>
              </a:spcBef>
              <a:spcAft>
                <a:spcPts val="0"/>
              </a:spcAft>
              <a:buSzPts val="1360"/>
              <a:buNone/>
              <a:defRPr b="0" sz="1700">
                <a:solidFill>
                  <a:schemeClr val="dk1"/>
                </a:solidFill>
              </a:defRPr>
            </a:lvl1pPr>
            <a:lvl2pPr indent="-228600" lvl="1" marL="914400" algn="l">
              <a:spcBef>
                <a:spcPts val="488"/>
              </a:spcBef>
              <a:spcAft>
                <a:spcPts val="0"/>
              </a:spcAft>
              <a:buSzPts val="1800"/>
              <a:buNone/>
              <a:defRPr b="1" sz="1800"/>
            </a:lvl2pPr>
            <a:lvl3pPr indent="-228600" lvl="2" marL="1371600" algn="l">
              <a:spcBef>
                <a:spcPts val="320"/>
              </a:spcBef>
              <a:spcAft>
                <a:spcPts val="0"/>
              </a:spcAft>
              <a:buSzPts val="1600"/>
              <a:buNone/>
              <a:defRPr b="1" sz="1600"/>
            </a:lvl3pPr>
            <a:lvl4pPr indent="-228600" lvl="3" marL="1828800" algn="l">
              <a:spcBef>
                <a:spcPts val="300"/>
              </a:spcBef>
              <a:spcAft>
                <a:spcPts val="0"/>
              </a:spcAft>
              <a:buSzPts val="1500"/>
              <a:buNone/>
              <a:defRPr b="1" sz="1500"/>
            </a:lvl4pPr>
            <a:lvl5pPr indent="-228600" lvl="4" marL="2286000" algn="l">
              <a:spcBef>
                <a:spcPts val="300"/>
              </a:spcBef>
              <a:spcAft>
                <a:spcPts val="0"/>
              </a:spcAft>
              <a:buSzPts val="1500"/>
              <a:buNone/>
              <a:defRPr b="1" sz="15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6" name="Google Shape;96;p11"/>
          <p:cNvSpPr txBox="1"/>
          <p:nvPr>
            <p:ph idx="2" type="body"/>
          </p:nvPr>
        </p:nvSpPr>
        <p:spPr>
          <a:xfrm>
            <a:off x="4663441" y="246209"/>
            <a:ext cx="4023360" cy="48006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0800" lIns="81625" spcFirstLastPara="1" rIns="81625" wrap="square" tIns="40800">
            <a:noAutofit/>
          </a:bodyPr>
          <a:lstStyle>
            <a:lvl1pPr indent="-228600" lvl="0" marL="457200" algn="l">
              <a:lnSpc>
                <a:spcPct val="100000"/>
              </a:lnSpc>
              <a:spcBef>
                <a:spcPts val="89"/>
              </a:spcBef>
              <a:spcAft>
                <a:spcPts val="0"/>
              </a:spcAft>
              <a:buSzPts val="1360"/>
              <a:buNone/>
              <a:defRPr b="0" sz="1700">
                <a:solidFill>
                  <a:schemeClr val="dk1"/>
                </a:solidFill>
              </a:defRPr>
            </a:lvl1pPr>
            <a:lvl2pPr indent="-228600" lvl="1" marL="914400" algn="l">
              <a:spcBef>
                <a:spcPts val="488"/>
              </a:spcBef>
              <a:spcAft>
                <a:spcPts val="0"/>
              </a:spcAft>
              <a:buSzPts val="1800"/>
              <a:buNone/>
              <a:defRPr b="1" sz="1800"/>
            </a:lvl2pPr>
            <a:lvl3pPr indent="-228600" lvl="2" marL="1371600" algn="l">
              <a:spcBef>
                <a:spcPts val="320"/>
              </a:spcBef>
              <a:spcAft>
                <a:spcPts val="0"/>
              </a:spcAft>
              <a:buSzPts val="1600"/>
              <a:buNone/>
              <a:defRPr b="1" sz="1600"/>
            </a:lvl3pPr>
            <a:lvl4pPr indent="-228600" lvl="3" marL="1828800" algn="l">
              <a:spcBef>
                <a:spcPts val="300"/>
              </a:spcBef>
              <a:spcAft>
                <a:spcPts val="0"/>
              </a:spcAft>
              <a:buSzPts val="1500"/>
              <a:buNone/>
              <a:defRPr b="1" sz="1500"/>
            </a:lvl4pPr>
            <a:lvl5pPr indent="-228600" lvl="4" marL="2286000" algn="l">
              <a:spcBef>
                <a:spcPts val="300"/>
              </a:spcBef>
              <a:spcAft>
                <a:spcPts val="0"/>
              </a:spcAft>
              <a:buSzPts val="1500"/>
              <a:buNone/>
              <a:defRPr b="1" sz="15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7" name="Google Shape;97;p11"/>
          <p:cNvSpPr txBox="1"/>
          <p:nvPr>
            <p:ph idx="3" type="body"/>
          </p:nvPr>
        </p:nvSpPr>
        <p:spPr>
          <a:xfrm>
            <a:off x="457200" y="727002"/>
            <a:ext cx="4023360" cy="3086100"/>
          </a:xfrm>
          <a:prstGeom prst="rect">
            <a:avLst/>
          </a:prstGeom>
          <a:noFill/>
          <a:ln cap="flat" cmpd="sng" w="10775">
            <a:solidFill>
              <a:schemeClr val="lt1"/>
            </a:solidFill>
            <a:prstDash val="dash"/>
            <a:miter lim="800000"/>
            <a:headEnd len="sm" w="sm" type="none"/>
            <a:tailEnd len="sm" w="sm" type="none"/>
          </a:ln>
        </p:spPr>
        <p:txBody>
          <a:bodyPr anchorCtr="0" anchor="t" bIns="40800" lIns="81625" spcFirstLastPara="1" rIns="81625" wrap="square" tIns="40800">
            <a:noAutofit/>
          </a:bodyPr>
          <a:lstStyle>
            <a:lvl1pPr indent="-335280" lvl="0" marL="457200" algn="l">
              <a:lnSpc>
                <a:spcPct val="100000"/>
              </a:lnSpc>
              <a:spcBef>
                <a:spcPts val="625"/>
              </a:spcBef>
              <a:spcAft>
                <a:spcPts val="0"/>
              </a:spcAft>
              <a:buSzPts val="1680"/>
              <a:buChar char="⚫"/>
              <a:defRPr sz="2100"/>
            </a:lvl1pPr>
            <a:lvl2pPr indent="-342900" lvl="1" marL="914400" algn="l">
              <a:lnSpc>
                <a:spcPct val="100000"/>
              </a:lnSpc>
              <a:spcBef>
                <a:spcPts val="625"/>
              </a:spcBef>
              <a:spcAft>
                <a:spcPts val="0"/>
              </a:spcAft>
              <a:buSzPts val="1800"/>
              <a:buChar char="◦"/>
              <a:defRPr sz="1800"/>
            </a:lvl2pPr>
            <a:lvl3pPr indent="-330200" lvl="2" marL="1371600" algn="l">
              <a:lnSpc>
                <a:spcPct val="100000"/>
              </a:lnSpc>
              <a:spcBef>
                <a:spcPts val="625"/>
              </a:spcBef>
              <a:spcAft>
                <a:spcPts val="0"/>
              </a:spcAft>
              <a:buSzPts val="1600"/>
              <a:buChar char="●"/>
              <a:defRPr sz="1600"/>
            </a:lvl3pPr>
            <a:lvl4pPr indent="-323850" lvl="3" marL="1828800" algn="l">
              <a:lnSpc>
                <a:spcPct val="100000"/>
              </a:lnSpc>
              <a:spcBef>
                <a:spcPts val="625"/>
              </a:spcBef>
              <a:spcAft>
                <a:spcPts val="0"/>
              </a:spcAft>
              <a:buSzPts val="1500"/>
              <a:buChar char="●"/>
              <a:defRPr sz="1500"/>
            </a:lvl4pPr>
            <a:lvl5pPr indent="-323850" lvl="4" marL="2286000" algn="l">
              <a:lnSpc>
                <a:spcPct val="100000"/>
              </a:lnSpc>
              <a:spcBef>
                <a:spcPts val="625"/>
              </a:spcBef>
              <a:spcAft>
                <a:spcPts val="0"/>
              </a:spcAft>
              <a:buSzPts val="1500"/>
              <a:buChar char="●"/>
              <a:defRPr sz="15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8" name="Google Shape;98;p11"/>
          <p:cNvSpPr txBox="1"/>
          <p:nvPr>
            <p:ph idx="4" type="body"/>
          </p:nvPr>
        </p:nvSpPr>
        <p:spPr>
          <a:xfrm>
            <a:off x="4663441" y="727002"/>
            <a:ext cx="4023360" cy="3086100"/>
          </a:xfrm>
          <a:prstGeom prst="rect">
            <a:avLst/>
          </a:prstGeom>
          <a:noFill/>
          <a:ln cap="flat" cmpd="sng" w="10775">
            <a:solidFill>
              <a:schemeClr val="lt1"/>
            </a:solidFill>
            <a:prstDash val="dash"/>
            <a:miter lim="800000"/>
            <a:headEnd len="sm" w="sm" type="none"/>
            <a:tailEnd len="sm" w="sm" type="none"/>
          </a:ln>
        </p:spPr>
        <p:txBody>
          <a:bodyPr anchorCtr="0" anchor="t" bIns="40800" lIns="81625" spcFirstLastPara="1" rIns="81625" wrap="square" tIns="40800">
            <a:noAutofit/>
          </a:bodyPr>
          <a:lstStyle>
            <a:lvl1pPr indent="-335280" lvl="0" marL="457200" algn="l">
              <a:lnSpc>
                <a:spcPct val="100000"/>
              </a:lnSpc>
              <a:spcBef>
                <a:spcPts val="625"/>
              </a:spcBef>
              <a:spcAft>
                <a:spcPts val="0"/>
              </a:spcAft>
              <a:buSzPts val="1680"/>
              <a:buChar char="⚫"/>
              <a:defRPr sz="2100"/>
            </a:lvl1pPr>
            <a:lvl2pPr indent="-342900" lvl="1" marL="914400" algn="l">
              <a:lnSpc>
                <a:spcPct val="100000"/>
              </a:lnSpc>
              <a:spcBef>
                <a:spcPts val="625"/>
              </a:spcBef>
              <a:spcAft>
                <a:spcPts val="0"/>
              </a:spcAft>
              <a:buSzPts val="1800"/>
              <a:buChar char="◦"/>
              <a:defRPr sz="1800"/>
            </a:lvl2pPr>
            <a:lvl3pPr indent="-330200" lvl="2" marL="1371600" algn="l">
              <a:lnSpc>
                <a:spcPct val="100000"/>
              </a:lnSpc>
              <a:spcBef>
                <a:spcPts val="625"/>
              </a:spcBef>
              <a:spcAft>
                <a:spcPts val="0"/>
              </a:spcAft>
              <a:buSzPts val="1600"/>
              <a:buChar char="●"/>
              <a:defRPr sz="1600"/>
            </a:lvl3pPr>
            <a:lvl4pPr indent="-323850" lvl="3" marL="1828800" algn="l">
              <a:lnSpc>
                <a:spcPct val="100000"/>
              </a:lnSpc>
              <a:spcBef>
                <a:spcPts val="625"/>
              </a:spcBef>
              <a:spcAft>
                <a:spcPts val="0"/>
              </a:spcAft>
              <a:buSzPts val="1500"/>
              <a:buChar char="●"/>
              <a:defRPr sz="1500"/>
            </a:lvl4pPr>
            <a:lvl5pPr indent="-323850" lvl="4" marL="2286000" algn="l">
              <a:lnSpc>
                <a:spcPct val="100000"/>
              </a:lnSpc>
              <a:spcBef>
                <a:spcPts val="625"/>
              </a:spcBef>
              <a:spcAft>
                <a:spcPts val="0"/>
              </a:spcAft>
              <a:buSzPts val="1500"/>
              <a:buChar char="●"/>
              <a:defRPr sz="15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9" name="Google Shape;99;p11"/>
          <p:cNvSpPr txBox="1"/>
          <p:nvPr>
            <p:ph idx="10" type="dt"/>
          </p:nvPr>
        </p:nvSpPr>
        <p:spPr>
          <a:xfrm>
            <a:off x="3581400" y="4729162"/>
            <a:ext cx="2133600" cy="357187"/>
          </a:xfrm>
          <a:prstGeom prst="rect">
            <a:avLst/>
          </a:prstGeom>
          <a:noFill/>
          <a:ln>
            <a:noFill/>
          </a:ln>
        </p:spPr>
        <p:txBody>
          <a:bodyPr anchorCtr="0" anchor="b" bIns="40800" lIns="81625" spcFirstLastPara="1" rIns="81625" wrap="square" tIns="40800">
            <a:noAutofit/>
          </a:bodyPr>
          <a:lstStyle>
            <a:lvl1pPr lvl="0" algn="r">
              <a:lnSpc>
                <a:spcPct val="100000"/>
              </a:lnSpc>
              <a:spcBef>
                <a:spcPts val="0"/>
              </a:spcBef>
              <a:spcAft>
                <a:spcPts val="0"/>
              </a:spcAft>
              <a:buSzPts val="1400"/>
              <a:buNone/>
              <a:defRPr sz="1100">
                <a:solidFill>
                  <a:srgbClr val="B5A7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1"/>
          <p:cNvSpPr txBox="1"/>
          <p:nvPr>
            <p:ph idx="11" type="ftr"/>
          </p:nvPr>
        </p:nvSpPr>
        <p:spPr>
          <a:xfrm>
            <a:off x="5715000" y="4729162"/>
            <a:ext cx="2895600" cy="357187"/>
          </a:xfrm>
          <a:prstGeom prst="rect">
            <a:avLst/>
          </a:prstGeom>
          <a:noFill/>
          <a:ln>
            <a:noFill/>
          </a:ln>
        </p:spPr>
        <p:txBody>
          <a:bodyPr anchorCtr="0" anchor="b" bIns="40800" lIns="81625" spcFirstLastPara="1" rIns="81625" wrap="square" tIns="40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1"/>
          <p:cNvSpPr txBox="1"/>
          <p:nvPr>
            <p:ph idx="12" type="sldNum"/>
          </p:nvPr>
        </p:nvSpPr>
        <p:spPr>
          <a:xfrm>
            <a:off x="8613775" y="4729162"/>
            <a:ext cx="457200" cy="357187"/>
          </a:xfrm>
          <a:prstGeom prst="rect">
            <a:avLst/>
          </a:prstGeom>
          <a:noFill/>
          <a:ln>
            <a:noFill/>
          </a:ln>
        </p:spPr>
        <p:txBody>
          <a:bodyPr anchorCtr="0" anchor="b" bIns="40800" lIns="81625" spcFirstLastPara="1" rIns="81625" wrap="square" tIns="40800">
            <a:noAutofit/>
          </a:bodyPr>
          <a:lstStyle>
            <a:lvl1pPr indent="0" lvl="0"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1pPr>
            <a:lvl2pPr indent="0" lvl="1"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2pPr>
            <a:lvl3pPr indent="0" lvl="2"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3pPr>
            <a:lvl4pPr indent="0" lvl="3"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4pPr>
            <a:lvl5pPr indent="0" lvl="4"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5pPr>
            <a:lvl6pPr indent="0" lvl="5"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6pPr>
            <a:lvl7pPr indent="0" lvl="6"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7pPr>
            <a:lvl8pPr indent="0" lvl="7"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8pPr>
            <a:lvl9pPr indent="0" lvl="8"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3" name="Shape 113"/>
        <p:cNvGrpSpPr/>
        <p:nvPr/>
      </p:nvGrpSpPr>
      <p:grpSpPr>
        <a:xfrm>
          <a:off x="0" y="0"/>
          <a:ext cx="0" cy="0"/>
          <a:chOff x="0" y="0"/>
          <a:chExt cx="0" cy="0"/>
        </a:xfrm>
      </p:grpSpPr>
      <p:sp>
        <p:nvSpPr>
          <p:cNvPr id="114" name="Google Shape;114;p13"/>
          <p:cNvSpPr txBox="1"/>
          <p:nvPr>
            <p:ph type="title"/>
          </p:nvPr>
        </p:nvSpPr>
        <p:spPr>
          <a:xfrm>
            <a:off x="1435609" y="205740"/>
            <a:ext cx="7498080" cy="857250"/>
          </a:xfrm>
          <a:prstGeom prst="rect">
            <a:avLst/>
          </a:prstGeom>
          <a:noFill/>
          <a:ln>
            <a:noFill/>
          </a:ln>
        </p:spPr>
        <p:txBody>
          <a:bodyPr anchorCtr="0" anchor="ctr" bIns="40800" lIns="81625" spcFirstLastPara="1" rIns="81625" wrap="square" tIns="408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3"/>
          <p:cNvSpPr txBox="1"/>
          <p:nvPr>
            <p:ph idx="10" type="dt"/>
          </p:nvPr>
        </p:nvSpPr>
        <p:spPr>
          <a:xfrm>
            <a:off x="3581400" y="4729162"/>
            <a:ext cx="2133600" cy="357187"/>
          </a:xfrm>
          <a:prstGeom prst="rect">
            <a:avLst/>
          </a:prstGeom>
          <a:noFill/>
          <a:ln>
            <a:noFill/>
          </a:ln>
        </p:spPr>
        <p:txBody>
          <a:bodyPr anchorCtr="0" anchor="b" bIns="40800" lIns="81625" spcFirstLastPara="1" rIns="81625" wrap="square" tIns="40800">
            <a:noAutofit/>
          </a:bodyPr>
          <a:lstStyle>
            <a:lvl1pPr lvl="0" algn="r">
              <a:lnSpc>
                <a:spcPct val="100000"/>
              </a:lnSpc>
              <a:spcBef>
                <a:spcPts val="0"/>
              </a:spcBef>
              <a:spcAft>
                <a:spcPts val="0"/>
              </a:spcAft>
              <a:buSzPts val="1400"/>
              <a:buNone/>
              <a:defRPr sz="1100">
                <a:solidFill>
                  <a:srgbClr val="B5A7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13"/>
          <p:cNvSpPr txBox="1"/>
          <p:nvPr>
            <p:ph idx="11" type="ftr"/>
          </p:nvPr>
        </p:nvSpPr>
        <p:spPr>
          <a:xfrm>
            <a:off x="5715000" y="4729162"/>
            <a:ext cx="2895600" cy="357187"/>
          </a:xfrm>
          <a:prstGeom prst="rect">
            <a:avLst/>
          </a:prstGeom>
          <a:noFill/>
          <a:ln>
            <a:noFill/>
          </a:ln>
        </p:spPr>
        <p:txBody>
          <a:bodyPr anchorCtr="0" anchor="b" bIns="40800" lIns="81625" spcFirstLastPara="1" rIns="81625" wrap="square" tIns="40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13"/>
          <p:cNvSpPr txBox="1"/>
          <p:nvPr>
            <p:ph idx="12" type="sldNum"/>
          </p:nvPr>
        </p:nvSpPr>
        <p:spPr>
          <a:xfrm>
            <a:off x="8613775" y="4729162"/>
            <a:ext cx="457200" cy="357187"/>
          </a:xfrm>
          <a:prstGeom prst="rect">
            <a:avLst/>
          </a:prstGeom>
          <a:noFill/>
          <a:ln>
            <a:noFill/>
          </a:ln>
        </p:spPr>
        <p:txBody>
          <a:bodyPr anchorCtr="0" anchor="b" bIns="40800" lIns="81625" spcFirstLastPara="1" rIns="81625" wrap="square" tIns="40800">
            <a:noAutofit/>
          </a:bodyPr>
          <a:lstStyle>
            <a:lvl1pPr indent="0" lvl="0"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1pPr>
            <a:lvl2pPr indent="0" lvl="1"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2pPr>
            <a:lvl3pPr indent="0" lvl="2"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3pPr>
            <a:lvl4pPr indent="0" lvl="3"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4pPr>
            <a:lvl5pPr indent="0" lvl="4"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5pPr>
            <a:lvl6pPr indent="0" lvl="5"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6pPr>
            <a:lvl7pPr indent="0" lvl="6"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7pPr>
            <a:lvl8pPr indent="0" lvl="7"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8pPr>
            <a:lvl9pPr indent="0" lvl="8"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26" name="Shape 126"/>
        <p:cNvGrpSpPr/>
        <p:nvPr/>
      </p:nvGrpSpPr>
      <p:grpSpPr>
        <a:xfrm>
          <a:off x="0" y="0"/>
          <a:ext cx="0" cy="0"/>
          <a:chOff x="0" y="0"/>
          <a:chExt cx="0" cy="0"/>
        </a:xfrm>
      </p:grpSpPr>
      <p:sp>
        <p:nvSpPr>
          <p:cNvPr id="127" name="Google Shape;127;p15"/>
          <p:cNvSpPr txBox="1"/>
          <p:nvPr>
            <p:ph idx="10" type="dt"/>
          </p:nvPr>
        </p:nvSpPr>
        <p:spPr>
          <a:xfrm>
            <a:off x="3581400" y="4729162"/>
            <a:ext cx="2133600" cy="357187"/>
          </a:xfrm>
          <a:prstGeom prst="rect">
            <a:avLst/>
          </a:prstGeom>
          <a:noFill/>
          <a:ln>
            <a:noFill/>
          </a:ln>
        </p:spPr>
        <p:txBody>
          <a:bodyPr anchorCtr="0" anchor="b" bIns="40800" lIns="81625" spcFirstLastPara="1" rIns="81625" wrap="square" tIns="40800">
            <a:noAutofit/>
          </a:bodyPr>
          <a:lstStyle>
            <a:lvl1pPr lvl="0" algn="r">
              <a:lnSpc>
                <a:spcPct val="100000"/>
              </a:lnSpc>
              <a:spcBef>
                <a:spcPts val="0"/>
              </a:spcBef>
              <a:spcAft>
                <a:spcPts val="0"/>
              </a:spcAft>
              <a:buSzPts val="1400"/>
              <a:buNone/>
              <a:defRPr sz="1100">
                <a:solidFill>
                  <a:srgbClr val="B5A7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15"/>
          <p:cNvSpPr txBox="1"/>
          <p:nvPr>
            <p:ph idx="11" type="ftr"/>
          </p:nvPr>
        </p:nvSpPr>
        <p:spPr>
          <a:xfrm>
            <a:off x="5715000" y="4729162"/>
            <a:ext cx="2895600" cy="357187"/>
          </a:xfrm>
          <a:prstGeom prst="rect">
            <a:avLst/>
          </a:prstGeom>
          <a:noFill/>
          <a:ln>
            <a:noFill/>
          </a:ln>
        </p:spPr>
        <p:txBody>
          <a:bodyPr anchorCtr="0" anchor="b" bIns="40800" lIns="81625" spcFirstLastPara="1" rIns="81625" wrap="square" tIns="40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15"/>
          <p:cNvSpPr txBox="1"/>
          <p:nvPr>
            <p:ph idx="12" type="sldNum"/>
          </p:nvPr>
        </p:nvSpPr>
        <p:spPr>
          <a:xfrm>
            <a:off x="8613775" y="4729162"/>
            <a:ext cx="457200" cy="357187"/>
          </a:xfrm>
          <a:prstGeom prst="rect">
            <a:avLst/>
          </a:prstGeom>
          <a:noFill/>
          <a:ln>
            <a:noFill/>
          </a:ln>
        </p:spPr>
        <p:txBody>
          <a:bodyPr anchorCtr="0" anchor="b" bIns="40800" lIns="81625" spcFirstLastPara="1" rIns="81625" wrap="square" tIns="40800">
            <a:noAutofit/>
          </a:bodyPr>
          <a:lstStyle>
            <a:lvl1pPr indent="0" lvl="0"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1pPr>
            <a:lvl2pPr indent="0" lvl="1"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2pPr>
            <a:lvl3pPr indent="0" lvl="2"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3pPr>
            <a:lvl4pPr indent="0" lvl="3"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4pPr>
            <a:lvl5pPr indent="0" lvl="4"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5pPr>
            <a:lvl6pPr indent="0" lvl="5"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6pPr>
            <a:lvl7pPr indent="0" lvl="6"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7pPr>
            <a:lvl8pPr indent="0" lvl="7"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8pPr>
            <a:lvl9pPr indent="0" lvl="8"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36" name="Shape 136"/>
        <p:cNvGrpSpPr/>
        <p:nvPr/>
      </p:nvGrpSpPr>
      <p:grpSpPr>
        <a:xfrm>
          <a:off x="0" y="0"/>
          <a:ext cx="0" cy="0"/>
          <a:chOff x="0" y="0"/>
          <a:chExt cx="0" cy="0"/>
        </a:xfrm>
      </p:grpSpPr>
      <p:sp>
        <p:nvSpPr>
          <p:cNvPr id="137" name="Google Shape;137;p17"/>
          <p:cNvSpPr txBox="1"/>
          <p:nvPr>
            <p:ph type="title"/>
          </p:nvPr>
        </p:nvSpPr>
        <p:spPr>
          <a:xfrm>
            <a:off x="457200" y="162584"/>
            <a:ext cx="3810000" cy="871538"/>
          </a:xfrm>
          <a:prstGeom prst="rect">
            <a:avLst/>
          </a:prstGeom>
          <a:noFill/>
          <a:ln>
            <a:noFill/>
          </a:ln>
        </p:spPr>
        <p:txBody>
          <a:bodyPr anchorCtr="0" anchor="b" bIns="40800" lIns="81625" spcFirstLastPara="1" rIns="81625" wrap="square" tIns="40800">
            <a:normAutofit/>
          </a:bodyPr>
          <a:lstStyle>
            <a:lvl1pPr lvl="0" algn="l">
              <a:lnSpc>
                <a:spcPct val="94000"/>
              </a:lnSpc>
              <a:spcBef>
                <a:spcPts val="0"/>
              </a:spcBef>
              <a:spcAft>
                <a:spcPts val="0"/>
              </a:spcAft>
              <a:buClr>
                <a:srgbClr val="572314"/>
              </a:buClr>
              <a:buSzPts val="1900"/>
              <a:buFont typeface="Gill Sans"/>
              <a:buNone/>
              <a:defRPr b="1" sz="19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17"/>
          <p:cNvSpPr txBox="1"/>
          <p:nvPr>
            <p:ph idx="1" type="body"/>
          </p:nvPr>
        </p:nvSpPr>
        <p:spPr>
          <a:xfrm>
            <a:off x="457200" y="1055223"/>
            <a:ext cx="3810000" cy="523875"/>
          </a:xfrm>
          <a:prstGeom prst="rect">
            <a:avLst/>
          </a:prstGeom>
          <a:noFill/>
          <a:ln>
            <a:noFill/>
          </a:ln>
        </p:spPr>
        <p:txBody>
          <a:bodyPr anchorCtr="0" anchor="t" bIns="40800" lIns="81625" spcFirstLastPara="1" rIns="81625" wrap="square" tIns="40800">
            <a:noAutofit/>
          </a:bodyPr>
          <a:lstStyle>
            <a:lvl1pPr indent="-228600" lvl="0" marL="457200" algn="l">
              <a:lnSpc>
                <a:spcPct val="100000"/>
              </a:lnSpc>
              <a:spcBef>
                <a:spcPts val="0"/>
              </a:spcBef>
              <a:spcAft>
                <a:spcPts val="0"/>
              </a:spcAft>
              <a:buSzPts val="960"/>
              <a:buNone/>
              <a:defRPr sz="1200"/>
            </a:lvl1pPr>
            <a:lvl2pPr indent="-228600" lvl="1" marL="914400" algn="l">
              <a:spcBef>
                <a:spcPts val="488"/>
              </a:spcBef>
              <a:spcAft>
                <a:spcPts val="0"/>
              </a:spcAft>
              <a:buSzPts val="1100"/>
              <a:buNone/>
              <a:defRPr sz="1100"/>
            </a:lvl2pPr>
            <a:lvl3pPr indent="-228600" lvl="2" marL="1371600" algn="l">
              <a:spcBef>
                <a:spcPts val="180"/>
              </a:spcBef>
              <a:spcAft>
                <a:spcPts val="0"/>
              </a:spcAft>
              <a:buSzPts val="900"/>
              <a:buNone/>
              <a:defRPr sz="900"/>
            </a:lvl3pPr>
            <a:lvl4pPr indent="-228600" lvl="3" marL="1828800" algn="l">
              <a:spcBef>
                <a:spcPts val="160"/>
              </a:spcBef>
              <a:spcAft>
                <a:spcPts val="0"/>
              </a:spcAft>
              <a:buSzPts val="800"/>
              <a:buNone/>
              <a:defRPr sz="800"/>
            </a:lvl4pPr>
            <a:lvl5pPr indent="-228600" lvl="4" marL="2286000" algn="l">
              <a:spcBef>
                <a:spcPts val="160"/>
              </a:spcBef>
              <a:spcAft>
                <a:spcPts val="0"/>
              </a:spcAft>
              <a:buSzPts val="800"/>
              <a:buNone/>
              <a:defRPr sz="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39" name="Google Shape;139;p17"/>
          <p:cNvSpPr txBox="1"/>
          <p:nvPr>
            <p:ph idx="2" type="body"/>
          </p:nvPr>
        </p:nvSpPr>
        <p:spPr>
          <a:xfrm>
            <a:off x="457200" y="1600201"/>
            <a:ext cx="8153400" cy="2994422"/>
          </a:xfrm>
          <a:prstGeom prst="rect">
            <a:avLst/>
          </a:prstGeom>
          <a:noFill/>
          <a:ln>
            <a:noFill/>
          </a:ln>
        </p:spPr>
        <p:txBody>
          <a:bodyPr anchorCtr="0" anchor="t" bIns="40800" lIns="81625" spcFirstLastPara="1" rIns="81625" wrap="square" tIns="40800">
            <a:noAutofit/>
          </a:bodyPr>
          <a:lstStyle>
            <a:lvl1pPr indent="-370840" lvl="0" marL="457200" algn="l">
              <a:spcBef>
                <a:spcPts val="538"/>
              </a:spcBef>
              <a:spcAft>
                <a:spcPts val="0"/>
              </a:spcAft>
              <a:buSzPts val="2240"/>
              <a:buChar char="⚫"/>
              <a:defRPr sz="2800"/>
            </a:lvl1pPr>
            <a:lvl2pPr indent="-387350" lvl="1" marL="914400" algn="l">
              <a:spcBef>
                <a:spcPts val="488"/>
              </a:spcBef>
              <a:spcAft>
                <a:spcPts val="0"/>
              </a:spcAft>
              <a:buSzPts val="2500"/>
              <a:buChar char="◦"/>
              <a:defRPr sz="2500"/>
            </a:lvl2pPr>
            <a:lvl3pPr indent="-361950" lvl="2" marL="1371600" algn="l">
              <a:spcBef>
                <a:spcPts val="420"/>
              </a:spcBef>
              <a:spcAft>
                <a:spcPts val="0"/>
              </a:spcAft>
              <a:buSzPts val="2100"/>
              <a:buChar char="●"/>
              <a:defRPr sz="21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40" name="Google Shape;140;p17"/>
          <p:cNvSpPr txBox="1"/>
          <p:nvPr>
            <p:ph idx="10" type="dt"/>
          </p:nvPr>
        </p:nvSpPr>
        <p:spPr>
          <a:xfrm>
            <a:off x="3581400" y="4729162"/>
            <a:ext cx="2133600" cy="357187"/>
          </a:xfrm>
          <a:prstGeom prst="rect">
            <a:avLst/>
          </a:prstGeom>
          <a:noFill/>
          <a:ln>
            <a:noFill/>
          </a:ln>
        </p:spPr>
        <p:txBody>
          <a:bodyPr anchorCtr="0" anchor="b" bIns="40800" lIns="81625" spcFirstLastPara="1" rIns="81625" wrap="square" tIns="40800">
            <a:noAutofit/>
          </a:bodyPr>
          <a:lstStyle>
            <a:lvl1pPr lvl="0" algn="r">
              <a:lnSpc>
                <a:spcPct val="100000"/>
              </a:lnSpc>
              <a:spcBef>
                <a:spcPts val="0"/>
              </a:spcBef>
              <a:spcAft>
                <a:spcPts val="0"/>
              </a:spcAft>
              <a:buSzPts val="1400"/>
              <a:buNone/>
              <a:defRPr sz="1100">
                <a:solidFill>
                  <a:srgbClr val="B5A7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17"/>
          <p:cNvSpPr txBox="1"/>
          <p:nvPr>
            <p:ph idx="11" type="ftr"/>
          </p:nvPr>
        </p:nvSpPr>
        <p:spPr>
          <a:xfrm>
            <a:off x="5715000" y="4729162"/>
            <a:ext cx="2895600" cy="357187"/>
          </a:xfrm>
          <a:prstGeom prst="rect">
            <a:avLst/>
          </a:prstGeom>
          <a:noFill/>
          <a:ln>
            <a:noFill/>
          </a:ln>
        </p:spPr>
        <p:txBody>
          <a:bodyPr anchorCtr="0" anchor="b" bIns="40800" lIns="81625" spcFirstLastPara="1" rIns="81625" wrap="square" tIns="40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17"/>
          <p:cNvSpPr txBox="1"/>
          <p:nvPr>
            <p:ph idx="12" type="sldNum"/>
          </p:nvPr>
        </p:nvSpPr>
        <p:spPr>
          <a:xfrm>
            <a:off x="8613775" y="4729162"/>
            <a:ext cx="457200" cy="357187"/>
          </a:xfrm>
          <a:prstGeom prst="rect">
            <a:avLst/>
          </a:prstGeom>
          <a:noFill/>
          <a:ln>
            <a:noFill/>
          </a:ln>
        </p:spPr>
        <p:txBody>
          <a:bodyPr anchorCtr="0" anchor="b" bIns="40800" lIns="81625" spcFirstLastPara="1" rIns="81625" wrap="square" tIns="40800">
            <a:noAutofit/>
          </a:bodyPr>
          <a:lstStyle>
            <a:lvl1pPr indent="0" lvl="0"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1pPr>
            <a:lvl2pPr indent="0" lvl="1"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2pPr>
            <a:lvl3pPr indent="0" lvl="2"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3pPr>
            <a:lvl4pPr indent="0" lvl="3"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4pPr>
            <a:lvl5pPr indent="0" lvl="4"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5pPr>
            <a:lvl6pPr indent="0" lvl="5"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6pPr>
            <a:lvl7pPr indent="0" lvl="6"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7pPr>
            <a:lvl8pPr indent="0" lvl="7"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8pPr>
            <a:lvl9pPr indent="0" lvl="8"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52" name="Shape 152"/>
        <p:cNvGrpSpPr/>
        <p:nvPr/>
      </p:nvGrpSpPr>
      <p:grpSpPr>
        <a:xfrm>
          <a:off x="0" y="0"/>
          <a:ext cx="0" cy="0"/>
          <a:chOff x="0" y="0"/>
          <a:chExt cx="0" cy="0"/>
        </a:xfrm>
      </p:grpSpPr>
      <p:sp>
        <p:nvSpPr>
          <p:cNvPr id="153" name="Google Shape;153;p19"/>
          <p:cNvSpPr txBox="1"/>
          <p:nvPr>
            <p:ph type="title"/>
          </p:nvPr>
        </p:nvSpPr>
        <p:spPr>
          <a:xfrm>
            <a:off x="5886896" y="800100"/>
            <a:ext cx="2743200" cy="1485900"/>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572314"/>
              </a:buClr>
              <a:buSzPts val="1900"/>
              <a:buFont typeface="Gill Sans"/>
              <a:buNone/>
              <a:defRPr b="1" sz="1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19"/>
          <p:cNvSpPr/>
          <p:nvPr>
            <p:ph idx="2" type="pic"/>
          </p:nvPr>
        </p:nvSpPr>
        <p:spPr>
          <a:xfrm>
            <a:off x="838200" y="857252"/>
            <a:ext cx="4419600" cy="2635899"/>
          </a:xfrm>
          <a:prstGeom prst="roundRect">
            <a:avLst>
              <a:gd fmla="val 783" name="adj"/>
            </a:avLst>
          </a:prstGeom>
          <a:solidFill>
            <a:schemeClr val="lt2"/>
          </a:solidFill>
          <a:ln>
            <a:noFill/>
          </a:ln>
        </p:spPr>
        <p:txBody>
          <a:bodyPr anchorCtr="0" anchor="t" bIns="40800" lIns="81625" spcFirstLastPara="1" rIns="81625" wrap="square" tIns="244900">
            <a:noAutofit/>
          </a:bodyPr>
          <a:lstStyle>
            <a:lvl1pPr lvl="0" marR="0" rtl="0" algn="l">
              <a:spcBef>
                <a:spcPts val="538"/>
              </a:spcBef>
              <a:spcAft>
                <a:spcPts val="0"/>
              </a:spcAft>
              <a:buClr>
                <a:schemeClr val="accent1"/>
              </a:buClr>
              <a:buSzPts val="2240"/>
              <a:buFont typeface="Noto Sans Symbols"/>
              <a:buNone/>
              <a:defRPr b="0" i="0" sz="2800" u="none" cap="none" strike="noStrike">
                <a:solidFill>
                  <a:schemeClr val="dk1"/>
                </a:solidFill>
                <a:latin typeface="Gill Sans"/>
                <a:ea typeface="Gill Sans"/>
                <a:cs typeface="Gill Sans"/>
                <a:sym typeface="Gill Sans"/>
              </a:defRPr>
            </a:lvl1pPr>
            <a:lvl2pPr lvl="1" marR="0" rtl="0" algn="l">
              <a:spcBef>
                <a:spcPts val="488"/>
              </a:spcBef>
              <a:spcAft>
                <a:spcPts val="0"/>
              </a:spcAft>
              <a:buClr>
                <a:schemeClr val="accent1"/>
              </a:buClr>
              <a:buSzPts val="2500"/>
              <a:buFont typeface="Verdana"/>
              <a:buChar char="◦"/>
              <a:defRPr b="0" i="0" sz="2500" u="none" cap="none" strike="noStrike">
                <a:solidFill>
                  <a:schemeClr val="dk1"/>
                </a:solidFill>
                <a:latin typeface="Gill Sans"/>
                <a:ea typeface="Gill Sans"/>
                <a:cs typeface="Gill Sans"/>
                <a:sym typeface="Gill Sans"/>
              </a:defRPr>
            </a:lvl2pPr>
            <a:lvl3pPr lvl="2" marR="0" rtl="0" algn="l">
              <a:spcBef>
                <a:spcPts val="420"/>
              </a:spcBef>
              <a:spcAft>
                <a:spcPts val="0"/>
              </a:spcAft>
              <a:buClr>
                <a:schemeClr val="accent2"/>
              </a:buClr>
              <a:buSzPts val="2100"/>
              <a:buFont typeface="Noto Sans Symbols"/>
              <a:buChar char="●"/>
              <a:defRPr b="0" i="0" sz="2100" u="none" cap="none" strike="noStrike">
                <a:solidFill>
                  <a:schemeClr val="dk1"/>
                </a:solidFill>
                <a:latin typeface="Gill Sans"/>
                <a:ea typeface="Gill Sans"/>
                <a:cs typeface="Gill Sans"/>
                <a:sym typeface="Gill Sans"/>
              </a:defRPr>
            </a:lvl3pPr>
            <a:lvl4pPr lvl="3" marR="0" rtl="0" algn="l">
              <a:spcBef>
                <a:spcPts val="360"/>
              </a:spcBef>
              <a:spcAft>
                <a:spcPts val="0"/>
              </a:spcAft>
              <a:buClr>
                <a:srgbClr val="C32D2E"/>
              </a:buClr>
              <a:buSzPts val="1800"/>
              <a:buFont typeface="Noto Sans Symbols"/>
              <a:buChar char="●"/>
              <a:defRPr b="0" i="0" sz="1800" u="none" cap="none" strike="noStrike">
                <a:solidFill>
                  <a:schemeClr val="dk1"/>
                </a:solidFill>
                <a:latin typeface="Gill Sans"/>
                <a:ea typeface="Gill Sans"/>
                <a:cs typeface="Gill Sans"/>
                <a:sym typeface="Gill Sans"/>
              </a:defRPr>
            </a:lvl4pPr>
            <a:lvl5pPr lvl="4" marR="0" rtl="0" algn="l">
              <a:spcBef>
                <a:spcPts val="360"/>
              </a:spcBef>
              <a:spcAft>
                <a:spcPts val="0"/>
              </a:spcAft>
              <a:buClr>
                <a:srgbClr val="84AA33"/>
              </a:buClr>
              <a:buSzPts val="1800"/>
              <a:buFont typeface="Noto Sans Symbols"/>
              <a:buChar char="●"/>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360"/>
              </a:spcBef>
              <a:spcAft>
                <a:spcPts val="0"/>
              </a:spcAft>
              <a:buClr>
                <a:schemeClr val="accent5"/>
              </a:buClr>
              <a:buSzPts val="1800"/>
              <a:buFont typeface="Noto Sans Symbols"/>
              <a:buChar char="●"/>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9pPr>
          </a:lstStyle>
          <a:p/>
        </p:txBody>
      </p:sp>
      <p:sp>
        <p:nvSpPr>
          <p:cNvPr id="155" name="Google Shape;155;p19"/>
          <p:cNvSpPr txBox="1"/>
          <p:nvPr>
            <p:ph idx="1" type="body"/>
          </p:nvPr>
        </p:nvSpPr>
        <p:spPr>
          <a:xfrm>
            <a:off x="838200" y="3600450"/>
            <a:ext cx="4419600" cy="571500"/>
          </a:xfrm>
          <a:prstGeom prst="rect">
            <a:avLst/>
          </a:prstGeom>
          <a:noFill/>
          <a:ln>
            <a:noFill/>
          </a:ln>
        </p:spPr>
        <p:txBody>
          <a:bodyPr anchorCtr="0" anchor="ctr" bIns="40800" lIns="81625" spcFirstLastPara="1" rIns="81625" wrap="square" tIns="40800">
            <a:noAutofit/>
          </a:bodyPr>
          <a:lstStyle>
            <a:lvl1pPr indent="-228600" lvl="0" marL="457200" algn="l">
              <a:lnSpc>
                <a:spcPct val="119083"/>
              </a:lnSpc>
              <a:spcBef>
                <a:spcPts val="0"/>
              </a:spcBef>
              <a:spcAft>
                <a:spcPts val="0"/>
              </a:spcAft>
              <a:buSzPts val="960"/>
              <a:buNone/>
              <a:defRPr sz="1200">
                <a:solidFill>
                  <a:srgbClr val="777777"/>
                </a:solidFill>
              </a:defRPr>
            </a:lvl1pPr>
            <a:lvl2pPr indent="-298450" lvl="1" marL="914400" algn="l">
              <a:spcBef>
                <a:spcPts val="488"/>
              </a:spcBef>
              <a:spcAft>
                <a:spcPts val="0"/>
              </a:spcAft>
              <a:buSzPts val="1100"/>
              <a:buChar char="◦"/>
              <a:defRPr sz="1100"/>
            </a:lvl2pPr>
            <a:lvl3pPr indent="-285750" lvl="2" marL="1371600" algn="l">
              <a:spcBef>
                <a:spcPts val="180"/>
              </a:spcBef>
              <a:spcAft>
                <a:spcPts val="0"/>
              </a:spcAft>
              <a:buSzPts val="900"/>
              <a:buChar char="●"/>
              <a:defRPr sz="900"/>
            </a:lvl3pPr>
            <a:lvl4pPr indent="-279400" lvl="3" marL="1828800" algn="l">
              <a:spcBef>
                <a:spcPts val="160"/>
              </a:spcBef>
              <a:spcAft>
                <a:spcPts val="0"/>
              </a:spcAft>
              <a:buSzPts val="800"/>
              <a:buChar char="●"/>
              <a:defRPr sz="800"/>
            </a:lvl4pPr>
            <a:lvl5pPr indent="-279400" lvl="4" marL="2286000" algn="l">
              <a:spcBef>
                <a:spcPts val="160"/>
              </a:spcBef>
              <a:spcAft>
                <a:spcPts val="0"/>
              </a:spcAft>
              <a:buSzPts val="800"/>
              <a:buChar char="●"/>
              <a:defRPr sz="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56" name="Google Shape;156;p19"/>
          <p:cNvSpPr txBox="1"/>
          <p:nvPr>
            <p:ph idx="10" type="dt"/>
          </p:nvPr>
        </p:nvSpPr>
        <p:spPr>
          <a:xfrm>
            <a:off x="3581400" y="4729162"/>
            <a:ext cx="2133600" cy="357187"/>
          </a:xfrm>
          <a:prstGeom prst="rect">
            <a:avLst/>
          </a:prstGeom>
          <a:noFill/>
          <a:ln>
            <a:noFill/>
          </a:ln>
        </p:spPr>
        <p:txBody>
          <a:bodyPr anchorCtr="0" anchor="b" bIns="40800" lIns="81625" spcFirstLastPara="1" rIns="81625" wrap="square" tIns="40800">
            <a:noAutofit/>
          </a:bodyPr>
          <a:lstStyle>
            <a:lvl1pPr lvl="0" algn="r">
              <a:lnSpc>
                <a:spcPct val="100000"/>
              </a:lnSpc>
              <a:spcBef>
                <a:spcPts val="0"/>
              </a:spcBef>
              <a:spcAft>
                <a:spcPts val="0"/>
              </a:spcAft>
              <a:buSzPts val="1400"/>
              <a:buNone/>
              <a:defRPr sz="1100">
                <a:solidFill>
                  <a:srgbClr val="B5A7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19"/>
          <p:cNvSpPr txBox="1"/>
          <p:nvPr>
            <p:ph idx="11" type="ftr"/>
          </p:nvPr>
        </p:nvSpPr>
        <p:spPr>
          <a:xfrm>
            <a:off x="5715000" y="4729162"/>
            <a:ext cx="2895600" cy="357187"/>
          </a:xfrm>
          <a:prstGeom prst="rect">
            <a:avLst/>
          </a:prstGeom>
          <a:noFill/>
          <a:ln>
            <a:noFill/>
          </a:ln>
        </p:spPr>
        <p:txBody>
          <a:bodyPr anchorCtr="0" anchor="b" bIns="40800" lIns="81625" spcFirstLastPara="1" rIns="81625" wrap="square" tIns="40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19"/>
          <p:cNvSpPr txBox="1"/>
          <p:nvPr>
            <p:ph idx="12" type="sldNum"/>
          </p:nvPr>
        </p:nvSpPr>
        <p:spPr>
          <a:xfrm>
            <a:off x="8613775" y="4729162"/>
            <a:ext cx="457200" cy="357187"/>
          </a:xfrm>
          <a:prstGeom prst="rect">
            <a:avLst/>
          </a:prstGeom>
          <a:noFill/>
          <a:ln>
            <a:noFill/>
          </a:ln>
        </p:spPr>
        <p:txBody>
          <a:bodyPr anchorCtr="0" anchor="b" bIns="40800" lIns="81625" spcFirstLastPara="1" rIns="81625" wrap="square" tIns="40800">
            <a:noAutofit/>
          </a:bodyPr>
          <a:lstStyle>
            <a:lvl1pPr indent="0" lvl="0"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1pPr>
            <a:lvl2pPr indent="0" lvl="1"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2pPr>
            <a:lvl3pPr indent="0" lvl="2"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3pPr>
            <a:lvl4pPr indent="0" lvl="3"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4pPr>
            <a:lvl5pPr indent="0" lvl="4"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5pPr>
            <a:lvl6pPr indent="0" lvl="5"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6pPr>
            <a:lvl7pPr indent="0" lvl="6"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7pPr>
            <a:lvl8pPr indent="0" lvl="7"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8pPr>
            <a:lvl9pPr indent="0" lvl="8"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0" name="Shape 170"/>
        <p:cNvGrpSpPr/>
        <p:nvPr/>
      </p:nvGrpSpPr>
      <p:grpSpPr>
        <a:xfrm>
          <a:off x="0" y="0"/>
          <a:ext cx="0" cy="0"/>
          <a:chOff x="0" y="0"/>
          <a:chExt cx="0" cy="0"/>
        </a:xfrm>
      </p:grpSpPr>
      <p:sp>
        <p:nvSpPr>
          <p:cNvPr id="171" name="Google Shape;171;p21"/>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2" name="Google Shape;172;p21"/>
          <p:cNvSpPr txBox="1"/>
          <p:nvPr>
            <p:ph idx="1" type="body"/>
          </p:nvPr>
        </p:nvSpPr>
        <p:spPr>
          <a:xfrm rot="5400000">
            <a:off x="3384550" y="-863600"/>
            <a:ext cx="3600450" cy="7499350"/>
          </a:xfrm>
          <a:prstGeom prst="rect">
            <a:avLst/>
          </a:prstGeom>
          <a:noFill/>
          <a:ln>
            <a:noFill/>
          </a:ln>
        </p:spPr>
        <p:txBody>
          <a:bodyPr anchorCtr="0" anchor="t" bIns="40800" lIns="81625" spcFirstLastPara="1" rIns="81625" wrap="square" tIns="40800">
            <a:noAutofit/>
          </a:bodyPr>
          <a:lstStyle>
            <a:lvl1pPr indent="-320040" lvl="0" marL="457200" algn="l">
              <a:spcBef>
                <a:spcPts val="538"/>
              </a:spcBef>
              <a:spcAft>
                <a:spcPts val="0"/>
              </a:spcAft>
              <a:buSzPts val="1440"/>
              <a:buChar char="⚫"/>
              <a:defRPr/>
            </a:lvl1pPr>
            <a:lvl2pPr indent="-342900" lvl="1" marL="914400" algn="l">
              <a:spcBef>
                <a:spcPts val="488"/>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73" name="Google Shape;173;p21"/>
          <p:cNvSpPr txBox="1"/>
          <p:nvPr>
            <p:ph idx="10" type="dt"/>
          </p:nvPr>
        </p:nvSpPr>
        <p:spPr>
          <a:xfrm>
            <a:off x="3581400" y="4729162"/>
            <a:ext cx="2133600" cy="357187"/>
          </a:xfrm>
          <a:prstGeom prst="rect">
            <a:avLst/>
          </a:prstGeom>
          <a:noFill/>
          <a:ln>
            <a:noFill/>
          </a:ln>
        </p:spPr>
        <p:txBody>
          <a:bodyPr anchorCtr="0" anchor="b" bIns="40800" lIns="81625" spcFirstLastPara="1" rIns="81625" wrap="square" tIns="40800">
            <a:noAutofit/>
          </a:bodyPr>
          <a:lstStyle>
            <a:lvl1pPr lvl="0" algn="r">
              <a:lnSpc>
                <a:spcPct val="100000"/>
              </a:lnSpc>
              <a:spcBef>
                <a:spcPts val="0"/>
              </a:spcBef>
              <a:spcAft>
                <a:spcPts val="0"/>
              </a:spcAft>
              <a:buSzPts val="1400"/>
              <a:buNone/>
              <a:defRPr sz="1100">
                <a:solidFill>
                  <a:srgbClr val="B5A7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4" name="Google Shape;174;p21"/>
          <p:cNvSpPr txBox="1"/>
          <p:nvPr>
            <p:ph idx="11" type="ftr"/>
          </p:nvPr>
        </p:nvSpPr>
        <p:spPr>
          <a:xfrm>
            <a:off x="5715000" y="4729162"/>
            <a:ext cx="2895600" cy="357187"/>
          </a:xfrm>
          <a:prstGeom prst="rect">
            <a:avLst/>
          </a:prstGeom>
          <a:noFill/>
          <a:ln>
            <a:noFill/>
          </a:ln>
        </p:spPr>
        <p:txBody>
          <a:bodyPr anchorCtr="0" anchor="b" bIns="40800" lIns="81625" spcFirstLastPara="1" rIns="81625" wrap="square" tIns="40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p21"/>
          <p:cNvSpPr txBox="1"/>
          <p:nvPr>
            <p:ph idx="12" type="sldNum"/>
          </p:nvPr>
        </p:nvSpPr>
        <p:spPr>
          <a:xfrm>
            <a:off x="8613775" y="4729162"/>
            <a:ext cx="457200" cy="357187"/>
          </a:xfrm>
          <a:prstGeom prst="rect">
            <a:avLst/>
          </a:prstGeom>
          <a:noFill/>
          <a:ln>
            <a:noFill/>
          </a:ln>
        </p:spPr>
        <p:txBody>
          <a:bodyPr anchorCtr="0" anchor="b" bIns="40800" lIns="81625" spcFirstLastPara="1" rIns="81625" wrap="square" tIns="40800">
            <a:noAutofit/>
          </a:bodyPr>
          <a:lstStyle>
            <a:lvl1pPr indent="0" lvl="0"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1pPr>
            <a:lvl2pPr indent="0" lvl="1"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2pPr>
            <a:lvl3pPr indent="0" lvl="2"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3pPr>
            <a:lvl4pPr indent="0" lvl="3"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4pPr>
            <a:lvl5pPr indent="0" lvl="4"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5pPr>
            <a:lvl6pPr indent="0" lvl="5"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6pPr>
            <a:lvl7pPr indent="0" lvl="6"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7pPr>
            <a:lvl8pPr indent="0" lvl="7"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8pPr>
            <a:lvl9pPr indent="0" lvl="8"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7" name="Shape 187"/>
        <p:cNvGrpSpPr/>
        <p:nvPr/>
      </p:nvGrpSpPr>
      <p:grpSpPr>
        <a:xfrm>
          <a:off x="0" y="0"/>
          <a:ext cx="0" cy="0"/>
          <a:chOff x="0" y="0"/>
          <a:chExt cx="0" cy="0"/>
        </a:xfrm>
      </p:grpSpPr>
      <p:sp>
        <p:nvSpPr>
          <p:cNvPr id="188" name="Google Shape;188;p23"/>
          <p:cNvSpPr txBox="1"/>
          <p:nvPr>
            <p:ph type="title"/>
          </p:nvPr>
        </p:nvSpPr>
        <p:spPr>
          <a:xfrm rot="5400000">
            <a:off x="5578079" y="1485902"/>
            <a:ext cx="4388644" cy="1828800"/>
          </a:xfrm>
          <a:prstGeom prst="rect">
            <a:avLst/>
          </a:prstGeom>
          <a:noFill/>
          <a:ln>
            <a:noFill/>
          </a:ln>
        </p:spPr>
        <p:txBody>
          <a:bodyPr anchorCtr="0" anchor="ctr" bIns="40800" lIns="81625" spcFirstLastPara="1" rIns="81625" wrap="square" tIns="408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23"/>
          <p:cNvSpPr txBox="1"/>
          <p:nvPr>
            <p:ph idx="1" type="body"/>
          </p:nvPr>
        </p:nvSpPr>
        <p:spPr>
          <a:xfrm rot="5400000">
            <a:off x="1729978" y="-380998"/>
            <a:ext cx="4388644" cy="5562600"/>
          </a:xfrm>
          <a:prstGeom prst="rect">
            <a:avLst/>
          </a:prstGeom>
          <a:noFill/>
          <a:ln>
            <a:noFill/>
          </a:ln>
        </p:spPr>
        <p:txBody>
          <a:bodyPr anchorCtr="0" anchor="t" bIns="40800" lIns="81625" spcFirstLastPara="1" rIns="81625" wrap="square" tIns="40800">
            <a:noAutofit/>
          </a:bodyPr>
          <a:lstStyle>
            <a:lvl1pPr indent="-320040" lvl="0" marL="457200" algn="l">
              <a:spcBef>
                <a:spcPts val="538"/>
              </a:spcBef>
              <a:spcAft>
                <a:spcPts val="0"/>
              </a:spcAft>
              <a:buSzPts val="1440"/>
              <a:buChar char="⚫"/>
              <a:defRPr/>
            </a:lvl1pPr>
            <a:lvl2pPr indent="-342900" lvl="1" marL="914400" algn="l">
              <a:spcBef>
                <a:spcPts val="488"/>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90" name="Google Shape;190;p23"/>
          <p:cNvSpPr txBox="1"/>
          <p:nvPr>
            <p:ph idx="10" type="dt"/>
          </p:nvPr>
        </p:nvSpPr>
        <p:spPr>
          <a:xfrm>
            <a:off x="3581400" y="4729162"/>
            <a:ext cx="2133600" cy="357187"/>
          </a:xfrm>
          <a:prstGeom prst="rect">
            <a:avLst/>
          </a:prstGeom>
          <a:noFill/>
          <a:ln>
            <a:noFill/>
          </a:ln>
        </p:spPr>
        <p:txBody>
          <a:bodyPr anchorCtr="0" anchor="b" bIns="40800" lIns="81625" spcFirstLastPara="1" rIns="81625" wrap="square" tIns="40800">
            <a:noAutofit/>
          </a:bodyPr>
          <a:lstStyle>
            <a:lvl1pPr lvl="0" algn="r">
              <a:lnSpc>
                <a:spcPct val="100000"/>
              </a:lnSpc>
              <a:spcBef>
                <a:spcPts val="0"/>
              </a:spcBef>
              <a:spcAft>
                <a:spcPts val="0"/>
              </a:spcAft>
              <a:buSzPts val="1400"/>
              <a:buNone/>
              <a:defRPr sz="1100">
                <a:solidFill>
                  <a:srgbClr val="B5A7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23"/>
          <p:cNvSpPr txBox="1"/>
          <p:nvPr>
            <p:ph idx="11" type="ftr"/>
          </p:nvPr>
        </p:nvSpPr>
        <p:spPr>
          <a:xfrm>
            <a:off x="5715000" y="4729162"/>
            <a:ext cx="2895600" cy="357187"/>
          </a:xfrm>
          <a:prstGeom prst="rect">
            <a:avLst/>
          </a:prstGeom>
          <a:noFill/>
          <a:ln>
            <a:noFill/>
          </a:ln>
        </p:spPr>
        <p:txBody>
          <a:bodyPr anchorCtr="0" anchor="b" bIns="40800" lIns="81625" spcFirstLastPara="1" rIns="81625" wrap="square" tIns="40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2" name="Google Shape;192;p23"/>
          <p:cNvSpPr txBox="1"/>
          <p:nvPr>
            <p:ph idx="12" type="sldNum"/>
          </p:nvPr>
        </p:nvSpPr>
        <p:spPr>
          <a:xfrm>
            <a:off x="8613775" y="4729162"/>
            <a:ext cx="457200" cy="357187"/>
          </a:xfrm>
          <a:prstGeom prst="rect">
            <a:avLst/>
          </a:prstGeom>
          <a:noFill/>
          <a:ln>
            <a:noFill/>
          </a:ln>
        </p:spPr>
        <p:txBody>
          <a:bodyPr anchorCtr="0" anchor="b" bIns="40800" lIns="81625" spcFirstLastPara="1" rIns="81625" wrap="square" tIns="40800">
            <a:noAutofit/>
          </a:bodyPr>
          <a:lstStyle>
            <a:lvl1pPr indent="0" lvl="0"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1pPr>
            <a:lvl2pPr indent="0" lvl="1"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2pPr>
            <a:lvl3pPr indent="0" lvl="2"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3pPr>
            <a:lvl4pPr indent="0" lvl="3"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4pPr>
            <a:lvl5pPr indent="0" lvl="4"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5pPr>
            <a:lvl6pPr indent="0" lvl="5"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6pPr>
            <a:lvl7pPr indent="0" lvl="6"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7pPr>
            <a:lvl8pPr indent="0" lvl="7"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8pPr>
            <a:lvl9pPr indent="0" lvl="8" marL="0" marR="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2.xml"/><Relationship Id="rId3" Type="http://schemas.openxmlformats.org/officeDocument/2006/relationships/theme" Target="../theme/theme13.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theme" Target="../theme/theme1.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3.xml"/><Relationship Id="rId3" Type="http://schemas.openxmlformats.org/officeDocument/2006/relationships/theme" Target="../theme/theme2.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4.xml"/><Relationship Id="rId3" Type="http://schemas.openxmlformats.org/officeDocument/2006/relationships/theme" Target="../theme/theme11.xml"/></Relationships>
</file>

<file path=ppt/slideMasters/_rels/slideMaster6.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5.xml"/><Relationship Id="rId3" Type="http://schemas.openxmlformats.org/officeDocument/2006/relationships/theme" Target="../theme/theme7.xml"/></Relationships>
</file>

<file path=ppt/slideMasters/_rels/slideMaster7.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6.xml"/><Relationship Id="rId3" Type="http://schemas.openxmlformats.org/officeDocument/2006/relationships/theme" Target="../theme/theme9.xml"/></Relationships>
</file>

<file path=ppt/slideMasters/_rels/slideMaster8.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7.xml"/><Relationship Id="rId3" Type="http://schemas.openxmlformats.org/officeDocument/2006/relationships/theme" Target="../theme/theme6.xml"/></Relationships>
</file>

<file path=ppt/slideMasters/_rels/slideMaster9.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8.xml"/><Relationship Id="rId3" Type="http://schemas.openxmlformats.org/officeDocument/2006/relationships/theme" Target="../theme/theme10.xml"/></Relationships>
</file>

<file path=ppt/slideMasters/_rels/slideMaster10.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9.xml"/><Relationship Id="rId3" Type="http://schemas.openxmlformats.org/officeDocument/2006/relationships/theme" Target="../theme/theme5.xml"/></Relationships>
</file>

<file path=ppt/slideMasters/_rels/slideMaster1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0.xml"/><Relationship Id="rId3" Type="http://schemas.openxmlformats.org/officeDocument/2006/relationships/theme" Target="../theme/theme8.xml"/></Relationships>
</file>

<file path=ppt/slideMasters/_rels/slideMaster1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1.xml"/><Relationship Id="rId3" Type="http://schemas.openxmlformats.org/officeDocument/2006/relationships/theme" Target="../theme/theme1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2" name="Shape 12"/>
        <p:cNvGrpSpPr/>
        <p:nvPr/>
      </p:nvGrpSpPr>
      <p:grpSpPr>
        <a:xfrm>
          <a:off x="0" y="0"/>
          <a:ext cx="0" cy="0"/>
          <a:chOff x="0" y="0"/>
          <a:chExt cx="0" cy="0"/>
        </a:xfrm>
      </p:grpSpPr>
      <p:sp>
        <p:nvSpPr>
          <p:cNvPr id="13" name="Google Shape;13;p1"/>
          <p:cNvSpPr/>
          <p:nvPr/>
        </p:nvSpPr>
        <p:spPr>
          <a:xfrm>
            <a:off x="-815975" y="-611187"/>
            <a:ext cx="1638300" cy="1228725"/>
          </a:xfrm>
          <a:custGeom>
            <a:rect b="b" l="l" r="r" t="t"/>
            <a:pathLst>
              <a:path extrusionOk="0" h="1228726" w="1638300">
                <a:moveTo>
                  <a:pt x="1638300" y="614363"/>
                </a:moveTo>
                <a:lnTo>
                  <a:pt x="1638300" y="614363"/>
                </a:lnTo>
                <a:cubicBezTo>
                  <a:pt x="1638300" y="695064"/>
                  <a:pt x="1617098" y="774980"/>
                  <a:pt x="1575909" y="849535"/>
                </a:cubicBezTo>
                <a:cubicBezTo>
                  <a:pt x="1534720" y="924089"/>
                  <a:pt x="1474345" y="991832"/>
                  <a:pt x="1398242" y="1048883"/>
                </a:cubicBezTo>
                <a:cubicBezTo>
                  <a:pt x="1322139" y="1105934"/>
                  <a:pt x="1231787" y="1151184"/>
                  <a:pt x="1132362" y="1182041"/>
                </a:cubicBezTo>
                <a:cubicBezTo>
                  <a:pt x="1032937" y="1212899"/>
                  <a:pt x="926372" y="1228763"/>
                  <a:pt x="818771" y="1228725"/>
                </a:cubicBezTo>
                <a:lnTo>
                  <a:pt x="819150" y="614363"/>
                </a:lnTo>
                <a:close/>
              </a:path>
            </a:pathLst>
          </a:custGeom>
          <a:solidFill>
            <a:srgbClr val="FEFAF4">
              <a:alpha val="32549"/>
            </a:srgbClr>
          </a:solidFill>
          <a:ln cap="rnd" cmpd="sng" w="9525">
            <a:solidFill>
              <a:srgbClr val="D2C39E"/>
            </a:solidFill>
            <a:prstDash val="solid"/>
            <a:miter lim="800000"/>
            <a:headEnd len="sm" w="sm" type="none"/>
            <a:tailEnd len="sm" w="sm" type="none"/>
          </a:ln>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14" name="Google Shape;14;p1"/>
          <p:cNvSpPr/>
          <p:nvPr/>
        </p:nvSpPr>
        <p:spPr>
          <a:xfrm>
            <a:off x="168275" y="15875"/>
            <a:ext cx="1703387" cy="1276350"/>
          </a:xfrm>
          <a:prstGeom prst="ellipse">
            <a:avLst/>
          </a:prstGeom>
          <a:noFill/>
          <a:ln cap="rnd" cmpd="sng" w="27300">
            <a:solidFill>
              <a:srgbClr val="FFF6DB"/>
            </a:solidFill>
            <a:prstDash val="solid"/>
            <a:miter lim="800000"/>
            <a:headEnd len="sm" w="sm" type="none"/>
            <a:tailEnd len="sm" w="sm" type="none"/>
          </a:ln>
          <a:effectLst>
            <a:outerShdw blurRad="63500" dir="5400000" dist="25400">
              <a:srgbClr val="AFA58D">
                <a:alpha val="84705"/>
              </a:srgbClr>
            </a:outerShdw>
          </a:effectLst>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15" name="Google Shape;15;p1"/>
          <p:cNvSpPr/>
          <p:nvPr/>
        </p:nvSpPr>
        <p:spPr>
          <a:xfrm rot="2315675">
            <a:off x="182882" y="791308"/>
            <a:ext cx="1125717" cy="826968"/>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0800" lIns="81625" spcFirstLastPara="1" rIns="81625" wrap="square" tIns="40800">
            <a:noAutofit/>
          </a:bodyPr>
          <a:lstStyle/>
          <a:p>
            <a:pPr indent="0" lvl="0" marL="0" marR="0" rtl="0" algn="ctr">
              <a:lnSpc>
                <a:spcPct val="100000"/>
              </a:lnSpc>
              <a:spcBef>
                <a:spcPts val="0"/>
              </a:spcBef>
              <a:spcAft>
                <a:spcPts val="0"/>
              </a:spcAft>
              <a:buClr>
                <a:schemeClr val="lt1"/>
              </a:buClr>
              <a:buSzPts val="2100"/>
              <a:buFont typeface="Comic Sans MS"/>
              <a:buNone/>
            </a:pPr>
            <a:r>
              <a:t/>
            </a:r>
            <a:endParaRPr b="0" i="0" sz="2100" u="none" cap="none" strike="noStrike">
              <a:solidFill>
                <a:schemeClr val="lt1"/>
              </a:solidFill>
              <a:latin typeface="Gill Sans"/>
              <a:ea typeface="Gill Sans"/>
              <a:cs typeface="Gill Sans"/>
              <a:sym typeface="Gill Sans"/>
            </a:endParaRPr>
          </a:p>
        </p:txBody>
      </p:sp>
      <p:sp>
        <p:nvSpPr>
          <p:cNvPr id="16" name="Google Shape;16;p1"/>
          <p:cNvSpPr txBox="1"/>
          <p:nvPr/>
        </p:nvSpPr>
        <p:spPr>
          <a:xfrm>
            <a:off x="1012825" y="0"/>
            <a:ext cx="8131175" cy="5143500"/>
          </a:xfrm>
          <a:prstGeom prst="rect">
            <a:avLst/>
          </a:prstGeom>
          <a:solidFill>
            <a:schemeClr val="lt1"/>
          </a:solidFill>
          <a:ln>
            <a:noFill/>
          </a:ln>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17" name="Google Shape;17;p1"/>
          <p:cNvSpPr txBox="1"/>
          <p:nvPr/>
        </p:nvSpPr>
        <p:spPr>
          <a:xfrm>
            <a:off x="1014412" y="0"/>
            <a:ext cx="73025" cy="5143500"/>
          </a:xfrm>
          <a:prstGeom prst="rect">
            <a:avLst/>
          </a:prstGeom>
          <a:solidFill>
            <a:schemeClr val="lt1"/>
          </a:solidFill>
          <a:ln>
            <a:noFill/>
          </a:ln>
          <a:effectLst>
            <a:outerShdw blurRad="63500" dir="10800000" dist="38000">
              <a:srgbClr val="706B5F">
                <a:alpha val="24705"/>
              </a:srgbClr>
            </a:outerShdw>
          </a:effectLst>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18" name="Google Shape;18;p1"/>
          <p:cNvSpPr/>
          <p:nvPr/>
        </p:nvSpPr>
        <p:spPr>
          <a:xfrm>
            <a:off x="921433" y="1060352"/>
            <a:ext cx="210312"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0800" lIns="81625" spcFirstLastPara="1" rIns="81625" wrap="square" tIns="40800">
            <a:noAutofit/>
          </a:bodyPr>
          <a:lstStyle/>
          <a:p>
            <a:pPr indent="0" lvl="0" marL="0" marR="0" rtl="0" algn="ctr">
              <a:lnSpc>
                <a:spcPct val="100000"/>
              </a:lnSpc>
              <a:spcBef>
                <a:spcPts val="0"/>
              </a:spcBef>
              <a:spcAft>
                <a:spcPts val="0"/>
              </a:spcAft>
              <a:buClr>
                <a:schemeClr val="dk1"/>
              </a:buClr>
              <a:buSzPts val="2100"/>
              <a:buFont typeface="Comic Sans MS"/>
              <a:buNone/>
            </a:pPr>
            <a:r>
              <a:t/>
            </a:r>
            <a:endParaRPr b="0" i="0" sz="2100" u="none" cap="none" strike="noStrike">
              <a:solidFill>
                <a:schemeClr val="dk1"/>
              </a:solidFill>
              <a:latin typeface="Gill Sans"/>
              <a:ea typeface="Gill Sans"/>
              <a:cs typeface="Gill Sans"/>
              <a:sym typeface="Gill Sans"/>
            </a:endParaRPr>
          </a:p>
        </p:txBody>
      </p:sp>
      <p:sp>
        <p:nvSpPr>
          <p:cNvPr id="19" name="Google Shape;19;p1"/>
          <p:cNvSpPr/>
          <p:nvPr/>
        </p:nvSpPr>
        <p:spPr>
          <a:xfrm>
            <a:off x="1157287" y="1008062"/>
            <a:ext cx="63500" cy="49212"/>
          </a:xfrm>
          <a:prstGeom prst="ellipse">
            <a:avLst/>
          </a:prstGeom>
          <a:noFill/>
          <a:ln cap="rnd" cmpd="sng" w="12700">
            <a:solidFill>
              <a:srgbClr val="307F93">
                <a:alpha val="59607"/>
              </a:srgbClr>
            </a:solidFill>
            <a:prstDash val="solid"/>
            <a:miter lim="800000"/>
            <a:headEnd len="sm" w="sm" type="none"/>
            <a:tailEnd len="sm" w="sm" type="none"/>
          </a:ln>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20" name="Google Shape;20;p1"/>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rmAutofit/>
          </a:bodyPr>
          <a:lstStyle>
            <a:lvl1pPr lvl="0"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1pPr>
            <a:lvl2pPr lvl="1"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2pPr>
            <a:lvl3pPr lvl="2"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3pPr>
            <a:lvl4pPr lvl="3"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4pPr>
            <a:lvl5pPr lvl="4"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5pPr>
            <a:lvl6pPr lvl="5"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6pPr>
            <a:lvl7pPr lvl="6"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7pPr>
            <a:lvl8pPr lvl="7"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8pPr>
            <a:lvl9pPr lvl="8"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9pPr>
          </a:lstStyle>
          <a:p/>
        </p:txBody>
      </p:sp>
      <p:sp>
        <p:nvSpPr>
          <p:cNvPr id="21" name="Google Shape;21;p1"/>
          <p:cNvSpPr txBox="1"/>
          <p:nvPr>
            <p:ph idx="1" type="body"/>
          </p:nvPr>
        </p:nvSpPr>
        <p:spPr>
          <a:xfrm>
            <a:off x="1435100" y="1085850"/>
            <a:ext cx="7499350" cy="3600450"/>
          </a:xfrm>
          <a:prstGeom prst="rect">
            <a:avLst/>
          </a:prstGeom>
          <a:noFill/>
          <a:ln>
            <a:noFill/>
          </a:ln>
        </p:spPr>
        <p:txBody>
          <a:bodyPr anchorCtr="0" anchor="t" bIns="40800" lIns="81625" spcFirstLastPara="1" rIns="81625" wrap="square" tIns="40800">
            <a:noAutofit/>
          </a:bodyPr>
          <a:lstStyle>
            <a:lvl1pPr indent="-370840" lvl="0" marL="457200" marR="0" rtl="0" algn="l">
              <a:spcBef>
                <a:spcPts val="538"/>
              </a:spcBef>
              <a:spcAft>
                <a:spcPts val="0"/>
              </a:spcAft>
              <a:buClr>
                <a:schemeClr val="accent1"/>
              </a:buClr>
              <a:buSzPts val="2240"/>
              <a:buFont typeface="Noto Sans Symbols"/>
              <a:buChar char="⚫"/>
              <a:defRPr b="0" i="0" sz="2800" u="none" cap="none" strike="noStrike">
                <a:solidFill>
                  <a:schemeClr val="dk1"/>
                </a:solidFill>
                <a:latin typeface="Gill Sans"/>
                <a:ea typeface="Gill Sans"/>
                <a:cs typeface="Gill Sans"/>
                <a:sym typeface="Gill Sans"/>
              </a:defRPr>
            </a:lvl1pPr>
            <a:lvl2pPr indent="-387350" lvl="1" marL="914400" marR="0" rtl="0" algn="l">
              <a:spcBef>
                <a:spcPts val="488"/>
              </a:spcBef>
              <a:spcAft>
                <a:spcPts val="0"/>
              </a:spcAft>
              <a:buClr>
                <a:schemeClr val="accent1"/>
              </a:buClr>
              <a:buSzPts val="2500"/>
              <a:buFont typeface="Verdana"/>
              <a:buChar char="◦"/>
              <a:defRPr b="0" i="0" sz="2500" u="none" cap="none" strike="noStrike">
                <a:solidFill>
                  <a:schemeClr val="dk1"/>
                </a:solidFill>
                <a:latin typeface="Gill Sans"/>
                <a:ea typeface="Gill Sans"/>
                <a:cs typeface="Gill Sans"/>
                <a:sym typeface="Gill Sans"/>
              </a:defRPr>
            </a:lvl2pPr>
            <a:lvl3pPr indent="-361950" lvl="2" marL="1371600" marR="0" rtl="0" algn="l">
              <a:spcBef>
                <a:spcPts val="420"/>
              </a:spcBef>
              <a:spcAft>
                <a:spcPts val="0"/>
              </a:spcAft>
              <a:buClr>
                <a:schemeClr val="accent2"/>
              </a:buClr>
              <a:buSzPts val="2100"/>
              <a:buFont typeface="Noto Sans Symbols"/>
              <a:buChar char="●"/>
              <a:defRPr b="0" i="0" sz="2100" u="none" cap="none" strike="noStrike">
                <a:solidFill>
                  <a:schemeClr val="dk1"/>
                </a:solidFill>
                <a:latin typeface="Gill Sans"/>
                <a:ea typeface="Gill Sans"/>
                <a:cs typeface="Gill Sans"/>
                <a:sym typeface="Gill Sans"/>
              </a:defRPr>
            </a:lvl3pPr>
            <a:lvl4pPr indent="-342900" lvl="3" marL="1828800" marR="0" rtl="0" algn="l">
              <a:spcBef>
                <a:spcPts val="360"/>
              </a:spcBef>
              <a:spcAft>
                <a:spcPts val="0"/>
              </a:spcAft>
              <a:buClr>
                <a:srgbClr val="C32D2E"/>
              </a:buClr>
              <a:buSzPts val="1800"/>
              <a:buFont typeface="Noto Sans Symbols"/>
              <a:buChar char="●"/>
              <a:defRPr b="0" i="0" sz="1800" u="none" cap="none" strike="noStrike">
                <a:solidFill>
                  <a:schemeClr val="dk1"/>
                </a:solidFill>
                <a:latin typeface="Gill Sans"/>
                <a:ea typeface="Gill Sans"/>
                <a:cs typeface="Gill Sans"/>
                <a:sym typeface="Gill Sans"/>
              </a:defRPr>
            </a:lvl4pPr>
            <a:lvl5pPr indent="-342900" lvl="4" marL="2286000" marR="0" rtl="0" algn="l">
              <a:spcBef>
                <a:spcPts val="360"/>
              </a:spcBef>
              <a:spcAft>
                <a:spcPts val="0"/>
              </a:spcAft>
              <a:buClr>
                <a:srgbClr val="84AA33"/>
              </a:buClr>
              <a:buSzPts val="1800"/>
              <a:buFont typeface="Noto Sans Symbols"/>
              <a:buChar char="●"/>
              <a:defRPr b="0" i="0" sz="1800" u="none" cap="none" strike="noStrike">
                <a:solidFill>
                  <a:schemeClr val="dk1"/>
                </a:solidFill>
                <a:latin typeface="Gill Sans"/>
                <a:ea typeface="Gill Sans"/>
                <a:cs typeface="Gill Sans"/>
                <a:sym typeface="Gill Sans"/>
              </a:defRPr>
            </a:lvl5pPr>
            <a:lvl6pPr indent="-342900" lvl="5" marL="2743200" marR="0" rtl="0" algn="l">
              <a:lnSpc>
                <a:spcPct val="100000"/>
              </a:lnSpc>
              <a:spcBef>
                <a:spcPts val="360"/>
              </a:spcBef>
              <a:spcAft>
                <a:spcPts val="0"/>
              </a:spcAft>
              <a:buClr>
                <a:schemeClr val="accent5"/>
              </a:buClr>
              <a:buSzPts val="1800"/>
              <a:buFont typeface="Noto Sans Symbols"/>
              <a:buChar char="●"/>
              <a:defRPr b="0" i="0" sz="1800" u="none" cap="none" strike="noStrike">
                <a:solidFill>
                  <a:schemeClr val="dk1"/>
                </a:solidFill>
                <a:latin typeface="Gill Sans"/>
                <a:ea typeface="Gill Sans"/>
                <a:cs typeface="Gill Sans"/>
                <a:sym typeface="Gill Sans"/>
              </a:defRPr>
            </a:lvl6pPr>
            <a:lvl7pPr indent="-342900" lvl="6" marL="32004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7pPr>
            <a:lvl8pPr indent="-342900" lvl="7" marL="36576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8pPr>
            <a:lvl9pPr indent="-342900" lvl="8" marL="41148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9pPr>
          </a:lstStyle>
          <a:p/>
        </p:txBody>
      </p:sp>
      <p:sp>
        <p:nvSpPr>
          <p:cNvPr id="22" name="Google Shape;22;p1"/>
          <p:cNvSpPr txBox="1"/>
          <p:nvPr>
            <p:ph idx="10" type="dt"/>
          </p:nvPr>
        </p:nvSpPr>
        <p:spPr>
          <a:xfrm>
            <a:off x="3581400" y="4729162"/>
            <a:ext cx="2133600" cy="357187"/>
          </a:xfrm>
          <a:prstGeom prst="rect">
            <a:avLst/>
          </a:prstGeom>
          <a:noFill/>
          <a:ln>
            <a:noFill/>
          </a:ln>
        </p:spPr>
        <p:txBody>
          <a:bodyPr anchorCtr="0" anchor="b" bIns="40800" lIns="81625" spcFirstLastPara="1" rIns="81625" wrap="square" tIns="40800">
            <a:noAutofit/>
          </a:bodyPr>
          <a:lstStyle>
            <a:lvl1pPr lvl="0" marR="0" rtl="0" algn="r">
              <a:lnSpc>
                <a:spcPct val="100000"/>
              </a:lnSpc>
              <a:spcBef>
                <a:spcPts val="0"/>
              </a:spcBef>
              <a:spcAft>
                <a:spcPts val="0"/>
              </a:spcAft>
              <a:buSzPts val="1400"/>
              <a:buNone/>
              <a:defRPr b="0" i="0" sz="1100" u="none">
                <a:solidFill>
                  <a:srgbClr val="B5A788"/>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9pPr>
          </a:lstStyle>
          <a:p/>
        </p:txBody>
      </p:sp>
      <p:sp>
        <p:nvSpPr>
          <p:cNvPr id="23" name="Google Shape;23;p1"/>
          <p:cNvSpPr txBox="1"/>
          <p:nvPr>
            <p:ph idx="11" type="ftr"/>
          </p:nvPr>
        </p:nvSpPr>
        <p:spPr>
          <a:xfrm>
            <a:off x="5715000" y="4729162"/>
            <a:ext cx="2895600" cy="357187"/>
          </a:xfrm>
          <a:prstGeom prst="rect">
            <a:avLst/>
          </a:prstGeom>
          <a:noFill/>
          <a:ln>
            <a:noFill/>
          </a:ln>
        </p:spPr>
        <p:txBody>
          <a:bodyPr anchorCtr="0" anchor="b" bIns="40800" lIns="81625" spcFirstLastPara="1" rIns="81625" wrap="square" tIns="40800">
            <a:noAutofit/>
          </a:bodyPr>
          <a:lstStyle>
            <a:lvl1pPr lvl="0" marR="0" rtl="0" algn="l">
              <a:lnSpc>
                <a:spcPct val="100000"/>
              </a:lnSpc>
              <a:spcBef>
                <a:spcPts val="0"/>
              </a:spcBef>
              <a:spcAft>
                <a:spcPts val="0"/>
              </a:spcAft>
              <a:buSzPts val="1400"/>
              <a:buNone/>
              <a:defRPr b="0" i="0" sz="2100" u="none">
                <a:solidFill>
                  <a:srgbClr val="000000"/>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9pPr>
          </a:lstStyle>
          <a:p/>
        </p:txBody>
      </p:sp>
      <p:sp>
        <p:nvSpPr>
          <p:cNvPr id="24" name="Google Shape;24;p1"/>
          <p:cNvSpPr txBox="1"/>
          <p:nvPr>
            <p:ph idx="12" type="sldNum"/>
          </p:nvPr>
        </p:nvSpPr>
        <p:spPr>
          <a:xfrm>
            <a:off x="8613775" y="4729162"/>
            <a:ext cx="457200" cy="357187"/>
          </a:xfrm>
          <a:prstGeom prst="rect">
            <a:avLst/>
          </a:prstGeom>
          <a:noFill/>
          <a:ln>
            <a:noFill/>
          </a:ln>
        </p:spPr>
        <p:txBody>
          <a:bodyPr anchorCtr="0" anchor="b" bIns="40800" lIns="81625" spcFirstLastPara="1" rIns="81625" wrap="square" tIns="40800">
            <a:noAutofit/>
          </a:bodyPr>
          <a:lstStyle>
            <a:lvl1pPr indent="0" lvl="0"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1pPr>
            <a:lvl2pPr indent="0" lvl="1"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2pPr>
            <a:lvl3pPr indent="0" lvl="2"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3pPr>
            <a:lvl4pPr indent="0" lvl="3"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4pPr>
            <a:lvl5pPr indent="0" lvl="4"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5pPr>
            <a:lvl6pPr indent="0" lvl="5"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6pPr>
            <a:lvl7pPr indent="0" lvl="6"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7pPr>
            <a:lvl8pPr indent="0" lvl="7"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8pPr>
            <a:lvl9pPr indent="0" lvl="8"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1" name="Shape 31"/>
        <p:cNvGrpSpPr/>
        <p:nvPr/>
      </p:nvGrpSpPr>
      <p:grpSpPr>
        <a:xfrm>
          <a:off x="0" y="0"/>
          <a:ext cx="0" cy="0"/>
          <a:chOff x="0" y="0"/>
          <a:chExt cx="0" cy="0"/>
        </a:xfrm>
      </p:grpSpPr>
      <p:sp>
        <p:nvSpPr>
          <p:cNvPr id="32" name="Google Shape;32;p3"/>
          <p:cNvSpPr/>
          <p:nvPr/>
        </p:nvSpPr>
        <p:spPr>
          <a:xfrm>
            <a:off x="-815975" y="-611187"/>
            <a:ext cx="1638300" cy="1228725"/>
          </a:xfrm>
          <a:custGeom>
            <a:rect b="b" l="l" r="r" t="t"/>
            <a:pathLst>
              <a:path extrusionOk="0" h="1228726" w="1638300">
                <a:moveTo>
                  <a:pt x="1638300" y="614363"/>
                </a:moveTo>
                <a:lnTo>
                  <a:pt x="1638300" y="614363"/>
                </a:lnTo>
                <a:cubicBezTo>
                  <a:pt x="1638300" y="695064"/>
                  <a:pt x="1617098" y="774980"/>
                  <a:pt x="1575909" y="849535"/>
                </a:cubicBezTo>
                <a:cubicBezTo>
                  <a:pt x="1534720" y="924089"/>
                  <a:pt x="1474345" y="991832"/>
                  <a:pt x="1398242" y="1048883"/>
                </a:cubicBezTo>
                <a:cubicBezTo>
                  <a:pt x="1322139" y="1105934"/>
                  <a:pt x="1231787" y="1151184"/>
                  <a:pt x="1132362" y="1182041"/>
                </a:cubicBezTo>
                <a:cubicBezTo>
                  <a:pt x="1032937" y="1212899"/>
                  <a:pt x="926372" y="1228763"/>
                  <a:pt x="818771" y="1228725"/>
                </a:cubicBezTo>
                <a:lnTo>
                  <a:pt x="819150" y="614363"/>
                </a:lnTo>
                <a:close/>
              </a:path>
            </a:pathLst>
          </a:custGeom>
          <a:solidFill>
            <a:srgbClr val="FEFAF4">
              <a:alpha val="32549"/>
            </a:srgbClr>
          </a:solidFill>
          <a:ln cap="rnd" cmpd="sng" w="9525">
            <a:solidFill>
              <a:srgbClr val="D2C39E"/>
            </a:solidFill>
            <a:prstDash val="solid"/>
            <a:miter lim="800000"/>
            <a:headEnd len="sm" w="sm" type="none"/>
            <a:tailEnd len="sm" w="sm" type="none"/>
          </a:ln>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33" name="Google Shape;33;p3"/>
          <p:cNvSpPr/>
          <p:nvPr/>
        </p:nvSpPr>
        <p:spPr>
          <a:xfrm>
            <a:off x="168275" y="15875"/>
            <a:ext cx="1703387" cy="1276350"/>
          </a:xfrm>
          <a:prstGeom prst="ellipse">
            <a:avLst/>
          </a:prstGeom>
          <a:noFill/>
          <a:ln cap="rnd" cmpd="sng" w="27300">
            <a:solidFill>
              <a:srgbClr val="FFF6DB"/>
            </a:solidFill>
            <a:prstDash val="solid"/>
            <a:miter lim="800000"/>
            <a:headEnd len="sm" w="sm" type="none"/>
            <a:tailEnd len="sm" w="sm" type="none"/>
          </a:ln>
          <a:effectLst>
            <a:outerShdw blurRad="63500" dir="5400000" dist="25400">
              <a:srgbClr val="AFA58D">
                <a:alpha val="84705"/>
              </a:srgbClr>
            </a:outerShdw>
          </a:effectLst>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34" name="Google Shape;34;p3"/>
          <p:cNvSpPr/>
          <p:nvPr/>
        </p:nvSpPr>
        <p:spPr>
          <a:xfrm rot="2315675">
            <a:off x="182882" y="791308"/>
            <a:ext cx="1125717" cy="826968"/>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0800" lIns="81625" spcFirstLastPara="1" rIns="81625" wrap="square" tIns="40800">
            <a:noAutofit/>
          </a:bodyPr>
          <a:lstStyle/>
          <a:p>
            <a:pPr indent="0" lvl="0" marL="0" marR="0" rtl="0" algn="ctr">
              <a:lnSpc>
                <a:spcPct val="100000"/>
              </a:lnSpc>
              <a:spcBef>
                <a:spcPts val="0"/>
              </a:spcBef>
              <a:spcAft>
                <a:spcPts val="0"/>
              </a:spcAft>
              <a:buClr>
                <a:schemeClr val="lt1"/>
              </a:buClr>
              <a:buSzPts val="2100"/>
              <a:buFont typeface="Comic Sans MS"/>
              <a:buNone/>
            </a:pPr>
            <a:r>
              <a:t/>
            </a:r>
            <a:endParaRPr b="0" i="0" sz="2100" u="none" cap="none" strike="noStrike">
              <a:solidFill>
                <a:schemeClr val="lt1"/>
              </a:solidFill>
              <a:latin typeface="Gill Sans"/>
              <a:ea typeface="Gill Sans"/>
              <a:cs typeface="Gill Sans"/>
              <a:sym typeface="Gill Sans"/>
            </a:endParaRPr>
          </a:p>
        </p:txBody>
      </p:sp>
      <p:sp>
        <p:nvSpPr>
          <p:cNvPr id="35" name="Google Shape;35;p3"/>
          <p:cNvSpPr txBox="1"/>
          <p:nvPr/>
        </p:nvSpPr>
        <p:spPr>
          <a:xfrm>
            <a:off x="1012825" y="0"/>
            <a:ext cx="8131175" cy="5143500"/>
          </a:xfrm>
          <a:prstGeom prst="rect">
            <a:avLst/>
          </a:prstGeom>
          <a:solidFill>
            <a:schemeClr val="lt1"/>
          </a:solidFill>
          <a:ln>
            <a:noFill/>
          </a:ln>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36" name="Google Shape;36;p3"/>
          <p:cNvSpPr txBox="1"/>
          <p:nvPr/>
        </p:nvSpPr>
        <p:spPr>
          <a:xfrm>
            <a:off x="1014412" y="0"/>
            <a:ext cx="73025" cy="5143500"/>
          </a:xfrm>
          <a:prstGeom prst="rect">
            <a:avLst/>
          </a:prstGeom>
          <a:solidFill>
            <a:schemeClr val="lt1"/>
          </a:solidFill>
          <a:ln>
            <a:noFill/>
          </a:ln>
          <a:effectLst>
            <a:outerShdw blurRad="63500" dir="10800000" dist="38000">
              <a:srgbClr val="706B5F">
                <a:alpha val="24705"/>
              </a:srgbClr>
            </a:outerShdw>
          </a:effectLst>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37" name="Google Shape;37;p3"/>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rmAutofit/>
          </a:bodyPr>
          <a:lstStyle>
            <a:lvl1pPr lvl="0"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1pPr>
            <a:lvl2pPr lvl="1"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2pPr>
            <a:lvl3pPr lvl="2"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3pPr>
            <a:lvl4pPr lvl="3"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4pPr>
            <a:lvl5pPr lvl="4"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5pPr>
            <a:lvl6pPr lvl="5"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6pPr>
            <a:lvl7pPr lvl="6"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7pPr>
            <a:lvl8pPr lvl="7"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8pPr>
            <a:lvl9pPr lvl="8"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9pPr>
          </a:lstStyle>
          <a:p/>
        </p:txBody>
      </p:sp>
      <p:sp>
        <p:nvSpPr>
          <p:cNvPr id="38" name="Google Shape;38;p3"/>
          <p:cNvSpPr txBox="1"/>
          <p:nvPr>
            <p:ph idx="1" type="body"/>
          </p:nvPr>
        </p:nvSpPr>
        <p:spPr>
          <a:xfrm>
            <a:off x="1435100" y="1085850"/>
            <a:ext cx="7499350" cy="3600450"/>
          </a:xfrm>
          <a:prstGeom prst="rect">
            <a:avLst/>
          </a:prstGeom>
          <a:noFill/>
          <a:ln>
            <a:noFill/>
          </a:ln>
        </p:spPr>
        <p:txBody>
          <a:bodyPr anchorCtr="0" anchor="t" bIns="40800" lIns="81625" spcFirstLastPara="1" rIns="81625" wrap="square" tIns="40800">
            <a:noAutofit/>
          </a:bodyPr>
          <a:lstStyle>
            <a:lvl1pPr indent="-370840" lvl="0" marL="457200" marR="0" rtl="0" algn="l">
              <a:spcBef>
                <a:spcPts val="538"/>
              </a:spcBef>
              <a:spcAft>
                <a:spcPts val="0"/>
              </a:spcAft>
              <a:buClr>
                <a:schemeClr val="accent1"/>
              </a:buClr>
              <a:buSzPts val="2240"/>
              <a:buFont typeface="Noto Sans Symbols"/>
              <a:buChar char="⚫"/>
              <a:defRPr b="0" i="0" sz="2800" u="none" cap="none" strike="noStrike">
                <a:solidFill>
                  <a:schemeClr val="dk1"/>
                </a:solidFill>
                <a:latin typeface="Gill Sans"/>
                <a:ea typeface="Gill Sans"/>
                <a:cs typeface="Gill Sans"/>
                <a:sym typeface="Gill Sans"/>
              </a:defRPr>
            </a:lvl1pPr>
            <a:lvl2pPr indent="-387350" lvl="1" marL="914400" marR="0" rtl="0" algn="l">
              <a:spcBef>
                <a:spcPts val="488"/>
              </a:spcBef>
              <a:spcAft>
                <a:spcPts val="0"/>
              </a:spcAft>
              <a:buClr>
                <a:schemeClr val="accent1"/>
              </a:buClr>
              <a:buSzPts val="2500"/>
              <a:buFont typeface="Verdana"/>
              <a:buChar char="◦"/>
              <a:defRPr b="0" i="0" sz="2500" u="none" cap="none" strike="noStrike">
                <a:solidFill>
                  <a:schemeClr val="dk1"/>
                </a:solidFill>
                <a:latin typeface="Gill Sans"/>
                <a:ea typeface="Gill Sans"/>
                <a:cs typeface="Gill Sans"/>
                <a:sym typeface="Gill Sans"/>
              </a:defRPr>
            </a:lvl2pPr>
            <a:lvl3pPr indent="-361950" lvl="2" marL="1371600" marR="0" rtl="0" algn="l">
              <a:spcBef>
                <a:spcPts val="420"/>
              </a:spcBef>
              <a:spcAft>
                <a:spcPts val="0"/>
              </a:spcAft>
              <a:buClr>
                <a:schemeClr val="accent2"/>
              </a:buClr>
              <a:buSzPts val="2100"/>
              <a:buFont typeface="Noto Sans Symbols"/>
              <a:buChar char="●"/>
              <a:defRPr b="0" i="0" sz="2100" u="none" cap="none" strike="noStrike">
                <a:solidFill>
                  <a:schemeClr val="dk1"/>
                </a:solidFill>
                <a:latin typeface="Gill Sans"/>
                <a:ea typeface="Gill Sans"/>
                <a:cs typeface="Gill Sans"/>
                <a:sym typeface="Gill Sans"/>
              </a:defRPr>
            </a:lvl3pPr>
            <a:lvl4pPr indent="-342900" lvl="3" marL="1828800" marR="0" rtl="0" algn="l">
              <a:spcBef>
                <a:spcPts val="360"/>
              </a:spcBef>
              <a:spcAft>
                <a:spcPts val="0"/>
              </a:spcAft>
              <a:buClr>
                <a:srgbClr val="C32D2E"/>
              </a:buClr>
              <a:buSzPts val="1800"/>
              <a:buFont typeface="Noto Sans Symbols"/>
              <a:buChar char="●"/>
              <a:defRPr b="0" i="0" sz="1800" u="none" cap="none" strike="noStrike">
                <a:solidFill>
                  <a:schemeClr val="dk1"/>
                </a:solidFill>
                <a:latin typeface="Gill Sans"/>
                <a:ea typeface="Gill Sans"/>
                <a:cs typeface="Gill Sans"/>
                <a:sym typeface="Gill Sans"/>
              </a:defRPr>
            </a:lvl4pPr>
            <a:lvl5pPr indent="-342900" lvl="4" marL="2286000" marR="0" rtl="0" algn="l">
              <a:spcBef>
                <a:spcPts val="360"/>
              </a:spcBef>
              <a:spcAft>
                <a:spcPts val="0"/>
              </a:spcAft>
              <a:buClr>
                <a:srgbClr val="84AA33"/>
              </a:buClr>
              <a:buSzPts val="1800"/>
              <a:buFont typeface="Noto Sans Symbols"/>
              <a:buChar char="●"/>
              <a:defRPr b="0" i="0" sz="1800" u="none" cap="none" strike="noStrike">
                <a:solidFill>
                  <a:schemeClr val="dk1"/>
                </a:solidFill>
                <a:latin typeface="Gill Sans"/>
                <a:ea typeface="Gill Sans"/>
                <a:cs typeface="Gill Sans"/>
                <a:sym typeface="Gill Sans"/>
              </a:defRPr>
            </a:lvl5pPr>
            <a:lvl6pPr indent="-342900" lvl="5" marL="2743200" marR="0" rtl="0" algn="l">
              <a:lnSpc>
                <a:spcPct val="100000"/>
              </a:lnSpc>
              <a:spcBef>
                <a:spcPts val="360"/>
              </a:spcBef>
              <a:spcAft>
                <a:spcPts val="0"/>
              </a:spcAft>
              <a:buClr>
                <a:schemeClr val="accent5"/>
              </a:buClr>
              <a:buSzPts val="1800"/>
              <a:buFont typeface="Noto Sans Symbols"/>
              <a:buChar char="●"/>
              <a:defRPr b="0" i="0" sz="1800" u="none" cap="none" strike="noStrike">
                <a:solidFill>
                  <a:schemeClr val="dk1"/>
                </a:solidFill>
                <a:latin typeface="Gill Sans"/>
                <a:ea typeface="Gill Sans"/>
                <a:cs typeface="Gill Sans"/>
                <a:sym typeface="Gill Sans"/>
              </a:defRPr>
            </a:lvl6pPr>
            <a:lvl7pPr indent="-342900" lvl="6" marL="32004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7pPr>
            <a:lvl8pPr indent="-342900" lvl="7" marL="36576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8pPr>
            <a:lvl9pPr indent="-342900" lvl="8" marL="41148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9pPr>
          </a:lstStyle>
          <a:p/>
        </p:txBody>
      </p:sp>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42" name="Shape 42"/>
        <p:cNvGrpSpPr/>
        <p:nvPr/>
      </p:nvGrpSpPr>
      <p:grpSpPr>
        <a:xfrm>
          <a:off x="0" y="0"/>
          <a:ext cx="0" cy="0"/>
          <a:chOff x="0" y="0"/>
          <a:chExt cx="0" cy="0"/>
        </a:xfrm>
      </p:grpSpPr>
      <p:sp>
        <p:nvSpPr>
          <p:cNvPr id="43" name="Google Shape;43;p5"/>
          <p:cNvSpPr/>
          <p:nvPr/>
        </p:nvSpPr>
        <p:spPr>
          <a:xfrm>
            <a:off x="-815975" y="-611187"/>
            <a:ext cx="1638300" cy="1228725"/>
          </a:xfrm>
          <a:custGeom>
            <a:rect b="b" l="l" r="r" t="t"/>
            <a:pathLst>
              <a:path extrusionOk="0" h="1228726" w="1638300">
                <a:moveTo>
                  <a:pt x="1638300" y="614363"/>
                </a:moveTo>
                <a:lnTo>
                  <a:pt x="1638300" y="614363"/>
                </a:lnTo>
                <a:cubicBezTo>
                  <a:pt x="1638300" y="695064"/>
                  <a:pt x="1617098" y="774980"/>
                  <a:pt x="1575909" y="849535"/>
                </a:cubicBezTo>
                <a:cubicBezTo>
                  <a:pt x="1534720" y="924089"/>
                  <a:pt x="1474345" y="991832"/>
                  <a:pt x="1398242" y="1048883"/>
                </a:cubicBezTo>
                <a:cubicBezTo>
                  <a:pt x="1322139" y="1105934"/>
                  <a:pt x="1231787" y="1151184"/>
                  <a:pt x="1132362" y="1182041"/>
                </a:cubicBezTo>
                <a:cubicBezTo>
                  <a:pt x="1032937" y="1212899"/>
                  <a:pt x="926372" y="1228763"/>
                  <a:pt x="818771" y="1228725"/>
                </a:cubicBezTo>
                <a:lnTo>
                  <a:pt x="819150" y="614363"/>
                </a:lnTo>
                <a:close/>
              </a:path>
            </a:pathLst>
          </a:custGeom>
          <a:solidFill>
            <a:srgbClr val="FEFAF4">
              <a:alpha val="32549"/>
            </a:srgbClr>
          </a:solidFill>
          <a:ln cap="rnd" cmpd="sng" w="9525">
            <a:solidFill>
              <a:srgbClr val="D2C39E"/>
            </a:solidFill>
            <a:prstDash val="solid"/>
            <a:miter lim="800000"/>
            <a:headEnd len="sm" w="sm" type="none"/>
            <a:tailEnd len="sm" w="sm" type="none"/>
          </a:ln>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44" name="Google Shape;44;p5"/>
          <p:cNvSpPr/>
          <p:nvPr/>
        </p:nvSpPr>
        <p:spPr>
          <a:xfrm>
            <a:off x="168275" y="15875"/>
            <a:ext cx="1703387" cy="1276350"/>
          </a:xfrm>
          <a:prstGeom prst="ellipse">
            <a:avLst/>
          </a:prstGeom>
          <a:noFill/>
          <a:ln cap="rnd" cmpd="sng" w="27300">
            <a:solidFill>
              <a:srgbClr val="FFF6DB"/>
            </a:solidFill>
            <a:prstDash val="solid"/>
            <a:miter lim="800000"/>
            <a:headEnd len="sm" w="sm" type="none"/>
            <a:tailEnd len="sm" w="sm" type="none"/>
          </a:ln>
          <a:effectLst>
            <a:outerShdw blurRad="63500" dir="5400000" dist="25400">
              <a:srgbClr val="AFA58D">
                <a:alpha val="84705"/>
              </a:srgbClr>
            </a:outerShdw>
          </a:effectLst>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45" name="Google Shape;45;p5"/>
          <p:cNvSpPr/>
          <p:nvPr/>
        </p:nvSpPr>
        <p:spPr>
          <a:xfrm rot="2315675">
            <a:off x="182882" y="791308"/>
            <a:ext cx="1125717" cy="826968"/>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0800" lIns="81625" spcFirstLastPara="1" rIns="81625" wrap="square" tIns="40800">
            <a:noAutofit/>
          </a:bodyPr>
          <a:lstStyle/>
          <a:p>
            <a:pPr indent="0" lvl="0" marL="0" marR="0" rtl="0" algn="ctr">
              <a:lnSpc>
                <a:spcPct val="100000"/>
              </a:lnSpc>
              <a:spcBef>
                <a:spcPts val="0"/>
              </a:spcBef>
              <a:spcAft>
                <a:spcPts val="0"/>
              </a:spcAft>
              <a:buClr>
                <a:schemeClr val="lt1"/>
              </a:buClr>
              <a:buSzPts val="2100"/>
              <a:buFont typeface="Comic Sans MS"/>
              <a:buNone/>
            </a:pPr>
            <a:r>
              <a:t/>
            </a:r>
            <a:endParaRPr b="0" i="0" sz="2100" u="none" cap="none" strike="noStrike">
              <a:solidFill>
                <a:schemeClr val="lt1"/>
              </a:solidFill>
              <a:latin typeface="Gill Sans"/>
              <a:ea typeface="Gill Sans"/>
              <a:cs typeface="Gill Sans"/>
              <a:sym typeface="Gill Sans"/>
            </a:endParaRPr>
          </a:p>
        </p:txBody>
      </p:sp>
      <p:sp>
        <p:nvSpPr>
          <p:cNvPr id="46" name="Google Shape;46;p5"/>
          <p:cNvSpPr txBox="1"/>
          <p:nvPr/>
        </p:nvSpPr>
        <p:spPr>
          <a:xfrm>
            <a:off x="1012825" y="0"/>
            <a:ext cx="8131175" cy="5143500"/>
          </a:xfrm>
          <a:prstGeom prst="rect">
            <a:avLst/>
          </a:prstGeom>
          <a:solidFill>
            <a:schemeClr val="lt1"/>
          </a:solidFill>
          <a:ln>
            <a:noFill/>
          </a:ln>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47" name="Google Shape;47;p5"/>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rmAutofit/>
          </a:bodyPr>
          <a:lstStyle>
            <a:lvl1pPr lvl="0"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1pPr>
            <a:lvl2pPr lvl="1"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2pPr>
            <a:lvl3pPr lvl="2"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3pPr>
            <a:lvl4pPr lvl="3"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4pPr>
            <a:lvl5pPr lvl="4"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5pPr>
            <a:lvl6pPr lvl="5"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6pPr>
            <a:lvl7pPr lvl="6"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7pPr>
            <a:lvl8pPr lvl="7"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8pPr>
            <a:lvl9pPr lvl="8"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9pPr>
          </a:lstStyle>
          <a:p/>
        </p:txBody>
      </p:sp>
      <p:sp>
        <p:nvSpPr>
          <p:cNvPr id="48" name="Google Shape;48;p5"/>
          <p:cNvSpPr txBox="1"/>
          <p:nvPr>
            <p:ph idx="1" type="body"/>
          </p:nvPr>
        </p:nvSpPr>
        <p:spPr>
          <a:xfrm>
            <a:off x="1435100" y="1085850"/>
            <a:ext cx="7499350" cy="3600450"/>
          </a:xfrm>
          <a:prstGeom prst="rect">
            <a:avLst/>
          </a:prstGeom>
          <a:noFill/>
          <a:ln>
            <a:noFill/>
          </a:ln>
        </p:spPr>
        <p:txBody>
          <a:bodyPr anchorCtr="0" anchor="t" bIns="40800" lIns="81625" spcFirstLastPara="1" rIns="81625" wrap="square" tIns="40800">
            <a:noAutofit/>
          </a:bodyPr>
          <a:lstStyle>
            <a:lvl1pPr indent="-370840" lvl="0" marL="457200" marR="0" rtl="0" algn="l">
              <a:spcBef>
                <a:spcPts val="538"/>
              </a:spcBef>
              <a:spcAft>
                <a:spcPts val="0"/>
              </a:spcAft>
              <a:buClr>
                <a:schemeClr val="accent1"/>
              </a:buClr>
              <a:buSzPts val="2240"/>
              <a:buFont typeface="Noto Sans Symbols"/>
              <a:buChar char="⚫"/>
              <a:defRPr b="0" i="0" sz="2800" u="none" cap="none" strike="noStrike">
                <a:solidFill>
                  <a:schemeClr val="dk1"/>
                </a:solidFill>
                <a:latin typeface="Gill Sans"/>
                <a:ea typeface="Gill Sans"/>
                <a:cs typeface="Gill Sans"/>
                <a:sym typeface="Gill Sans"/>
              </a:defRPr>
            </a:lvl1pPr>
            <a:lvl2pPr indent="-387350" lvl="1" marL="914400" marR="0" rtl="0" algn="l">
              <a:spcBef>
                <a:spcPts val="488"/>
              </a:spcBef>
              <a:spcAft>
                <a:spcPts val="0"/>
              </a:spcAft>
              <a:buClr>
                <a:schemeClr val="accent1"/>
              </a:buClr>
              <a:buSzPts val="2500"/>
              <a:buFont typeface="Verdana"/>
              <a:buChar char="◦"/>
              <a:defRPr b="0" i="0" sz="2500" u="none" cap="none" strike="noStrike">
                <a:solidFill>
                  <a:schemeClr val="dk1"/>
                </a:solidFill>
                <a:latin typeface="Gill Sans"/>
                <a:ea typeface="Gill Sans"/>
                <a:cs typeface="Gill Sans"/>
                <a:sym typeface="Gill Sans"/>
              </a:defRPr>
            </a:lvl2pPr>
            <a:lvl3pPr indent="-361950" lvl="2" marL="1371600" marR="0" rtl="0" algn="l">
              <a:spcBef>
                <a:spcPts val="420"/>
              </a:spcBef>
              <a:spcAft>
                <a:spcPts val="0"/>
              </a:spcAft>
              <a:buClr>
                <a:schemeClr val="accent2"/>
              </a:buClr>
              <a:buSzPts val="2100"/>
              <a:buFont typeface="Noto Sans Symbols"/>
              <a:buChar char="●"/>
              <a:defRPr b="0" i="0" sz="2100" u="none" cap="none" strike="noStrike">
                <a:solidFill>
                  <a:schemeClr val="dk1"/>
                </a:solidFill>
                <a:latin typeface="Gill Sans"/>
                <a:ea typeface="Gill Sans"/>
                <a:cs typeface="Gill Sans"/>
                <a:sym typeface="Gill Sans"/>
              </a:defRPr>
            </a:lvl3pPr>
            <a:lvl4pPr indent="-342900" lvl="3" marL="1828800" marR="0" rtl="0" algn="l">
              <a:spcBef>
                <a:spcPts val="360"/>
              </a:spcBef>
              <a:spcAft>
                <a:spcPts val="0"/>
              </a:spcAft>
              <a:buClr>
                <a:srgbClr val="C32D2E"/>
              </a:buClr>
              <a:buSzPts val="1800"/>
              <a:buFont typeface="Noto Sans Symbols"/>
              <a:buChar char="●"/>
              <a:defRPr b="0" i="0" sz="1800" u="none" cap="none" strike="noStrike">
                <a:solidFill>
                  <a:schemeClr val="dk1"/>
                </a:solidFill>
                <a:latin typeface="Gill Sans"/>
                <a:ea typeface="Gill Sans"/>
                <a:cs typeface="Gill Sans"/>
                <a:sym typeface="Gill Sans"/>
              </a:defRPr>
            </a:lvl4pPr>
            <a:lvl5pPr indent="-342900" lvl="4" marL="2286000" marR="0" rtl="0" algn="l">
              <a:spcBef>
                <a:spcPts val="360"/>
              </a:spcBef>
              <a:spcAft>
                <a:spcPts val="0"/>
              </a:spcAft>
              <a:buClr>
                <a:srgbClr val="84AA33"/>
              </a:buClr>
              <a:buSzPts val="1800"/>
              <a:buFont typeface="Noto Sans Symbols"/>
              <a:buChar char="●"/>
              <a:defRPr b="0" i="0" sz="1800" u="none" cap="none" strike="noStrike">
                <a:solidFill>
                  <a:schemeClr val="dk1"/>
                </a:solidFill>
                <a:latin typeface="Gill Sans"/>
                <a:ea typeface="Gill Sans"/>
                <a:cs typeface="Gill Sans"/>
                <a:sym typeface="Gill Sans"/>
              </a:defRPr>
            </a:lvl5pPr>
            <a:lvl6pPr indent="-342900" lvl="5" marL="2743200" marR="0" rtl="0" algn="l">
              <a:lnSpc>
                <a:spcPct val="100000"/>
              </a:lnSpc>
              <a:spcBef>
                <a:spcPts val="360"/>
              </a:spcBef>
              <a:spcAft>
                <a:spcPts val="0"/>
              </a:spcAft>
              <a:buClr>
                <a:schemeClr val="accent5"/>
              </a:buClr>
              <a:buSzPts val="1800"/>
              <a:buFont typeface="Noto Sans Symbols"/>
              <a:buChar char="●"/>
              <a:defRPr b="0" i="0" sz="1800" u="none" cap="none" strike="noStrike">
                <a:solidFill>
                  <a:schemeClr val="dk1"/>
                </a:solidFill>
                <a:latin typeface="Gill Sans"/>
                <a:ea typeface="Gill Sans"/>
                <a:cs typeface="Gill Sans"/>
                <a:sym typeface="Gill Sans"/>
              </a:defRPr>
            </a:lvl6pPr>
            <a:lvl7pPr indent="-342900" lvl="6" marL="32004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7pPr>
            <a:lvl8pPr indent="-342900" lvl="7" marL="36576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8pPr>
            <a:lvl9pPr indent="-342900" lvl="8" marL="41148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9pPr>
          </a:lstStyle>
          <a:p/>
        </p:txBody>
      </p:sp>
      <p:sp>
        <p:nvSpPr>
          <p:cNvPr id="49" name="Google Shape;49;p5"/>
          <p:cNvSpPr txBox="1"/>
          <p:nvPr>
            <p:ph idx="10" type="dt"/>
          </p:nvPr>
        </p:nvSpPr>
        <p:spPr>
          <a:xfrm>
            <a:off x="3581400" y="4729162"/>
            <a:ext cx="2133600" cy="357187"/>
          </a:xfrm>
          <a:prstGeom prst="rect">
            <a:avLst/>
          </a:prstGeom>
          <a:noFill/>
          <a:ln>
            <a:noFill/>
          </a:ln>
        </p:spPr>
        <p:txBody>
          <a:bodyPr anchorCtr="0" anchor="b" bIns="40800" lIns="81625" spcFirstLastPara="1" rIns="81625" wrap="square" tIns="40800">
            <a:noAutofit/>
          </a:bodyPr>
          <a:lstStyle>
            <a:lvl1pPr lvl="0" marR="0" rtl="0" algn="r">
              <a:lnSpc>
                <a:spcPct val="100000"/>
              </a:lnSpc>
              <a:spcBef>
                <a:spcPts val="0"/>
              </a:spcBef>
              <a:spcAft>
                <a:spcPts val="0"/>
              </a:spcAft>
              <a:buSzPts val="1400"/>
              <a:buNone/>
              <a:defRPr b="0" i="0" sz="1100" u="none">
                <a:solidFill>
                  <a:srgbClr val="B5A788"/>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9pPr>
          </a:lstStyle>
          <a:p/>
        </p:txBody>
      </p:sp>
      <p:sp>
        <p:nvSpPr>
          <p:cNvPr id="50" name="Google Shape;50;p5"/>
          <p:cNvSpPr txBox="1"/>
          <p:nvPr>
            <p:ph idx="11" type="ftr"/>
          </p:nvPr>
        </p:nvSpPr>
        <p:spPr>
          <a:xfrm>
            <a:off x="5715000" y="4729162"/>
            <a:ext cx="2895600" cy="357187"/>
          </a:xfrm>
          <a:prstGeom prst="rect">
            <a:avLst/>
          </a:prstGeom>
          <a:noFill/>
          <a:ln>
            <a:noFill/>
          </a:ln>
        </p:spPr>
        <p:txBody>
          <a:bodyPr anchorCtr="0" anchor="b" bIns="40800" lIns="81625" spcFirstLastPara="1" rIns="81625" wrap="square" tIns="40800">
            <a:noAutofit/>
          </a:bodyPr>
          <a:lstStyle>
            <a:lvl1pPr lvl="0" marR="0" rtl="0" algn="l">
              <a:lnSpc>
                <a:spcPct val="100000"/>
              </a:lnSpc>
              <a:spcBef>
                <a:spcPts val="0"/>
              </a:spcBef>
              <a:spcAft>
                <a:spcPts val="0"/>
              </a:spcAft>
              <a:buSzPts val="1400"/>
              <a:buNone/>
              <a:defRPr b="0" i="0" sz="2100" u="none">
                <a:solidFill>
                  <a:srgbClr val="000000"/>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9pPr>
          </a:lstStyle>
          <a:p/>
        </p:txBody>
      </p:sp>
      <p:sp>
        <p:nvSpPr>
          <p:cNvPr id="51" name="Google Shape;51;p5"/>
          <p:cNvSpPr txBox="1"/>
          <p:nvPr>
            <p:ph idx="12" type="sldNum"/>
          </p:nvPr>
        </p:nvSpPr>
        <p:spPr>
          <a:xfrm>
            <a:off x="8613775" y="4729162"/>
            <a:ext cx="457200" cy="357187"/>
          </a:xfrm>
          <a:prstGeom prst="rect">
            <a:avLst/>
          </a:prstGeom>
          <a:noFill/>
          <a:ln>
            <a:noFill/>
          </a:ln>
        </p:spPr>
        <p:txBody>
          <a:bodyPr anchorCtr="0" anchor="b" bIns="40800" lIns="81625" spcFirstLastPara="1" rIns="81625" wrap="square" tIns="40800">
            <a:noAutofit/>
          </a:bodyPr>
          <a:lstStyle>
            <a:lvl1pPr indent="0" lvl="0"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1pPr>
            <a:lvl2pPr indent="0" lvl="1"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2pPr>
            <a:lvl3pPr indent="0" lvl="2"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3pPr>
            <a:lvl4pPr indent="0" lvl="3"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4pPr>
            <a:lvl5pPr indent="0" lvl="4"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5pPr>
            <a:lvl6pPr indent="0" lvl="5"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6pPr>
            <a:lvl7pPr indent="0" lvl="6"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7pPr>
            <a:lvl8pPr indent="0" lvl="7"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8pPr>
            <a:lvl9pPr indent="0" lvl="8"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52" name="Google Shape;52;p5"/>
          <p:cNvSpPr txBox="1"/>
          <p:nvPr/>
        </p:nvSpPr>
        <p:spPr>
          <a:xfrm>
            <a:off x="1014412" y="0"/>
            <a:ext cx="73025" cy="5143500"/>
          </a:xfrm>
          <a:prstGeom prst="rect">
            <a:avLst/>
          </a:prstGeom>
          <a:solidFill>
            <a:schemeClr val="lt1"/>
          </a:solidFill>
          <a:ln>
            <a:noFill/>
          </a:ln>
          <a:effectLst>
            <a:outerShdw blurRad="63500" dir="10800000" dist="38000">
              <a:srgbClr val="706B5F">
                <a:alpha val="24705"/>
              </a:srgbClr>
            </a:outerShdw>
          </a:effectLst>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Tree>
  </p:cSld>
  <p:clrMap accent1="accent1" accent2="accent2" accent3="accent3" accent4="accent4" accent5="accent5" accent6="accent6" bg1="lt1" bg2="dk2" tx1="dk1" tx2="lt2" folHlink="folHlink" hlink="hlink"/>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3" name="Shape 53"/>
        <p:cNvGrpSpPr/>
        <p:nvPr/>
      </p:nvGrpSpPr>
      <p:grpSpPr>
        <a:xfrm>
          <a:off x="0" y="0"/>
          <a:ext cx="0" cy="0"/>
          <a:chOff x="0" y="0"/>
          <a:chExt cx="0" cy="0"/>
        </a:xfrm>
      </p:grpSpPr>
      <p:sp>
        <p:nvSpPr>
          <p:cNvPr id="54" name="Google Shape;54;p6"/>
          <p:cNvSpPr txBox="1"/>
          <p:nvPr/>
        </p:nvSpPr>
        <p:spPr>
          <a:xfrm>
            <a:off x="2282825" y="0"/>
            <a:ext cx="6858000" cy="5143500"/>
          </a:xfrm>
          <a:prstGeom prst="rect">
            <a:avLst/>
          </a:prstGeom>
          <a:solidFill>
            <a:schemeClr val="lt1"/>
          </a:solidFill>
          <a:ln>
            <a:noFill/>
          </a:ln>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55" name="Google Shape;55;p6"/>
          <p:cNvSpPr txBox="1"/>
          <p:nvPr/>
        </p:nvSpPr>
        <p:spPr>
          <a:xfrm>
            <a:off x="2286000" y="0"/>
            <a:ext cx="76200" cy="5143500"/>
          </a:xfrm>
          <a:prstGeom prst="rect">
            <a:avLst/>
          </a:prstGeom>
          <a:solidFill>
            <a:schemeClr val="lt1"/>
          </a:solidFill>
          <a:ln>
            <a:noFill/>
          </a:ln>
          <a:effectLst>
            <a:outerShdw blurRad="63500" dir="10800000" dist="38000">
              <a:srgbClr val="706B5F">
                <a:alpha val="24705"/>
              </a:srgbClr>
            </a:outerShdw>
          </a:effectLst>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56" name="Google Shape;56;p6"/>
          <p:cNvSpPr/>
          <p:nvPr/>
        </p:nvSpPr>
        <p:spPr>
          <a:xfrm>
            <a:off x="2172321" y="2110992"/>
            <a:ext cx="210312"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0800" lIns="81625" spcFirstLastPara="1" rIns="81625" wrap="square" tIns="40800">
            <a:noAutofit/>
          </a:bodyPr>
          <a:lstStyle/>
          <a:p>
            <a:pPr indent="0" lvl="0" marL="0" marR="0" rtl="0" algn="ctr">
              <a:lnSpc>
                <a:spcPct val="100000"/>
              </a:lnSpc>
              <a:spcBef>
                <a:spcPts val="0"/>
              </a:spcBef>
              <a:spcAft>
                <a:spcPts val="0"/>
              </a:spcAft>
              <a:buClr>
                <a:schemeClr val="dk1"/>
              </a:buClr>
              <a:buSzPts val="2100"/>
              <a:buFont typeface="Comic Sans MS"/>
              <a:buNone/>
            </a:pPr>
            <a:r>
              <a:t/>
            </a:r>
            <a:endParaRPr b="0" i="0" sz="2100" u="none" cap="none" strike="noStrike">
              <a:solidFill>
                <a:schemeClr val="dk1"/>
              </a:solidFill>
              <a:latin typeface="Gill Sans"/>
              <a:ea typeface="Gill Sans"/>
              <a:cs typeface="Gill Sans"/>
              <a:sym typeface="Gill Sans"/>
            </a:endParaRPr>
          </a:p>
        </p:txBody>
      </p:sp>
      <p:sp>
        <p:nvSpPr>
          <p:cNvPr id="57" name="Google Shape;57;p6"/>
          <p:cNvSpPr/>
          <p:nvPr/>
        </p:nvSpPr>
        <p:spPr>
          <a:xfrm>
            <a:off x="2408237" y="2058987"/>
            <a:ext cx="63500" cy="49212"/>
          </a:xfrm>
          <a:prstGeom prst="ellipse">
            <a:avLst/>
          </a:prstGeom>
          <a:noFill/>
          <a:ln cap="rnd" cmpd="sng" w="12700">
            <a:solidFill>
              <a:srgbClr val="307F93">
                <a:alpha val="59607"/>
              </a:srgbClr>
            </a:solidFill>
            <a:prstDash val="solid"/>
            <a:miter lim="800000"/>
            <a:headEnd len="sm" w="sm" type="none"/>
            <a:tailEnd len="sm" w="sm" type="none"/>
          </a:ln>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58" name="Google Shape;58;p6"/>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rmAutofit/>
          </a:bodyPr>
          <a:lstStyle>
            <a:lvl1pPr lvl="0"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1pPr>
            <a:lvl2pPr lvl="1"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2pPr>
            <a:lvl3pPr lvl="2"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3pPr>
            <a:lvl4pPr lvl="3"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4pPr>
            <a:lvl5pPr lvl="4"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5pPr>
            <a:lvl6pPr lvl="5"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6pPr>
            <a:lvl7pPr lvl="6"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7pPr>
            <a:lvl8pPr lvl="7"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8pPr>
            <a:lvl9pPr lvl="8"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9pPr>
          </a:lstStyle>
          <a:p/>
        </p:txBody>
      </p:sp>
      <p:sp>
        <p:nvSpPr>
          <p:cNvPr id="59" name="Google Shape;59;p6"/>
          <p:cNvSpPr txBox="1"/>
          <p:nvPr>
            <p:ph idx="1" type="body"/>
          </p:nvPr>
        </p:nvSpPr>
        <p:spPr>
          <a:xfrm>
            <a:off x="1435100" y="1085850"/>
            <a:ext cx="7499350" cy="3600450"/>
          </a:xfrm>
          <a:prstGeom prst="rect">
            <a:avLst/>
          </a:prstGeom>
          <a:noFill/>
          <a:ln>
            <a:noFill/>
          </a:ln>
        </p:spPr>
        <p:txBody>
          <a:bodyPr anchorCtr="0" anchor="t" bIns="40800" lIns="81625" spcFirstLastPara="1" rIns="81625" wrap="square" tIns="40800">
            <a:noAutofit/>
          </a:bodyPr>
          <a:lstStyle>
            <a:lvl1pPr indent="-370840" lvl="0" marL="457200" marR="0" rtl="0" algn="l">
              <a:spcBef>
                <a:spcPts val="538"/>
              </a:spcBef>
              <a:spcAft>
                <a:spcPts val="0"/>
              </a:spcAft>
              <a:buClr>
                <a:schemeClr val="accent1"/>
              </a:buClr>
              <a:buSzPts val="2240"/>
              <a:buFont typeface="Noto Sans Symbols"/>
              <a:buChar char="⚫"/>
              <a:defRPr b="0" i="0" sz="2800" u="none" cap="none" strike="noStrike">
                <a:solidFill>
                  <a:schemeClr val="dk1"/>
                </a:solidFill>
                <a:latin typeface="Gill Sans"/>
                <a:ea typeface="Gill Sans"/>
                <a:cs typeface="Gill Sans"/>
                <a:sym typeface="Gill Sans"/>
              </a:defRPr>
            </a:lvl1pPr>
            <a:lvl2pPr indent="-387350" lvl="1" marL="914400" marR="0" rtl="0" algn="l">
              <a:spcBef>
                <a:spcPts val="488"/>
              </a:spcBef>
              <a:spcAft>
                <a:spcPts val="0"/>
              </a:spcAft>
              <a:buClr>
                <a:schemeClr val="accent1"/>
              </a:buClr>
              <a:buSzPts val="2500"/>
              <a:buFont typeface="Verdana"/>
              <a:buChar char="◦"/>
              <a:defRPr b="0" i="0" sz="2500" u="none" cap="none" strike="noStrike">
                <a:solidFill>
                  <a:schemeClr val="dk1"/>
                </a:solidFill>
                <a:latin typeface="Gill Sans"/>
                <a:ea typeface="Gill Sans"/>
                <a:cs typeface="Gill Sans"/>
                <a:sym typeface="Gill Sans"/>
              </a:defRPr>
            </a:lvl2pPr>
            <a:lvl3pPr indent="-361950" lvl="2" marL="1371600" marR="0" rtl="0" algn="l">
              <a:spcBef>
                <a:spcPts val="420"/>
              </a:spcBef>
              <a:spcAft>
                <a:spcPts val="0"/>
              </a:spcAft>
              <a:buClr>
                <a:schemeClr val="accent2"/>
              </a:buClr>
              <a:buSzPts val="2100"/>
              <a:buFont typeface="Noto Sans Symbols"/>
              <a:buChar char="●"/>
              <a:defRPr b="0" i="0" sz="2100" u="none" cap="none" strike="noStrike">
                <a:solidFill>
                  <a:schemeClr val="dk1"/>
                </a:solidFill>
                <a:latin typeface="Gill Sans"/>
                <a:ea typeface="Gill Sans"/>
                <a:cs typeface="Gill Sans"/>
                <a:sym typeface="Gill Sans"/>
              </a:defRPr>
            </a:lvl3pPr>
            <a:lvl4pPr indent="-342900" lvl="3" marL="1828800" marR="0" rtl="0" algn="l">
              <a:spcBef>
                <a:spcPts val="360"/>
              </a:spcBef>
              <a:spcAft>
                <a:spcPts val="0"/>
              </a:spcAft>
              <a:buClr>
                <a:srgbClr val="C32D2E"/>
              </a:buClr>
              <a:buSzPts val="1800"/>
              <a:buFont typeface="Noto Sans Symbols"/>
              <a:buChar char="●"/>
              <a:defRPr b="0" i="0" sz="1800" u="none" cap="none" strike="noStrike">
                <a:solidFill>
                  <a:schemeClr val="dk1"/>
                </a:solidFill>
                <a:latin typeface="Gill Sans"/>
                <a:ea typeface="Gill Sans"/>
                <a:cs typeface="Gill Sans"/>
                <a:sym typeface="Gill Sans"/>
              </a:defRPr>
            </a:lvl4pPr>
            <a:lvl5pPr indent="-342900" lvl="4" marL="2286000" marR="0" rtl="0" algn="l">
              <a:spcBef>
                <a:spcPts val="360"/>
              </a:spcBef>
              <a:spcAft>
                <a:spcPts val="0"/>
              </a:spcAft>
              <a:buClr>
                <a:srgbClr val="84AA33"/>
              </a:buClr>
              <a:buSzPts val="1800"/>
              <a:buFont typeface="Noto Sans Symbols"/>
              <a:buChar char="●"/>
              <a:defRPr b="0" i="0" sz="1800" u="none" cap="none" strike="noStrike">
                <a:solidFill>
                  <a:schemeClr val="dk1"/>
                </a:solidFill>
                <a:latin typeface="Gill Sans"/>
                <a:ea typeface="Gill Sans"/>
                <a:cs typeface="Gill Sans"/>
                <a:sym typeface="Gill Sans"/>
              </a:defRPr>
            </a:lvl5pPr>
            <a:lvl6pPr indent="-342900" lvl="5" marL="2743200" marR="0" rtl="0" algn="l">
              <a:lnSpc>
                <a:spcPct val="100000"/>
              </a:lnSpc>
              <a:spcBef>
                <a:spcPts val="360"/>
              </a:spcBef>
              <a:spcAft>
                <a:spcPts val="0"/>
              </a:spcAft>
              <a:buClr>
                <a:schemeClr val="accent5"/>
              </a:buClr>
              <a:buSzPts val="1800"/>
              <a:buFont typeface="Noto Sans Symbols"/>
              <a:buChar char="●"/>
              <a:defRPr b="0" i="0" sz="1800" u="none" cap="none" strike="noStrike">
                <a:solidFill>
                  <a:schemeClr val="dk1"/>
                </a:solidFill>
                <a:latin typeface="Gill Sans"/>
                <a:ea typeface="Gill Sans"/>
                <a:cs typeface="Gill Sans"/>
                <a:sym typeface="Gill Sans"/>
              </a:defRPr>
            </a:lvl6pPr>
            <a:lvl7pPr indent="-342900" lvl="6" marL="32004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7pPr>
            <a:lvl8pPr indent="-342900" lvl="7" marL="36576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8pPr>
            <a:lvl9pPr indent="-342900" lvl="8" marL="41148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9pPr>
          </a:lstStyle>
          <a:p/>
        </p:txBody>
      </p:sp>
      <p:sp>
        <p:nvSpPr>
          <p:cNvPr id="60" name="Google Shape;60;p6"/>
          <p:cNvSpPr txBox="1"/>
          <p:nvPr>
            <p:ph idx="10" type="dt"/>
          </p:nvPr>
        </p:nvSpPr>
        <p:spPr>
          <a:xfrm>
            <a:off x="3581400" y="4729162"/>
            <a:ext cx="2133600" cy="357187"/>
          </a:xfrm>
          <a:prstGeom prst="rect">
            <a:avLst/>
          </a:prstGeom>
          <a:noFill/>
          <a:ln>
            <a:noFill/>
          </a:ln>
        </p:spPr>
        <p:txBody>
          <a:bodyPr anchorCtr="0" anchor="b" bIns="40800" lIns="81625" spcFirstLastPara="1" rIns="81625" wrap="square" tIns="40800">
            <a:noAutofit/>
          </a:bodyPr>
          <a:lstStyle>
            <a:lvl1pPr lvl="0" marR="0" rtl="0" algn="r">
              <a:lnSpc>
                <a:spcPct val="100000"/>
              </a:lnSpc>
              <a:spcBef>
                <a:spcPts val="0"/>
              </a:spcBef>
              <a:spcAft>
                <a:spcPts val="0"/>
              </a:spcAft>
              <a:buSzPts val="1400"/>
              <a:buNone/>
              <a:defRPr b="0" i="0" sz="1100" u="none">
                <a:solidFill>
                  <a:srgbClr val="B5A788"/>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9pPr>
          </a:lstStyle>
          <a:p/>
        </p:txBody>
      </p:sp>
      <p:sp>
        <p:nvSpPr>
          <p:cNvPr id="61" name="Google Shape;61;p6"/>
          <p:cNvSpPr txBox="1"/>
          <p:nvPr>
            <p:ph idx="11" type="ftr"/>
          </p:nvPr>
        </p:nvSpPr>
        <p:spPr>
          <a:xfrm>
            <a:off x="5715000" y="4729162"/>
            <a:ext cx="2895600" cy="357187"/>
          </a:xfrm>
          <a:prstGeom prst="rect">
            <a:avLst/>
          </a:prstGeom>
          <a:noFill/>
          <a:ln>
            <a:noFill/>
          </a:ln>
        </p:spPr>
        <p:txBody>
          <a:bodyPr anchorCtr="0" anchor="b" bIns="40800" lIns="81625" spcFirstLastPara="1" rIns="81625" wrap="square" tIns="40800">
            <a:noAutofit/>
          </a:bodyPr>
          <a:lstStyle>
            <a:lvl1pPr lvl="0" marR="0" rtl="0" algn="l">
              <a:lnSpc>
                <a:spcPct val="100000"/>
              </a:lnSpc>
              <a:spcBef>
                <a:spcPts val="0"/>
              </a:spcBef>
              <a:spcAft>
                <a:spcPts val="0"/>
              </a:spcAft>
              <a:buSzPts val="1400"/>
              <a:buNone/>
              <a:defRPr b="0" i="0" sz="2100" u="none">
                <a:solidFill>
                  <a:srgbClr val="000000"/>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9pPr>
          </a:lstStyle>
          <a:p/>
        </p:txBody>
      </p:sp>
      <p:sp>
        <p:nvSpPr>
          <p:cNvPr id="62" name="Google Shape;62;p6"/>
          <p:cNvSpPr txBox="1"/>
          <p:nvPr>
            <p:ph idx="12" type="sldNum"/>
          </p:nvPr>
        </p:nvSpPr>
        <p:spPr>
          <a:xfrm>
            <a:off x="8613775" y="4729162"/>
            <a:ext cx="457200" cy="357187"/>
          </a:xfrm>
          <a:prstGeom prst="rect">
            <a:avLst/>
          </a:prstGeom>
          <a:noFill/>
          <a:ln>
            <a:noFill/>
          </a:ln>
        </p:spPr>
        <p:txBody>
          <a:bodyPr anchorCtr="0" anchor="b" bIns="40800" lIns="81625" spcFirstLastPara="1" rIns="81625" wrap="square" tIns="40800">
            <a:noAutofit/>
          </a:bodyPr>
          <a:lstStyle>
            <a:lvl1pPr indent="0" lvl="0"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1pPr>
            <a:lvl2pPr indent="0" lvl="1"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2pPr>
            <a:lvl3pPr indent="0" lvl="2"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3pPr>
            <a:lvl4pPr indent="0" lvl="3"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4pPr>
            <a:lvl5pPr indent="0" lvl="4"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5pPr>
            <a:lvl6pPr indent="0" lvl="5"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6pPr>
            <a:lvl7pPr indent="0" lvl="6"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7pPr>
            <a:lvl8pPr indent="0" lvl="7"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8pPr>
            <a:lvl9pPr indent="0" lvl="8"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69" name="Shape 69"/>
        <p:cNvGrpSpPr/>
        <p:nvPr/>
      </p:nvGrpSpPr>
      <p:grpSpPr>
        <a:xfrm>
          <a:off x="0" y="0"/>
          <a:ext cx="0" cy="0"/>
          <a:chOff x="0" y="0"/>
          <a:chExt cx="0" cy="0"/>
        </a:xfrm>
      </p:grpSpPr>
      <p:sp>
        <p:nvSpPr>
          <p:cNvPr id="70" name="Google Shape;70;p8"/>
          <p:cNvSpPr/>
          <p:nvPr/>
        </p:nvSpPr>
        <p:spPr>
          <a:xfrm>
            <a:off x="-815975" y="-611187"/>
            <a:ext cx="1638300" cy="1228725"/>
          </a:xfrm>
          <a:custGeom>
            <a:rect b="b" l="l" r="r" t="t"/>
            <a:pathLst>
              <a:path extrusionOk="0" h="1228726" w="1638300">
                <a:moveTo>
                  <a:pt x="1638300" y="614363"/>
                </a:moveTo>
                <a:lnTo>
                  <a:pt x="1638300" y="614363"/>
                </a:lnTo>
                <a:cubicBezTo>
                  <a:pt x="1638300" y="695064"/>
                  <a:pt x="1617098" y="774980"/>
                  <a:pt x="1575909" y="849535"/>
                </a:cubicBezTo>
                <a:cubicBezTo>
                  <a:pt x="1534720" y="924089"/>
                  <a:pt x="1474345" y="991832"/>
                  <a:pt x="1398242" y="1048883"/>
                </a:cubicBezTo>
                <a:cubicBezTo>
                  <a:pt x="1322139" y="1105934"/>
                  <a:pt x="1231787" y="1151184"/>
                  <a:pt x="1132362" y="1182041"/>
                </a:cubicBezTo>
                <a:cubicBezTo>
                  <a:pt x="1032937" y="1212899"/>
                  <a:pt x="926372" y="1228763"/>
                  <a:pt x="818771" y="1228725"/>
                </a:cubicBezTo>
                <a:lnTo>
                  <a:pt x="819150" y="614363"/>
                </a:lnTo>
                <a:close/>
              </a:path>
            </a:pathLst>
          </a:custGeom>
          <a:solidFill>
            <a:srgbClr val="FEFAF4">
              <a:alpha val="32549"/>
            </a:srgbClr>
          </a:solidFill>
          <a:ln cap="rnd" cmpd="sng" w="9525">
            <a:solidFill>
              <a:srgbClr val="D2C39E"/>
            </a:solidFill>
            <a:prstDash val="solid"/>
            <a:miter lim="800000"/>
            <a:headEnd len="sm" w="sm" type="none"/>
            <a:tailEnd len="sm" w="sm" type="none"/>
          </a:ln>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71" name="Google Shape;71;p8"/>
          <p:cNvSpPr/>
          <p:nvPr/>
        </p:nvSpPr>
        <p:spPr>
          <a:xfrm>
            <a:off x="168275" y="15875"/>
            <a:ext cx="1703387" cy="1276350"/>
          </a:xfrm>
          <a:prstGeom prst="ellipse">
            <a:avLst/>
          </a:prstGeom>
          <a:noFill/>
          <a:ln cap="rnd" cmpd="sng" w="27300">
            <a:solidFill>
              <a:srgbClr val="FFF6DB"/>
            </a:solidFill>
            <a:prstDash val="solid"/>
            <a:miter lim="800000"/>
            <a:headEnd len="sm" w="sm" type="none"/>
            <a:tailEnd len="sm" w="sm" type="none"/>
          </a:ln>
          <a:effectLst>
            <a:outerShdw blurRad="63500" dir="5400000" dist="25400">
              <a:srgbClr val="AFA58D">
                <a:alpha val="84705"/>
              </a:srgbClr>
            </a:outerShdw>
          </a:effectLst>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72" name="Google Shape;72;p8"/>
          <p:cNvSpPr/>
          <p:nvPr/>
        </p:nvSpPr>
        <p:spPr>
          <a:xfrm rot="2315675">
            <a:off x="182882" y="791308"/>
            <a:ext cx="1125717" cy="826968"/>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0800" lIns="81625" spcFirstLastPara="1" rIns="81625" wrap="square" tIns="40800">
            <a:noAutofit/>
          </a:bodyPr>
          <a:lstStyle/>
          <a:p>
            <a:pPr indent="0" lvl="0" marL="0" marR="0" rtl="0" algn="ctr">
              <a:lnSpc>
                <a:spcPct val="100000"/>
              </a:lnSpc>
              <a:spcBef>
                <a:spcPts val="0"/>
              </a:spcBef>
              <a:spcAft>
                <a:spcPts val="0"/>
              </a:spcAft>
              <a:buClr>
                <a:schemeClr val="lt1"/>
              </a:buClr>
              <a:buSzPts val="2100"/>
              <a:buFont typeface="Comic Sans MS"/>
              <a:buNone/>
            </a:pPr>
            <a:r>
              <a:t/>
            </a:r>
            <a:endParaRPr b="0" i="0" sz="2100" u="none" cap="none" strike="noStrike">
              <a:solidFill>
                <a:schemeClr val="lt1"/>
              </a:solidFill>
              <a:latin typeface="Gill Sans"/>
              <a:ea typeface="Gill Sans"/>
              <a:cs typeface="Gill Sans"/>
              <a:sym typeface="Gill Sans"/>
            </a:endParaRPr>
          </a:p>
        </p:txBody>
      </p:sp>
      <p:sp>
        <p:nvSpPr>
          <p:cNvPr id="73" name="Google Shape;73;p8"/>
          <p:cNvSpPr txBox="1"/>
          <p:nvPr/>
        </p:nvSpPr>
        <p:spPr>
          <a:xfrm>
            <a:off x="1012825" y="0"/>
            <a:ext cx="8131175" cy="5143500"/>
          </a:xfrm>
          <a:prstGeom prst="rect">
            <a:avLst/>
          </a:prstGeom>
          <a:solidFill>
            <a:schemeClr val="lt1"/>
          </a:solidFill>
          <a:ln>
            <a:noFill/>
          </a:ln>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74" name="Google Shape;74;p8"/>
          <p:cNvSpPr txBox="1"/>
          <p:nvPr/>
        </p:nvSpPr>
        <p:spPr>
          <a:xfrm>
            <a:off x="1014412" y="0"/>
            <a:ext cx="73025" cy="5143500"/>
          </a:xfrm>
          <a:prstGeom prst="rect">
            <a:avLst/>
          </a:prstGeom>
          <a:solidFill>
            <a:schemeClr val="lt1"/>
          </a:solidFill>
          <a:ln>
            <a:noFill/>
          </a:ln>
          <a:effectLst>
            <a:outerShdw blurRad="63500" dir="10800000" dist="38000">
              <a:srgbClr val="706B5F">
                <a:alpha val="24705"/>
              </a:srgbClr>
            </a:outerShdw>
          </a:effectLst>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75" name="Google Shape;75;p8"/>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rmAutofit/>
          </a:bodyPr>
          <a:lstStyle>
            <a:lvl1pPr lvl="0"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1pPr>
            <a:lvl2pPr lvl="1"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2pPr>
            <a:lvl3pPr lvl="2"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3pPr>
            <a:lvl4pPr lvl="3"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4pPr>
            <a:lvl5pPr lvl="4"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5pPr>
            <a:lvl6pPr lvl="5"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6pPr>
            <a:lvl7pPr lvl="6"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7pPr>
            <a:lvl8pPr lvl="7"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8pPr>
            <a:lvl9pPr lvl="8"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9pPr>
          </a:lstStyle>
          <a:p/>
        </p:txBody>
      </p:sp>
      <p:sp>
        <p:nvSpPr>
          <p:cNvPr id="76" name="Google Shape;76;p8"/>
          <p:cNvSpPr txBox="1"/>
          <p:nvPr>
            <p:ph idx="1" type="body"/>
          </p:nvPr>
        </p:nvSpPr>
        <p:spPr>
          <a:xfrm>
            <a:off x="1435100" y="1085850"/>
            <a:ext cx="7499350" cy="3600450"/>
          </a:xfrm>
          <a:prstGeom prst="rect">
            <a:avLst/>
          </a:prstGeom>
          <a:noFill/>
          <a:ln>
            <a:noFill/>
          </a:ln>
        </p:spPr>
        <p:txBody>
          <a:bodyPr anchorCtr="0" anchor="t" bIns="40800" lIns="81625" spcFirstLastPara="1" rIns="81625" wrap="square" tIns="40800">
            <a:noAutofit/>
          </a:bodyPr>
          <a:lstStyle>
            <a:lvl1pPr indent="-370840" lvl="0" marL="457200" marR="0" rtl="0" algn="l">
              <a:spcBef>
                <a:spcPts val="538"/>
              </a:spcBef>
              <a:spcAft>
                <a:spcPts val="0"/>
              </a:spcAft>
              <a:buClr>
                <a:schemeClr val="accent1"/>
              </a:buClr>
              <a:buSzPts val="2240"/>
              <a:buFont typeface="Noto Sans Symbols"/>
              <a:buChar char="⚫"/>
              <a:defRPr b="0" i="0" sz="2800" u="none" cap="none" strike="noStrike">
                <a:solidFill>
                  <a:schemeClr val="dk1"/>
                </a:solidFill>
                <a:latin typeface="Gill Sans"/>
                <a:ea typeface="Gill Sans"/>
                <a:cs typeface="Gill Sans"/>
                <a:sym typeface="Gill Sans"/>
              </a:defRPr>
            </a:lvl1pPr>
            <a:lvl2pPr indent="-387350" lvl="1" marL="914400" marR="0" rtl="0" algn="l">
              <a:spcBef>
                <a:spcPts val="488"/>
              </a:spcBef>
              <a:spcAft>
                <a:spcPts val="0"/>
              </a:spcAft>
              <a:buClr>
                <a:schemeClr val="accent1"/>
              </a:buClr>
              <a:buSzPts val="2500"/>
              <a:buFont typeface="Verdana"/>
              <a:buChar char="◦"/>
              <a:defRPr b="0" i="0" sz="2500" u="none" cap="none" strike="noStrike">
                <a:solidFill>
                  <a:schemeClr val="dk1"/>
                </a:solidFill>
                <a:latin typeface="Gill Sans"/>
                <a:ea typeface="Gill Sans"/>
                <a:cs typeface="Gill Sans"/>
                <a:sym typeface="Gill Sans"/>
              </a:defRPr>
            </a:lvl2pPr>
            <a:lvl3pPr indent="-361950" lvl="2" marL="1371600" marR="0" rtl="0" algn="l">
              <a:spcBef>
                <a:spcPts val="420"/>
              </a:spcBef>
              <a:spcAft>
                <a:spcPts val="0"/>
              </a:spcAft>
              <a:buClr>
                <a:schemeClr val="accent2"/>
              </a:buClr>
              <a:buSzPts val="2100"/>
              <a:buFont typeface="Noto Sans Symbols"/>
              <a:buChar char="●"/>
              <a:defRPr b="0" i="0" sz="2100" u="none" cap="none" strike="noStrike">
                <a:solidFill>
                  <a:schemeClr val="dk1"/>
                </a:solidFill>
                <a:latin typeface="Gill Sans"/>
                <a:ea typeface="Gill Sans"/>
                <a:cs typeface="Gill Sans"/>
                <a:sym typeface="Gill Sans"/>
              </a:defRPr>
            </a:lvl3pPr>
            <a:lvl4pPr indent="-342900" lvl="3" marL="1828800" marR="0" rtl="0" algn="l">
              <a:spcBef>
                <a:spcPts val="360"/>
              </a:spcBef>
              <a:spcAft>
                <a:spcPts val="0"/>
              </a:spcAft>
              <a:buClr>
                <a:srgbClr val="C32D2E"/>
              </a:buClr>
              <a:buSzPts val="1800"/>
              <a:buFont typeface="Noto Sans Symbols"/>
              <a:buChar char="●"/>
              <a:defRPr b="0" i="0" sz="1800" u="none" cap="none" strike="noStrike">
                <a:solidFill>
                  <a:schemeClr val="dk1"/>
                </a:solidFill>
                <a:latin typeface="Gill Sans"/>
                <a:ea typeface="Gill Sans"/>
                <a:cs typeface="Gill Sans"/>
                <a:sym typeface="Gill Sans"/>
              </a:defRPr>
            </a:lvl4pPr>
            <a:lvl5pPr indent="-342900" lvl="4" marL="2286000" marR="0" rtl="0" algn="l">
              <a:spcBef>
                <a:spcPts val="360"/>
              </a:spcBef>
              <a:spcAft>
                <a:spcPts val="0"/>
              </a:spcAft>
              <a:buClr>
                <a:srgbClr val="84AA33"/>
              </a:buClr>
              <a:buSzPts val="1800"/>
              <a:buFont typeface="Noto Sans Symbols"/>
              <a:buChar char="●"/>
              <a:defRPr b="0" i="0" sz="1800" u="none" cap="none" strike="noStrike">
                <a:solidFill>
                  <a:schemeClr val="dk1"/>
                </a:solidFill>
                <a:latin typeface="Gill Sans"/>
                <a:ea typeface="Gill Sans"/>
                <a:cs typeface="Gill Sans"/>
                <a:sym typeface="Gill Sans"/>
              </a:defRPr>
            </a:lvl5pPr>
            <a:lvl6pPr indent="-342900" lvl="5" marL="2743200" marR="0" rtl="0" algn="l">
              <a:lnSpc>
                <a:spcPct val="100000"/>
              </a:lnSpc>
              <a:spcBef>
                <a:spcPts val="360"/>
              </a:spcBef>
              <a:spcAft>
                <a:spcPts val="0"/>
              </a:spcAft>
              <a:buClr>
                <a:schemeClr val="accent5"/>
              </a:buClr>
              <a:buSzPts val="1800"/>
              <a:buFont typeface="Noto Sans Symbols"/>
              <a:buChar char="●"/>
              <a:defRPr b="0" i="0" sz="1800" u="none" cap="none" strike="noStrike">
                <a:solidFill>
                  <a:schemeClr val="dk1"/>
                </a:solidFill>
                <a:latin typeface="Gill Sans"/>
                <a:ea typeface="Gill Sans"/>
                <a:cs typeface="Gill Sans"/>
                <a:sym typeface="Gill Sans"/>
              </a:defRPr>
            </a:lvl6pPr>
            <a:lvl7pPr indent="-342900" lvl="6" marL="32004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7pPr>
            <a:lvl8pPr indent="-342900" lvl="7" marL="36576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8pPr>
            <a:lvl9pPr indent="-342900" lvl="8" marL="41148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9pPr>
          </a:lstStyle>
          <a:p/>
        </p:txBody>
      </p:sp>
      <p:sp>
        <p:nvSpPr>
          <p:cNvPr id="77" name="Google Shape;77;p8"/>
          <p:cNvSpPr txBox="1"/>
          <p:nvPr>
            <p:ph idx="10" type="dt"/>
          </p:nvPr>
        </p:nvSpPr>
        <p:spPr>
          <a:xfrm>
            <a:off x="3581400" y="4729162"/>
            <a:ext cx="2133600" cy="357187"/>
          </a:xfrm>
          <a:prstGeom prst="rect">
            <a:avLst/>
          </a:prstGeom>
          <a:noFill/>
          <a:ln>
            <a:noFill/>
          </a:ln>
        </p:spPr>
        <p:txBody>
          <a:bodyPr anchorCtr="0" anchor="b" bIns="40800" lIns="81625" spcFirstLastPara="1" rIns="81625" wrap="square" tIns="40800">
            <a:noAutofit/>
          </a:bodyPr>
          <a:lstStyle>
            <a:lvl1pPr lvl="0" marR="0" rtl="0" algn="r">
              <a:lnSpc>
                <a:spcPct val="100000"/>
              </a:lnSpc>
              <a:spcBef>
                <a:spcPts val="0"/>
              </a:spcBef>
              <a:spcAft>
                <a:spcPts val="0"/>
              </a:spcAft>
              <a:buSzPts val="1400"/>
              <a:buNone/>
              <a:defRPr b="0" i="0" sz="1100" u="none">
                <a:solidFill>
                  <a:srgbClr val="B5A788"/>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9pPr>
          </a:lstStyle>
          <a:p/>
        </p:txBody>
      </p:sp>
      <p:sp>
        <p:nvSpPr>
          <p:cNvPr id="78" name="Google Shape;78;p8"/>
          <p:cNvSpPr txBox="1"/>
          <p:nvPr>
            <p:ph idx="11" type="ftr"/>
          </p:nvPr>
        </p:nvSpPr>
        <p:spPr>
          <a:xfrm>
            <a:off x="5715000" y="4729162"/>
            <a:ext cx="2895600" cy="357187"/>
          </a:xfrm>
          <a:prstGeom prst="rect">
            <a:avLst/>
          </a:prstGeom>
          <a:noFill/>
          <a:ln>
            <a:noFill/>
          </a:ln>
        </p:spPr>
        <p:txBody>
          <a:bodyPr anchorCtr="0" anchor="b" bIns="40800" lIns="81625" spcFirstLastPara="1" rIns="81625" wrap="square" tIns="40800">
            <a:noAutofit/>
          </a:bodyPr>
          <a:lstStyle>
            <a:lvl1pPr lvl="0" marR="0" rtl="0" algn="l">
              <a:lnSpc>
                <a:spcPct val="100000"/>
              </a:lnSpc>
              <a:spcBef>
                <a:spcPts val="0"/>
              </a:spcBef>
              <a:spcAft>
                <a:spcPts val="0"/>
              </a:spcAft>
              <a:buSzPts val="1400"/>
              <a:buNone/>
              <a:defRPr b="0" i="0" sz="2100" u="none">
                <a:solidFill>
                  <a:srgbClr val="000000"/>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9pPr>
          </a:lstStyle>
          <a:p/>
        </p:txBody>
      </p:sp>
      <p:sp>
        <p:nvSpPr>
          <p:cNvPr id="79" name="Google Shape;79;p8"/>
          <p:cNvSpPr txBox="1"/>
          <p:nvPr>
            <p:ph idx="12" type="sldNum"/>
          </p:nvPr>
        </p:nvSpPr>
        <p:spPr>
          <a:xfrm>
            <a:off x="8613775" y="4729162"/>
            <a:ext cx="457200" cy="357187"/>
          </a:xfrm>
          <a:prstGeom prst="rect">
            <a:avLst/>
          </a:prstGeom>
          <a:noFill/>
          <a:ln>
            <a:noFill/>
          </a:ln>
        </p:spPr>
        <p:txBody>
          <a:bodyPr anchorCtr="0" anchor="b" bIns="40800" lIns="81625" spcFirstLastPara="1" rIns="81625" wrap="square" tIns="40800">
            <a:noAutofit/>
          </a:bodyPr>
          <a:lstStyle>
            <a:lvl1pPr indent="0" lvl="0"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1pPr>
            <a:lvl2pPr indent="0" lvl="1"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2pPr>
            <a:lvl3pPr indent="0" lvl="2"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3pPr>
            <a:lvl4pPr indent="0" lvl="3"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4pPr>
            <a:lvl5pPr indent="0" lvl="4"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5pPr>
            <a:lvl6pPr indent="0" lvl="5"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6pPr>
            <a:lvl7pPr indent="0" lvl="6"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7pPr>
            <a:lvl8pPr indent="0" lvl="7"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8pPr>
            <a:lvl9pPr indent="0" lvl="8"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87" name="Shape 87"/>
        <p:cNvGrpSpPr/>
        <p:nvPr/>
      </p:nvGrpSpPr>
      <p:grpSpPr>
        <a:xfrm>
          <a:off x="0" y="0"/>
          <a:ext cx="0" cy="0"/>
          <a:chOff x="0" y="0"/>
          <a:chExt cx="0" cy="0"/>
        </a:xfrm>
      </p:grpSpPr>
      <p:sp>
        <p:nvSpPr>
          <p:cNvPr id="88" name="Google Shape;88;p10"/>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rmAutofit/>
          </a:bodyPr>
          <a:lstStyle>
            <a:lvl1pPr lvl="0"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1pPr>
            <a:lvl2pPr lvl="1"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2pPr>
            <a:lvl3pPr lvl="2"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3pPr>
            <a:lvl4pPr lvl="3"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4pPr>
            <a:lvl5pPr lvl="4"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5pPr>
            <a:lvl6pPr lvl="5"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6pPr>
            <a:lvl7pPr lvl="6"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7pPr>
            <a:lvl8pPr lvl="7"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8pPr>
            <a:lvl9pPr lvl="8"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9pPr>
          </a:lstStyle>
          <a:p/>
        </p:txBody>
      </p:sp>
      <p:sp>
        <p:nvSpPr>
          <p:cNvPr id="89" name="Google Shape;89;p10"/>
          <p:cNvSpPr txBox="1"/>
          <p:nvPr>
            <p:ph idx="1" type="body"/>
          </p:nvPr>
        </p:nvSpPr>
        <p:spPr>
          <a:xfrm>
            <a:off x="1435100" y="1085850"/>
            <a:ext cx="7499350" cy="3600450"/>
          </a:xfrm>
          <a:prstGeom prst="rect">
            <a:avLst/>
          </a:prstGeom>
          <a:noFill/>
          <a:ln>
            <a:noFill/>
          </a:ln>
        </p:spPr>
        <p:txBody>
          <a:bodyPr anchorCtr="0" anchor="t" bIns="40800" lIns="81625" spcFirstLastPara="1" rIns="81625" wrap="square" tIns="40800">
            <a:noAutofit/>
          </a:bodyPr>
          <a:lstStyle>
            <a:lvl1pPr indent="-370840" lvl="0" marL="457200" marR="0" rtl="0" algn="l">
              <a:spcBef>
                <a:spcPts val="538"/>
              </a:spcBef>
              <a:spcAft>
                <a:spcPts val="0"/>
              </a:spcAft>
              <a:buClr>
                <a:schemeClr val="accent1"/>
              </a:buClr>
              <a:buSzPts val="2240"/>
              <a:buFont typeface="Noto Sans Symbols"/>
              <a:buChar char="⚫"/>
              <a:defRPr b="0" i="0" sz="2800" u="none" cap="none" strike="noStrike">
                <a:solidFill>
                  <a:schemeClr val="dk1"/>
                </a:solidFill>
                <a:latin typeface="Gill Sans"/>
                <a:ea typeface="Gill Sans"/>
                <a:cs typeface="Gill Sans"/>
                <a:sym typeface="Gill Sans"/>
              </a:defRPr>
            </a:lvl1pPr>
            <a:lvl2pPr indent="-387350" lvl="1" marL="914400" marR="0" rtl="0" algn="l">
              <a:spcBef>
                <a:spcPts val="488"/>
              </a:spcBef>
              <a:spcAft>
                <a:spcPts val="0"/>
              </a:spcAft>
              <a:buClr>
                <a:schemeClr val="accent1"/>
              </a:buClr>
              <a:buSzPts val="2500"/>
              <a:buFont typeface="Verdana"/>
              <a:buChar char="◦"/>
              <a:defRPr b="0" i="0" sz="2500" u="none" cap="none" strike="noStrike">
                <a:solidFill>
                  <a:schemeClr val="dk1"/>
                </a:solidFill>
                <a:latin typeface="Gill Sans"/>
                <a:ea typeface="Gill Sans"/>
                <a:cs typeface="Gill Sans"/>
                <a:sym typeface="Gill Sans"/>
              </a:defRPr>
            </a:lvl2pPr>
            <a:lvl3pPr indent="-361950" lvl="2" marL="1371600" marR="0" rtl="0" algn="l">
              <a:spcBef>
                <a:spcPts val="420"/>
              </a:spcBef>
              <a:spcAft>
                <a:spcPts val="0"/>
              </a:spcAft>
              <a:buClr>
                <a:schemeClr val="accent2"/>
              </a:buClr>
              <a:buSzPts val="2100"/>
              <a:buFont typeface="Noto Sans Symbols"/>
              <a:buChar char="●"/>
              <a:defRPr b="0" i="0" sz="2100" u="none" cap="none" strike="noStrike">
                <a:solidFill>
                  <a:schemeClr val="dk1"/>
                </a:solidFill>
                <a:latin typeface="Gill Sans"/>
                <a:ea typeface="Gill Sans"/>
                <a:cs typeface="Gill Sans"/>
                <a:sym typeface="Gill Sans"/>
              </a:defRPr>
            </a:lvl3pPr>
            <a:lvl4pPr indent="-342900" lvl="3" marL="1828800" marR="0" rtl="0" algn="l">
              <a:spcBef>
                <a:spcPts val="360"/>
              </a:spcBef>
              <a:spcAft>
                <a:spcPts val="0"/>
              </a:spcAft>
              <a:buClr>
                <a:srgbClr val="C32D2E"/>
              </a:buClr>
              <a:buSzPts val="1800"/>
              <a:buFont typeface="Noto Sans Symbols"/>
              <a:buChar char="●"/>
              <a:defRPr b="0" i="0" sz="1800" u="none" cap="none" strike="noStrike">
                <a:solidFill>
                  <a:schemeClr val="dk1"/>
                </a:solidFill>
                <a:latin typeface="Gill Sans"/>
                <a:ea typeface="Gill Sans"/>
                <a:cs typeface="Gill Sans"/>
                <a:sym typeface="Gill Sans"/>
              </a:defRPr>
            </a:lvl4pPr>
            <a:lvl5pPr indent="-342900" lvl="4" marL="2286000" marR="0" rtl="0" algn="l">
              <a:spcBef>
                <a:spcPts val="360"/>
              </a:spcBef>
              <a:spcAft>
                <a:spcPts val="0"/>
              </a:spcAft>
              <a:buClr>
                <a:srgbClr val="84AA33"/>
              </a:buClr>
              <a:buSzPts val="1800"/>
              <a:buFont typeface="Noto Sans Symbols"/>
              <a:buChar char="●"/>
              <a:defRPr b="0" i="0" sz="1800" u="none" cap="none" strike="noStrike">
                <a:solidFill>
                  <a:schemeClr val="dk1"/>
                </a:solidFill>
                <a:latin typeface="Gill Sans"/>
                <a:ea typeface="Gill Sans"/>
                <a:cs typeface="Gill Sans"/>
                <a:sym typeface="Gill Sans"/>
              </a:defRPr>
            </a:lvl5pPr>
            <a:lvl6pPr indent="-342900" lvl="5" marL="2743200" marR="0" rtl="0" algn="l">
              <a:lnSpc>
                <a:spcPct val="100000"/>
              </a:lnSpc>
              <a:spcBef>
                <a:spcPts val="360"/>
              </a:spcBef>
              <a:spcAft>
                <a:spcPts val="0"/>
              </a:spcAft>
              <a:buClr>
                <a:schemeClr val="accent5"/>
              </a:buClr>
              <a:buSzPts val="1800"/>
              <a:buFont typeface="Noto Sans Symbols"/>
              <a:buChar char="●"/>
              <a:defRPr b="0" i="0" sz="1800" u="none" cap="none" strike="noStrike">
                <a:solidFill>
                  <a:schemeClr val="dk1"/>
                </a:solidFill>
                <a:latin typeface="Gill Sans"/>
                <a:ea typeface="Gill Sans"/>
                <a:cs typeface="Gill Sans"/>
                <a:sym typeface="Gill Sans"/>
              </a:defRPr>
            </a:lvl6pPr>
            <a:lvl7pPr indent="-342900" lvl="6" marL="32004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7pPr>
            <a:lvl8pPr indent="-342900" lvl="7" marL="36576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8pPr>
            <a:lvl9pPr indent="-342900" lvl="8" marL="41148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9pPr>
          </a:lstStyle>
          <a:p/>
        </p:txBody>
      </p:sp>
      <p:sp>
        <p:nvSpPr>
          <p:cNvPr id="90" name="Google Shape;90;p10"/>
          <p:cNvSpPr txBox="1"/>
          <p:nvPr>
            <p:ph idx="10" type="dt"/>
          </p:nvPr>
        </p:nvSpPr>
        <p:spPr>
          <a:xfrm>
            <a:off x="3581400" y="4729162"/>
            <a:ext cx="2133600" cy="357187"/>
          </a:xfrm>
          <a:prstGeom prst="rect">
            <a:avLst/>
          </a:prstGeom>
          <a:noFill/>
          <a:ln>
            <a:noFill/>
          </a:ln>
        </p:spPr>
        <p:txBody>
          <a:bodyPr anchorCtr="0" anchor="b" bIns="40800" lIns="81625" spcFirstLastPara="1" rIns="81625" wrap="square" tIns="40800">
            <a:noAutofit/>
          </a:bodyPr>
          <a:lstStyle>
            <a:lvl1pPr lvl="0" marR="0" rtl="0" algn="r">
              <a:lnSpc>
                <a:spcPct val="100000"/>
              </a:lnSpc>
              <a:spcBef>
                <a:spcPts val="0"/>
              </a:spcBef>
              <a:spcAft>
                <a:spcPts val="0"/>
              </a:spcAft>
              <a:buSzPts val="1400"/>
              <a:buNone/>
              <a:defRPr b="0" i="0" sz="1100" u="none">
                <a:solidFill>
                  <a:srgbClr val="B5A788"/>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9pPr>
          </a:lstStyle>
          <a:p/>
        </p:txBody>
      </p:sp>
      <p:sp>
        <p:nvSpPr>
          <p:cNvPr id="91" name="Google Shape;91;p10"/>
          <p:cNvSpPr txBox="1"/>
          <p:nvPr>
            <p:ph idx="11" type="ftr"/>
          </p:nvPr>
        </p:nvSpPr>
        <p:spPr>
          <a:xfrm>
            <a:off x="5715000" y="4729162"/>
            <a:ext cx="2895600" cy="357187"/>
          </a:xfrm>
          <a:prstGeom prst="rect">
            <a:avLst/>
          </a:prstGeom>
          <a:noFill/>
          <a:ln>
            <a:noFill/>
          </a:ln>
        </p:spPr>
        <p:txBody>
          <a:bodyPr anchorCtr="0" anchor="b" bIns="40800" lIns="81625" spcFirstLastPara="1" rIns="81625" wrap="square" tIns="40800">
            <a:noAutofit/>
          </a:bodyPr>
          <a:lstStyle>
            <a:lvl1pPr lvl="0" marR="0" rtl="0" algn="l">
              <a:lnSpc>
                <a:spcPct val="100000"/>
              </a:lnSpc>
              <a:spcBef>
                <a:spcPts val="0"/>
              </a:spcBef>
              <a:spcAft>
                <a:spcPts val="0"/>
              </a:spcAft>
              <a:buSzPts val="1400"/>
              <a:buNone/>
              <a:defRPr b="0" i="0" sz="2100" u="none">
                <a:solidFill>
                  <a:srgbClr val="000000"/>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9pPr>
          </a:lstStyle>
          <a:p/>
        </p:txBody>
      </p:sp>
      <p:sp>
        <p:nvSpPr>
          <p:cNvPr id="92" name="Google Shape;92;p10"/>
          <p:cNvSpPr txBox="1"/>
          <p:nvPr>
            <p:ph idx="12" type="sldNum"/>
          </p:nvPr>
        </p:nvSpPr>
        <p:spPr>
          <a:xfrm>
            <a:off x="8613775" y="4729162"/>
            <a:ext cx="457200" cy="357187"/>
          </a:xfrm>
          <a:prstGeom prst="rect">
            <a:avLst/>
          </a:prstGeom>
          <a:noFill/>
          <a:ln>
            <a:noFill/>
          </a:ln>
        </p:spPr>
        <p:txBody>
          <a:bodyPr anchorCtr="0" anchor="b" bIns="40800" lIns="81625" spcFirstLastPara="1" rIns="81625" wrap="square" tIns="40800">
            <a:noAutofit/>
          </a:bodyPr>
          <a:lstStyle>
            <a:lvl1pPr indent="0" lvl="0"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1pPr>
            <a:lvl2pPr indent="0" lvl="1"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2pPr>
            <a:lvl3pPr indent="0" lvl="2"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3pPr>
            <a:lvl4pPr indent="0" lvl="3"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4pPr>
            <a:lvl5pPr indent="0" lvl="4"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5pPr>
            <a:lvl6pPr indent="0" lvl="5"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6pPr>
            <a:lvl7pPr indent="0" lvl="6"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7pPr>
            <a:lvl8pPr indent="0" lvl="7"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8pPr>
            <a:lvl9pPr indent="0" lvl="8"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2"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02" name="Shape 102"/>
        <p:cNvGrpSpPr/>
        <p:nvPr/>
      </p:nvGrpSpPr>
      <p:grpSpPr>
        <a:xfrm>
          <a:off x="0" y="0"/>
          <a:ext cx="0" cy="0"/>
          <a:chOff x="0" y="0"/>
          <a:chExt cx="0" cy="0"/>
        </a:xfrm>
      </p:grpSpPr>
      <p:sp>
        <p:nvSpPr>
          <p:cNvPr id="103" name="Google Shape;103;p12"/>
          <p:cNvSpPr/>
          <p:nvPr/>
        </p:nvSpPr>
        <p:spPr>
          <a:xfrm>
            <a:off x="-815975" y="-611187"/>
            <a:ext cx="1638300" cy="1228725"/>
          </a:xfrm>
          <a:custGeom>
            <a:rect b="b" l="l" r="r" t="t"/>
            <a:pathLst>
              <a:path extrusionOk="0" h="1228726" w="1638300">
                <a:moveTo>
                  <a:pt x="1638300" y="614363"/>
                </a:moveTo>
                <a:lnTo>
                  <a:pt x="1638300" y="614363"/>
                </a:lnTo>
                <a:cubicBezTo>
                  <a:pt x="1638300" y="695064"/>
                  <a:pt x="1617098" y="774980"/>
                  <a:pt x="1575909" y="849535"/>
                </a:cubicBezTo>
                <a:cubicBezTo>
                  <a:pt x="1534720" y="924089"/>
                  <a:pt x="1474345" y="991832"/>
                  <a:pt x="1398242" y="1048883"/>
                </a:cubicBezTo>
                <a:cubicBezTo>
                  <a:pt x="1322139" y="1105934"/>
                  <a:pt x="1231787" y="1151184"/>
                  <a:pt x="1132362" y="1182041"/>
                </a:cubicBezTo>
                <a:cubicBezTo>
                  <a:pt x="1032937" y="1212899"/>
                  <a:pt x="926372" y="1228763"/>
                  <a:pt x="818771" y="1228725"/>
                </a:cubicBezTo>
                <a:lnTo>
                  <a:pt x="819150" y="614363"/>
                </a:lnTo>
                <a:close/>
              </a:path>
            </a:pathLst>
          </a:custGeom>
          <a:solidFill>
            <a:srgbClr val="FEFAF4">
              <a:alpha val="32549"/>
            </a:srgbClr>
          </a:solidFill>
          <a:ln cap="rnd" cmpd="sng" w="9525">
            <a:solidFill>
              <a:srgbClr val="D2C39E"/>
            </a:solidFill>
            <a:prstDash val="solid"/>
            <a:miter lim="800000"/>
            <a:headEnd len="sm" w="sm" type="none"/>
            <a:tailEnd len="sm" w="sm" type="none"/>
          </a:ln>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104" name="Google Shape;104;p12"/>
          <p:cNvSpPr/>
          <p:nvPr/>
        </p:nvSpPr>
        <p:spPr>
          <a:xfrm>
            <a:off x="168275" y="15875"/>
            <a:ext cx="1703387" cy="1276350"/>
          </a:xfrm>
          <a:prstGeom prst="ellipse">
            <a:avLst/>
          </a:prstGeom>
          <a:noFill/>
          <a:ln cap="rnd" cmpd="sng" w="27300">
            <a:solidFill>
              <a:srgbClr val="FFF6DB"/>
            </a:solidFill>
            <a:prstDash val="solid"/>
            <a:miter lim="800000"/>
            <a:headEnd len="sm" w="sm" type="none"/>
            <a:tailEnd len="sm" w="sm" type="none"/>
          </a:ln>
          <a:effectLst>
            <a:outerShdw blurRad="63500" dir="5400000" dist="25400">
              <a:srgbClr val="AFA58D">
                <a:alpha val="84705"/>
              </a:srgbClr>
            </a:outerShdw>
          </a:effectLst>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105" name="Google Shape;105;p12"/>
          <p:cNvSpPr/>
          <p:nvPr/>
        </p:nvSpPr>
        <p:spPr>
          <a:xfrm rot="2315675">
            <a:off x="182882" y="791308"/>
            <a:ext cx="1125717" cy="826968"/>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0800" lIns="81625" spcFirstLastPara="1" rIns="81625" wrap="square" tIns="40800">
            <a:noAutofit/>
          </a:bodyPr>
          <a:lstStyle/>
          <a:p>
            <a:pPr indent="0" lvl="0" marL="0" marR="0" rtl="0" algn="ctr">
              <a:lnSpc>
                <a:spcPct val="100000"/>
              </a:lnSpc>
              <a:spcBef>
                <a:spcPts val="0"/>
              </a:spcBef>
              <a:spcAft>
                <a:spcPts val="0"/>
              </a:spcAft>
              <a:buClr>
                <a:schemeClr val="lt1"/>
              </a:buClr>
              <a:buSzPts val="2100"/>
              <a:buFont typeface="Comic Sans MS"/>
              <a:buNone/>
            </a:pPr>
            <a:r>
              <a:t/>
            </a:r>
            <a:endParaRPr b="0" i="0" sz="2100" u="none" cap="none" strike="noStrike">
              <a:solidFill>
                <a:schemeClr val="lt1"/>
              </a:solidFill>
              <a:latin typeface="Gill Sans"/>
              <a:ea typeface="Gill Sans"/>
              <a:cs typeface="Gill Sans"/>
              <a:sym typeface="Gill Sans"/>
            </a:endParaRPr>
          </a:p>
        </p:txBody>
      </p:sp>
      <p:sp>
        <p:nvSpPr>
          <p:cNvPr id="106" name="Google Shape;106;p12"/>
          <p:cNvSpPr txBox="1"/>
          <p:nvPr/>
        </p:nvSpPr>
        <p:spPr>
          <a:xfrm>
            <a:off x="1012825" y="0"/>
            <a:ext cx="8131175" cy="5143500"/>
          </a:xfrm>
          <a:prstGeom prst="rect">
            <a:avLst/>
          </a:prstGeom>
          <a:solidFill>
            <a:schemeClr val="lt1"/>
          </a:solidFill>
          <a:ln>
            <a:noFill/>
          </a:ln>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107" name="Google Shape;107;p12"/>
          <p:cNvSpPr txBox="1"/>
          <p:nvPr/>
        </p:nvSpPr>
        <p:spPr>
          <a:xfrm>
            <a:off x="1014412" y="0"/>
            <a:ext cx="73025" cy="5143500"/>
          </a:xfrm>
          <a:prstGeom prst="rect">
            <a:avLst/>
          </a:prstGeom>
          <a:solidFill>
            <a:schemeClr val="lt1"/>
          </a:solidFill>
          <a:ln>
            <a:noFill/>
          </a:ln>
          <a:effectLst>
            <a:outerShdw blurRad="63500" dir="10800000" dist="38000">
              <a:srgbClr val="706B5F">
                <a:alpha val="24705"/>
              </a:srgbClr>
            </a:outerShdw>
          </a:effectLst>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108" name="Google Shape;108;p12"/>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rmAutofit/>
          </a:bodyPr>
          <a:lstStyle>
            <a:lvl1pPr lvl="0"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1pPr>
            <a:lvl2pPr lvl="1"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2pPr>
            <a:lvl3pPr lvl="2"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3pPr>
            <a:lvl4pPr lvl="3"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4pPr>
            <a:lvl5pPr lvl="4"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5pPr>
            <a:lvl6pPr lvl="5"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6pPr>
            <a:lvl7pPr lvl="6"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7pPr>
            <a:lvl8pPr lvl="7"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8pPr>
            <a:lvl9pPr lvl="8"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9pPr>
          </a:lstStyle>
          <a:p/>
        </p:txBody>
      </p:sp>
      <p:sp>
        <p:nvSpPr>
          <p:cNvPr id="109" name="Google Shape;109;p12"/>
          <p:cNvSpPr txBox="1"/>
          <p:nvPr>
            <p:ph idx="1" type="body"/>
          </p:nvPr>
        </p:nvSpPr>
        <p:spPr>
          <a:xfrm>
            <a:off x="1435100" y="1085850"/>
            <a:ext cx="7499350" cy="3600450"/>
          </a:xfrm>
          <a:prstGeom prst="rect">
            <a:avLst/>
          </a:prstGeom>
          <a:noFill/>
          <a:ln>
            <a:noFill/>
          </a:ln>
        </p:spPr>
        <p:txBody>
          <a:bodyPr anchorCtr="0" anchor="t" bIns="40800" lIns="81625" spcFirstLastPara="1" rIns="81625" wrap="square" tIns="40800">
            <a:noAutofit/>
          </a:bodyPr>
          <a:lstStyle>
            <a:lvl1pPr indent="-370840" lvl="0" marL="457200" marR="0" rtl="0" algn="l">
              <a:spcBef>
                <a:spcPts val="538"/>
              </a:spcBef>
              <a:spcAft>
                <a:spcPts val="0"/>
              </a:spcAft>
              <a:buClr>
                <a:schemeClr val="accent1"/>
              </a:buClr>
              <a:buSzPts val="2240"/>
              <a:buFont typeface="Noto Sans Symbols"/>
              <a:buChar char="⚫"/>
              <a:defRPr b="0" i="0" sz="2800" u="none" cap="none" strike="noStrike">
                <a:solidFill>
                  <a:schemeClr val="dk1"/>
                </a:solidFill>
                <a:latin typeface="Gill Sans"/>
                <a:ea typeface="Gill Sans"/>
                <a:cs typeface="Gill Sans"/>
                <a:sym typeface="Gill Sans"/>
              </a:defRPr>
            </a:lvl1pPr>
            <a:lvl2pPr indent="-387350" lvl="1" marL="914400" marR="0" rtl="0" algn="l">
              <a:spcBef>
                <a:spcPts val="488"/>
              </a:spcBef>
              <a:spcAft>
                <a:spcPts val="0"/>
              </a:spcAft>
              <a:buClr>
                <a:schemeClr val="accent1"/>
              </a:buClr>
              <a:buSzPts val="2500"/>
              <a:buFont typeface="Verdana"/>
              <a:buChar char="◦"/>
              <a:defRPr b="0" i="0" sz="2500" u="none" cap="none" strike="noStrike">
                <a:solidFill>
                  <a:schemeClr val="dk1"/>
                </a:solidFill>
                <a:latin typeface="Gill Sans"/>
                <a:ea typeface="Gill Sans"/>
                <a:cs typeface="Gill Sans"/>
                <a:sym typeface="Gill Sans"/>
              </a:defRPr>
            </a:lvl2pPr>
            <a:lvl3pPr indent="-361950" lvl="2" marL="1371600" marR="0" rtl="0" algn="l">
              <a:spcBef>
                <a:spcPts val="420"/>
              </a:spcBef>
              <a:spcAft>
                <a:spcPts val="0"/>
              </a:spcAft>
              <a:buClr>
                <a:schemeClr val="accent2"/>
              </a:buClr>
              <a:buSzPts val="2100"/>
              <a:buFont typeface="Noto Sans Symbols"/>
              <a:buChar char="●"/>
              <a:defRPr b="0" i="0" sz="2100" u="none" cap="none" strike="noStrike">
                <a:solidFill>
                  <a:schemeClr val="dk1"/>
                </a:solidFill>
                <a:latin typeface="Gill Sans"/>
                <a:ea typeface="Gill Sans"/>
                <a:cs typeface="Gill Sans"/>
                <a:sym typeface="Gill Sans"/>
              </a:defRPr>
            </a:lvl3pPr>
            <a:lvl4pPr indent="-342900" lvl="3" marL="1828800" marR="0" rtl="0" algn="l">
              <a:spcBef>
                <a:spcPts val="360"/>
              </a:spcBef>
              <a:spcAft>
                <a:spcPts val="0"/>
              </a:spcAft>
              <a:buClr>
                <a:srgbClr val="C32D2E"/>
              </a:buClr>
              <a:buSzPts val="1800"/>
              <a:buFont typeface="Noto Sans Symbols"/>
              <a:buChar char="●"/>
              <a:defRPr b="0" i="0" sz="1800" u="none" cap="none" strike="noStrike">
                <a:solidFill>
                  <a:schemeClr val="dk1"/>
                </a:solidFill>
                <a:latin typeface="Gill Sans"/>
                <a:ea typeface="Gill Sans"/>
                <a:cs typeface="Gill Sans"/>
                <a:sym typeface="Gill Sans"/>
              </a:defRPr>
            </a:lvl4pPr>
            <a:lvl5pPr indent="-342900" lvl="4" marL="2286000" marR="0" rtl="0" algn="l">
              <a:spcBef>
                <a:spcPts val="360"/>
              </a:spcBef>
              <a:spcAft>
                <a:spcPts val="0"/>
              </a:spcAft>
              <a:buClr>
                <a:srgbClr val="84AA33"/>
              </a:buClr>
              <a:buSzPts val="1800"/>
              <a:buFont typeface="Noto Sans Symbols"/>
              <a:buChar char="●"/>
              <a:defRPr b="0" i="0" sz="1800" u="none" cap="none" strike="noStrike">
                <a:solidFill>
                  <a:schemeClr val="dk1"/>
                </a:solidFill>
                <a:latin typeface="Gill Sans"/>
                <a:ea typeface="Gill Sans"/>
                <a:cs typeface="Gill Sans"/>
                <a:sym typeface="Gill Sans"/>
              </a:defRPr>
            </a:lvl5pPr>
            <a:lvl6pPr indent="-342900" lvl="5" marL="2743200" marR="0" rtl="0" algn="l">
              <a:lnSpc>
                <a:spcPct val="100000"/>
              </a:lnSpc>
              <a:spcBef>
                <a:spcPts val="360"/>
              </a:spcBef>
              <a:spcAft>
                <a:spcPts val="0"/>
              </a:spcAft>
              <a:buClr>
                <a:schemeClr val="accent5"/>
              </a:buClr>
              <a:buSzPts val="1800"/>
              <a:buFont typeface="Noto Sans Symbols"/>
              <a:buChar char="●"/>
              <a:defRPr b="0" i="0" sz="1800" u="none" cap="none" strike="noStrike">
                <a:solidFill>
                  <a:schemeClr val="dk1"/>
                </a:solidFill>
                <a:latin typeface="Gill Sans"/>
                <a:ea typeface="Gill Sans"/>
                <a:cs typeface="Gill Sans"/>
                <a:sym typeface="Gill Sans"/>
              </a:defRPr>
            </a:lvl6pPr>
            <a:lvl7pPr indent="-342900" lvl="6" marL="32004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7pPr>
            <a:lvl8pPr indent="-342900" lvl="7" marL="36576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8pPr>
            <a:lvl9pPr indent="-342900" lvl="8" marL="41148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9pPr>
          </a:lstStyle>
          <a:p/>
        </p:txBody>
      </p:sp>
      <p:sp>
        <p:nvSpPr>
          <p:cNvPr id="110" name="Google Shape;110;p12"/>
          <p:cNvSpPr txBox="1"/>
          <p:nvPr>
            <p:ph idx="10" type="dt"/>
          </p:nvPr>
        </p:nvSpPr>
        <p:spPr>
          <a:xfrm>
            <a:off x="3581400" y="4729162"/>
            <a:ext cx="2133600" cy="357187"/>
          </a:xfrm>
          <a:prstGeom prst="rect">
            <a:avLst/>
          </a:prstGeom>
          <a:noFill/>
          <a:ln>
            <a:noFill/>
          </a:ln>
        </p:spPr>
        <p:txBody>
          <a:bodyPr anchorCtr="0" anchor="b" bIns="40800" lIns="81625" spcFirstLastPara="1" rIns="81625" wrap="square" tIns="40800">
            <a:noAutofit/>
          </a:bodyPr>
          <a:lstStyle>
            <a:lvl1pPr lvl="0" marR="0" rtl="0" algn="r">
              <a:lnSpc>
                <a:spcPct val="100000"/>
              </a:lnSpc>
              <a:spcBef>
                <a:spcPts val="0"/>
              </a:spcBef>
              <a:spcAft>
                <a:spcPts val="0"/>
              </a:spcAft>
              <a:buSzPts val="1400"/>
              <a:buNone/>
              <a:defRPr b="0" i="0" sz="1100" u="none">
                <a:solidFill>
                  <a:srgbClr val="B5A788"/>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9pPr>
          </a:lstStyle>
          <a:p/>
        </p:txBody>
      </p:sp>
      <p:sp>
        <p:nvSpPr>
          <p:cNvPr id="111" name="Google Shape;111;p12"/>
          <p:cNvSpPr txBox="1"/>
          <p:nvPr>
            <p:ph idx="11" type="ftr"/>
          </p:nvPr>
        </p:nvSpPr>
        <p:spPr>
          <a:xfrm>
            <a:off x="5715000" y="4729162"/>
            <a:ext cx="2895600" cy="357187"/>
          </a:xfrm>
          <a:prstGeom prst="rect">
            <a:avLst/>
          </a:prstGeom>
          <a:noFill/>
          <a:ln>
            <a:noFill/>
          </a:ln>
        </p:spPr>
        <p:txBody>
          <a:bodyPr anchorCtr="0" anchor="b" bIns="40800" lIns="81625" spcFirstLastPara="1" rIns="81625" wrap="square" tIns="40800">
            <a:noAutofit/>
          </a:bodyPr>
          <a:lstStyle>
            <a:lvl1pPr lvl="0" marR="0" rtl="0" algn="l">
              <a:lnSpc>
                <a:spcPct val="100000"/>
              </a:lnSpc>
              <a:spcBef>
                <a:spcPts val="0"/>
              </a:spcBef>
              <a:spcAft>
                <a:spcPts val="0"/>
              </a:spcAft>
              <a:buSzPts val="1400"/>
              <a:buNone/>
              <a:defRPr b="0" i="0" sz="2100" u="none">
                <a:solidFill>
                  <a:srgbClr val="000000"/>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9pPr>
          </a:lstStyle>
          <a:p/>
        </p:txBody>
      </p:sp>
      <p:sp>
        <p:nvSpPr>
          <p:cNvPr id="112" name="Google Shape;112;p12"/>
          <p:cNvSpPr txBox="1"/>
          <p:nvPr>
            <p:ph idx="12" type="sldNum"/>
          </p:nvPr>
        </p:nvSpPr>
        <p:spPr>
          <a:xfrm>
            <a:off x="8613775" y="4729162"/>
            <a:ext cx="457200" cy="357187"/>
          </a:xfrm>
          <a:prstGeom prst="rect">
            <a:avLst/>
          </a:prstGeom>
          <a:noFill/>
          <a:ln>
            <a:noFill/>
          </a:ln>
        </p:spPr>
        <p:txBody>
          <a:bodyPr anchorCtr="0" anchor="b" bIns="40800" lIns="81625" spcFirstLastPara="1" rIns="81625" wrap="square" tIns="40800">
            <a:noAutofit/>
          </a:bodyPr>
          <a:lstStyle>
            <a:lvl1pPr indent="0" lvl="0"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1pPr>
            <a:lvl2pPr indent="0" lvl="1"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2pPr>
            <a:lvl3pPr indent="0" lvl="2"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3pPr>
            <a:lvl4pPr indent="0" lvl="3"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4pPr>
            <a:lvl5pPr indent="0" lvl="4"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5pPr>
            <a:lvl6pPr indent="0" lvl="5"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6pPr>
            <a:lvl7pPr indent="0" lvl="6"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7pPr>
            <a:lvl8pPr indent="0" lvl="7"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8pPr>
            <a:lvl9pPr indent="0" lvl="8"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3"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18" name="Shape 118"/>
        <p:cNvGrpSpPr/>
        <p:nvPr/>
      </p:nvGrpSpPr>
      <p:grpSpPr>
        <a:xfrm>
          <a:off x="0" y="0"/>
          <a:ext cx="0" cy="0"/>
          <a:chOff x="0" y="0"/>
          <a:chExt cx="0" cy="0"/>
        </a:xfrm>
      </p:grpSpPr>
      <p:sp>
        <p:nvSpPr>
          <p:cNvPr id="119" name="Google Shape;119;p14"/>
          <p:cNvSpPr txBox="1"/>
          <p:nvPr/>
        </p:nvSpPr>
        <p:spPr>
          <a:xfrm>
            <a:off x="1014412" y="0"/>
            <a:ext cx="8129587" cy="5143500"/>
          </a:xfrm>
          <a:prstGeom prst="rect">
            <a:avLst/>
          </a:prstGeom>
          <a:solidFill>
            <a:schemeClr val="lt1"/>
          </a:solidFill>
          <a:ln>
            <a:noFill/>
          </a:ln>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120" name="Google Shape;120;p14"/>
          <p:cNvSpPr txBox="1"/>
          <p:nvPr/>
        </p:nvSpPr>
        <p:spPr>
          <a:xfrm>
            <a:off x="1014412" y="0"/>
            <a:ext cx="73025" cy="5143500"/>
          </a:xfrm>
          <a:prstGeom prst="rect">
            <a:avLst/>
          </a:prstGeom>
          <a:solidFill>
            <a:schemeClr val="lt1"/>
          </a:solidFill>
          <a:ln>
            <a:noFill/>
          </a:ln>
          <a:effectLst>
            <a:outerShdw blurRad="63500" dir="10800000" dist="38000">
              <a:srgbClr val="706B5F">
                <a:alpha val="24705"/>
              </a:srgbClr>
            </a:outerShdw>
          </a:effectLst>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121" name="Google Shape;121;p14"/>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rmAutofit/>
          </a:bodyPr>
          <a:lstStyle>
            <a:lvl1pPr lvl="0"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1pPr>
            <a:lvl2pPr lvl="1"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2pPr>
            <a:lvl3pPr lvl="2"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3pPr>
            <a:lvl4pPr lvl="3"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4pPr>
            <a:lvl5pPr lvl="4"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5pPr>
            <a:lvl6pPr lvl="5"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6pPr>
            <a:lvl7pPr lvl="6"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7pPr>
            <a:lvl8pPr lvl="7"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8pPr>
            <a:lvl9pPr lvl="8"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9pPr>
          </a:lstStyle>
          <a:p/>
        </p:txBody>
      </p:sp>
      <p:sp>
        <p:nvSpPr>
          <p:cNvPr id="122" name="Google Shape;122;p14"/>
          <p:cNvSpPr txBox="1"/>
          <p:nvPr>
            <p:ph idx="1" type="body"/>
          </p:nvPr>
        </p:nvSpPr>
        <p:spPr>
          <a:xfrm>
            <a:off x="1435100" y="1085850"/>
            <a:ext cx="7499350" cy="3600450"/>
          </a:xfrm>
          <a:prstGeom prst="rect">
            <a:avLst/>
          </a:prstGeom>
          <a:noFill/>
          <a:ln>
            <a:noFill/>
          </a:ln>
        </p:spPr>
        <p:txBody>
          <a:bodyPr anchorCtr="0" anchor="t" bIns="40800" lIns="81625" spcFirstLastPara="1" rIns="81625" wrap="square" tIns="40800">
            <a:noAutofit/>
          </a:bodyPr>
          <a:lstStyle>
            <a:lvl1pPr indent="-370840" lvl="0" marL="457200" marR="0" rtl="0" algn="l">
              <a:spcBef>
                <a:spcPts val="538"/>
              </a:spcBef>
              <a:spcAft>
                <a:spcPts val="0"/>
              </a:spcAft>
              <a:buClr>
                <a:schemeClr val="accent1"/>
              </a:buClr>
              <a:buSzPts val="2240"/>
              <a:buFont typeface="Noto Sans Symbols"/>
              <a:buChar char="⚫"/>
              <a:defRPr b="0" i="0" sz="2800" u="none" cap="none" strike="noStrike">
                <a:solidFill>
                  <a:schemeClr val="dk1"/>
                </a:solidFill>
                <a:latin typeface="Gill Sans"/>
                <a:ea typeface="Gill Sans"/>
                <a:cs typeface="Gill Sans"/>
                <a:sym typeface="Gill Sans"/>
              </a:defRPr>
            </a:lvl1pPr>
            <a:lvl2pPr indent="-387350" lvl="1" marL="914400" marR="0" rtl="0" algn="l">
              <a:spcBef>
                <a:spcPts val="488"/>
              </a:spcBef>
              <a:spcAft>
                <a:spcPts val="0"/>
              </a:spcAft>
              <a:buClr>
                <a:schemeClr val="accent1"/>
              </a:buClr>
              <a:buSzPts val="2500"/>
              <a:buFont typeface="Verdana"/>
              <a:buChar char="◦"/>
              <a:defRPr b="0" i="0" sz="2500" u="none" cap="none" strike="noStrike">
                <a:solidFill>
                  <a:schemeClr val="dk1"/>
                </a:solidFill>
                <a:latin typeface="Gill Sans"/>
                <a:ea typeface="Gill Sans"/>
                <a:cs typeface="Gill Sans"/>
                <a:sym typeface="Gill Sans"/>
              </a:defRPr>
            </a:lvl2pPr>
            <a:lvl3pPr indent="-361950" lvl="2" marL="1371600" marR="0" rtl="0" algn="l">
              <a:spcBef>
                <a:spcPts val="420"/>
              </a:spcBef>
              <a:spcAft>
                <a:spcPts val="0"/>
              </a:spcAft>
              <a:buClr>
                <a:schemeClr val="accent2"/>
              </a:buClr>
              <a:buSzPts val="2100"/>
              <a:buFont typeface="Noto Sans Symbols"/>
              <a:buChar char="●"/>
              <a:defRPr b="0" i="0" sz="2100" u="none" cap="none" strike="noStrike">
                <a:solidFill>
                  <a:schemeClr val="dk1"/>
                </a:solidFill>
                <a:latin typeface="Gill Sans"/>
                <a:ea typeface="Gill Sans"/>
                <a:cs typeface="Gill Sans"/>
                <a:sym typeface="Gill Sans"/>
              </a:defRPr>
            </a:lvl3pPr>
            <a:lvl4pPr indent="-342900" lvl="3" marL="1828800" marR="0" rtl="0" algn="l">
              <a:spcBef>
                <a:spcPts val="360"/>
              </a:spcBef>
              <a:spcAft>
                <a:spcPts val="0"/>
              </a:spcAft>
              <a:buClr>
                <a:srgbClr val="C32D2E"/>
              </a:buClr>
              <a:buSzPts val="1800"/>
              <a:buFont typeface="Noto Sans Symbols"/>
              <a:buChar char="●"/>
              <a:defRPr b="0" i="0" sz="1800" u="none" cap="none" strike="noStrike">
                <a:solidFill>
                  <a:schemeClr val="dk1"/>
                </a:solidFill>
                <a:latin typeface="Gill Sans"/>
                <a:ea typeface="Gill Sans"/>
                <a:cs typeface="Gill Sans"/>
                <a:sym typeface="Gill Sans"/>
              </a:defRPr>
            </a:lvl4pPr>
            <a:lvl5pPr indent="-342900" lvl="4" marL="2286000" marR="0" rtl="0" algn="l">
              <a:spcBef>
                <a:spcPts val="360"/>
              </a:spcBef>
              <a:spcAft>
                <a:spcPts val="0"/>
              </a:spcAft>
              <a:buClr>
                <a:srgbClr val="84AA33"/>
              </a:buClr>
              <a:buSzPts val="1800"/>
              <a:buFont typeface="Noto Sans Symbols"/>
              <a:buChar char="●"/>
              <a:defRPr b="0" i="0" sz="1800" u="none" cap="none" strike="noStrike">
                <a:solidFill>
                  <a:schemeClr val="dk1"/>
                </a:solidFill>
                <a:latin typeface="Gill Sans"/>
                <a:ea typeface="Gill Sans"/>
                <a:cs typeface="Gill Sans"/>
                <a:sym typeface="Gill Sans"/>
              </a:defRPr>
            </a:lvl5pPr>
            <a:lvl6pPr indent="-342900" lvl="5" marL="2743200" marR="0" rtl="0" algn="l">
              <a:lnSpc>
                <a:spcPct val="100000"/>
              </a:lnSpc>
              <a:spcBef>
                <a:spcPts val="360"/>
              </a:spcBef>
              <a:spcAft>
                <a:spcPts val="0"/>
              </a:spcAft>
              <a:buClr>
                <a:schemeClr val="accent5"/>
              </a:buClr>
              <a:buSzPts val="1800"/>
              <a:buFont typeface="Noto Sans Symbols"/>
              <a:buChar char="●"/>
              <a:defRPr b="0" i="0" sz="1800" u="none" cap="none" strike="noStrike">
                <a:solidFill>
                  <a:schemeClr val="dk1"/>
                </a:solidFill>
                <a:latin typeface="Gill Sans"/>
                <a:ea typeface="Gill Sans"/>
                <a:cs typeface="Gill Sans"/>
                <a:sym typeface="Gill Sans"/>
              </a:defRPr>
            </a:lvl6pPr>
            <a:lvl7pPr indent="-342900" lvl="6" marL="32004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7pPr>
            <a:lvl8pPr indent="-342900" lvl="7" marL="36576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8pPr>
            <a:lvl9pPr indent="-342900" lvl="8" marL="41148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9pPr>
          </a:lstStyle>
          <a:p/>
        </p:txBody>
      </p:sp>
      <p:sp>
        <p:nvSpPr>
          <p:cNvPr id="123" name="Google Shape;123;p14"/>
          <p:cNvSpPr txBox="1"/>
          <p:nvPr>
            <p:ph idx="10" type="dt"/>
          </p:nvPr>
        </p:nvSpPr>
        <p:spPr>
          <a:xfrm>
            <a:off x="3581400" y="4729162"/>
            <a:ext cx="2133600" cy="357187"/>
          </a:xfrm>
          <a:prstGeom prst="rect">
            <a:avLst/>
          </a:prstGeom>
          <a:noFill/>
          <a:ln>
            <a:noFill/>
          </a:ln>
        </p:spPr>
        <p:txBody>
          <a:bodyPr anchorCtr="0" anchor="b" bIns="40800" lIns="81625" spcFirstLastPara="1" rIns="81625" wrap="square" tIns="40800">
            <a:noAutofit/>
          </a:bodyPr>
          <a:lstStyle>
            <a:lvl1pPr lvl="0" marR="0" rtl="0" algn="r">
              <a:lnSpc>
                <a:spcPct val="100000"/>
              </a:lnSpc>
              <a:spcBef>
                <a:spcPts val="0"/>
              </a:spcBef>
              <a:spcAft>
                <a:spcPts val="0"/>
              </a:spcAft>
              <a:buSzPts val="1400"/>
              <a:buNone/>
              <a:defRPr b="0" i="0" sz="1100" u="none">
                <a:solidFill>
                  <a:srgbClr val="B5A788"/>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9pPr>
          </a:lstStyle>
          <a:p/>
        </p:txBody>
      </p:sp>
      <p:sp>
        <p:nvSpPr>
          <p:cNvPr id="124" name="Google Shape;124;p14"/>
          <p:cNvSpPr txBox="1"/>
          <p:nvPr>
            <p:ph idx="11" type="ftr"/>
          </p:nvPr>
        </p:nvSpPr>
        <p:spPr>
          <a:xfrm>
            <a:off x="5715000" y="4729162"/>
            <a:ext cx="2895600" cy="357187"/>
          </a:xfrm>
          <a:prstGeom prst="rect">
            <a:avLst/>
          </a:prstGeom>
          <a:noFill/>
          <a:ln>
            <a:noFill/>
          </a:ln>
        </p:spPr>
        <p:txBody>
          <a:bodyPr anchorCtr="0" anchor="b" bIns="40800" lIns="81625" spcFirstLastPara="1" rIns="81625" wrap="square" tIns="40800">
            <a:noAutofit/>
          </a:bodyPr>
          <a:lstStyle>
            <a:lvl1pPr lvl="0" marR="0" rtl="0" algn="l">
              <a:lnSpc>
                <a:spcPct val="100000"/>
              </a:lnSpc>
              <a:spcBef>
                <a:spcPts val="0"/>
              </a:spcBef>
              <a:spcAft>
                <a:spcPts val="0"/>
              </a:spcAft>
              <a:buSzPts val="1400"/>
              <a:buNone/>
              <a:defRPr b="0" i="0" sz="2100" u="none">
                <a:solidFill>
                  <a:srgbClr val="000000"/>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9pPr>
          </a:lstStyle>
          <a:p/>
        </p:txBody>
      </p:sp>
      <p:sp>
        <p:nvSpPr>
          <p:cNvPr id="125" name="Google Shape;125;p14"/>
          <p:cNvSpPr txBox="1"/>
          <p:nvPr>
            <p:ph idx="12" type="sldNum"/>
          </p:nvPr>
        </p:nvSpPr>
        <p:spPr>
          <a:xfrm>
            <a:off x="8613775" y="4729162"/>
            <a:ext cx="457200" cy="357187"/>
          </a:xfrm>
          <a:prstGeom prst="rect">
            <a:avLst/>
          </a:prstGeom>
          <a:noFill/>
          <a:ln>
            <a:noFill/>
          </a:ln>
        </p:spPr>
        <p:txBody>
          <a:bodyPr anchorCtr="0" anchor="b" bIns="40800" lIns="81625" spcFirstLastPara="1" rIns="81625" wrap="square" tIns="40800">
            <a:noAutofit/>
          </a:bodyPr>
          <a:lstStyle>
            <a:lvl1pPr indent="0" lvl="0"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1pPr>
            <a:lvl2pPr indent="0" lvl="1"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2pPr>
            <a:lvl3pPr indent="0" lvl="2"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3pPr>
            <a:lvl4pPr indent="0" lvl="3"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4pPr>
            <a:lvl5pPr indent="0" lvl="4"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5pPr>
            <a:lvl6pPr indent="0" lvl="5"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6pPr>
            <a:lvl7pPr indent="0" lvl="6"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7pPr>
            <a:lvl8pPr indent="0" lvl="7"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8pPr>
            <a:lvl9pPr indent="0" lvl="8"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4"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30" name="Shape 130"/>
        <p:cNvGrpSpPr/>
        <p:nvPr/>
      </p:nvGrpSpPr>
      <p:grpSpPr>
        <a:xfrm>
          <a:off x="0" y="0"/>
          <a:ext cx="0" cy="0"/>
          <a:chOff x="0" y="0"/>
          <a:chExt cx="0" cy="0"/>
        </a:xfrm>
      </p:grpSpPr>
      <p:sp>
        <p:nvSpPr>
          <p:cNvPr id="131" name="Google Shape;131;p16"/>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rmAutofit/>
          </a:bodyPr>
          <a:lstStyle>
            <a:lvl1pPr lvl="0"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1pPr>
            <a:lvl2pPr lvl="1"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2pPr>
            <a:lvl3pPr lvl="2"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3pPr>
            <a:lvl4pPr lvl="3"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4pPr>
            <a:lvl5pPr lvl="4"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5pPr>
            <a:lvl6pPr lvl="5"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6pPr>
            <a:lvl7pPr lvl="6"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7pPr>
            <a:lvl8pPr lvl="7"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8pPr>
            <a:lvl9pPr lvl="8"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9pPr>
          </a:lstStyle>
          <a:p/>
        </p:txBody>
      </p:sp>
      <p:sp>
        <p:nvSpPr>
          <p:cNvPr id="132" name="Google Shape;132;p16"/>
          <p:cNvSpPr txBox="1"/>
          <p:nvPr>
            <p:ph idx="1" type="body"/>
          </p:nvPr>
        </p:nvSpPr>
        <p:spPr>
          <a:xfrm>
            <a:off x="1435100" y="1085850"/>
            <a:ext cx="7499350" cy="3600450"/>
          </a:xfrm>
          <a:prstGeom prst="rect">
            <a:avLst/>
          </a:prstGeom>
          <a:noFill/>
          <a:ln>
            <a:noFill/>
          </a:ln>
        </p:spPr>
        <p:txBody>
          <a:bodyPr anchorCtr="0" anchor="t" bIns="40800" lIns="81625" spcFirstLastPara="1" rIns="81625" wrap="square" tIns="40800">
            <a:noAutofit/>
          </a:bodyPr>
          <a:lstStyle>
            <a:lvl1pPr indent="-370840" lvl="0" marL="457200" marR="0" rtl="0" algn="l">
              <a:spcBef>
                <a:spcPts val="538"/>
              </a:spcBef>
              <a:spcAft>
                <a:spcPts val="0"/>
              </a:spcAft>
              <a:buClr>
                <a:schemeClr val="accent1"/>
              </a:buClr>
              <a:buSzPts val="2240"/>
              <a:buFont typeface="Noto Sans Symbols"/>
              <a:buChar char="⚫"/>
              <a:defRPr b="0" i="0" sz="2800" u="none" cap="none" strike="noStrike">
                <a:solidFill>
                  <a:schemeClr val="dk1"/>
                </a:solidFill>
                <a:latin typeface="Gill Sans"/>
                <a:ea typeface="Gill Sans"/>
                <a:cs typeface="Gill Sans"/>
                <a:sym typeface="Gill Sans"/>
              </a:defRPr>
            </a:lvl1pPr>
            <a:lvl2pPr indent="-387350" lvl="1" marL="914400" marR="0" rtl="0" algn="l">
              <a:spcBef>
                <a:spcPts val="488"/>
              </a:spcBef>
              <a:spcAft>
                <a:spcPts val="0"/>
              </a:spcAft>
              <a:buClr>
                <a:schemeClr val="accent1"/>
              </a:buClr>
              <a:buSzPts val="2500"/>
              <a:buFont typeface="Verdana"/>
              <a:buChar char="◦"/>
              <a:defRPr b="0" i="0" sz="2500" u="none" cap="none" strike="noStrike">
                <a:solidFill>
                  <a:schemeClr val="dk1"/>
                </a:solidFill>
                <a:latin typeface="Gill Sans"/>
                <a:ea typeface="Gill Sans"/>
                <a:cs typeface="Gill Sans"/>
                <a:sym typeface="Gill Sans"/>
              </a:defRPr>
            </a:lvl2pPr>
            <a:lvl3pPr indent="-361950" lvl="2" marL="1371600" marR="0" rtl="0" algn="l">
              <a:spcBef>
                <a:spcPts val="420"/>
              </a:spcBef>
              <a:spcAft>
                <a:spcPts val="0"/>
              </a:spcAft>
              <a:buClr>
                <a:schemeClr val="accent2"/>
              </a:buClr>
              <a:buSzPts val="2100"/>
              <a:buFont typeface="Noto Sans Symbols"/>
              <a:buChar char="●"/>
              <a:defRPr b="0" i="0" sz="2100" u="none" cap="none" strike="noStrike">
                <a:solidFill>
                  <a:schemeClr val="dk1"/>
                </a:solidFill>
                <a:latin typeface="Gill Sans"/>
                <a:ea typeface="Gill Sans"/>
                <a:cs typeface="Gill Sans"/>
                <a:sym typeface="Gill Sans"/>
              </a:defRPr>
            </a:lvl3pPr>
            <a:lvl4pPr indent="-342900" lvl="3" marL="1828800" marR="0" rtl="0" algn="l">
              <a:spcBef>
                <a:spcPts val="360"/>
              </a:spcBef>
              <a:spcAft>
                <a:spcPts val="0"/>
              </a:spcAft>
              <a:buClr>
                <a:srgbClr val="C32D2E"/>
              </a:buClr>
              <a:buSzPts val="1800"/>
              <a:buFont typeface="Noto Sans Symbols"/>
              <a:buChar char="●"/>
              <a:defRPr b="0" i="0" sz="1800" u="none" cap="none" strike="noStrike">
                <a:solidFill>
                  <a:schemeClr val="dk1"/>
                </a:solidFill>
                <a:latin typeface="Gill Sans"/>
                <a:ea typeface="Gill Sans"/>
                <a:cs typeface="Gill Sans"/>
                <a:sym typeface="Gill Sans"/>
              </a:defRPr>
            </a:lvl4pPr>
            <a:lvl5pPr indent="-342900" lvl="4" marL="2286000" marR="0" rtl="0" algn="l">
              <a:spcBef>
                <a:spcPts val="360"/>
              </a:spcBef>
              <a:spcAft>
                <a:spcPts val="0"/>
              </a:spcAft>
              <a:buClr>
                <a:srgbClr val="84AA33"/>
              </a:buClr>
              <a:buSzPts val="1800"/>
              <a:buFont typeface="Noto Sans Symbols"/>
              <a:buChar char="●"/>
              <a:defRPr b="0" i="0" sz="1800" u="none" cap="none" strike="noStrike">
                <a:solidFill>
                  <a:schemeClr val="dk1"/>
                </a:solidFill>
                <a:latin typeface="Gill Sans"/>
                <a:ea typeface="Gill Sans"/>
                <a:cs typeface="Gill Sans"/>
                <a:sym typeface="Gill Sans"/>
              </a:defRPr>
            </a:lvl5pPr>
            <a:lvl6pPr indent="-342900" lvl="5" marL="2743200" marR="0" rtl="0" algn="l">
              <a:lnSpc>
                <a:spcPct val="100000"/>
              </a:lnSpc>
              <a:spcBef>
                <a:spcPts val="360"/>
              </a:spcBef>
              <a:spcAft>
                <a:spcPts val="0"/>
              </a:spcAft>
              <a:buClr>
                <a:schemeClr val="accent5"/>
              </a:buClr>
              <a:buSzPts val="1800"/>
              <a:buFont typeface="Noto Sans Symbols"/>
              <a:buChar char="●"/>
              <a:defRPr b="0" i="0" sz="1800" u="none" cap="none" strike="noStrike">
                <a:solidFill>
                  <a:schemeClr val="dk1"/>
                </a:solidFill>
                <a:latin typeface="Gill Sans"/>
                <a:ea typeface="Gill Sans"/>
                <a:cs typeface="Gill Sans"/>
                <a:sym typeface="Gill Sans"/>
              </a:defRPr>
            </a:lvl6pPr>
            <a:lvl7pPr indent="-342900" lvl="6" marL="32004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7pPr>
            <a:lvl8pPr indent="-342900" lvl="7" marL="36576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8pPr>
            <a:lvl9pPr indent="-342900" lvl="8" marL="41148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9pPr>
          </a:lstStyle>
          <a:p/>
        </p:txBody>
      </p:sp>
      <p:sp>
        <p:nvSpPr>
          <p:cNvPr id="133" name="Google Shape;133;p16"/>
          <p:cNvSpPr txBox="1"/>
          <p:nvPr>
            <p:ph idx="10" type="dt"/>
          </p:nvPr>
        </p:nvSpPr>
        <p:spPr>
          <a:xfrm>
            <a:off x="3581400" y="4729162"/>
            <a:ext cx="2133600" cy="357187"/>
          </a:xfrm>
          <a:prstGeom prst="rect">
            <a:avLst/>
          </a:prstGeom>
          <a:noFill/>
          <a:ln>
            <a:noFill/>
          </a:ln>
        </p:spPr>
        <p:txBody>
          <a:bodyPr anchorCtr="0" anchor="b" bIns="40800" lIns="81625" spcFirstLastPara="1" rIns="81625" wrap="square" tIns="40800">
            <a:noAutofit/>
          </a:bodyPr>
          <a:lstStyle>
            <a:lvl1pPr lvl="0" marR="0" rtl="0" algn="r">
              <a:lnSpc>
                <a:spcPct val="100000"/>
              </a:lnSpc>
              <a:spcBef>
                <a:spcPts val="0"/>
              </a:spcBef>
              <a:spcAft>
                <a:spcPts val="0"/>
              </a:spcAft>
              <a:buSzPts val="1400"/>
              <a:buNone/>
              <a:defRPr b="0" i="0" sz="1100" u="none">
                <a:solidFill>
                  <a:srgbClr val="B5A788"/>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9pPr>
          </a:lstStyle>
          <a:p/>
        </p:txBody>
      </p:sp>
      <p:sp>
        <p:nvSpPr>
          <p:cNvPr id="134" name="Google Shape;134;p16"/>
          <p:cNvSpPr txBox="1"/>
          <p:nvPr>
            <p:ph idx="11" type="ftr"/>
          </p:nvPr>
        </p:nvSpPr>
        <p:spPr>
          <a:xfrm>
            <a:off x="5715000" y="4729162"/>
            <a:ext cx="2895600" cy="357187"/>
          </a:xfrm>
          <a:prstGeom prst="rect">
            <a:avLst/>
          </a:prstGeom>
          <a:noFill/>
          <a:ln>
            <a:noFill/>
          </a:ln>
        </p:spPr>
        <p:txBody>
          <a:bodyPr anchorCtr="0" anchor="b" bIns="40800" lIns="81625" spcFirstLastPara="1" rIns="81625" wrap="square" tIns="40800">
            <a:noAutofit/>
          </a:bodyPr>
          <a:lstStyle>
            <a:lvl1pPr lvl="0" marR="0" rtl="0" algn="l">
              <a:lnSpc>
                <a:spcPct val="100000"/>
              </a:lnSpc>
              <a:spcBef>
                <a:spcPts val="0"/>
              </a:spcBef>
              <a:spcAft>
                <a:spcPts val="0"/>
              </a:spcAft>
              <a:buSzPts val="1400"/>
              <a:buNone/>
              <a:defRPr b="0" i="0" sz="2100" u="none">
                <a:solidFill>
                  <a:srgbClr val="000000"/>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9pPr>
          </a:lstStyle>
          <a:p/>
        </p:txBody>
      </p:sp>
      <p:sp>
        <p:nvSpPr>
          <p:cNvPr id="135" name="Google Shape;135;p16"/>
          <p:cNvSpPr txBox="1"/>
          <p:nvPr>
            <p:ph idx="12" type="sldNum"/>
          </p:nvPr>
        </p:nvSpPr>
        <p:spPr>
          <a:xfrm>
            <a:off x="8613775" y="4729162"/>
            <a:ext cx="457200" cy="357187"/>
          </a:xfrm>
          <a:prstGeom prst="rect">
            <a:avLst/>
          </a:prstGeom>
          <a:noFill/>
          <a:ln>
            <a:noFill/>
          </a:ln>
        </p:spPr>
        <p:txBody>
          <a:bodyPr anchorCtr="0" anchor="b" bIns="40800" lIns="81625" spcFirstLastPara="1" rIns="81625" wrap="square" tIns="40800">
            <a:noAutofit/>
          </a:bodyPr>
          <a:lstStyle>
            <a:lvl1pPr indent="0" lvl="0"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1pPr>
            <a:lvl2pPr indent="0" lvl="1"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2pPr>
            <a:lvl3pPr indent="0" lvl="2"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3pPr>
            <a:lvl4pPr indent="0" lvl="3"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4pPr>
            <a:lvl5pPr indent="0" lvl="4"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5pPr>
            <a:lvl6pPr indent="0" lvl="5"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6pPr>
            <a:lvl7pPr indent="0" lvl="6"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7pPr>
            <a:lvl8pPr indent="0" lvl="7"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8pPr>
            <a:lvl9pPr indent="0" lvl="8"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5"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43" name="Shape 143"/>
        <p:cNvGrpSpPr/>
        <p:nvPr/>
      </p:nvGrpSpPr>
      <p:grpSpPr>
        <a:xfrm>
          <a:off x="0" y="0"/>
          <a:ext cx="0" cy="0"/>
          <a:chOff x="0" y="0"/>
          <a:chExt cx="0" cy="0"/>
        </a:xfrm>
      </p:grpSpPr>
      <p:sp>
        <p:nvSpPr>
          <p:cNvPr id="144" name="Google Shape;144;p18"/>
          <p:cNvSpPr/>
          <p:nvPr/>
        </p:nvSpPr>
        <p:spPr>
          <a:xfrm>
            <a:off x="762001" y="800101"/>
            <a:ext cx="4572000" cy="3429000"/>
          </a:xfrm>
          <a:prstGeom prst="rect">
            <a:avLst/>
          </a:prstGeom>
          <a:solidFill>
            <a:srgbClr val="FFFFFF"/>
          </a:solidFill>
          <a:ln cap="sq" cmpd="sng" w="88900">
            <a:solidFill>
              <a:srgbClr val="FFFFFF"/>
            </a:solidFill>
            <a:prstDash val="solid"/>
            <a:miter lim="800000"/>
            <a:headEnd len="sm" w="sm" type="none"/>
            <a:tailEnd len="sm" w="sm" type="none"/>
          </a:ln>
          <a:effectLst>
            <a:outerShdw blurRad="55500" rotWithShape="0" algn="tl" dir="5400000" dist="18500">
              <a:srgbClr val="000000">
                <a:alpha val="34901"/>
              </a:srgbClr>
            </a:outerShdw>
          </a:effectLst>
        </p:spPr>
        <p:txBody>
          <a:bodyPr anchorCtr="0" anchor="t" bIns="40800" lIns="81625" spcFirstLastPara="1" rIns="81625" wrap="square" tIns="244900">
            <a:noAutofit/>
          </a:bodyPr>
          <a:lstStyle/>
          <a:p>
            <a:pPr indent="0" lvl="0" marL="0" marR="0" rtl="0" algn="l">
              <a:lnSpc>
                <a:spcPct val="95642"/>
              </a:lnSpc>
              <a:spcBef>
                <a:spcPts val="0"/>
              </a:spcBef>
              <a:spcAft>
                <a:spcPts val="0"/>
              </a:spcAft>
              <a:buClr>
                <a:schemeClr val="accent1"/>
              </a:buClr>
              <a:buSzPts val="2240"/>
              <a:buFont typeface="Noto Sans Symbols"/>
              <a:buNone/>
            </a:pPr>
            <a:r>
              <a:t/>
            </a:r>
            <a:endParaRPr b="0" i="0" sz="2800" u="none" cap="none" strike="noStrike">
              <a:solidFill>
                <a:schemeClr val="dk1"/>
              </a:solidFill>
              <a:latin typeface="Gill Sans"/>
              <a:ea typeface="Gill Sans"/>
              <a:cs typeface="Gill Sans"/>
              <a:sym typeface="Gill Sans"/>
            </a:endParaRPr>
          </a:p>
        </p:txBody>
      </p:sp>
      <p:sp>
        <p:nvSpPr>
          <p:cNvPr id="145" name="Google Shape;145;p18"/>
          <p:cNvSpPr/>
          <p:nvPr/>
        </p:nvSpPr>
        <p:spPr>
          <a:xfrm rot="-2160000">
            <a:off x="396875" y="715962"/>
            <a:ext cx="685800" cy="152400"/>
          </a:xfrm>
          <a:prstGeom prst="flowChartProcess">
            <a:avLst/>
          </a:prstGeom>
          <a:solidFill>
            <a:srgbClr val="FBFBFB">
              <a:alpha val="44705"/>
            </a:srgbClr>
          </a:solidFill>
          <a:ln cap="rnd" cmpd="sng" w="9525">
            <a:solidFill>
              <a:srgbClr val="FFFFFF"/>
            </a:solidFill>
            <a:prstDash val="solid"/>
            <a:miter lim="800000"/>
            <a:headEnd len="sm" w="sm" type="none"/>
            <a:tailEnd len="sm" w="sm" type="none"/>
          </a:ln>
          <a:effectLst>
            <a:outerShdw blurRad="63500" sx="96000" dir="3299947" dist="25399" sy="96000">
              <a:srgbClr val="EBDAB1">
                <a:alpha val="39607"/>
              </a:srgbClr>
            </a:outerShdw>
          </a:effectLst>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146" name="Google Shape;146;p18"/>
          <p:cNvSpPr/>
          <p:nvPr/>
        </p:nvSpPr>
        <p:spPr>
          <a:xfrm flipH="1" rot="2160000">
            <a:off x="5003800" y="703262"/>
            <a:ext cx="649287" cy="152400"/>
          </a:xfrm>
          <a:prstGeom prst="flowChartProcess">
            <a:avLst/>
          </a:prstGeom>
          <a:solidFill>
            <a:srgbClr val="FBFBFB">
              <a:alpha val="44705"/>
            </a:srgbClr>
          </a:solidFill>
          <a:ln cap="rnd" cmpd="sng" w="9525">
            <a:solidFill>
              <a:srgbClr val="FFFFFF"/>
            </a:solidFill>
            <a:prstDash val="solid"/>
            <a:miter lim="800000"/>
            <a:headEnd len="sm" w="sm" type="none"/>
            <a:tailEnd len="sm" w="sm" type="none"/>
          </a:ln>
          <a:effectLst>
            <a:outerShdw blurRad="63500" sx="96000" dir="3299947" dist="25399" sy="96000">
              <a:schemeClr val="lt2">
                <a:alpha val="19607"/>
              </a:schemeClr>
            </a:outerShdw>
          </a:effectLst>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147" name="Google Shape;147;p18"/>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rmAutofit/>
          </a:bodyPr>
          <a:lstStyle>
            <a:lvl1pPr lvl="0"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1pPr>
            <a:lvl2pPr lvl="1"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2pPr>
            <a:lvl3pPr lvl="2"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3pPr>
            <a:lvl4pPr lvl="3"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4pPr>
            <a:lvl5pPr lvl="4"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5pPr>
            <a:lvl6pPr lvl="5"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6pPr>
            <a:lvl7pPr lvl="6"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7pPr>
            <a:lvl8pPr lvl="7"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8pPr>
            <a:lvl9pPr lvl="8"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9pPr>
          </a:lstStyle>
          <a:p/>
        </p:txBody>
      </p:sp>
      <p:sp>
        <p:nvSpPr>
          <p:cNvPr id="148" name="Google Shape;148;p18"/>
          <p:cNvSpPr txBox="1"/>
          <p:nvPr>
            <p:ph idx="1" type="body"/>
          </p:nvPr>
        </p:nvSpPr>
        <p:spPr>
          <a:xfrm>
            <a:off x="1435100" y="1085850"/>
            <a:ext cx="7499350" cy="3600450"/>
          </a:xfrm>
          <a:prstGeom prst="rect">
            <a:avLst/>
          </a:prstGeom>
          <a:noFill/>
          <a:ln>
            <a:noFill/>
          </a:ln>
        </p:spPr>
        <p:txBody>
          <a:bodyPr anchorCtr="0" anchor="t" bIns="40800" lIns="81625" spcFirstLastPara="1" rIns="81625" wrap="square" tIns="40800">
            <a:noAutofit/>
          </a:bodyPr>
          <a:lstStyle>
            <a:lvl1pPr indent="-370840" lvl="0" marL="457200" marR="0" rtl="0" algn="l">
              <a:spcBef>
                <a:spcPts val="538"/>
              </a:spcBef>
              <a:spcAft>
                <a:spcPts val="0"/>
              </a:spcAft>
              <a:buClr>
                <a:schemeClr val="accent1"/>
              </a:buClr>
              <a:buSzPts val="2240"/>
              <a:buFont typeface="Noto Sans Symbols"/>
              <a:buChar char="⚫"/>
              <a:defRPr b="0" i="0" sz="2800" u="none" cap="none" strike="noStrike">
                <a:solidFill>
                  <a:schemeClr val="dk1"/>
                </a:solidFill>
                <a:latin typeface="Gill Sans"/>
                <a:ea typeface="Gill Sans"/>
                <a:cs typeface="Gill Sans"/>
                <a:sym typeface="Gill Sans"/>
              </a:defRPr>
            </a:lvl1pPr>
            <a:lvl2pPr indent="-387350" lvl="1" marL="914400" marR="0" rtl="0" algn="l">
              <a:spcBef>
                <a:spcPts val="488"/>
              </a:spcBef>
              <a:spcAft>
                <a:spcPts val="0"/>
              </a:spcAft>
              <a:buClr>
                <a:schemeClr val="accent1"/>
              </a:buClr>
              <a:buSzPts val="2500"/>
              <a:buFont typeface="Verdana"/>
              <a:buChar char="◦"/>
              <a:defRPr b="0" i="0" sz="2500" u="none" cap="none" strike="noStrike">
                <a:solidFill>
                  <a:schemeClr val="dk1"/>
                </a:solidFill>
                <a:latin typeface="Gill Sans"/>
                <a:ea typeface="Gill Sans"/>
                <a:cs typeface="Gill Sans"/>
                <a:sym typeface="Gill Sans"/>
              </a:defRPr>
            </a:lvl2pPr>
            <a:lvl3pPr indent="-361950" lvl="2" marL="1371600" marR="0" rtl="0" algn="l">
              <a:spcBef>
                <a:spcPts val="420"/>
              </a:spcBef>
              <a:spcAft>
                <a:spcPts val="0"/>
              </a:spcAft>
              <a:buClr>
                <a:schemeClr val="accent2"/>
              </a:buClr>
              <a:buSzPts val="2100"/>
              <a:buFont typeface="Noto Sans Symbols"/>
              <a:buChar char="●"/>
              <a:defRPr b="0" i="0" sz="2100" u="none" cap="none" strike="noStrike">
                <a:solidFill>
                  <a:schemeClr val="dk1"/>
                </a:solidFill>
                <a:latin typeface="Gill Sans"/>
                <a:ea typeface="Gill Sans"/>
                <a:cs typeface="Gill Sans"/>
                <a:sym typeface="Gill Sans"/>
              </a:defRPr>
            </a:lvl3pPr>
            <a:lvl4pPr indent="-342900" lvl="3" marL="1828800" marR="0" rtl="0" algn="l">
              <a:spcBef>
                <a:spcPts val="360"/>
              </a:spcBef>
              <a:spcAft>
                <a:spcPts val="0"/>
              </a:spcAft>
              <a:buClr>
                <a:srgbClr val="C32D2E"/>
              </a:buClr>
              <a:buSzPts val="1800"/>
              <a:buFont typeface="Noto Sans Symbols"/>
              <a:buChar char="●"/>
              <a:defRPr b="0" i="0" sz="1800" u="none" cap="none" strike="noStrike">
                <a:solidFill>
                  <a:schemeClr val="dk1"/>
                </a:solidFill>
                <a:latin typeface="Gill Sans"/>
                <a:ea typeface="Gill Sans"/>
                <a:cs typeface="Gill Sans"/>
                <a:sym typeface="Gill Sans"/>
              </a:defRPr>
            </a:lvl4pPr>
            <a:lvl5pPr indent="-342900" lvl="4" marL="2286000" marR="0" rtl="0" algn="l">
              <a:spcBef>
                <a:spcPts val="360"/>
              </a:spcBef>
              <a:spcAft>
                <a:spcPts val="0"/>
              </a:spcAft>
              <a:buClr>
                <a:srgbClr val="84AA33"/>
              </a:buClr>
              <a:buSzPts val="1800"/>
              <a:buFont typeface="Noto Sans Symbols"/>
              <a:buChar char="●"/>
              <a:defRPr b="0" i="0" sz="1800" u="none" cap="none" strike="noStrike">
                <a:solidFill>
                  <a:schemeClr val="dk1"/>
                </a:solidFill>
                <a:latin typeface="Gill Sans"/>
                <a:ea typeface="Gill Sans"/>
                <a:cs typeface="Gill Sans"/>
                <a:sym typeface="Gill Sans"/>
              </a:defRPr>
            </a:lvl5pPr>
            <a:lvl6pPr indent="-342900" lvl="5" marL="2743200" marR="0" rtl="0" algn="l">
              <a:lnSpc>
                <a:spcPct val="100000"/>
              </a:lnSpc>
              <a:spcBef>
                <a:spcPts val="360"/>
              </a:spcBef>
              <a:spcAft>
                <a:spcPts val="0"/>
              </a:spcAft>
              <a:buClr>
                <a:schemeClr val="accent5"/>
              </a:buClr>
              <a:buSzPts val="1800"/>
              <a:buFont typeface="Noto Sans Symbols"/>
              <a:buChar char="●"/>
              <a:defRPr b="0" i="0" sz="1800" u="none" cap="none" strike="noStrike">
                <a:solidFill>
                  <a:schemeClr val="dk1"/>
                </a:solidFill>
                <a:latin typeface="Gill Sans"/>
                <a:ea typeface="Gill Sans"/>
                <a:cs typeface="Gill Sans"/>
                <a:sym typeface="Gill Sans"/>
              </a:defRPr>
            </a:lvl6pPr>
            <a:lvl7pPr indent="-342900" lvl="6" marL="32004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7pPr>
            <a:lvl8pPr indent="-342900" lvl="7" marL="36576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8pPr>
            <a:lvl9pPr indent="-342900" lvl="8" marL="41148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9pPr>
          </a:lstStyle>
          <a:p/>
        </p:txBody>
      </p:sp>
      <p:sp>
        <p:nvSpPr>
          <p:cNvPr id="149" name="Google Shape;149;p18"/>
          <p:cNvSpPr txBox="1"/>
          <p:nvPr>
            <p:ph idx="10" type="dt"/>
          </p:nvPr>
        </p:nvSpPr>
        <p:spPr>
          <a:xfrm>
            <a:off x="3581400" y="4729162"/>
            <a:ext cx="2133600" cy="357187"/>
          </a:xfrm>
          <a:prstGeom prst="rect">
            <a:avLst/>
          </a:prstGeom>
          <a:noFill/>
          <a:ln>
            <a:noFill/>
          </a:ln>
        </p:spPr>
        <p:txBody>
          <a:bodyPr anchorCtr="0" anchor="b" bIns="40800" lIns="81625" spcFirstLastPara="1" rIns="81625" wrap="square" tIns="40800">
            <a:noAutofit/>
          </a:bodyPr>
          <a:lstStyle>
            <a:lvl1pPr lvl="0" marR="0" rtl="0" algn="r">
              <a:lnSpc>
                <a:spcPct val="100000"/>
              </a:lnSpc>
              <a:spcBef>
                <a:spcPts val="0"/>
              </a:spcBef>
              <a:spcAft>
                <a:spcPts val="0"/>
              </a:spcAft>
              <a:buSzPts val="1400"/>
              <a:buNone/>
              <a:defRPr b="0" i="0" sz="1100" u="none">
                <a:solidFill>
                  <a:srgbClr val="B5A788"/>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9pPr>
          </a:lstStyle>
          <a:p/>
        </p:txBody>
      </p:sp>
      <p:sp>
        <p:nvSpPr>
          <p:cNvPr id="150" name="Google Shape;150;p18"/>
          <p:cNvSpPr txBox="1"/>
          <p:nvPr>
            <p:ph idx="11" type="ftr"/>
          </p:nvPr>
        </p:nvSpPr>
        <p:spPr>
          <a:xfrm>
            <a:off x="5715000" y="4729162"/>
            <a:ext cx="2895600" cy="357187"/>
          </a:xfrm>
          <a:prstGeom prst="rect">
            <a:avLst/>
          </a:prstGeom>
          <a:noFill/>
          <a:ln>
            <a:noFill/>
          </a:ln>
        </p:spPr>
        <p:txBody>
          <a:bodyPr anchorCtr="0" anchor="b" bIns="40800" lIns="81625" spcFirstLastPara="1" rIns="81625" wrap="square" tIns="40800">
            <a:noAutofit/>
          </a:bodyPr>
          <a:lstStyle>
            <a:lvl1pPr lvl="0" marR="0" rtl="0" algn="l">
              <a:lnSpc>
                <a:spcPct val="100000"/>
              </a:lnSpc>
              <a:spcBef>
                <a:spcPts val="0"/>
              </a:spcBef>
              <a:spcAft>
                <a:spcPts val="0"/>
              </a:spcAft>
              <a:buSzPts val="1400"/>
              <a:buNone/>
              <a:defRPr b="0" i="0" sz="2100" u="none">
                <a:solidFill>
                  <a:srgbClr val="000000"/>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9pPr>
          </a:lstStyle>
          <a:p/>
        </p:txBody>
      </p:sp>
      <p:sp>
        <p:nvSpPr>
          <p:cNvPr id="151" name="Google Shape;151;p18"/>
          <p:cNvSpPr txBox="1"/>
          <p:nvPr>
            <p:ph idx="12" type="sldNum"/>
          </p:nvPr>
        </p:nvSpPr>
        <p:spPr>
          <a:xfrm>
            <a:off x="8613775" y="4729162"/>
            <a:ext cx="457200" cy="357187"/>
          </a:xfrm>
          <a:prstGeom prst="rect">
            <a:avLst/>
          </a:prstGeom>
          <a:noFill/>
          <a:ln>
            <a:noFill/>
          </a:ln>
        </p:spPr>
        <p:txBody>
          <a:bodyPr anchorCtr="0" anchor="b" bIns="40800" lIns="81625" spcFirstLastPara="1" rIns="81625" wrap="square" tIns="40800">
            <a:noAutofit/>
          </a:bodyPr>
          <a:lstStyle>
            <a:lvl1pPr indent="0" lvl="0"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1pPr>
            <a:lvl2pPr indent="0" lvl="1"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2pPr>
            <a:lvl3pPr indent="0" lvl="2"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3pPr>
            <a:lvl4pPr indent="0" lvl="3"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4pPr>
            <a:lvl5pPr indent="0" lvl="4"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5pPr>
            <a:lvl6pPr indent="0" lvl="5"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6pPr>
            <a:lvl7pPr indent="0" lvl="6"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7pPr>
            <a:lvl8pPr indent="0" lvl="7"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8pPr>
            <a:lvl9pPr indent="0" lvl="8"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6"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59" name="Shape 159"/>
        <p:cNvGrpSpPr/>
        <p:nvPr/>
      </p:nvGrpSpPr>
      <p:grpSpPr>
        <a:xfrm>
          <a:off x="0" y="0"/>
          <a:ext cx="0" cy="0"/>
          <a:chOff x="0" y="0"/>
          <a:chExt cx="0" cy="0"/>
        </a:xfrm>
      </p:grpSpPr>
      <p:sp>
        <p:nvSpPr>
          <p:cNvPr id="160" name="Google Shape;160;p20"/>
          <p:cNvSpPr/>
          <p:nvPr/>
        </p:nvSpPr>
        <p:spPr>
          <a:xfrm>
            <a:off x="-815975" y="-611187"/>
            <a:ext cx="1638300" cy="1228725"/>
          </a:xfrm>
          <a:custGeom>
            <a:rect b="b" l="l" r="r" t="t"/>
            <a:pathLst>
              <a:path extrusionOk="0" h="1228726" w="1638300">
                <a:moveTo>
                  <a:pt x="1638300" y="614363"/>
                </a:moveTo>
                <a:lnTo>
                  <a:pt x="1638300" y="614363"/>
                </a:lnTo>
                <a:cubicBezTo>
                  <a:pt x="1638300" y="695064"/>
                  <a:pt x="1617098" y="774980"/>
                  <a:pt x="1575909" y="849535"/>
                </a:cubicBezTo>
                <a:cubicBezTo>
                  <a:pt x="1534720" y="924089"/>
                  <a:pt x="1474345" y="991832"/>
                  <a:pt x="1398242" y="1048883"/>
                </a:cubicBezTo>
                <a:cubicBezTo>
                  <a:pt x="1322139" y="1105934"/>
                  <a:pt x="1231787" y="1151184"/>
                  <a:pt x="1132362" y="1182041"/>
                </a:cubicBezTo>
                <a:cubicBezTo>
                  <a:pt x="1032937" y="1212899"/>
                  <a:pt x="926372" y="1228763"/>
                  <a:pt x="818771" y="1228725"/>
                </a:cubicBezTo>
                <a:lnTo>
                  <a:pt x="819150" y="614363"/>
                </a:lnTo>
                <a:close/>
              </a:path>
            </a:pathLst>
          </a:custGeom>
          <a:solidFill>
            <a:srgbClr val="FEFAF4">
              <a:alpha val="32549"/>
            </a:srgbClr>
          </a:solidFill>
          <a:ln cap="rnd" cmpd="sng" w="9525">
            <a:solidFill>
              <a:srgbClr val="D2C39E"/>
            </a:solidFill>
            <a:prstDash val="solid"/>
            <a:miter lim="800000"/>
            <a:headEnd len="sm" w="sm" type="none"/>
            <a:tailEnd len="sm" w="sm" type="none"/>
          </a:ln>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161" name="Google Shape;161;p20"/>
          <p:cNvSpPr/>
          <p:nvPr/>
        </p:nvSpPr>
        <p:spPr>
          <a:xfrm>
            <a:off x="168275" y="15875"/>
            <a:ext cx="1703387" cy="1276350"/>
          </a:xfrm>
          <a:prstGeom prst="ellipse">
            <a:avLst/>
          </a:prstGeom>
          <a:noFill/>
          <a:ln cap="rnd" cmpd="sng" w="27300">
            <a:solidFill>
              <a:srgbClr val="FFF6DB"/>
            </a:solidFill>
            <a:prstDash val="solid"/>
            <a:miter lim="800000"/>
            <a:headEnd len="sm" w="sm" type="none"/>
            <a:tailEnd len="sm" w="sm" type="none"/>
          </a:ln>
          <a:effectLst>
            <a:outerShdw blurRad="63500" dir="5400000" dist="25400">
              <a:srgbClr val="AFA58D">
                <a:alpha val="84705"/>
              </a:srgbClr>
            </a:outerShdw>
          </a:effectLst>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162" name="Google Shape;162;p20"/>
          <p:cNvSpPr/>
          <p:nvPr/>
        </p:nvSpPr>
        <p:spPr>
          <a:xfrm rot="2315675">
            <a:off x="182882" y="791308"/>
            <a:ext cx="1125717" cy="826968"/>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0800" lIns="81625" spcFirstLastPara="1" rIns="81625" wrap="square" tIns="40800">
            <a:noAutofit/>
          </a:bodyPr>
          <a:lstStyle/>
          <a:p>
            <a:pPr indent="0" lvl="0" marL="0" marR="0" rtl="0" algn="ctr">
              <a:lnSpc>
                <a:spcPct val="100000"/>
              </a:lnSpc>
              <a:spcBef>
                <a:spcPts val="0"/>
              </a:spcBef>
              <a:spcAft>
                <a:spcPts val="0"/>
              </a:spcAft>
              <a:buClr>
                <a:schemeClr val="lt1"/>
              </a:buClr>
              <a:buSzPts val="2100"/>
              <a:buFont typeface="Comic Sans MS"/>
              <a:buNone/>
            </a:pPr>
            <a:r>
              <a:t/>
            </a:r>
            <a:endParaRPr b="0" i="0" sz="2100" u="none" cap="none" strike="noStrike">
              <a:solidFill>
                <a:schemeClr val="lt1"/>
              </a:solidFill>
              <a:latin typeface="Gill Sans"/>
              <a:ea typeface="Gill Sans"/>
              <a:cs typeface="Gill Sans"/>
              <a:sym typeface="Gill Sans"/>
            </a:endParaRPr>
          </a:p>
        </p:txBody>
      </p:sp>
      <p:sp>
        <p:nvSpPr>
          <p:cNvPr id="163" name="Google Shape;163;p20"/>
          <p:cNvSpPr txBox="1"/>
          <p:nvPr/>
        </p:nvSpPr>
        <p:spPr>
          <a:xfrm>
            <a:off x="1012825" y="0"/>
            <a:ext cx="8131175" cy="5143500"/>
          </a:xfrm>
          <a:prstGeom prst="rect">
            <a:avLst/>
          </a:prstGeom>
          <a:solidFill>
            <a:schemeClr val="lt1"/>
          </a:solidFill>
          <a:ln>
            <a:noFill/>
          </a:ln>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164" name="Google Shape;164;p20"/>
          <p:cNvSpPr txBox="1"/>
          <p:nvPr/>
        </p:nvSpPr>
        <p:spPr>
          <a:xfrm>
            <a:off x="1014412" y="0"/>
            <a:ext cx="73025" cy="5143500"/>
          </a:xfrm>
          <a:prstGeom prst="rect">
            <a:avLst/>
          </a:prstGeom>
          <a:solidFill>
            <a:schemeClr val="lt1"/>
          </a:solidFill>
          <a:ln>
            <a:noFill/>
          </a:ln>
          <a:effectLst>
            <a:outerShdw blurRad="63500" dir="10800000" dist="38000">
              <a:srgbClr val="706B5F">
                <a:alpha val="24705"/>
              </a:srgbClr>
            </a:outerShdw>
          </a:effectLst>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165" name="Google Shape;165;p20"/>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rmAutofit/>
          </a:bodyPr>
          <a:lstStyle>
            <a:lvl1pPr lvl="0"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1pPr>
            <a:lvl2pPr lvl="1"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2pPr>
            <a:lvl3pPr lvl="2"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3pPr>
            <a:lvl4pPr lvl="3"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4pPr>
            <a:lvl5pPr lvl="4"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5pPr>
            <a:lvl6pPr lvl="5"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6pPr>
            <a:lvl7pPr lvl="6"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7pPr>
            <a:lvl8pPr lvl="7"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8pPr>
            <a:lvl9pPr lvl="8"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9pPr>
          </a:lstStyle>
          <a:p/>
        </p:txBody>
      </p:sp>
      <p:sp>
        <p:nvSpPr>
          <p:cNvPr id="166" name="Google Shape;166;p20"/>
          <p:cNvSpPr txBox="1"/>
          <p:nvPr>
            <p:ph idx="1" type="body"/>
          </p:nvPr>
        </p:nvSpPr>
        <p:spPr>
          <a:xfrm>
            <a:off x="1435100" y="1085850"/>
            <a:ext cx="7499350" cy="3600450"/>
          </a:xfrm>
          <a:prstGeom prst="rect">
            <a:avLst/>
          </a:prstGeom>
          <a:noFill/>
          <a:ln>
            <a:noFill/>
          </a:ln>
        </p:spPr>
        <p:txBody>
          <a:bodyPr anchorCtr="0" anchor="t" bIns="40800" lIns="81625" spcFirstLastPara="1" rIns="81625" wrap="square" tIns="40800">
            <a:noAutofit/>
          </a:bodyPr>
          <a:lstStyle>
            <a:lvl1pPr indent="-370840" lvl="0" marL="457200" marR="0" rtl="0" algn="l">
              <a:spcBef>
                <a:spcPts val="538"/>
              </a:spcBef>
              <a:spcAft>
                <a:spcPts val="0"/>
              </a:spcAft>
              <a:buClr>
                <a:schemeClr val="accent1"/>
              </a:buClr>
              <a:buSzPts val="2240"/>
              <a:buFont typeface="Noto Sans Symbols"/>
              <a:buChar char="⚫"/>
              <a:defRPr b="0" i="0" sz="2800" u="none" cap="none" strike="noStrike">
                <a:solidFill>
                  <a:schemeClr val="dk1"/>
                </a:solidFill>
                <a:latin typeface="Gill Sans"/>
                <a:ea typeface="Gill Sans"/>
                <a:cs typeface="Gill Sans"/>
                <a:sym typeface="Gill Sans"/>
              </a:defRPr>
            </a:lvl1pPr>
            <a:lvl2pPr indent="-387350" lvl="1" marL="914400" marR="0" rtl="0" algn="l">
              <a:spcBef>
                <a:spcPts val="488"/>
              </a:spcBef>
              <a:spcAft>
                <a:spcPts val="0"/>
              </a:spcAft>
              <a:buClr>
                <a:schemeClr val="accent1"/>
              </a:buClr>
              <a:buSzPts val="2500"/>
              <a:buFont typeface="Verdana"/>
              <a:buChar char="◦"/>
              <a:defRPr b="0" i="0" sz="2500" u="none" cap="none" strike="noStrike">
                <a:solidFill>
                  <a:schemeClr val="dk1"/>
                </a:solidFill>
                <a:latin typeface="Gill Sans"/>
                <a:ea typeface="Gill Sans"/>
                <a:cs typeface="Gill Sans"/>
                <a:sym typeface="Gill Sans"/>
              </a:defRPr>
            </a:lvl2pPr>
            <a:lvl3pPr indent="-361950" lvl="2" marL="1371600" marR="0" rtl="0" algn="l">
              <a:spcBef>
                <a:spcPts val="420"/>
              </a:spcBef>
              <a:spcAft>
                <a:spcPts val="0"/>
              </a:spcAft>
              <a:buClr>
                <a:schemeClr val="accent2"/>
              </a:buClr>
              <a:buSzPts val="2100"/>
              <a:buFont typeface="Noto Sans Symbols"/>
              <a:buChar char="●"/>
              <a:defRPr b="0" i="0" sz="2100" u="none" cap="none" strike="noStrike">
                <a:solidFill>
                  <a:schemeClr val="dk1"/>
                </a:solidFill>
                <a:latin typeface="Gill Sans"/>
                <a:ea typeface="Gill Sans"/>
                <a:cs typeface="Gill Sans"/>
                <a:sym typeface="Gill Sans"/>
              </a:defRPr>
            </a:lvl3pPr>
            <a:lvl4pPr indent="-342900" lvl="3" marL="1828800" marR="0" rtl="0" algn="l">
              <a:spcBef>
                <a:spcPts val="360"/>
              </a:spcBef>
              <a:spcAft>
                <a:spcPts val="0"/>
              </a:spcAft>
              <a:buClr>
                <a:srgbClr val="C32D2E"/>
              </a:buClr>
              <a:buSzPts val="1800"/>
              <a:buFont typeface="Noto Sans Symbols"/>
              <a:buChar char="●"/>
              <a:defRPr b="0" i="0" sz="1800" u="none" cap="none" strike="noStrike">
                <a:solidFill>
                  <a:schemeClr val="dk1"/>
                </a:solidFill>
                <a:latin typeface="Gill Sans"/>
                <a:ea typeface="Gill Sans"/>
                <a:cs typeface="Gill Sans"/>
                <a:sym typeface="Gill Sans"/>
              </a:defRPr>
            </a:lvl4pPr>
            <a:lvl5pPr indent="-342900" lvl="4" marL="2286000" marR="0" rtl="0" algn="l">
              <a:spcBef>
                <a:spcPts val="360"/>
              </a:spcBef>
              <a:spcAft>
                <a:spcPts val="0"/>
              </a:spcAft>
              <a:buClr>
                <a:srgbClr val="84AA33"/>
              </a:buClr>
              <a:buSzPts val="1800"/>
              <a:buFont typeface="Noto Sans Symbols"/>
              <a:buChar char="●"/>
              <a:defRPr b="0" i="0" sz="1800" u="none" cap="none" strike="noStrike">
                <a:solidFill>
                  <a:schemeClr val="dk1"/>
                </a:solidFill>
                <a:latin typeface="Gill Sans"/>
                <a:ea typeface="Gill Sans"/>
                <a:cs typeface="Gill Sans"/>
                <a:sym typeface="Gill Sans"/>
              </a:defRPr>
            </a:lvl5pPr>
            <a:lvl6pPr indent="-342900" lvl="5" marL="2743200" marR="0" rtl="0" algn="l">
              <a:lnSpc>
                <a:spcPct val="100000"/>
              </a:lnSpc>
              <a:spcBef>
                <a:spcPts val="360"/>
              </a:spcBef>
              <a:spcAft>
                <a:spcPts val="0"/>
              </a:spcAft>
              <a:buClr>
                <a:schemeClr val="accent5"/>
              </a:buClr>
              <a:buSzPts val="1800"/>
              <a:buFont typeface="Noto Sans Symbols"/>
              <a:buChar char="●"/>
              <a:defRPr b="0" i="0" sz="1800" u="none" cap="none" strike="noStrike">
                <a:solidFill>
                  <a:schemeClr val="dk1"/>
                </a:solidFill>
                <a:latin typeface="Gill Sans"/>
                <a:ea typeface="Gill Sans"/>
                <a:cs typeface="Gill Sans"/>
                <a:sym typeface="Gill Sans"/>
              </a:defRPr>
            </a:lvl6pPr>
            <a:lvl7pPr indent="-342900" lvl="6" marL="32004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7pPr>
            <a:lvl8pPr indent="-342900" lvl="7" marL="36576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8pPr>
            <a:lvl9pPr indent="-342900" lvl="8" marL="41148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9pPr>
          </a:lstStyle>
          <a:p/>
        </p:txBody>
      </p:sp>
      <p:sp>
        <p:nvSpPr>
          <p:cNvPr id="167" name="Google Shape;167;p20"/>
          <p:cNvSpPr txBox="1"/>
          <p:nvPr>
            <p:ph idx="10" type="dt"/>
          </p:nvPr>
        </p:nvSpPr>
        <p:spPr>
          <a:xfrm>
            <a:off x="3581400" y="4729162"/>
            <a:ext cx="2133600" cy="357187"/>
          </a:xfrm>
          <a:prstGeom prst="rect">
            <a:avLst/>
          </a:prstGeom>
          <a:noFill/>
          <a:ln>
            <a:noFill/>
          </a:ln>
        </p:spPr>
        <p:txBody>
          <a:bodyPr anchorCtr="0" anchor="b" bIns="40800" lIns="81625" spcFirstLastPara="1" rIns="81625" wrap="square" tIns="40800">
            <a:noAutofit/>
          </a:bodyPr>
          <a:lstStyle>
            <a:lvl1pPr lvl="0" marR="0" rtl="0" algn="r">
              <a:lnSpc>
                <a:spcPct val="100000"/>
              </a:lnSpc>
              <a:spcBef>
                <a:spcPts val="0"/>
              </a:spcBef>
              <a:spcAft>
                <a:spcPts val="0"/>
              </a:spcAft>
              <a:buSzPts val="1400"/>
              <a:buNone/>
              <a:defRPr b="0" i="0" sz="1100" u="none">
                <a:solidFill>
                  <a:srgbClr val="B5A788"/>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9pPr>
          </a:lstStyle>
          <a:p/>
        </p:txBody>
      </p:sp>
      <p:sp>
        <p:nvSpPr>
          <p:cNvPr id="168" name="Google Shape;168;p20"/>
          <p:cNvSpPr txBox="1"/>
          <p:nvPr>
            <p:ph idx="11" type="ftr"/>
          </p:nvPr>
        </p:nvSpPr>
        <p:spPr>
          <a:xfrm>
            <a:off x="5715000" y="4729162"/>
            <a:ext cx="2895600" cy="357187"/>
          </a:xfrm>
          <a:prstGeom prst="rect">
            <a:avLst/>
          </a:prstGeom>
          <a:noFill/>
          <a:ln>
            <a:noFill/>
          </a:ln>
        </p:spPr>
        <p:txBody>
          <a:bodyPr anchorCtr="0" anchor="b" bIns="40800" lIns="81625" spcFirstLastPara="1" rIns="81625" wrap="square" tIns="40800">
            <a:noAutofit/>
          </a:bodyPr>
          <a:lstStyle>
            <a:lvl1pPr lvl="0" marR="0" rtl="0" algn="l">
              <a:lnSpc>
                <a:spcPct val="100000"/>
              </a:lnSpc>
              <a:spcBef>
                <a:spcPts val="0"/>
              </a:spcBef>
              <a:spcAft>
                <a:spcPts val="0"/>
              </a:spcAft>
              <a:buSzPts val="1400"/>
              <a:buNone/>
              <a:defRPr b="0" i="0" sz="2100" u="none">
                <a:solidFill>
                  <a:srgbClr val="000000"/>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9pPr>
          </a:lstStyle>
          <a:p/>
        </p:txBody>
      </p:sp>
      <p:sp>
        <p:nvSpPr>
          <p:cNvPr id="169" name="Google Shape;169;p20"/>
          <p:cNvSpPr txBox="1"/>
          <p:nvPr>
            <p:ph idx="12" type="sldNum"/>
          </p:nvPr>
        </p:nvSpPr>
        <p:spPr>
          <a:xfrm>
            <a:off x="8613775" y="4729162"/>
            <a:ext cx="457200" cy="357187"/>
          </a:xfrm>
          <a:prstGeom prst="rect">
            <a:avLst/>
          </a:prstGeom>
          <a:noFill/>
          <a:ln>
            <a:noFill/>
          </a:ln>
        </p:spPr>
        <p:txBody>
          <a:bodyPr anchorCtr="0" anchor="b" bIns="40800" lIns="81625" spcFirstLastPara="1" rIns="81625" wrap="square" tIns="40800">
            <a:noAutofit/>
          </a:bodyPr>
          <a:lstStyle>
            <a:lvl1pPr indent="0" lvl="0"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1pPr>
            <a:lvl2pPr indent="0" lvl="1"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2pPr>
            <a:lvl3pPr indent="0" lvl="2"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3pPr>
            <a:lvl4pPr indent="0" lvl="3"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4pPr>
            <a:lvl5pPr indent="0" lvl="4"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5pPr>
            <a:lvl6pPr indent="0" lvl="5"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6pPr>
            <a:lvl7pPr indent="0" lvl="6"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7pPr>
            <a:lvl8pPr indent="0" lvl="7"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8pPr>
            <a:lvl9pPr indent="0" lvl="8"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7"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76" name="Shape 176"/>
        <p:cNvGrpSpPr/>
        <p:nvPr/>
      </p:nvGrpSpPr>
      <p:grpSpPr>
        <a:xfrm>
          <a:off x="0" y="0"/>
          <a:ext cx="0" cy="0"/>
          <a:chOff x="0" y="0"/>
          <a:chExt cx="0" cy="0"/>
        </a:xfrm>
      </p:grpSpPr>
      <p:sp>
        <p:nvSpPr>
          <p:cNvPr id="177" name="Google Shape;177;p22"/>
          <p:cNvSpPr/>
          <p:nvPr/>
        </p:nvSpPr>
        <p:spPr>
          <a:xfrm>
            <a:off x="-815975" y="-611187"/>
            <a:ext cx="1638300" cy="1228725"/>
          </a:xfrm>
          <a:custGeom>
            <a:rect b="b" l="l" r="r" t="t"/>
            <a:pathLst>
              <a:path extrusionOk="0" h="1228726" w="1638300">
                <a:moveTo>
                  <a:pt x="1638300" y="614363"/>
                </a:moveTo>
                <a:lnTo>
                  <a:pt x="1638300" y="614363"/>
                </a:lnTo>
                <a:cubicBezTo>
                  <a:pt x="1638300" y="695064"/>
                  <a:pt x="1617098" y="774980"/>
                  <a:pt x="1575909" y="849535"/>
                </a:cubicBezTo>
                <a:cubicBezTo>
                  <a:pt x="1534720" y="924089"/>
                  <a:pt x="1474345" y="991832"/>
                  <a:pt x="1398242" y="1048883"/>
                </a:cubicBezTo>
                <a:cubicBezTo>
                  <a:pt x="1322139" y="1105934"/>
                  <a:pt x="1231787" y="1151184"/>
                  <a:pt x="1132362" y="1182041"/>
                </a:cubicBezTo>
                <a:cubicBezTo>
                  <a:pt x="1032937" y="1212899"/>
                  <a:pt x="926372" y="1228763"/>
                  <a:pt x="818771" y="1228725"/>
                </a:cubicBezTo>
                <a:lnTo>
                  <a:pt x="819150" y="614363"/>
                </a:lnTo>
                <a:close/>
              </a:path>
            </a:pathLst>
          </a:custGeom>
          <a:solidFill>
            <a:srgbClr val="FEFAF4">
              <a:alpha val="32549"/>
            </a:srgbClr>
          </a:solidFill>
          <a:ln cap="rnd" cmpd="sng" w="9525">
            <a:solidFill>
              <a:srgbClr val="D2C39E"/>
            </a:solidFill>
            <a:prstDash val="solid"/>
            <a:miter lim="800000"/>
            <a:headEnd len="sm" w="sm" type="none"/>
            <a:tailEnd len="sm" w="sm" type="none"/>
          </a:ln>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178" name="Google Shape;178;p22"/>
          <p:cNvSpPr/>
          <p:nvPr/>
        </p:nvSpPr>
        <p:spPr>
          <a:xfrm>
            <a:off x="168275" y="15875"/>
            <a:ext cx="1703387" cy="1276350"/>
          </a:xfrm>
          <a:prstGeom prst="ellipse">
            <a:avLst/>
          </a:prstGeom>
          <a:noFill/>
          <a:ln cap="rnd" cmpd="sng" w="27300">
            <a:solidFill>
              <a:srgbClr val="FFF6DB"/>
            </a:solidFill>
            <a:prstDash val="solid"/>
            <a:miter lim="800000"/>
            <a:headEnd len="sm" w="sm" type="none"/>
            <a:tailEnd len="sm" w="sm" type="none"/>
          </a:ln>
          <a:effectLst>
            <a:outerShdw blurRad="63500" dir="5400000" dist="25400">
              <a:srgbClr val="AFA58D">
                <a:alpha val="84705"/>
              </a:srgbClr>
            </a:outerShdw>
          </a:effectLst>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179" name="Google Shape;179;p22"/>
          <p:cNvSpPr/>
          <p:nvPr/>
        </p:nvSpPr>
        <p:spPr>
          <a:xfrm rot="2315675">
            <a:off x="182882" y="791308"/>
            <a:ext cx="1125717" cy="826968"/>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0800" lIns="81625" spcFirstLastPara="1" rIns="81625" wrap="square" tIns="40800">
            <a:noAutofit/>
          </a:bodyPr>
          <a:lstStyle/>
          <a:p>
            <a:pPr indent="0" lvl="0" marL="0" marR="0" rtl="0" algn="ctr">
              <a:lnSpc>
                <a:spcPct val="100000"/>
              </a:lnSpc>
              <a:spcBef>
                <a:spcPts val="0"/>
              </a:spcBef>
              <a:spcAft>
                <a:spcPts val="0"/>
              </a:spcAft>
              <a:buClr>
                <a:schemeClr val="lt1"/>
              </a:buClr>
              <a:buSzPts val="2100"/>
              <a:buFont typeface="Comic Sans MS"/>
              <a:buNone/>
            </a:pPr>
            <a:r>
              <a:t/>
            </a:r>
            <a:endParaRPr b="0" i="0" sz="2100" u="none" cap="none" strike="noStrike">
              <a:solidFill>
                <a:schemeClr val="lt1"/>
              </a:solidFill>
              <a:latin typeface="Gill Sans"/>
              <a:ea typeface="Gill Sans"/>
              <a:cs typeface="Gill Sans"/>
              <a:sym typeface="Gill Sans"/>
            </a:endParaRPr>
          </a:p>
        </p:txBody>
      </p:sp>
      <p:sp>
        <p:nvSpPr>
          <p:cNvPr id="180" name="Google Shape;180;p22"/>
          <p:cNvSpPr txBox="1"/>
          <p:nvPr/>
        </p:nvSpPr>
        <p:spPr>
          <a:xfrm>
            <a:off x="1012825" y="0"/>
            <a:ext cx="8131175" cy="5143500"/>
          </a:xfrm>
          <a:prstGeom prst="rect">
            <a:avLst/>
          </a:prstGeom>
          <a:solidFill>
            <a:schemeClr val="lt1"/>
          </a:solidFill>
          <a:ln>
            <a:noFill/>
          </a:ln>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181" name="Google Shape;181;p22"/>
          <p:cNvSpPr txBox="1"/>
          <p:nvPr/>
        </p:nvSpPr>
        <p:spPr>
          <a:xfrm>
            <a:off x="1014412" y="0"/>
            <a:ext cx="73025" cy="5143500"/>
          </a:xfrm>
          <a:prstGeom prst="rect">
            <a:avLst/>
          </a:prstGeom>
          <a:solidFill>
            <a:schemeClr val="lt1"/>
          </a:solidFill>
          <a:ln>
            <a:noFill/>
          </a:ln>
          <a:effectLst>
            <a:outerShdw blurRad="63500" dir="10800000" dist="38000">
              <a:srgbClr val="706B5F">
                <a:alpha val="24705"/>
              </a:srgbClr>
            </a:outerShdw>
          </a:effectLst>
        </p:spPr>
        <p:txBody>
          <a:bodyPr anchorCtr="0" anchor="ctr" bIns="40800" lIns="81625" spcFirstLastPara="1" rIns="81625" wrap="square" tIns="40800">
            <a:noAutofit/>
          </a:bodyPr>
          <a:lstStyle/>
          <a:p>
            <a:pPr indent="0" lvl="0" marL="0" marR="0" rtl="0" algn="l">
              <a:lnSpc>
                <a:spcPct val="100000"/>
              </a:lnSpc>
              <a:spcBef>
                <a:spcPts val="0"/>
              </a:spcBef>
              <a:spcAft>
                <a:spcPts val="0"/>
              </a:spcAft>
              <a:buNone/>
            </a:pPr>
            <a:r>
              <a:t/>
            </a:r>
            <a:endParaRPr b="0" i="0" sz="2100" u="none">
              <a:solidFill>
                <a:srgbClr val="000000"/>
              </a:solidFill>
              <a:latin typeface="Comic Sans MS"/>
              <a:ea typeface="Comic Sans MS"/>
              <a:cs typeface="Comic Sans MS"/>
              <a:sym typeface="Comic Sans MS"/>
            </a:endParaRPr>
          </a:p>
        </p:txBody>
      </p:sp>
      <p:sp>
        <p:nvSpPr>
          <p:cNvPr id="182" name="Google Shape;182;p22"/>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rmAutofit/>
          </a:bodyPr>
          <a:lstStyle>
            <a:lvl1pPr lvl="0"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1pPr>
            <a:lvl2pPr lvl="1"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2pPr>
            <a:lvl3pPr lvl="2"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3pPr>
            <a:lvl4pPr lvl="3"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4pPr>
            <a:lvl5pPr lvl="4"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5pPr>
            <a:lvl6pPr lvl="5"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6pPr>
            <a:lvl7pPr lvl="6"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7pPr>
            <a:lvl8pPr lvl="7"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8pPr>
            <a:lvl9pPr lvl="8" marR="0" rtl="0" algn="l">
              <a:spcBef>
                <a:spcPts val="0"/>
              </a:spcBef>
              <a:spcAft>
                <a:spcPts val="0"/>
              </a:spcAft>
              <a:buSzPts val="1400"/>
              <a:buNone/>
              <a:defRPr b="0" i="0" sz="3800" u="none" cap="none" strike="noStrike">
                <a:solidFill>
                  <a:srgbClr val="572314"/>
                </a:solidFill>
                <a:latin typeface="Gill Sans"/>
                <a:ea typeface="Gill Sans"/>
                <a:cs typeface="Gill Sans"/>
                <a:sym typeface="Gill Sans"/>
              </a:defRPr>
            </a:lvl9pPr>
          </a:lstStyle>
          <a:p/>
        </p:txBody>
      </p:sp>
      <p:sp>
        <p:nvSpPr>
          <p:cNvPr id="183" name="Google Shape;183;p22"/>
          <p:cNvSpPr txBox="1"/>
          <p:nvPr>
            <p:ph idx="1" type="body"/>
          </p:nvPr>
        </p:nvSpPr>
        <p:spPr>
          <a:xfrm>
            <a:off x="1435100" y="1085850"/>
            <a:ext cx="7499350" cy="3600450"/>
          </a:xfrm>
          <a:prstGeom prst="rect">
            <a:avLst/>
          </a:prstGeom>
          <a:noFill/>
          <a:ln>
            <a:noFill/>
          </a:ln>
        </p:spPr>
        <p:txBody>
          <a:bodyPr anchorCtr="0" anchor="t" bIns="40800" lIns="81625" spcFirstLastPara="1" rIns="81625" wrap="square" tIns="40800">
            <a:noAutofit/>
          </a:bodyPr>
          <a:lstStyle>
            <a:lvl1pPr indent="-370840" lvl="0" marL="457200" marR="0" rtl="0" algn="l">
              <a:spcBef>
                <a:spcPts val="538"/>
              </a:spcBef>
              <a:spcAft>
                <a:spcPts val="0"/>
              </a:spcAft>
              <a:buClr>
                <a:schemeClr val="accent1"/>
              </a:buClr>
              <a:buSzPts val="2240"/>
              <a:buFont typeface="Noto Sans Symbols"/>
              <a:buChar char="⚫"/>
              <a:defRPr b="0" i="0" sz="2800" u="none" cap="none" strike="noStrike">
                <a:solidFill>
                  <a:schemeClr val="dk1"/>
                </a:solidFill>
                <a:latin typeface="Gill Sans"/>
                <a:ea typeface="Gill Sans"/>
                <a:cs typeface="Gill Sans"/>
                <a:sym typeface="Gill Sans"/>
              </a:defRPr>
            </a:lvl1pPr>
            <a:lvl2pPr indent="-387350" lvl="1" marL="914400" marR="0" rtl="0" algn="l">
              <a:spcBef>
                <a:spcPts val="488"/>
              </a:spcBef>
              <a:spcAft>
                <a:spcPts val="0"/>
              </a:spcAft>
              <a:buClr>
                <a:schemeClr val="accent1"/>
              </a:buClr>
              <a:buSzPts val="2500"/>
              <a:buFont typeface="Verdana"/>
              <a:buChar char="◦"/>
              <a:defRPr b="0" i="0" sz="2500" u="none" cap="none" strike="noStrike">
                <a:solidFill>
                  <a:schemeClr val="dk1"/>
                </a:solidFill>
                <a:latin typeface="Gill Sans"/>
                <a:ea typeface="Gill Sans"/>
                <a:cs typeface="Gill Sans"/>
                <a:sym typeface="Gill Sans"/>
              </a:defRPr>
            </a:lvl2pPr>
            <a:lvl3pPr indent="-361950" lvl="2" marL="1371600" marR="0" rtl="0" algn="l">
              <a:spcBef>
                <a:spcPts val="420"/>
              </a:spcBef>
              <a:spcAft>
                <a:spcPts val="0"/>
              </a:spcAft>
              <a:buClr>
                <a:schemeClr val="accent2"/>
              </a:buClr>
              <a:buSzPts val="2100"/>
              <a:buFont typeface="Noto Sans Symbols"/>
              <a:buChar char="●"/>
              <a:defRPr b="0" i="0" sz="2100" u="none" cap="none" strike="noStrike">
                <a:solidFill>
                  <a:schemeClr val="dk1"/>
                </a:solidFill>
                <a:latin typeface="Gill Sans"/>
                <a:ea typeface="Gill Sans"/>
                <a:cs typeface="Gill Sans"/>
                <a:sym typeface="Gill Sans"/>
              </a:defRPr>
            </a:lvl3pPr>
            <a:lvl4pPr indent="-342900" lvl="3" marL="1828800" marR="0" rtl="0" algn="l">
              <a:spcBef>
                <a:spcPts val="360"/>
              </a:spcBef>
              <a:spcAft>
                <a:spcPts val="0"/>
              </a:spcAft>
              <a:buClr>
                <a:srgbClr val="C32D2E"/>
              </a:buClr>
              <a:buSzPts val="1800"/>
              <a:buFont typeface="Noto Sans Symbols"/>
              <a:buChar char="●"/>
              <a:defRPr b="0" i="0" sz="1800" u="none" cap="none" strike="noStrike">
                <a:solidFill>
                  <a:schemeClr val="dk1"/>
                </a:solidFill>
                <a:latin typeface="Gill Sans"/>
                <a:ea typeface="Gill Sans"/>
                <a:cs typeface="Gill Sans"/>
                <a:sym typeface="Gill Sans"/>
              </a:defRPr>
            </a:lvl4pPr>
            <a:lvl5pPr indent="-342900" lvl="4" marL="2286000" marR="0" rtl="0" algn="l">
              <a:spcBef>
                <a:spcPts val="360"/>
              </a:spcBef>
              <a:spcAft>
                <a:spcPts val="0"/>
              </a:spcAft>
              <a:buClr>
                <a:srgbClr val="84AA33"/>
              </a:buClr>
              <a:buSzPts val="1800"/>
              <a:buFont typeface="Noto Sans Symbols"/>
              <a:buChar char="●"/>
              <a:defRPr b="0" i="0" sz="1800" u="none" cap="none" strike="noStrike">
                <a:solidFill>
                  <a:schemeClr val="dk1"/>
                </a:solidFill>
                <a:latin typeface="Gill Sans"/>
                <a:ea typeface="Gill Sans"/>
                <a:cs typeface="Gill Sans"/>
                <a:sym typeface="Gill Sans"/>
              </a:defRPr>
            </a:lvl5pPr>
            <a:lvl6pPr indent="-342900" lvl="5" marL="2743200" marR="0" rtl="0" algn="l">
              <a:lnSpc>
                <a:spcPct val="100000"/>
              </a:lnSpc>
              <a:spcBef>
                <a:spcPts val="360"/>
              </a:spcBef>
              <a:spcAft>
                <a:spcPts val="0"/>
              </a:spcAft>
              <a:buClr>
                <a:schemeClr val="accent5"/>
              </a:buClr>
              <a:buSzPts val="1800"/>
              <a:buFont typeface="Noto Sans Symbols"/>
              <a:buChar char="●"/>
              <a:defRPr b="0" i="0" sz="1800" u="none" cap="none" strike="noStrike">
                <a:solidFill>
                  <a:schemeClr val="dk1"/>
                </a:solidFill>
                <a:latin typeface="Gill Sans"/>
                <a:ea typeface="Gill Sans"/>
                <a:cs typeface="Gill Sans"/>
                <a:sym typeface="Gill Sans"/>
              </a:defRPr>
            </a:lvl6pPr>
            <a:lvl7pPr indent="-342900" lvl="6" marL="32004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7pPr>
            <a:lvl8pPr indent="-342900" lvl="7" marL="36576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8pPr>
            <a:lvl9pPr indent="-342900" lvl="8" marL="4114800" marR="0" rtl="0" algn="l">
              <a:lnSpc>
                <a:spcPct val="100000"/>
              </a:lnSpc>
              <a:spcBef>
                <a:spcPts val="360"/>
              </a:spcBef>
              <a:spcAft>
                <a:spcPts val="0"/>
              </a:spcAft>
              <a:buClr>
                <a:schemeClr val="accent6"/>
              </a:buClr>
              <a:buSzPts val="1800"/>
              <a:buFont typeface="Noto Sans Symbols"/>
              <a:buChar char="●"/>
              <a:defRPr b="0" i="0" sz="1800" u="none" cap="none" strike="noStrike">
                <a:solidFill>
                  <a:schemeClr val="dk1"/>
                </a:solidFill>
                <a:latin typeface="Gill Sans"/>
                <a:ea typeface="Gill Sans"/>
                <a:cs typeface="Gill Sans"/>
                <a:sym typeface="Gill Sans"/>
              </a:defRPr>
            </a:lvl9pPr>
          </a:lstStyle>
          <a:p/>
        </p:txBody>
      </p:sp>
      <p:sp>
        <p:nvSpPr>
          <p:cNvPr id="184" name="Google Shape;184;p22"/>
          <p:cNvSpPr txBox="1"/>
          <p:nvPr>
            <p:ph idx="10" type="dt"/>
          </p:nvPr>
        </p:nvSpPr>
        <p:spPr>
          <a:xfrm>
            <a:off x="3581400" y="4729162"/>
            <a:ext cx="2133600" cy="357187"/>
          </a:xfrm>
          <a:prstGeom prst="rect">
            <a:avLst/>
          </a:prstGeom>
          <a:noFill/>
          <a:ln>
            <a:noFill/>
          </a:ln>
        </p:spPr>
        <p:txBody>
          <a:bodyPr anchorCtr="0" anchor="b" bIns="40800" lIns="81625" spcFirstLastPara="1" rIns="81625" wrap="square" tIns="40800">
            <a:noAutofit/>
          </a:bodyPr>
          <a:lstStyle>
            <a:lvl1pPr lvl="0" marR="0" rtl="0" algn="r">
              <a:lnSpc>
                <a:spcPct val="100000"/>
              </a:lnSpc>
              <a:spcBef>
                <a:spcPts val="0"/>
              </a:spcBef>
              <a:spcAft>
                <a:spcPts val="0"/>
              </a:spcAft>
              <a:buSzPts val="1400"/>
              <a:buNone/>
              <a:defRPr b="0" i="0" sz="1100" u="none">
                <a:solidFill>
                  <a:srgbClr val="B5A788"/>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9pPr>
          </a:lstStyle>
          <a:p/>
        </p:txBody>
      </p:sp>
      <p:sp>
        <p:nvSpPr>
          <p:cNvPr id="185" name="Google Shape;185;p22"/>
          <p:cNvSpPr txBox="1"/>
          <p:nvPr>
            <p:ph idx="11" type="ftr"/>
          </p:nvPr>
        </p:nvSpPr>
        <p:spPr>
          <a:xfrm>
            <a:off x="5715000" y="4729162"/>
            <a:ext cx="2895600" cy="357187"/>
          </a:xfrm>
          <a:prstGeom prst="rect">
            <a:avLst/>
          </a:prstGeom>
          <a:noFill/>
          <a:ln>
            <a:noFill/>
          </a:ln>
        </p:spPr>
        <p:txBody>
          <a:bodyPr anchorCtr="0" anchor="b" bIns="40800" lIns="81625" spcFirstLastPara="1" rIns="81625" wrap="square" tIns="40800">
            <a:noAutofit/>
          </a:bodyPr>
          <a:lstStyle>
            <a:lvl1pPr lvl="0" marR="0" rtl="0" algn="l">
              <a:lnSpc>
                <a:spcPct val="100000"/>
              </a:lnSpc>
              <a:spcBef>
                <a:spcPts val="0"/>
              </a:spcBef>
              <a:spcAft>
                <a:spcPts val="0"/>
              </a:spcAft>
              <a:buSzPts val="1400"/>
              <a:buNone/>
              <a:defRPr b="0" i="0" sz="2100" u="none">
                <a:solidFill>
                  <a:srgbClr val="000000"/>
                </a:solidFill>
                <a:latin typeface="Comic Sans MS"/>
                <a:ea typeface="Comic Sans MS"/>
                <a:cs typeface="Comic Sans MS"/>
                <a:sym typeface="Comic Sans MS"/>
              </a:defRPr>
            </a:lvl1pPr>
            <a:lvl2pPr lvl="1"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2pPr>
            <a:lvl3pPr lvl="2"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3pPr>
            <a:lvl4pPr lvl="3"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4pPr>
            <a:lvl5pPr lvl="4"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5pPr>
            <a:lvl6pPr lvl="5"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6pPr>
            <a:lvl7pPr lvl="6"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7pPr>
            <a:lvl8pPr lvl="7"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8pPr>
            <a:lvl9pPr lvl="8" marR="0" rtl="0" algn="l">
              <a:lnSpc>
                <a:spcPct val="100000"/>
              </a:lnSpc>
              <a:spcBef>
                <a:spcPts val="0"/>
              </a:spcBef>
              <a:spcAft>
                <a:spcPts val="0"/>
              </a:spcAft>
              <a:buSzPts val="1400"/>
              <a:buNone/>
              <a:defRPr b="0" i="0" sz="2100" u="none" cap="none" strike="noStrike">
                <a:solidFill>
                  <a:srgbClr val="000000"/>
                </a:solidFill>
                <a:latin typeface="Comic Sans MS"/>
                <a:ea typeface="Comic Sans MS"/>
                <a:cs typeface="Comic Sans MS"/>
                <a:sym typeface="Comic Sans MS"/>
              </a:defRPr>
            </a:lvl9pPr>
          </a:lstStyle>
          <a:p/>
        </p:txBody>
      </p:sp>
      <p:sp>
        <p:nvSpPr>
          <p:cNvPr id="186" name="Google Shape;186;p22"/>
          <p:cNvSpPr txBox="1"/>
          <p:nvPr>
            <p:ph idx="12" type="sldNum"/>
          </p:nvPr>
        </p:nvSpPr>
        <p:spPr>
          <a:xfrm>
            <a:off x="8613775" y="4729162"/>
            <a:ext cx="457200" cy="357187"/>
          </a:xfrm>
          <a:prstGeom prst="rect">
            <a:avLst/>
          </a:prstGeom>
          <a:noFill/>
          <a:ln>
            <a:noFill/>
          </a:ln>
        </p:spPr>
        <p:txBody>
          <a:bodyPr anchorCtr="0" anchor="b" bIns="40800" lIns="81625" spcFirstLastPara="1" rIns="81625" wrap="square" tIns="40800">
            <a:noAutofit/>
          </a:bodyPr>
          <a:lstStyle>
            <a:lvl1pPr indent="0" lvl="0"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1pPr>
            <a:lvl2pPr indent="0" lvl="1"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2pPr>
            <a:lvl3pPr indent="0" lvl="2"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3pPr>
            <a:lvl4pPr indent="0" lvl="3"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4pPr>
            <a:lvl5pPr indent="0" lvl="4"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5pPr>
            <a:lvl6pPr indent="0" lvl="5"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6pPr>
            <a:lvl7pPr indent="0" lvl="6"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7pPr>
            <a:lvl8pPr indent="0" lvl="7"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8pPr>
            <a:lvl9pPr indent="0" lvl="8" marL="0" marR="0" rtl="0" algn="ctr">
              <a:lnSpc>
                <a:spcPct val="100000"/>
              </a:lnSpc>
              <a:spcBef>
                <a:spcPts val="0"/>
              </a:spcBef>
              <a:spcAft>
                <a:spcPts val="0"/>
              </a:spcAft>
              <a:buClr>
                <a:srgbClr val="B5A788"/>
              </a:buClr>
              <a:buSzPts val="1100"/>
              <a:buFont typeface="Comic Sans MS"/>
              <a:buNone/>
              <a:defRPr b="0" i="0" sz="1100" u="none">
                <a:solidFill>
                  <a:srgbClr val="B5A788"/>
                </a:solidFill>
                <a:latin typeface="Comic Sans MS"/>
                <a:ea typeface="Comic Sans MS"/>
                <a:cs typeface="Comic Sans MS"/>
                <a:sym typeface="Comic Sans MS"/>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4"/>
          <p:cNvSpPr txBox="1"/>
          <p:nvPr/>
        </p:nvSpPr>
        <p:spPr>
          <a:xfrm>
            <a:off x="2095500" y="1849437"/>
            <a:ext cx="5905500" cy="666750"/>
          </a:xfrm>
          <a:prstGeom prst="rect">
            <a:avLst/>
          </a:prstGeom>
          <a:noFill/>
          <a:ln>
            <a:noFill/>
          </a:ln>
        </p:spPr>
        <p:txBody>
          <a:bodyPr anchorCtr="0" anchor="t" bIns="37025" lIns="74050" spcFirstLastPara="1" rIns="74050" wrap="square" tIns="37025">
            <a:noAutofit/>
          </a:bodyPr>
          <a:lstStyle/>
          <a:p>
            <a:pPr indent="-304800" lvl="0" marL="304800" marR="0" rtl="0" algn="ctr">
              <a:lnSpc>
                <a:spcPct val="100000"/>
              </a:lnSpc>
              <a:spcBef>
                <a:spcPts val="0"/>
              </a:spcBef>
              <a:spcAft>
                <a:spcPts val="0"/>
              </a:spcAft>
              <a:buClr>
                <a:srgbClr val="964305"/>
              </a:buClr>
              <a:buSzPts val="3600"/>
              <a:buFont typeface="Gill Sans"/>
              <a:buNone/>
            </a:pPr>
            <a:r>
              <a:rPr b="1" i="0" lang="en-US" sz="3600" u="none">
                <a:solidFill>
                  <a:srgbClr val="964305"/>
                </a:solidFill>
                <a:latin typeface="Gill Sans"/>
                <a:ea typeface="Gill Sans"/>
                <a:cs typeface="Gill Sans"/>
                <a:sym typeface="Gill Sans"/>
              </a:rPr>
              <a:t>System  Testing</a:t>
            </a:r>
            <a:endParaRPr/>
          </a:p>
          <a:p>
            <a:pPr indent="-304800" lvl="0" marL="304800" marR="0" rtl="0" algn="ctr">
              <a:lnSpc>
                <a:spcPct val="100000"/>
              </a:lnSpc>
              <a:spcBef>
                <a:spcPts val="720"/>
              </a:spcBef>
              <a:spcAft>
                <a:spcPts val="0"/>
              </a:spcAft>
              <a:buClr>
                <a:srgbClr val="964305"/>
              </a:buClr>
              <a:buSzPts val="3600"/>
              <a:buFont typeface="Gill Sans"/>
              <a:buNone/>
            </a:pPr>
            <a:r>
              <a:rPr b="1" i="0" lang="en-US" sz="3600" u="none">
                <a:solidFill>
                  <a:srgbClr val="964305"/>
                </a:solidFill>
                <a:latin typeface="Gill Sans"/>
                <a:ea typeface="Gill Sans"/>
                <a:cs typeface="Gill Sans"/>
                <a:sym typeface="Gill Sans"/>
              </a:rPr>
              <a:t>                                  </a:t>
            </a:r>
            <a:endParaRPr/>
          </a:p>
        </p:txBody>
      </p:sp>
      <p:sp>
        <p:nvSpPr>
          <p:cNvPr id="198" name="Google Shape;198;p24"/>
          <p:cNvSpPr txBox="1"/>
          <p:nvPr/>
        </p:nvSpPr>
        <p:spPr>
          <a:xfrm>
            <a:off x="2647950" y="2952750"/>
            <a:ext cx="4800600" cy="133350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a:solidFill>
                  <a:srgbClr val="000000"/>
                </a:solidFill>
                <a:latin typeface="Calibri"/>
                <a:ea typeface="Calibri"/>
                <a:cs typeface="Calibri"/>
                <a:sym typeface="Calibri"/>
              </a:rPr>
              <a:t>Prof. Durga Prasad Mohapatra</a:t>
            </a:r>
            <a:endParaRPr b="0" i="0" sz="2100" u="none">
              <a:solidFill>
                <a:srgbClr val="000000"/>
              </a:solidFill>
              <a:latin typeface="Comic Sans MS"/>
              <a:ea typeface="Comic Sans MS"/>
              <a:cs typeface="Comic Sans MS"/>
              <a:sym typeface="Comic Sans MS"/>
            </a:endParaRPr>
          </a:p>
          <a:p>
            <a:pPr indent="0" lvl="0" marL="0" marR="0" rtl="0" algn="ctr">
              <a:lnSpc>
                <a:spcPct val="100000"/>
              </a:lnSpc>
              <a:spcBef>
                <a:spcPts val="0"/>
              </a:spcBef>
              <a:spcAft>
                <a:spcPts val="0"/>
              </a:spcAft>
              <a:buClr>
                <a:srgbClr val="000000"/>
              </a:buClr>
              <a:buSzPts val="2400"/>
              <a:buFont typeface="Calibri"/>
              <a:buNone/>
            </a:pPr>
            <a:r>
              <a:rPr b="0" i="0" lang="en-US" sz="2400" u="none">
                <a:solidFill>
                  <a:srgbClr val="000000"/>
                </a:solidFill>
                <a:latin typeface="Calibri"/>
                <a:ea typeface="Calibri"/>
                <a:cs typeface="Calibri"/>
                <a:sym typeface="Calibri"/>
              </a:rPr>
              <a:t>Professor</a:t>
            </a:r>
            <a:endParaRPr b="0" i="0" sz="2100" u="none">
              <a:solidFill>
                <a:srgbClr val="000000"/>
              </a:solidFill>
              <a:latin typeface="Comic Sans MS"/>
              <a:ea typeface="Comic Sans MS"/>
              <a:cs typeface="Comic Sans MS"/>
              <a:sym typeface="Comic Sans MS"/>
            </a:endParaRPr>
          </a:p>
          <a:p>
            <a:pPr indent="0" lvl="0" marL="0" marR="0" rtl="0" algn="ctr">
              <a:lnSpc>
                <a:spcPct val="100000"/>
              </a:lnSpc>
              <a:spcBef>
                <a:spcPts val="0"/>
              </a:spcBef>
              <a:spcAft>
                <a:spcPts val="0"/>
              </a:spcAft>
              <a:buClr>
                <a:srgbClr val="000000"/>
              </a:buClr>
              <a:buSzPts val="2400"/>
              <a:buFont typeface="Calibri"/>
              <a:buNone/>
            </a:pPr>
            <a:r>
              <a:rPr b="0" i="0" lang="en-US" sz="2400" u="none">
                <a:solidFill>
                  <a:srgbClr val="000000"/>
                </a:solidFill>
                <a:latin typeface="Calibri"/>
                <a:ea typeface="Calibri"/>
                <a:cs typeface="Calibri"/>
                <a:sym typeface="Calibri"/>
              </a:rPr>
              <a:t>Dept.of CSE, NIT Rourkela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5"/>
          <p:cNvSpPr txBox="1"/>
          <p:nvPr>
            <p:ph type="title"/>
          </p:nvPr>
        </p:nvSpPr>
        <p:spPr>
          <a:xfrm>
            <a:off x="425450" y="-434975"/>
            <a:ext cx="8221662" cy="1328737"/>
          </a:xfrm>
          <a:prstGeom prst="rect">
            <a:avLst/>
          </a:prstGeom>
          <a:noFill/>
          <a:ln>
            <a:noFill/>
          </a:ln>
        </p:spPr>
        <p:txBody>
          <a:bodyPr anchorCtr="0" anchor="ctr" bIns="31325" lIns="12050" spcFirstLastPara="1" rIns="12050" wrap="square" tIns="31325">
            <a:no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System Testing</a:t>
            </a:r>
            <a:endParaRPr/>
          </a:p>
        </p:txBody>
      </p:sp>
      <p:sp>
        <p:nvSpPr>
          <p:cNvPr id="205" name="Google Shape;205;p25"/>
          <p:cNvSpPr txBox="1"/>
          <p:nvPr>
            <p:ph idx="1" type="body"/>
          </p:nvPr>
        </p:nvSpPr>
        <p:spPr>
          <a:xfrm>
            <a:off x="990600" y="895350"/>
            <a:ext cx="8001000" cy="4114800"/>
          </a:xfrm>
          <a:prstGeom prst="rect">
            <a:avLst/>
          </a:prstGeom>
          <a:noFill/>
          <a:ln>
            <a:noFill/>
          </a:ln>
        </p:spPr>
        <p:txBody>
          <a:bodyPr anchorCtr="0" anchor="t" bIns="31325" lIns="12050" spcFirstLastPara="1" rIns="12050" wrap="square" tIns="31325">
            <a:noAutofit/>
          </a:bodyPr>
          <a:lstStyle/>
          <a:p>
            <a:pPr indent="-457200" lvl="0" marL="457200" marR="0" rtl="0" algn="just">
              <a:lnSpc>
                <a:spcPct val="100000"/>
              </a:lnSpc>
              <a:spcBef>
                <a:spcPts val="0"/>
              </a:spcBef>
              <a:spcAft>
                <a:spcPts val="0"/>
              </a:spcAft>
              <a:buClr>
                <a:schemeClr val="accent1"/>
              </a:buClr>
              <a:buSzPts val="2240"/>
              <a:buFont typeface="Noto Sans Symbols"/>
              <a:buChar char="⚫"/>
            </a:pPr>
            <a:r>
              <a:rPr b="0" i="0" lang="en-US" sz="2800" u="none" cap="none" strike="noStrike">
                <a:solidFill>
                  <a:schemeClr val="dk1"/>
                </a:solidFill>
                <a:latin typeface="Gill Sans"/>
                <a:ea typeface="Gill Sans"/>
                <a:cs typeface="Gill Sans"/>
                <a:sym typeface="Gill Sans"/>
              </a:rPr>
              <a:t>There are three main types of system testing:</a:t>
            </a:r>
            <a:endParaRPr/>
          </a:p>
          <a:p>
            <a:pPr indent="-342900" lvl="1" marL="619125" marR="0" rtl="0" algn="just">
              <a:lnSpc>
                <a:spcPct val="100000"/>
              </a:lnSpc>
              <a:spcBef>
                <a:spcPts val="1800"/>
              </a:spcBef>
              <a:spcAft>
                <a:spcPts val="0"/>
              </a:spcAft>
              <a:buClr>
                <a:schemeClr val="accent1"/>
              </a:buClr>
              <a:buSzPts val="2400"/>
              <a:buFont typeface="Verdana"/>
              <a:buChar char="◦"/>
            </a:pPr>
            <a:r>
              <a:rPr b="1" i="0" lang="en-US" sz="2400" u="none" cap="none" strike="noStrike">
                <a:solidFill>
                  <a:srgbClr val="0000CC"/>
                </a:solidFill>
                <a:latin typeface="Gill Sans"/>
                <a:ea typeface="Gill Sans"/>
                <a:cs typeface="Gill Sans"/>
                <a:sym typeface="Gill Sans"/>
              </a:rPr>
              <a:t>Alpha Testing</a:t>
            </a:r>
            <a:endParaRPr/>
          </a:p>
          <a:p>
            <a:pPr indent="-342900" lvl="1" marL="619125" marR="0" rtl="0" algn="just">
              <a:lnSpc>
                <a:spcPct val="100000"/>
              </a:lnSpc>
              <a:spcBef>
                <a:spcPts val="1800"/>
              </a:spcBef>
              <a:spcAft>
                <a:spcPts val="0"/>
              </a:spcAft>
              <a:buClr>
                <a:schemeClr val="accent1"/>
              </a:buClr>
              <a:buSzPts val="2400"/>
              <a:buFont typeface="Verdana"/>
              <a:buChar char="◦"/>
            </a:pPr>
            <a:r>
              <a:rPr b="1" i="0" lang="en-US" sz="2400" u="none" cap="none" strike="noStrike">
                <a:solidFill>
                  <a:srgbClr val="0000CC"/>
                </a:solidFill>
                <a:latin typeface="Gill Sans"/>
                <a:ea typeface="Gill Sans"/>
                <a:cs typeface="Gill Sans"/>
                <a:sym typeface="Gill Sans"/>
              </a:rPr>
              <a:t>Beta Testing</a:t>
            </a:r>
            <a:endParaRPr/>
          </a:p>
          <a:p>
            <a:pPr indent="-342900" lvl="1" marL="619125" marR="0" rtl="0" algn="just">
              <a:lnSpc>
                <a:spcPct val="100000"/>
              </a:lnSpc>
              <a:spcBef>
                <a:spcPts val="1800"/>
              </a:spcBef>
              <a:spcAft>
                <a:spcPts val="0"/>
              </a:spcAft>
              <a:buClr>
                <a:schemeClr val="accent1"/>
              </a:buClr>
              <a:buSzPts val="2400"/>
              <a:buFont typeface="Verdana"/>
              <a:buChar char="◦"/>
            </a:pPr>
            <a:r>
              <a:rPr b="1" i="0" lang="en-US" sz="2400" u="none" cap="none" strike="noStrike">
                <a:solidFill>
                  <a:srgbClr val="0000CC"/>
                </a:solidFill>
                <a:latin typeface="Gill Sans"/>
                <a:ea typeface="Gill Sans"/>
                <a:cs typeface="Gill Sans"/>
                <a:sym typeface="Gill Sans"/>
              </a:rPr>
              <a:t>Acceptance Testing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6"/>
          <p:cNvSpPr txBox="1"/>
          <p:nvPr>
            <p:ph type="title"/>
          </p:nvPr>
        </p:nvSpPr>
        <p:spPr>
          <a:xfrm>
            <a:off x="425450" y="-176212"/>
            <a:ext cx="8221662" cy="976312"/>
          </a:xfrm>
          <a:prstGeom prst="rect">
            <a:avLst/>
          </a:prstGeom>
          <a:noFill/>
          <a:ln>
            <a:noFill/>
          </a:ln>
        </p:spPr>
        <p:txBody>
          <a:bodyPr anchorCtr="0" anchor="ctr" bIns="31325" lIns="12050" spcFirstLastPara="1" rIns="12050" wrap="square" tIns="31325">
            <a:no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Alpha Testing</a:t>
            </a:r>
            <a:endParaRPr/>
          </a:p>
        </p:txBody>
      </p:sp>
      <p:sp>
        <p:nvSpPr>
          <p:cNvPr id="212" name="Google Shape;212;p26"/>
          <p:cNvSpPr txBox="1"/>
          <p:nvPr>
            <p:ph idx="1" type="body"/>
          </p:nvPr>
        </p:nvSpPr>
        <p:spPr>
          <a:xfrm>
            <a:off x="990600" y="685800"/>
            <a:ext cx="8001000" cy="4154487"/>
          </a:xfrm>
          <a:prstGeom prst="rect">
            <a:avLst/>
          </a:prstGeom>
          <a:noFill/>
          <a:ln>
            <a:noFill/>
          </a:ln>
        </p:spPr>
        <p:txBody>
          <a:bodyPr anchorCtr="0" anchor="t" bIns="31325" lIns="12050" spcFirstLastPara="1" rIns="12050" wrap="square" tIns="31325">
            <a:noAutofit/>
          </a:bodyPr>
          <a:lstStyle/>
          <a:p>
            <a:pPr indent="-457200" lvl="0" marL="457200" marR="0" rtl="0" algn="just">
              <a:lnSpc>
                <a:spcPct val="100000"/>
              </a:lnSpc>
              <a:spcBef>
                <a:spcPts val="0"/>
              </a:spcBef>
              <a:spcAft>
                <a:spcPts val="0"/>
              </a:spcAft>
              <a:buClr>
                <a:schemeClr val="accent1"/>
              </a:buClr>
              <a:buSzPts val="2240"/>
              <a:buFont typeface="Noto Sans Symbols"/>
              <a:buChar char="⚫"/>
            </a:pPr>
            <a:r>
              <a:rPr b="0" i="0" lang="en-US" sz="2800" u="none" cap="none" strike="noStrike">
                <a:solidFill>
                  <a:schemeClr val="dk1"/>
                </a:solidFill>
                <a:latin typeface="Gill Sans"/>
                <a:ea typeface="Gill Sans"/>
                <a:cs typeface="Gill Sans"/>
                <a:sym typeface="Gill Sans"/>
              </a:rPr>
              <a:t>System testing  carried out by the test team, within the developing organization.</a:t>
            </a:r>
            <a:endParaRPr/>
          </a:p>
          <a:p>
            <a:pPr indent="-342900" lvl="1" marL="619125" marR="0" rtl="0" algn="just">
              <a:lnSpc>
                <a:spcPct val="100000"/>
              </a:lnSpc>
              <a:spcBef>
                <a:spcPts val="1800"/>
              </a:spcBef>
              <a:spcAft>
                <a:spcPts val="0"/>
              </a:spcAft>
              <a:buClr>
                <a:schemeClr val="accent1"/>
              </a:buClr>
              <a:buSzPts val="2400"/>
              <a:buFont typeface="Verdana"/>
              <a:buChar char="◦"/>
            </a:pPr>
            <a:r>
              <a:rPr b="1" i="0" lang="en-US" sz="2400" u="none" cap="none" strike="noStrike">
                <a:solidFill>
                  <a:srgbClr val="0000CC"/>
                </a:solidFill>
                <a:latin typeface="Gill Sans"/>
                <a:ea typeface="Gill Sans"/>
                <a:cs typeface="Gill Sans"/>
                <a:sym typeface="Gill Sans"/>
              </a:rPr>
              <a:t>Test cases are designed based on the SRS document</a:t>
            </a:r>
            <a:endParaRPr/>
          </a:p>
          <a:p>
            <a:pPr indent="-457200" lvl="0" marL="457200" marR="0" rtl="0" algn="just">
              <a:lnSpc>
                <a:spcPct val="100000"/>
              </a:lnSpc>
              <a:spcBef>
                <a:spcPts val="1400"/>
              </a:spcBef>
              <a:spcAft>
                <a:spcPts val="0"/>
              </a:spcAft>
              <a:buClr>
                <a:srgbClr val="3891A7"/>
              </a:buClr>
              <a:buSzPts val="2240"/>
              <a:buFont typeface="Noto Sans Symbols"/>
              <a:buChar char="⚫"/>
            </a:pPr>
            <a:r>
              <a:rPr b="0" i="0" lang="en-US" sz="2800" u="none" cap="none" strike="noStrike">
                <a:solidFill>
                  <a:srgbClr val="000000"/>
                </a:solidFill>
                <a:latin typeface="Gill Sans"/>
                <a:ea typeface="Gill Sans"/>
                <a:cs typeface="Gill Sans"/>
                <a:sym typeface="Gill Sans"/>
              </a:rPr>
              <a:t>The test environment can be controlled a little in this case.</a:t>
            </a:r>
            <a:endParaRPr/>
          </a:p>
          <a:p>
            <a:pPr indent="-110173" lvl="0" marL="325438" marR="0" rtl="0" algn="l">
              <a:spcBef>
                <a:spcPts val="538"/>
              </a:spcBef>
              <a:spcAft>
                <a:spcPts val="0"/>
              </a:spcAft>
              <a:buClr>
                <a:schemeClr val="accent1"/>
              </a:buClr>
              <a:buSzPts val="2240"/>
              <a:buFont typeface="Noto Sans Symbols"/>
              <a:buNone/>
            </a:pPr>
            <a:r>
              <a:t/>
            </a:r>
            <a:endParaRPr b="0" i="0" sz="2800" u="none">
              <a:solidFill>
                <a:srgbClr val="000000"/>
              </a:solidFill>
              <a:latin typeface="Gill Sans"/>
              <a:ea typeface="Gill Sans"/>
              <a:cs typeface="Gill Sans"/>
              <a:sym typeface="Gill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7"/>
          <p:cNvSpPr txBox="1"/>
          <p:nvPr>
            <p:ph type="title"/>
          </p:nvPr>
        </p:nvSpPr>
        <p:spPr>
          <a:xfrm>
            <a:off x="1295400" y="285750"/>
            <a:ext cx="7499350" cy="533400"/>
          </a:xfrm>
          <a:prstGeom prst="rect">
            <a:avLst/>
          </a:prstGeom>
          <a:noFill/>
          <a:ln>
            <a:noFill/>
          </a:ln>
        </p:spPr>
        <p:txBody>
          <a:bodyPr anchorCtr="0" anchor="ctr" bIns="40800" lIns="81625" spcFirstLastPara="1" rIns="81625" wrap="square" tIns="40800">
            <a:no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Entry Criteria to Alpha</a:t>
            </a:r>
            <a:br>
              <a:rPr b="0" i="0" lang="en-US" sz="3600" u="none">
                <a:solidFill>
                  <a:srgbClr val="572314"/>
                </a:solidFill>
                <a:latin typeface="Gill Sans"/>
                <a:ea typeface="Gill Sans"/>
                <a:cs typeface="Gill Sans"/>
                <a:sym typeface="Gill Sans"/>
              </a:rPr>
            </a:br>
            <a:endParaRPr/>
          </a:p>
        </p:txBody>
      </p:sp>
      <p:sp>
        <p:nvSpPr>
          <p:cNvPr id="218" name="Google Shape;218;p27"/>
          <p:cNvSpPr txBox="1"/>
          <p:nvPr>
            <p:ph idx="1" type="body"/>
          </p:nvPr>
        </p:nvSpPr>
        <p:spPr>
          <a:xfrm>
            <a:off x="990600" y="666750"/>
            <a:ext cx="8001000" cy="4343400"/>
          </a:xfrm>
          <a:prstGeom prst="rect">
            <a:avLst/>
          </a:prstGeom>
          <a:noFill/>
          <a:ln>
            <a:noFill/>
          </a:ln>
        </p:spPr>
        <p:txBody>
          <a:bodyPr anchorCtr="0" anchor="t" bIns="40800" lIns="81625" spcFirstLastPara="1" rIns="81625" wrap="square" tIns="40800">
            <a:noAutofit/>
          </a:bodyPr>
          <a:lstStyle/>
          <a:p>
            <a:pPr indent="-252411" lvl="0" marL="325437" marR="0" rtl="0" algn="just">
              <a:lnSpc>
                <a:spcPct val="100000"/>
              </a:lnSpc>
              <a:spcBef>
                <a:spcPts val="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All features are complete/testable (no urgent bugs).</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High bugs on primary platforms are fixed/verified.</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 50% of medium bugs on primary platforms are fixed/verified.</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All features have been tested on primary platforms.</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Performance has been measured/compared with previous releases (user functions).</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Usability testing and feedback (ongoing).</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 Alpha sites are ready for installation.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Exit Criteria from Alpha</a:t>
            </a:r>
            <a:br>
              <a:rPr b="0" i="0" lang="en-US" sz="3600" u="none">
                <a:solidFill>
                  <a:srgbClr val="572314"/>
                </a:solidFill>
                <a:latin typeface="Gill Sans"/>
                <a:ea typeface="Gill Sans"/>
                <a:cs typeface="Gill Sans"/>
                <a:sym typeface="Gill Sans"/>
              </a:rPr>
            </a:br>
            <a:endParaRPr/>
          </a:p>
        </p:txBody>
      </p:sp>
      <p:sp>
        <p:nvSpPr>
          <p:cNvPr id="224" name="Google Shape;224;p28"/>
          <p:cNvSpPr txBox="1"/>
          <p:nvPr>
            <p:ph idx="1" type="body"/>
          </p:nvPr>
        </p:nvSpPr>
        <p:spPr>
          <a:xfrm>
            <a:off x="1143000" y="819150"/>
            <a:ext cx="7848600" cy="3600450"/>
          </a:xfrm>
          <a:prstGeom prst="rect">
            <a:avLst/>
          </a:prstGeom>
          <a:noFill/>
          <a:ln>
            <a:noFill/>
          </a:ln>
        </p:spPr>
        <p:txBody>
          <a:bodyPr anchorCtr="0" anchor="t" bIns="40800" lIns="81625" spcFirstLastPara="1" rIns="81625" wrap="square" tIns="40800">
            <a:noAutofit/>
          </a:bodyPr>
          <a:lstStyle/>
          <a:p>
            <a:pPr indent="0" lvl="0" marL="73025" marR="0" rtl="0" algn="just">
              <a:lnSpc>
                <a:spcPct val="100000"/>
              </a:lnSpc>
              <a:spcBef>
                <a:spcPts val="0"/>
              </a:spcBef>
              <a:spcAft>
                <a:spcPts val="0"/>
              </a:spcAft>
              <a:buClr>
                <a:schemeClr val="accent1"/>
              </a:buClr>
              <a:buSzPts val="2240"/>
              <a:buFont typeface="Noto Sans Symbols"/>
              <a:buNone/>
            </a:pPr>
            <a:r>
              <a:rPr b="0" i="0" lang="en-US" sz="2800" u="none">
                <a:solidFill>
                  <a:schemeClr val="dk1"/>
                </a:solidFill>
                <a:latin typeface="Gill Sans"/>
                <a:ea typeface="Gill Sans"/>
                <a:cs typeface="Gill Sans"/>
                <a:sym typeface="Gill Sans"/>
              </a:rPr>
              <a:t>After alpha testing, we must:</a:t>
            </a:r>
            <a:endParaRPr/>
          </a:p>
          <a:p>
            <a:pPr indent="-142240" lvl="0" marL="73025" marR="0" rtl="0" algn="just">
              <a:lnSpc>
                <a:spcPct val="100000"/>
              </a:lnSpc>
              <a:spcBef>
                <a:spcPts val="50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Get responses/feedbacks from customers.</a:t>
            </a:r>
            <a:endParaRPr/>
          </a:p>
          <a:p>
            <a:pPr indent="-142240" lvl="0" marL="73025" marR="0" rtl="0" algn="just">
              <a:lnSpc>
                <a:spcPct val="100000"/>
              </a:lnSpc>
              <a:spcBef>
                <a:spcPts val="50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Prepare a report of any serious bugs being noticed.</a:t>
            </a:r>
            <a:endParaRPr/>
          </a:p>
          <a:p>
            <a:pPr indent="-142240" lvl="0" marL="73025" marR="0" rtl="0" algn="just">
              <a:lnSpc>
                <a:spcPct val="100000"/>
              </a:lnSpc>
              <a:spcBef>
                <a:spcPts val="50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Notify bug-fixing issues to developers.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9"/>
          <p:cNvSpPr txBox="1"/>
          <p:nvPr>
            <p:ph type="title"/>
          </p:nvPr>
        </p:nvSpPr>
        <p:spPr>
          <a:xfrm>
            <a:off x="457200" y="-400050"/>
            <a:ext cx="8221662" cy="1328737"/>
          </a:xfrm>
          <a:prstGeom prst="rect">
            <a:avLst/>
          </a:prstGeom>
          <a:noFill/>
          <a:ln>
            <a:noFill/>
          </a:ln>
        </p:spPr>
        <p:txBody>
          <a:bodyPr anchorCtr="0" anchor="ctr" bIns="31325" lIns="12050" spcFirstLastPara="1" rIns="12050" wrap="square" tIns="31325">
            <a:no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Beta Testing</a:t>
            </a:r>
            <a:endParaRPr/>
          </a:p>
        </p:txBody>
      </p:sp>
      <p:sp>
        <p:nvSpPr>
          <p:cNvPr id="231" name="Google Shape;231;p29"/>
          <p:cNvSpPr txBox="1"/>
          <p:nvPr>
            <p:ph idx="1" type="body"/>
          </p:nvPr>
        </p:nvSpPr>
        <p:spPr>
          <a:xfrm>
            <a:off x="990600" y="857250"/>
            <a:ext cx="8001000" cy="3886200"/>
          </a:xfrm>
          <a:prstGeom prst="rect">
            <a:avLst/>
          </a:prstGeom>
          <a:noFill/>
          <a:ln>
            <a:noFill/>
          </a:ln>
        </p:spPr>
        <p:txBody>
          <a:bodyPr anchorCtr="0" anchor="t" bIns="31325" lIns="12050" spcFirstLastPara="1" rIns="12050" wrap="square" tIns="31325">
            <a:noAutofit/>
          </a:bodyPr>
          <a:lstStyle/>
          <a:p>
            <a:pPr indent="-457200" lvl="0" marL="457200" marR="0" rtl="0" algn="just">
              <a:lnSpc>
                <a:spcPct val="100000"/>
              </a:lnSpc>
              <a:spcBef>
                <a:spcPts val="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System testing performed by a selected group of friendly customers, normally at customer site.</a:t>
            </a:r>
            <a:endParaRPr/>
          </a:p>
          <a:p>
            <a:pPr indent="-457200" lvl="0" marL="457200" marR="0" rtl="0" algn="just">
              <a:lnSpc>
                <a:spcPct val="100000"/>
              </a:lnSpc>
              <a:spcBef>
                <a:spcPts val="1800"/>
              </a:spcBef>
              <a:spcAft>
                <a:spcPts val="0"/>
              </a:spcAft>
              <a:buClr>
                <a:schemeClr val="accent1"/>
              </a:buClr>
              <a:buSzPts val="2240"/>
              <a:buFont typeface="Noto Sans Symbols"/>
              <a:buChar char="⚫"/>
            </a:pPr>
            <a:r>
              <a:rPr b="0" i="0" lang="en-US" sz="2800" u="none">
                <a:solidFill>
                  <a:srgbClr val="000000"/>
                </a:solidFill>
                <a:latin typeface="Gill Sans"/>
                <a:ea typeface="Gill Sans"/>
                <a:cs typeface="Gill Sans"/>
                <a:sym typeface="Gill Sans"/>
              </a:rPr>
              <a:t>The  development team does not have any control    over the test environment.</a:t>
            </a:r>
            <a:endParaRPr/>
          </a:p>
          <a:p>
            <a:pPr indent="-110173" lvl="0" marL="325438" marR="0" rtl="0" algn="l">
              <a:spcBef>
                <a:spcPts val="1438"/>
              </a:spcBef>
              <a:spcAft>
                <a:spcPts val="0"/>
              </a:spcAft>
              <a:buClr>
                <a:schemeClr val="accent1"/>
              </a:buClr>
              <a:buSzPts val="2240"/>
              <a:buFont typeface="Noto Sans Symbols"/>
              <a:buNone/>
            </a:pPr>
            <a:r>
              <a:t/>
            </a:r>
            <a:endParaRPr b="0" i="0" sz="2800" u="none">
              <a:solidFill>
                <a:srgbClr val="000000"/>
              </a:solidFill>
              <a:latin typeface="Gill Sans"/>
              <a:ea typeface="Gill Sans"/>
              <a:cs typeface="Gill Sans"/>
              <a:sym typeface="Gill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0"/>
          <p:cNvSpPr txBox="1"/>
          <p:nvPr>
            <p:ph type="title"/>
          </p:nvPr>
        </p:nvSpPr>
        <p:spPr>
          <a:xfrm>
            <a:off x="1447800" y="285750"/>
            <a:ext cx="7499350" cy="612775"/>
          </a:xfrm>
          <a:prstGeom prst="rect">
            <a:avLst/>
          </a:prstGeom>
          <a:noFill/>
          <a:ln>
            <a:noFill/>
          </a:ln>
        </p:spPr>
        <p:txBody>
          <a:bodyPr anchorCtr="0" anchor="ctr" bIns="40800" lIns="81625" spcFirstLastPara="1" rIns="81625" wrap="square" tIns="40800">
            <a:no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Entry Criteria to Beta</a:t>
            </a:r>
            <a:br>
              <a:rPr b="0" i="0" lang="en-US" sz="3600" u="none">
                <a:solidFill>
                  <a:srgbClr val="572314"/>
                </a:solidFill>
                <a:latin typeface="Gill Sans"/>
                <a:ea typeface="Gill Sans"/>
                <a:cs typeface="Gill Sans"/>
                <a:sym typeface="Gill Sans"/>
              </a:rPr>
            </a:br>
            <a:endParaRPr/>
          </a:p>
        </p:txBody>
      </p:sp>
      <p:sp>
        <p:nvSpPr>
          <p:cNvPr id="237" name="Google Shape;237;p30"/>
          <p:cNvSpPr txBox="1"/>
          <p:nvPr>
            <p:ph idx="1" type="body"/>
          </p:nvPr>
        </p:nvSpPr>
        <p:spPr>
          <a:xfrm>
            <a:off x="1143000" y="895350"/>
            <a:ext cx="7848600" cy="3962400"/>
          </a:xfrm>
          <a:prstGeom prst="rect">
            <a:avLst/>
          </a:prstGeom>
          <a:noFill/>
          <a:ln>
            <a:noFill/>
          </a:ln>
        </p:spPr>
        <p:txBody>
          <a:bodyPr anchorCtr="0" anchor="t" bIns="40800" lIns="81625" spcFirstLastPara="1" rIns="81625" wrap="square" tIns="40800">
            <a:noAutofit/>
          </a:bodyPr>
          <a:lstStyle/>
          <a:p>
            <a:pPr indent="-252411" lvl="0" marL="325437" marR="0" rtl="0" algn="just">
              <a:lnSpc>
                <a:spcPct val="100000"/>
              </a:lnSpc>
              <a:spcBef>
                <a:spcPts val="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 Positive responses from alpha sites.</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Customer bugs in alpha testing have been addressed.</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 There are no fatal errors which can affect the functionality of the software.</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 Secondary platform compatibility testing is complete.</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 Regression testing corresponding to bug fixes has been done.</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 Beta sites are ready for installation.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1"/>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Guidelines for Beta Testing</a:t>
            </a:r>
            <a:br>
              <a:rPr b="0" i="0" lang="en-US" sz="3600" u="none">
                <a:solidFill>
                  <a:srgbClr val="572314"/>
                </a:solidFill>
                <a:latin typeface="Gill Sans"/>
                <a:ea typeface="Gill Sans"/>
                <a:cs typeface="Gill Sans"/>
                <a:sym typeface="Gill Sans"/>
              </a:rPr>
            </a:br>
            <a:endParaRPr/>
          </a:p>
        </p:txBody>
      </p:sp>
      <p:sp>
        <p:nvSpPr>
          <p:cNvPr id="243" name="Google Shape;243;p31"/>
          <p:cNvSpPr txBox="1"/>
          <p:nvPr>
            <p:ph idx="1" type="body"/>
          </p:nvPr>
        </p:nvSpPr>
        <p:spPr>
          <a:xfrm>
            <a:off x="1143000" y="819150"/>
            <a:ext cx="7848600" cy="3600450"/>
          </a:xfrm>
          <a:prstGeom prst="rect">
            <a:avLst/>
          </a:prstGeom>
          <a:noFill/>
          <a:ln>
            <a:noFill/>
          </a:ln>
        </p:spPr>
        <p:txBody>
          <a:bodyPr anchorCtr="0" anchor="t" bIns="40800" lIns="81625" spcFirstLastPara="1" rIns="81625" wrap="square" tIns="40800">
            <a:noAutofit/>
          </a:bodyPr>
          <a:lstStyle/>
          <a:p>
            <a:pPr indent="-252411" lvl="0" marL="325437" marR="0" rtl="0" algn="just">
              <a:lnSpc>
                <a:spcPct val="100000"/>
              </a:lnSpc>
              <a:spcBef>
                <a:spcPts val="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Don’t expect to release new builds to beta testers more than once every two weeks.</a:t>
            </a:r>
            <a:endParaRPr/>
          </a:p>
          <a:p>
            <a:pPr indent="-252411" lvl="0" marL="325437" marR="0" rtl="0" algn="just">
              <a:lnSpc>
                <a:spcPct val="100000"/>
              </a:lnSpc>
              <a:spcBef>
                <a:spcPts val="50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Don’t plan a beta with fewer than four releases.</a:t>
            </a:r>
            <a:endParaRPr/>
          </a:p>
          <a:p>
            <a:pPr indent="-252411" lvl="0" marL="325437" marR="0" rtl="0" algn="just">
              <a:lnSpc>
                <a:spcPct val="100000"/>
              </a:lnSpc>
              <a:spcBef>
                <a:spcPts val="50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 If you add a feature, even a small one, during the beta process, the clock goes back to the beginning of eight weeks and you need another 3– 4 releases.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2"/>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Exit Criteria from Beta</a:t>
            </a:r>
            <a:br>
              <a:rPr b="0" i="0" lang="en-US" sz="3600" u="none">
                <a:solidFill>
                  <a:srgbClr val="572314"/>
                </a:solidFill>
                <a:latin typeface="Gill Sans"/>
                <a:ea typeface="Gill Sans"/>
                <a:cs typeface="Gill Sans"/>
                <a:sym typeface="Gill Sans"/>
              </a:rPr>
            </a:br>
            <a:endParaRPr/>
          </a:p>
        </p:txBody>
      </p:sp>
      <p:sp>
        <p:nvSpPr>
          <p:cNvPr id="249" name="Google Shape;249;p32"/>
          <p:cNvSpPr txBox="1"/>
          <p:nvPr>
            <p:ph idx="1" type="body"/>
          </p:nvPr>
        </p:nvSpPr>
        <p:spPr>
          <a:xfrm>
            <a:off x="1143000" y="971550"/>
            <a:ext cx="7499350" cy="3600450"/>
          </a:xfrm>
          <a:prstGeom prst="rect">
            <a:avLst/>
          </a:prstGeom>
          <a:noFill/>
          <a:ln>
            <a:noFill/>
          </a:ln>
        </p:spPr>
        <p:txBody>
          <a:bodyPr anchorCtr="0" anchor="t" bIns="40800" lIns="81625" spcFirstLastPara="1" rIns="81625" wrap="square" tIns="40800">
            <a:noAutofit/>
          </a:bodyPr>
          <a:lstStyle/>
          <a:p>
            <a:pPr indent="0" lvl="0" marL="73025" marR="0" rtl="0" algn="just">
              <a:lnSpc>
                <a:spcPct val="100000"/>
              </a:lnSpc>
              <a:spcBef>
                <a:spcPts val="0"/>
              </a:spcBef>
              <a:spcAft>
                <a:spcPts val="0"/>
              </a:spcAft>
              <a:buClr>
                <a:schemeClr val="accent1"/>
              </a:buClr>
              <a:buSzPts val="2240"/>
              <a:buFont typeface="Noto Sans Symbols"/>
              <a:buNone/>
            </a:pPr>
            <a:r>
              <a:rPr b="0" i="0" lang="en-US" sz="2800" u="none">
                <a:solidFill>
                  <a:schemeClr val="dk1"/>
                </a:solidFill>
                <a:latin typeface="Gill Sans"/>
                <a:ea typeface="Gill Sans"/>
                <a:cs typeface="Gill Sans"/>
                <a:sym typeface="Gill Sans"/>
              </a:rPr>
              <a:t>After beta testing, we must:</a:t>
            </a:r>
            <a:endParaRPr/>
          </a:p>
          <a:p>
            <a:pPr indent="-121920" lvl="0" marL="73025"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 Get responses/feedbacks from the beta testers.</a:t>
            </a:r>
            <a:endParaRPr/>
          </a:p>
          <a:p>
            <a:pPr indent="-121920" lvl="0" marL="73025"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 Prepare a report of all serious bugs.</a:t>
            </a:r>
            <a:endParaRPr/>
          </a:p>
          <a:p>
            <a:pPr indent="-121920" lvl="0" marL="73025"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 Notify bug-fixing issues to developers.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3"/>
          <p:cNvSpPr txBox="1"/>
          <p:nvPr>
            <p:ph type="title"/>
          </p:nvPr>
        </p:nvSpPr>
        <p:spPr>
          <a:xfrm>
            <a:off x="457200" y="-31750"/>
            <a:ext cx="8223250" cy="996950"/>
          </a:xfrm>
          <a:prstGeom prst="rect">
            <a:avLst/>
          </a:prstGeom>
          <a:noFill/>
          <a:ln>
            <a:noFill/>
          </a:ln>
        </p:spPr>
        <p:txBody>
          <a:bodyPr anchorCtr="0" anchor="ctr" bIns="31325" lIns="12050" spcFirstLastPara="1" rIns="12050" wrap="square" tIns="31325">
            <a:no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Acceptance Testing</a:t>
            </a:r>
            <a:endParaRPr/>
          </a:p>
        </p:txBody>
      </p:sp>
      <p:sp>
        <p:nvSpPr>
          <p:cNvPr id="256" name="Google Shape;256;p33"/>
          <p:cNvSpPr txBox="1"/>
          <p:nvPr>
            <p:ph idx="1" type="body"/>
          </p:nvPr>
        </p:nvSpPr>
        <p:spPr>
          <a:xfrm>
            <a:off x="990600" y="912812"/>
            <a:ext cx="8005762" cy="4097337"/>
          </a:xfrm>
          <a:prstGeom prst="rect">
            <a:avLst/>
          </a:prstGeom>
          <a:noFill/>
          <a:ln>
            <a:noFill/>
          </a:ln>
        </p:spPr>
        <p:txBody>
          <a:bodyPr anchorCtr="0" anchor="t" bIns="31325" lIns="12050" spcFirstLastPara="1" rIns="12050" wrap="square" tIns="31325">
            <a:noAutofit/>
          </a:bodyPr>
          <a:lstStyle/>
          <a:p>
            <a:pPr indent="-457200" lvl="0" marL="457200" marR="0" rtl="0" algn="just">
              <a:lnSpc>
                <a:spcPct val="100000"/>
              </a:lnSpc>
              <a:spcBef>
                <a:spcPts val="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System testing performed by the customer himself: </a:t>
            </a:r>
            <a:endParaRPr/>
          </a:p>
          <a:p>
            <a:pPr indent="-342900" lvl="1" marL="619125" marR="0" rtl="0" algn="just">
              <a:lnSpc>
                <a:spcPct val="100000"/>
              </a:lnSpc>
              <a:spcBef>
                <a:spcPts val="1800"/>
              </a:spcBef>
              <a:spcAft>
                <a:spcPts val="0"/>
              </a:spcAft>
              <a:buClr>
                <a:schemeClr val="accent1"/>
              </a:buClr>
              <a:buSzPts val="2400"/>
              <a:buFont typeface="Verdana"/>
              <a:buChar char="◦"/>
            </a:pPr>
            <a:r>
              <a:rPr b="1" i="0" lang="en-US" sz="2400" u="none" cap="none" strike="noStrike">
                <a:solidFill>
                  <a:srgbClr val="0000CC"/>
                </a:solidFill>
                <a:latin typeface="Gill Sans"/>
                <a:ea typeface="Gill Sans"/>
                <a:cs typeface="Gill Sans"/>
                <a:sym typeface="Gill Sans"/>
              </a:rPr>
              <a:t>To determine whether the system should be accepted or rejected.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4"/>
          <p:cNvSpPr txBox="1"/>
          <p:nvPr>
            <p:ph type="title"/>
          </p:nvPr>
        </p:nvSpPr>
        <p:spPr>
          <a:xfrm>
            <a:off x="1371600" y="133350"/>
            <a:ext cx="7499350" cy="685800"/>
          </a:xfrm>
          <a:prstGeom prst="rect">
            <a:avLst/>
          </a:prstGeom>
          <a:noFill/>
          <a:ln>
            <a:noFill/>
          </a:ln>
        </p:spPr>
        <p:txBody>
          <a:bodyPr anchorCtr="0" anchor="ctr" bIns="40800" lIns="81625" spcFirstLastPara="1" rIns="81625" wrap="square" tIns="40800">
            <a:norm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Acceptance Testing        cont…</a:t>
            </a:r>
            <a:endParaRPr/>
          </a:p>
        </p:txBody>
      </p:sp>
      <p:sp>
        <p:nvSpPr>
          <p:cNvPr id="262" name="Google Shape;262;p34"/>
          <p:cNvSpPr txBox="1"/>
          <p:nvPr>
            <p:ph idx="1" type="body"/>
          </p:nvPr>
        </p:nvSpPr>
        <p:spPr>
          <a:xfrm>
            <a:off x="990600" y="1047750"/>
            <a:ext cx="8001000" cy="3848100"/>
          </a:xfrm>
          <a:prstGeom prst="rect">
            <a:avLst/>
          </a:prstGeom>
          <a:noFill/>
          <a:ln>
            <a:noFill/>
          </a:ln>
        </p:spPr>
        <p:txBody>
          <a:bodyPr anchorCtr="0" anchor="t" bIns="40800" lIns="81625" spcFirstLastPara="1" rIns="81625" wrap="square" tIns="40800">
            <a:noAutofit/>
          </a:bodyPr>
          <a:lstStyle/>
          <a:p>
            <a:pPr indent="-252411" lvl="0" marL="325437" marR="0" rtl="0" algn="just">
              <a:lnSpc>
                <a:spcPct val="100000"/>
              </a:lnSpc>
              <a:spcBef>
                <a:spcPts val="0"/>
              </a:spcBef>
              <a:spcAft>
                <a:spcPts val="0"/>
              </a:spcAft>
              <a:buClr>
                <a:schemeClr val="accent1"/>
              </a:buClr>
              <a:buSzPts val="1920"/>
              <a:buFont typeface="Noto Sans Symbols"/>
              <a:buChar char="⚫"/>
            </a:pPr>
            <a:r>
              <a:rPr b="0" i="1" lang="en-US" sz="2400" u="none">
                <a:solidFill>
                  <a:schemeClr val="dk1"/>
                </a:solidFill>
                <a:latin typeface="Gill Sans"/>
                <a:ea typeface="Gill Sans"/>
                <a:cs typeface="Gill Sans"/>
                <a:sym typeface="Gill Sans"/>
              </a:rPr>
              <a:t>Acceptance  testing is the formal testing conducted to determine whether a software system satisfies its acceptance criteria and to enable buyers to determine whether to accept the system or not.</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Acceptance testing must take place at the end of the development process.</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 It consists of tests to determine whether the developed system meets the predetermined functionality, performance, quality, and interface criteria acceptable to the user.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5"/>
          <p:cNvSpPr txBox="1"/>
          <p:nvPr>
            <p:ph idx="1" type="body"/>
          </p:nvPr>
        </p:nvSpPr>
        <p:spPr>
          <a:xfrm>
            <a:off x="1066800" y="1123950"/>
            <a:ext cx="7924800" cy="3600450"/>
          </a:xfrm>
          <a:prstGeom prst="rect">
            <a:avLst/>
          </a:prstGeom>
          <a:noFill/>
          <a:ln>
            <a:noFill/>
          </a:ln>
        </p:spPr>
        <p:txBody>
          <a:bodyPr anchorCtr="0" anchor="t" bIns="40800" lIns="81625" spcFirstLastPara="1" rIns="81625" wrap="square" tIns="40800">
            <a:noAutofit/>
          </a:bodyPr>
          <a:lstStyle/>
          <a:p>
            <a:pPr indent="-252411" lvl="0" marL="325437" marR="0" rtl="0" algn="just">
              <a:lnSpc>
                <a:spcPct val="100000"/>
              </a:lnSpc>
              <a:spcBef>
                <a:spcPts val="0"/>
              </a:spcBef>
              <a:spcAft>
                <a:spcPts val="0"/>
              </a:spcAft>
              <a:buClr>
                <a:schemeClr val="accent1"/>
              </a:buClr>
              <a:buSzPts val="1920"/>
              <a:buFont typeface="Noto Sans Symbols"/>
              <a:buChar char="⚫"/>
            </a:pPr>
            <a:r>
              <a:rPr b="0" i="1" lang="en-US" sz="2400" u="none">
                <a:solidFill>
                  <a:schemeClr val="dk1"/>
                </a:solidFill>
                <a:latin typeface="Gill Sans"/>
                <a:ea typeface="Gill Sans"/>
                <a:cs typeface="Gill Sans"/>
                <a:sym typeface="Gill Sans"/>
              </a:rPr>
              <a:t>Therefore, the final acceptance acknowledges that the entire software product adequately meets the customer’s requirements. </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1" lang="en-US" sz="2400" u="none">
                <a:solidFill>
                  <a:schemeClr val="dk1"/>
                </a:solidFill>
                <a:latin typeface="Gill Sans"/>
                <a:ea typeface="Gill Sans"/>
                <a:cs typeface="Gill Sans"/>
                <a:sym typeface="Gill Sans"/>
              </a:rPr>
              <a:t>User Acceptance Testing (UAT) is different from system testing. </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1" lang="en-US" sz="2400" u="none">
                <a:solidFill>
                  <a:schemeClr val="dk1"/>
                </a:solidFill>
                <a:latin typeface="Gill Sans"/>
                <a:ea typeface="Gill Sans"/>
                <a:cs typeface="Gill Sans"/>
                <a:sym typeface="Gill Sans"/>
              </a:rPr>
              <a:t>System testing is invariably performed by the development team which includes developers and testers. </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1" lang="en-US" sz="2400" u="none">
                <a:solidFill>
                  <a:schemeClr val="dk1"/>
                </a:solidFill>
                <a:latin typeface="Gill Sans"/>
                <a:ea typeface="Gill Sans"/>
                <a:cs typeface="Gill Sans"/>
                <a:sym typeface="Gill Sans"/>
              </a:rPr>
              <a:t>User acceptance testing, on the other hand, should be carried out by end-users.</a:t>
            </a:r>
            <a:endParaRPr/>
          </a:p>
        </p:txBody>
      </p:sp>
      <p:sp>
        <p:nvSpPr>
          <p:cNvPr id="268" name="Google Shape;268;p35"/>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rm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Acceptance Testing        cont…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6"/>
          <p:cNvSpPr txBox="1"/>
          <p:nvPr>
            <p:ph idx="1" type="body"/>
          </p:nvPr>
        </p:nvSpPr>
        <p:spPr>
          <a:xfrm>
            <a:off x="1143000" y="1085850"/>
            <a:ext cx="7791450" cy="3600450"/>
          </a:xfrm>
          <a:prstGeom prst="rect">
            <a:avLst/>
          </a:prstGeom>
          <a:noFill/>
          <a:ln>
            <a:noFill/>
          </a:ln>
        </p:spPr>
        <p:txBody>
          <a:bodyPr anchorCtr="0" anchor="t" bIns="40800" lIns="81625" spcFirstLastPara="1" rIns="81625" wrap="square" tIns="40800">
            <a:noAutofit/>
          </a:bodyPr>
          <a:lstStyle/>
          <a:p>
            <a:pPr indent="0" lvl="0" marL="73025" marR="0" rtl="0" algn="just">
              <a:lnSpc>
                <a:spcPct val="100000"/>
              </a:lnSpc>
              <a:spcBef>
                <a:spcPts val="0"/>
              </a:spcBef>
              <a:spcAft>
                <a:spcPts val="0"/>
              </a:spcAft>
              <a:buClr>
                <a:schemeClr val="accent1"/>
              </a:buClr>
              <a:buSzPts val="2240"/>
              <a:buFont typeface="Noto Sans Symbols"/>
              <a:buNone/>
            </a:pPr>
            <a:r>
              <a:rPr b="0" i="0" lang="en-US" sz="2800" u="none">
                <a:solidFill>
                  <a:schemeClr val="dk1"/>
                </a:solidFill>
                <a:latin typeface="Gill Sans"/>
                <a:ea typeface="Gill Sans"/>
                <a:cs typeface="Gill Sans"/>
                <a:sym typeface="Gill Sans"/>
              </a:rPr>
              <a:t>Thus, acceptance testing is designed to:</a:t>
            </a:r>
            <a:endParaRPr/>
          </a:p>
          <a:p>
            <a:pPr indent="-121920" lvl="0" marL="73025"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 Determine whether the software is fi t for the user.</a:t>
            </a:r>
            <a:endParaRPr/>
          </a:p>
          <a:p>
            <a:pPr indent="-121920" lvl="0" marL="73025"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 Making users confident about the product.</a:t>
            </a:r>
            <a:endParaRPr/>
          </a:p>
          <a:p>
            <a:pPr indent="-121920" lvl="0" marL="73025"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 Determine whether a software system satisfies its acceptance criteria.</a:t>
            </a:r>
            <a:endParaRPr/>
          </a:p>
          <a:p>
            <a:pPr indent="-121920" lvl="0" marL="73025"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 Enable the buyer to determine whether to accept the system or not.</a:t>
            </a:r>
            <a:endParaRPr/>
          </a:p>
        </p:txBody>
      </p:sp>
      <p:sp>
        <p:nvSpPr>
          <p:cNvPr id="274" name="Google Shape;274;p36"/>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rm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Acceptance Testing        cont…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7"/>
          <p:cNvSpPr txBox="1"/>
          <p:nvPr>
            <p:ph idx="1" type="body"/>
          </p:nvPr>
        </p:nvSpPr>
        <p:spPr>
          <a:xfrm>
            <a:off x="990600" y="590550"/>
            <a:ext cx="8077200" cy="4495800"/>
          </a:xfrm>
          <a:prstGeom prst="rect">
            <a:avLst/>
          </a:prstGeom>
          <a:noFill/>
          <a:ln>
            <a:noFill/>
          </a:ln>
        </p:spPr>
        <p:txBody>
          <a:bodyPr anchorCtr="0" anchor="t" bIns="40800" lIns="81625" spcFirstLastPara="1" rIns="81625" wrap="square" tIns="40800">
            <a:noAutofit/>
          </a:bodyPr>
          <a:lstStyle/>
          <a:p>
            <a:pPr indent="-252411" lvl="0" marL="325437" marR="0" rtl="0" algn="just">
              <a:lnSpc>
                <a:spcPct val="100000"/>
              </a:lnSpc>
              <a:spcBef>
                <a:spcPts val="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The final acceptance marks the completion of the entire development process.</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It happens when the customer and the developer has no further problems.</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Acceptance test might be supported by the testers. </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It is very important to define the acceptance criteria with the buyer during various phases of SDLC.</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A well-defined acceptance plan will help development teams to understand users’ needs. </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The acceptance test plan must be created or reviewed by the customer.</a:t>
            </a:r>
            <a:endParaRPr/>
          </a:p>
        </p:txBody>
      </p:sp>
      <p:sp>
        <p:nvSpPr>
          <p:cNvPr id="280" name="Google Shape;280;p37"/>
          <p:cNvSpPr txBox="1"/>
          <p:nvPr>
            <p:ph type="title"/>
          </p:nvPr>
        </p:nvSpPr>
        <p:spPr>
          <a:xfrm>
            <a:off x="1371600" y="3175"/>
            <a:ext cx="7499350" cy="460375"/>
          </a:xfrm>
          <a:prstGeom prst="rect">
            <a:avLst/>
          </a:prstGeom>
          <a:noFill/>
          <a:ln>
            <a:noFill/>
          </a:ln>
        </p:spPr>
        <p:txBody>
          <a:bodyPr anchorCtr="0" anchor="ctr" bIns="40800" lIns="81625" spcFirstLastPara="1" rIns="81625" wrap="square" tIns="40800">
            <a:no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Acceptance Testing        cont…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8"/>
          <p:cNvSpPr txBox="1"/>
          <p:nvPr>
            <p:ph idx="1" type="body"/>
          </p:nvPr>
        </p:nvSpPr>
        <p:spPr>
          <a:xfrm>
            <a:off x="1066800" y="514350"/>
            <a:ext cx="8001000" cy="4572000"/>
          </a:xfrm>
          <a:prstGeom prst="rect">
            <a:avLst/>
          </a:prstGeom>
          <a:noFill/>
          <a:ln>
            <a:noFill/>
          </a:ln>
        </p:spPr>
        <p:txBody>
          <a:bodyPr anchorCtr="0" anchor="t" bIns="40800" lIns="81625" spcFirstLastPara="1" rIns="81625" wrap="square" tIns="40800">
            <a:noAutofit/>
          </a:bodyPr>
          <a:lstStyle/>
          <a:p>
            <a:pPr indent="-252411" lvl="0" marL="325437" marR="0" rtl="0" algn="just">
              <a:lnSpc>
                <a:spcPct val="100000"/>
              </a:lnSpc>
              <a:spcBef>
                <a:spcPts val="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The development team and the customer should work together and make sure that they:</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 Identify interim and final products for acceptance, acceptance criteria, and schedule.</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 Plan how and by whom each acceptance activities will be  performed.</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 Schedule adequate time for the customer to examine and review the product.</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 Prepare the acceptance plan.</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 Perform formal acceptance testing at delivery.</a:t>
            </a:r>
            <a:endParaRPr/>
          </a:p>
          <a:p>
            <a:pPr indent="-252411" lvl="0" marL="325437"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 Make a decision based on the results of acceptance testing.</a:t>
            </a:r>
            <a:endParaRPr/>
          </a:p>
        </p:txBody>
      </p:sp>
      <p:sp>
        <p:nvSpPr>
          <p:cNvPr id="286" name="Google Shape;286;p38"/>
          <p:cNvSpPr txBox="1"/>
          <p:nvPr>
            <p:ph type="title"/>
          </p:nvPr>
        </p:nvSpPr>
        <p:spPr>
          <a:xfrm>
            <a:off x="1447800" y="-22225"/>
            <a:ext cx="7499350" cy="612775"/>
          </a:xfrm>
          <a:prstGeom prst="rect">
            <a:avLst/>
          </a:prstGeom>
          <a:noFill/>
          <a:ln>
            <a:noFill/>
          </a:ln>
        </p:spPr>
        <p:txBody>
          <a:bodyPr anchorCtr="0" anchor="ctr" bIns="40800" lIns="81625" spcFirstLastPara="1" rIns="81625" wrap="square" tIns="40800">
            <a:no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Acceptance Testing        cont…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9"/>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Entry Criteria to  Acceptance</a:t>
            </a:r>
            <a:br>
              <a:rPr b="0" i="0" lang="en-US" sz="3600" u="none">
                <a:solidFill>
                  <a:srgbClr val="572314"/>
                </a:solidFill>
                <a:latin typeface="Gill Sans"/>
                <a:ea typeface="Gill Sans"/>
                <a:cs typeface="Gill Sans"/>
                <a:sym typeface="Gill Sans"/>
              </a:rPr>
            </a:br>
            <a:endParaRPr/>
          </a:p>
        </p:txBody>
      </p:sp>
      <p:sp>
        <p:nvSpPr>
          <p:cNvPr id="292" name="Google Shape;292;p39"/>
          <p:cNvSpPr txBox="1"/>
          <p:nvPr>
            <p:ph idx="1" type="body"/>
          </p:nvPr>
        </p:nvSpPr>
        <p:spPr>
          <a:xfrm>
            <a:off x="1143000" y="1085850"/>
            <a:ext cx="7791450" cy="3600450"/>
          </a:xfrm>
          <a:prstGeom prst="rect">
            <a:avLst/>
          </a:prstGeom>
          <a:noFill/>
          <a:ln>
            <a:noFill/>
          </a:ln>
        </p:spPr>
        <p:txBody>
          <a:bodyPr anchorCtr="0" anchor="t" bIns="40800" lIns="81625" spcFirstLastPara="1" rIns="81625" wrap="square" tIns="40800">
            <a:noAutofit/>
          </a:bodyPr>
          <a:lstStyle/>
          <a:p>
            <a:pPr indent="-252411" lvl="0" marL="325437" marR="0" rtl="0" algn="just">
              <a:lnSpc>
                <a:spcPct val="100000"/>
              </a:lnSpc>
              <a:spcBef>
                <a:spcPts val="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System testing is complete and defects identified are either fixed or documented.</a:t>
            </a:r>
            <a:endParaRPr/>
          </a:p>
          <a:p>
            <a:pPr indent="-252411" lvl="0" marL="325437" marR="0" rtl="0" algn="just">
              <a:lnSpc>
                <a:spcPct val="100000"/>
              </a:lnSpc>
              <a:spcBef>
                <a:spcPts val="50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 Acceptance plan is prepared and resources have been identified.</a:t>
            </a:r>
            <a:endParaRPr/>
          </a:p>
          <a:p>
            <a:pPr indent="-252411" lvl="0" marL="325437" marR="0" rtl="0" algn="just">
              <a:lnSpc>
                <a:spcPct val="100000"/>
              </a:lnSpc>
              <a:spcBef>
                <a:spcPts val="50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 Test environment for the acceptance testing is available.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0"/>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Exit Criteria from Acceptance</a:t>
            </a:r>
            <a:br>
              <a:rPr b="0" i="0" lang="en-US" sz="3600" u="none">
                <a:solidFill>
                  <a:srgbClr val="572314"/>
                </a:solidFill>
                <a:latin typeface="Gill Sans"/>
                <a:ea typeface="Gill Sans"/>
                <a:cs typeface="Gill Sans"/>
                <a:sym typeface="Gill Sans"/>
              </a:rPr>
            </a:br>
            <a:endParaRPr/>
          </a:p>
        </p:txBody>
      </p:sp>
      <p:sp>
        <p:nvSpPr>
          <p:cNvPr id="298" name="Google Shape;298;p40"/>
          <p:cNvSpPr txBox="1"/>
          <p:nvPr>
            <p:ph idx="1" type="body"/>
          </p:nvPr>
        </p:nvSpPr>
        <p:spPr>
          <a:xfrm>
            <a:off x="1066800" y="1085850"/>
            <a:ext cx="7867650" cy="3600450"/>
          </a:xfrm>
          <a:prstGeom prst="rect">
            <a:avLst/>
          </a:prstGeom>
          <a:noFill/>
          <a:ln>
            <a:noFill/>
          </a:ln>
        </p:spPr>
        <p:txBody>
          <a:bodyPr anchorCtr="0" anchor="t" bIns="40800" lIns="81625" spcFirstLastPara="1" rIns="81625" wrap="square" tIns="40800">
            <a:noAutofit/>
          </a:bodyPr>
          <a:lstStyle/>
          <a:p>
            <a:pPr indent="-252411" lvl="0" marL="325437" marR="0" rtl="0" algn="just">
              <a:lnSpc>
                <a:spcPct val="100000"/>
              </a:lnSpc>
              <a:spcBef>
                <a:spcPts val="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 Acceptance decision is made for the software.</a:t>
            </a:r>
            <a:endParaRPr/>
          </a:p>
          <a:p>
            <a:pPr indent="-252411" lvl="0" marL="325437" marR="0" rtl="0" algn="just">
              <a:lnSpc>
                <a:spcPct val="100000"/>
              </a:lnSpc>
              <a:spcBef>
                <a:spcPts val="50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 In case of any warning, the development team is notified.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1"/>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rmAutofit/>
          </a:bodyPr>
          <a:lstStyle/>
          <a:p>
            <a:pPr indent="0" lvl="0" marL="0" rtl="0" algn="l">
              <a:spcBef>
                <a:spcPts val="0"/>
              </a:spcBef>
              <a:spcAft>
                <a:spcPts val="0"/>
              </a:spcAft>
              <a:buNone/>
            </a:pPr>
            <a:r>
              <a:t/>
            </a:r>
            <a:endParaRPr sz="3600"/>
          </a:p>
        </p:txBody>
      </p:sp>
      <p:sp>
        <p:nvSpPr>
          <p:cNvPr id="304" name="Google Shape;304;p41"/>
          <p:cNvSpPr txBox="1"/>
          <p:nvPr>
            <p:ph idx="1" type="body"/>
          </p:nvPr>
        </p:nvSpPr>
        <p:spPr>
          <a:xfrm>
            <a:off x="1435100" y="1085850"/>
            <a:ext cx="7499350" cy="3600450"/>
          </a:xfrm>
          <a:prstGeom prst="rect">
            <a:avLst/>
          </a:prstGeom>
          <a:noFill/>
          <a:ln>
            <a:noFill/>
          </a:ln>
        </p:spPr>
        <p:txBody>
          <a:bodyPr anchorCtr="0" anchor="t" bIns="40800" lIns="81625" spcFirstLastPara="1" rIns="81625" wrap="square" tIns="40800">
            <a:noAutofit/>
          </a:bodyPr>
          <a:lstStyle/>
          <a:p>
            <a:pPr indent="-252411" lvl="0" marL="325437" marR="0" rtl="0" algn="just">
              <a:lnSpc>
                <a:spcPct val="100000"/>
              </a:lnSpc>
              <a:spcBef>
                <a:spcPts val="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In all types of system tests, the test cases can be the same,</a:t>
            </a:r>
            <a:endParaRPr/>
          </a:p>
          <a:p>
            <a:pPr indent="-252411" lvl="0" marL="325437" marR="0" rtl="0" algn="just">
              <a:lnSpc>
                <a:spcPct val="100000"/>
              </a:lnSpc>
              <a:spcBef>
                <a:spcPts val="50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but the difference is with respect to who designs test cases and carries out testing.</a:t>
            </a:r>
            <a:endParaRPr/>
          </a:p>
          <a:p>
            <a:pPr indent="-110173" lvl="0" marL="325438" marR="0" rtl="0" algn="l">
              <a:spcBef>
                <a:spcPts val="538"/>
              </a:spcBef>
              <a:spcAft>
                <a:spcPts val="0"/>
              </a:spcAft>
              <a:buClr>
                <a:schemeClr val="accent1"/>
              </a:buClr>
              <a:buSzPts val="2240"/>
              <a:buFont typeface="Noto Sans Symbols"/>
              <a:buNone/>
            </a:pPr>
            <a:r>
              <a:t/>
            </a:r>
            <a:endParaRPr b="0" i="0" sz="2800" u="none">
              <a:solidFill>
                <a:schemeClr val="dk1"/>
              </a:solidFill>
              <a:latin typeface="Gill Sans"/>
              <a:ea typeface="Gill Sans"/>
              <a:cs typeface="Gill Sans"/>
              <a:sym typeface="Gill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2"/>
          <p:cNvSpPr txBox="1"/>
          <p:nvPr>
            <p:ph type="title"/>
          </p:nvPr>
        </p:nvSpPr>
        <p:spPr>
          <a:xfrm>
            <a:off x="1435100" y="206375"/>
            <a:ext cx="7499350" cy="857250"/>
          </a:xfrm>
          <a:prstGeom prst="rect">
            <a:avLst/>
          </a:prstGeom>
          <a:noFill/>
          <a:ln>
            <a:noFill/>
          </a:ln>
        </p:spPr>
        <p:txBody>
          <a:bodyPr anchorCtr="0" anchor="ctr" bIns="40800" lIns="81625" spcFirstLastPara="1" rIns="81625" wrap="square" tIns="40800">
            <a:normAutofit/>
          </a:bodyPr>
          <a:lstStyle/>
          <a:p>
            <a:pPr indent="0" lvl="0" marL="0" rtl="0" algn="l">
              <a:spcBef>
                <a:spcPts val="0"/>
              </a:spcBef>
              <a:spcAft>
                <a:spcPts val="0"/>
              </a:spcAft>
              <a:buNone/>
            </a:pPr>
            <a:r>
              <a:t/>
            </a:r>
            <a:endParaRPr sz="3600"/>
          </a:p>
        </p:txBody>
      </p:sp>
      <p:sp>
        <p:nvSpPr>
          <p:cNvPr id="310" name="Google Shape;310;p42"/>
          <p:cNvSpPr txBox="1"/>
          <p:nvPr>
            <p:ph idx="1" type="body"/>
          </p:nvPr>
        </p:nvSpPr>
        <p:spPr>
          <a:xfrm>
            <a:off x="1435100" y="1085850"/>
            <a:ext cx="7499350" cy="3600450"/>
          </a:xfrm>
          <a:prstGeom prst="rect">
            <a:avLst/>
          </a:prstGeom>
          <a:noFill/>
          <a:ln>
            <a:noFill/>
          </a:ln>
        </p:spPr>
        <p:txBody>
          <a:bodyPr anchorCtr="0" anchor="t" bIns="40800" lIns="81625" spcFirstLastPara="1" rIns="81625" wrap="square" tIns="40800">
            <a:noAutofit/>
          </a:bodyPr>
          <a:lstStyle/>
          <a:p>
            <a:pPr indent="-252411" lvl="0" marL="325437" marR="0" rtl="0" algn="just">
              <a:lnSpc>
                <a:spcPct val="100000"/>
              </a:lnSpc>
              <a:spcBef>
                <a:spcPts val="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The system test cases can be classified into </a:t>
            </a:r>
            <a:r>
              <a:rPr b="0" i="0" lang="en-US" sz="2800" u="none">
                <a:solidFill>
                  <a:srgbClr val="FF0000"/>
                </a:solidFill>
                <a:latin typeface="Gill Sans"/>
                <a:ea typeface="Gill Sans"/>
                <a:cs typeface="Gill Sans"/>
                <a:sym typeface="Gill Sans"/>
              </a:rPr>
              <a:t>functionality</a:t>
            </a:r>
            <a:r>
              <a:rPr b="0" i="0" lang="en-US" sz="2800" u="none">
                <a:solidFill>
                  <a:schemeClr val="dk1"/>
                </a:solidFill>
                <a:latin typeface="Gill Sans"/>
                <a:ea typeface="Gill Sans"/>
                <a:cs typeface="Gill Sans"/>
                <a:sym typeface="Gill Sans"/>
              </a:rPr>
              <a:t> and </a:t>
            </a:r>
            <a:r>
              <a:rPr b="0" i="0" lang="en-US" sz="2800" u="none">
                <a:solidFill>
                  <a:srgbClr val="FF0000"/>
                </a:solidFill>
                <a:latin typeface="Gill Sans"/>
                <a:ea typeface="Gill Sans"/>
                <a:cs typeface="Gill Sans"/>
                <a:sym typeface="Gill Sans"/>
              </a:rPr>
              <a:t>performance</a:t>
            </a:r>
            <a:r>
              <a:rPr b="0" i="0" lang="en-US" sz="2800" u="none">
                <a:solidFill>
                  <a:schemeClr val="dk1"/>
                </a:solidFill>
                <a:latin typeface="Gill Sans"/>
                <a:ea typeface="Gill Sans"/>
                <a:cs typeface="Gill Sans"/>
                <a:sym typeface="Gill Sans"/>
              </a:rPr>
              <a:t> test cases.</a:t>
            </a:r>
            <a:endParaRPr/>
          </a:p>
          <a:p>
            <a:pPr indent="-252411" lvl="0" marL="325437" marR="0" rtl="0" algn="just">
              <a:lnSpc>
                <a:spcPct val="100000"/>
              </a:lnSpc>
              <a:spcBef>
                <a:spcPts val="50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Before a fully integrated system is accepted for system testing, </a:t>
            </a:r>
            <a:r>
              <a:rPr b="1" i="0" lang="en-US" sz="2800" u="none">
                <a:solidFill>
                  <a:schemeClr val="dk1"/>
                </a:solidFill>
                <a:latin typeface="Gill Sans"/>
                <a:ea typeface="Gill Sans"/>
                <a:cs typeface="Gill Sans"/>
                <a:sym typeface="Gill Sans"/>
              </a:rPr>
              <a:t>smoke testing </a:t>
            </a:r>
            <a:r>
              <a:rPr b="0" i="0" lang="en-US" sz="2800" u="none">
                <a:solidFill>
                  <a:schemeClr val="dk1"/>
                </a:solidFill>
                <a:latin typeface="Gill Sans"/>
                <a:ea typeface="Gill Sans"/>
                <a:cs typeface="Gill Sans"/>
                <a:sym typeface="Gill Sans"/>
              </a:rPr>
              <a:t>is performed.</a:t>
            </a:r>
            <a:endParaRPr/>
          </a:p>
          <a:p>
            <a:pPr indent="-110173" lvl="0" marL="325438" marR="0" rtl="0" algn="l">
              <a:spcBef>
                <a:spcPts val="538"/>
              </a:spcBef>
              <a:spcAft>
                <a:spcPts val="0"/>
              </a:spcAft>
              <a:buClr>
                <a:schemeClr val="accent1"/>
              </a:buClr>
              <a:buSzPts val="2240"/>
              <a:buFont typeface="Noto Sans Symbols"/>
              <a:buNone/>
            </a:pPr>
            <a:r>
              <a:t/>
            </a:r>
            <a:endParaRPr b="0" i="0" sz="2800" u="none">
              <a:solidFill>
                <a:schemeClr val="dk1"/>
              </a:solidFill>
              <a:latin typeface="Gill Sans"/>
              <a:ea typeface="Gill Sans"/>
              <a:cs typeface="Gill Sans"/>
              <a:sym typeface="Gill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3"/>
          <p:cNvSpPr txBox="1"/>
          <p:nvPr>
            <p:ph type="title"/>
          </p:nvPr>
        </p:nvSpPr>
        <p:spPr>
          <a:xfrm>
            <a:off x="1371600" y="133350"/>
            <a:ext cx="7499350" cy="612775"/>
          </a:xfrm>
          <a:prstGeom prst="rect">
            <a:avLst/>
          </a:prstGeom>
          <a:noFill/>
          <a:ln>
            <a:noFill/>
          </a:ln>
        </p:spPr>
        <p:txBody>
          <a:bodyPr anchorCtr="0" anchor="ctr" bIns="40800" lIns="81625" spcFirstLastPara="1" rIns="81625" wrap="square" tIns="40800">
            <a:no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Smoke  testing</a:t>
            </a:r>
            <a:endParaRPr/>
          </a:p>
        </p:txBody>
      </p:sp>
      <p:sp>
        <p:nvSpPr>
          <p:cNvPr id="316" name="Google Shape;316;p43"/>
          <p:cNvSpPr txBox="1"/>
          <p:nvPr>
            <p:ph idx="1" type="body"/>
          </p:nvPr>
        </p:nvSpPr>
        <p:spPr>
          <a:xfrm>
            <a:off x="990600" y="819150"/>
            <a:ext cx="8077200" cy="3962400"/>
          </a:xfrm>
          <a:prstGeom prst="rect">
            <a:avLst/>
          </a:prstGeom>
          <a:noFill/>
          <a:ln>
            <a:noFill/>
          </a:ln>
        </p:spPr>
        <p:txBody>
          <a:bodyPr anchorCtr="0" anchor="t" bIns="40800" lIns="81625" spcFirstLastPara="1" rIns="81625" wrap="square" tIns="40800">
            <a:noAutofit/>
          </a:bodyPr>
          <a:lstStyle/>
          <a:p>
            <a:pPr indent="0" lvl="0" marL="73025" marR="0" rtl="0" algn="just">
              <a:lnSpc>
                <a:spcPct val="100000"/>
              </a:lnSpc>
              <a:spcBef>
                <a:spcPts val="0"/>
              </a:spcBef>
              <a:spcAft>
                <a:spcPts val="0"/>
              </a:spcAft>
              <a:buClr>
                <a:schemeClr val="accent1"/>
              </a:buClr>
              <a:buSzPts val="2240"/>
              <a:buFont typeface="Noto Sans Symbols"/>
              <a:buNone/>
            </a:pPr>
            <a:r>
              <a:rPr b="0" i="0" lang="en-US" sz="2800" u="none">
                <a:solidFill>
                  <a:schemeClr val="dk1"/>
                </a:solidFill>
                <a:latin typeface="Gill Sans"/>
                <a:ea typeface="Gill Sans"/>
                <a:cs typeface="Gill Sans"/>
                <a:sym typeface="Gill Sans"/>
              </a:rPr>
              <a:t>The idea behind  smoke testing is that </a:t>
            </a:r>
            <a:endParaRPr b="0" i="0" sz="2800" u="none">
              <a:solidFill>
                <a:schemeClr val="dk1"/>
              </a:solidFill>
              <a:latin typeface="Gill Sans"/>
              <a:ea typeface="Gill Sans"/>
              <a:cs typeface="Gill Sans"/>
              <a:sym typeface="Gill Sans"/>
            </a:endParaRPr>
          </a:p>
          <a:p>
            <a:pPr indent="-121920" lvl="0" marL="73025"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if the integrated program cannot pass even the basic tests, it is not ready for a vigorous testing. </a:t>
            </a:r>
            <a:endParaRPr/>
          </a:p>
          <a:p>
            <a:pPr indent="-121920" lvl="0" marL="73025"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For smoke testing,  a few test cases are designed to check whether the basic functionalities are working. </a:t>
            </a:r>
            <a:endParaRPr/>
          </a:p>
          <a:p>
            <a:pPr indent="-121920" lvl="0" marL="73025" marR="0" rtl="0" algn="just">
              <a:lnSpc>
                <a:spcPct val="100000"/>
              </a:lnSpc>
              <a:spcBef>
                <a:spcPts val="500"/>
              </a:spcBef>
              <a:spcAft>
                <a:spcPts val="0"/>
              </a:spcAft>
              <a:buClr>
                <a:schemeClr val="accent1"/>
              </a:buClr>
              <a:buSzPts val="1920"/>
              <a:buFont typeface="Noto Sans Symbols"/>
              <a:buChar char="⚫"/>
            </a:pPr>
            <a:r>
              <a:rPr b="0" i="0" lang="en-US" sz="2400" u="none">
                <a:solidFill>
                  <a:schemeClr val="dk1"/>
                </a:solidFill>
                <a:latin typeface="Gill Sans"/>
                <a:ea typeface="Gill Sans"/>
                <a:cs typeface="Gill Sans"/>
                <a:sym typeface="Gill Sans"/>
              </a:rPr>
              <a:t>For example, for a library automation system, the smoke tests may check whether books can be created and deleted, whether member records can be created and deleted, and whether books can be loaned and returned.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4"/>
          <p:cNvSpPr txBox="1"/>
          <p:nvPr>
            <p:ph type="title"/>
          </p:nvPr>
        </p:nvSpPr>
        <p:spPr>
          <a:xfrm>
            <a:off x="406400" y="136525"/>
            <a:ext cx="7769225" cy="855662"/>
          </a:xfrm>
          <a:prstGeom prst="rect">
            <a:avLst/>
          </a:prstGeom>
          <a:noFill/>
          <a:ln>
            <a:noFill/>
          </a:ln>
        </p:spPr>
        <p:txBody>
          <a:bodyPr anchorCtr="0" anchor="ctr" bIns="31325" lIns="12050" spcFirstLastPara="1" rIns="12050" wrap="square" tIns="31325">
            <a:no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Performance Testing</a:t>
            </a:r>
            <a:endParaRPr/>
          </a:p>
        </p:txBody>
      </p:sp>
      <p:sp>
        <p:nvSpPr>
          <p:cNvPr id="323" name="Google Shape;323;p44"/>
          <p:cNvSpPr txBox="1"/>
          <p:nvPr>
            <p:ph idx="1" type="body"/>
          </p:nvPr>
        </p:nvSpPr>
        <p:spPr>
          <a:xfrm>
            <a:off x="990600" y="912812"/>
            <a:ext cx="8001000" cy="4021137"/>
          </a:xfrm>
          <a:prstGeom prst="rect">
            <a:avLst/>
          </a:prstGeom>
          <a:noFill/>
          <a:ln>
            <a:noFill/>
          </a:ln>
        </p:spPr>
        <p:txBody>
          <a:bodyPr anchorCtr="0" anchor="t" bIns="31325" lIns="12050" spcFirstLastPara="1" rIns="12050" wrap="square" tIns="31325">
            <a:noAutofit/>
          </a:bodyPr>
          <a:lstStyle/>
          <a:p>
            <a:pPr indent="-457200" lvl="0" marL="457200" marR="0" rtl="0" algn="just">
              <a:lnSpc>
                <a:spcPct val="100000"/>
              </a:lnSpc>
              <a:spcBef>
                <a:spcPts val="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Addresses non-functional requirements.</a:t>
            </a:r>
            <a:endParaRPr/>
          </a:p>
          <a:p>
            <a:pPr indent="-342900" lvl="1" marL="619125" marR="0" rtl="0" algn="just">
              <a:lnSpc>
                <a:spcPct val="100000"/>
              </a:lnSpc>
              <a:spcBef>
                <a:spcPts val="1800"/>
              </a:spcBef>
              <a:spcAft>
                <a:spcPts val="0"/>
              </a:spcAft>
              <a:buClr>
                <a:schemeClr val="accent1"/>
              </a:buClr>
              <a:buSzPts val="2400"/>
              <a:buFont typeface="Verdana"/>
              <a:buChar char="◦"/>
            </a:pPr>
            <a:r>
              <a:rPr b="1" i="0" lang="en-US" sz="2400" u="none" cap="none" strike="noStrike">
                <a:solidFill>
                  <a:srgbClr val="0000CC"/>
                </a:solidFill>
                <a:latin typeface="Gill Sans"/>
                <a:ea typeface="Gill Sans"/>
                <a:cs typeface="Gill Sans"/>
                <a:sym typeface="Gill Sans"/>
              </a:rPr>
              <a:t>May sometimes involve testing hardware and software together.</a:t>
            </a:r>
            <a:endParaRPr/>
          </a:p>
          <a:p>
            <a:pPr indent="-342900" lvl="1" marL="619125" marR="0" rtl="0" algn="just">
              <a:lnSpc>
                <a:spcPct val="100000"/>
              </a:lnSpc>
              <a:spcBef>
                <a:spcPts val="1800"/>
              </a:spcBef>
              <a:spcAft>
                <a:spcPts val="0"/>
              </a:spcAft>
              <a:buClr>
                <a:schemeClr val="accent1"/>
              </a:buClr>
              <a:buSzPts val="2400"/>
              <a:buFont typeface="Verdana"/>
              <a:buChar char="◦"/>
            </a:pPr>
            <a:r>
              <a:rPr b="1" i="0" lang="en-US" sz="2400" u="none" cap="none" strike="noStrike">
                <a:solidFill>
                  <a:srgbClr val="0000CC"/>
                </a:solidFill>
                <a:latin typeface="Gill Sans"/>
                <a:ea typeface="Gill Sans"/>
                <a:cs typeface="Gill Sans"/>
                <a:sym typeface="Gill Sans"/>
              </a:rPr>
              <a:t>There are several categories of performance testing.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5"/>
          <p:cNvSpPr txBox="1"/>
          <p:nvPr>
            <p:ph type="title"/>
          </p:nvPr>
        </p:nvSpPr>
        <p:spPr>
          <a:xfrm>
            <a:off x="631825" y="-400050"/>
            <a:ext cx="8223250" cy="1328737"/>
          </a:xfrm>
          <a:prstGeom prst="rect">
            <a:avLst/>
          </a:prstGeom>
          <a:noFill/>
          <a:ln>
            <a:noFill/>
          </a:ln>
        </p:spPr>
        <p:txBody>
          <a:bodyPr anchorCtr="0" anchor="ctr" bIns="31325" lIns="12050" spcFirstLastPara="1" rIns="12050" wrap="square" tIns="31325">
            <a:no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Stress Testing</a:t>
            </a:r>
            <a:endParaRPr/>
          </a:p>
        </p:txBody>
      </p:sp>
      <p:sp>
        <p:nvSpPr>
          <p:cNvPr id="330" name="Google Shape;330;p45"/>
          <p:cNvSpPr txBox="1"/>
          <p:nvPr>
            <p:ph idx="1" type="body"/>
          </p:nvPr>
        </p:nvSpPr>
        <p:spPr>
          <a:xfrm>
            <a:off x="990600" y="590550"/>
            <a:ext cx="8001000" cy="4400550"/>
          </a:xfrm>
          <a:prstGeom prst="rect">
            <a:avLst/>
          </a:prstGeom>
          <a:noFill/>
          <a:ln>
            <a:noFill/>
          </a:ln>
        </p:spPr>
        <p:txBody>
          <a:bodyPr anchorCtr="0" anchor="t" bIns="31325" lIns="12050" spcFirstLastPara="1" rIns="12050" wrap="square" tIns="31325">
            <a:noAutofit/>
          </a:bodyPr>
          <a:lstStyle/>
          <a:p>
            <a:pPr indent="-457200" lvl="0" marL="457200" marR="0" rtl="0" algn="just">
              <a:lnSpc>
                <a:spcPct val="100000"/>
              </a:lnSpc>
              <a:spcBef>
                <a:spcPts val="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Stress testing (also called endurance testing):</a:t>
            </a:r>
            <a:endParaRPr/>
          </a:p>
          <a:p>
            <a:pPr indent="-342900" lvl="1" marL="619125" marR="0" rtl="0" algn="just">
              <a:lnSpc>
                <a:spcPct val="100000"/>
              </a:lnSpc>
              <a:spcBef>
                <a:spcPts val="1800"/>
              </a:spcBef>
              <a:spcAft>
                <a:spcPts val="0"/>
              </a:spcAft>
              <a:buClr>
                <a:schemeClr val="accent1"/>
              </a:buClr>
              <a:buSzPts val="2400"/>
              <a:buFont typeface="Verdana"/>
              <a:buChar char="◦"/>
            </a:pPr>
            <a:r>
              <a:rPr b="1" i="0" lang="en-US" sz="2400" u="none" cap="none" strike="noStrike">
                <a:solidFill>
                  <a:srgbClr val="0000CC"/>
                </a:solidFill>
                <a:latin typeface="Gill Sans"/>
                <a:ea typeface="Gill Sans"/>
                <a:cs typeface="Gill Sans"/>
                <a:sym typeface="Gill Sans"/>
              </a:rPr>
              <a:t>Impose abnormal input to stress the capabilities of the software. </a:t>
            </a:r>
            <a:endParaRPr/>
          </a:p>
          <a:p>
            <a:pPr indent="-342900" lvl="1" marL="619125" marR="0" rtl="0" algn="just">
              <a:lnSpc>
                <a:spcPct val="100000"/>
              </a:lnSpc>
              <a:spcBef>
                <a:spcPts val="1800"/>
              </a:spcBef>
              <a:spcAft>
                <a:spcPts val="0"/>
              </a:spcAft>
              <a:buClr>
                <a:schemeClr val="accent1"/>
              </a:buClr>
              <a:buSzPts val="2400"/>
              <a:buFont typeface="Verdana"/>
              <a:buChar char="◦"/>
            </a:pPr>
            <a:r>
              <a:rPr b="1" i="0" lang="en-US" sz="2400" u="none" cap="none" strike="noStrike">
                <a:solidFill>
                  <a:srgbClr val="0000CC"/>
                </a:solidFill>
                <a:latin typeface="Gill Sans"/>
                <a:ea typeface="Gill Sans"/>
                <a:cs typeface="Gill Sans"/>
                <a:sym typeface="Gill Sans"/>
              </a:rPr>
              <a:t>Input data volume, input data rate, processing time, utilization of memory, etc.  are tested beyond the designed capacity.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6"/>
          <p:cNvSpPr txBox="1"/>
          <p:nvPr>
            <p:ph type="title"/>
          </p:nvPr>
        </p:nvSpPr>
        <p:spPr>
          <a:xfrm>
            <a:off x="406400" y="136525"/>
            <a:ext cx="7769225" cy="855662"/>
          </a:xfrm>
          <a:prstGeom prst="rect">
            <a:avLst/>
          </a:prstGeom>
          <a:noFill/>
          <a:ln>
            <a:noFill/>
          </a:ln>
        </p:spPr>
        <p:txBody>
          <a:bodyPr anchorCtr="0" anchor="ctr" bIns="31325" lIns="12050" spcFirstLastPara="1" rIns="12050" wrap="square" tIns="31325">
            <a:no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Stress Testing</a:t>
            </a:r>
            <a:endParaRPr/>
          </a:p>
        </p:txBody>
      </p:sp>
      <p:sp>
        <p:nvSpPr>
          <p:cNvPr id="337" name="Google Shape;337;p46"/>
          <p:cNvSpPr txBox="1"/>
          <p:nvPr>
            <p:ph idx="1" type="body"/>
          </p:nvPr>
        </p:nvSpPr>
        <p:spPr>
          <a:xfrm>
            <a:off x="990600" y="1068387"/>
            <a:ext cx="8077200" cy="3473450"/>
          </a:xfrm>
          <a:prstGeom prst="rect">
            <a:avLst/>
          </a:prstGeom>
          <a:noFill/>
          <a:ln>
            <a:noFill/>
          </a:ln>
        </p:spPr>
        <p:txBody>
          <a:bodyPr anchorCtr="0" anchor="t" bIns="31325" lIns="12050" spcFirstLastPara="1" rIns="12050" wrap="square" tIns="31325">
            <a:noAutofit/>
          </a:bodyPr>
          <a:lstStyle/>
          <a:p>
            <a:pPr indent="-457200" lvl="0" marL="457200" marR="0" rtl="0" algn="just">
              <a:lnSpc>
                <a:spcPct val="100000"/>
              </a:lnSpc>
              <a:spcBef>
                <a:spcPts val="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If the requirements is to handle a specified number of users, or devices:</a:t>
            </a:r>
            <a:endParaRPr/>
          </a:p>
          <a:p>
            <a:pPr indent="-342900" lvl="1" marL="619125" marR="0" rtl="0" algn="just">
              <a:lnSpc>
                <a:spcPct val="100000"/>
              </a:lnSpc>
              <a:spcBef>
                <a:spcPts val="1800"/>
              </a:spcBef>
              <a:spcAft>
                <a:spcPts val="0"/>
              </a:spcAft>
              <a:buClr>
                <a:schemeClr val="accent1"/>
              </a:buClr>
              <a:buSzPts val="2400"/>
              <a:buFont typeface="Verdana"/>
              <a:buChar char="◦"/>
            </a:pPr>
            <a:r>
              <a:rPr b="1" i="0" lang="en-US" sz="2400" u="none" cap="none" strike="noStrike">
                <a:solidFill>
                  <a:srgbClr val="0000CC"/>
                </a:solidFill>
                <a:latin typeface="Gill Sans"/>
                <a:ea typeface="Gill Sans"/>
                <a:cs typeface="Gill Sans"/>
                <a:sym typeface="Gill Sans"/>
              </a:rPr>
              <a:t>Stress testing evaluates system performance when all users or devices are busy simultaneously.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7"/>
          <p:cNvSpPr txBox="1"/>
          <p:nvPr>
            <p:ph type="title"/>
          </p:nvPr>
        </p:nvSpPr>
        <p:spPr>
          <a:xfrm>
            <a:off x="493712" y="0"/>
            <a:ext cx="7770812" cy="854075"/>
          </a:xfrm>
          <a:prstGeom prst="rect">
            <a:avLst/>
          </a:prstGeom>
          <a:noFill/>
          <a:ln>
            <a:noFill/>
          </a:ln>
        </p:spPr>
        <p:txBody>
          <a:bodyPr anchorCtr="0" anchor="ctr" bIns="31325" lIns="12050" spcFirstLastPara="1" rIns="12050" wrap="square" tIns="31325">
            <a:no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Stress Testing</a:t>
            </a:r>
            <a:endParaRPr/>
          </a:p>
        </p:txBody>
      </p:sp>
      <p:sp>
        <p:nvSpPr>
          <p:cNvPr id="344" name="Google Shape;344;p47"/>
          <p:cNvSpPr txBox="1"/>
          <p:nvPr>
            <p:ph idx="1" type="body"/>
          </p:nvPr>
        </p:nvSpPr>
        <p:spPr>
          <a:xfrm>
            <a:off x="990600" y="860425"/>
            <a:ext cx="8077200" cy="3684587"/>
          </a:xfrm>
          <a:prstGeom prst="rect">
            <a:avLst/>
          </a:prstGeom>
          <a:noFill/>
          <a:ln>
            <a:noFill/>
          </a:ln>
        </p:spPr>
        <p:txBody>
          <a:bodyPr anchorCtr="0" anchor="t" bIns="31325" lIns="12050" spcFirstLastPara="1" rIns="12050" wrap="square" tIns="31325">
            <a:noAutofit/>
          </a:bodyPr>
          <a:lstStyle/>
          <a:p>
            <a:pPr indent="-457200" lvl="0" marL="457200" marR="0" rtl="0" algn="just">
              <a:lnSpc>
                <a:spcPct val="100000"/>
              </a:lnSpc>
              <a:spcBef>
                <a:spcPts val="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If an operating system is supposed to support 15 multiprogrammed jobs, </a:t>
            </a:r>
            <a:endParaRPr/>
          </a:p>
          <a:p>
            <a:pPr indent="-342900" lvl="1" marL="619125" marR="0" rtl="0" algn="just">
              <a:lnSpc>
                <a:spcPct val="100000"/>
              </a:lnSpc>
              <a:spcBef>
                <a:spcPts val="1800"/>
              </a:spcBef>
              <a:spcAft>
                <a:spcPts val="0"/>
              </a:spcAft>
              <a:buClr>
                <a:schemeClr val="accent1"/>
              </a:buClr>
              <a:buSzPts val="2400"/>
              <a:buFont typeface="Verdana"/>
              <a:buChar char="◦"/>
            </a:pPr>
            <a:r>
              <a:rPr b="1" i="0" lang="en-US" sz="2400" u="none" cap="none" strike="noStrike">
                <a:solidFill>
                  <a:srgbClr val="0000CC"/>
                </a:solidFill>
                <a:latin typeface="Gill Sans"/>
                <a:ea typeface="Gill Sans"/>
                <a:cs typeface="Gill Sans"/>
                <a:sym typeface="Gill Sans"/>
              </a:rPr>
              <a:t>The system is stressed by attempting to run 15 or more jobs simultaneously. </a:t>
            </a:r>
            <a:endParaRPr/>
          </a:p>
          <a:p>
            <a:pPr indent="-457200" lvl="0" marL="457200" marR="0" rtl="0" algn="just">
              <a:lnSpc>
                <a:spcPct val="100000"/>
              </a:lnSpc>
              <a:spcBef>
                <a:spcPts val="180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A real-time system might be tested </a:t>
            </a:r>
            <a:endParaRPr/>
          </a:p>
          <a:p>
            <a:pPr indent="-342900" lvl="1" marL="619125" marR="0" rtl="0" algn="just">
              <a:lnSpc>
                <a:spcPct val="100000"/>
              </a:lnSpc>
              <a:spcBef>
                <a:spcPts val="1800"/>
              </a:spcBef>
              <a:spcAft>
                <a:spcPts val="0"/>
              </a:spcAft>
              <a:buClr>
                <a:schemeClr val="accent1"/>
              </a:buClr>
              <a:buSzPts val="2400"/>
              <a:buFont typeface="Verdana"/>
              <a:buChar char="◦"/>
            </a:pPr>
            <a:r>
              <a:rPr b="1" i="0" lang="en-US" sz="2400" u="none" cap="none" strike="noStrike">
                <a:solidFill>
                  <a:srgbClr val="0000CC"/>
                </a:solidFill>
                <a:latin typeface="Gill Sans"/>
                <a:ea typeface="Gill Sans"/>
                <a:cs typeface="Gill Sans"/>
                <a:sym typeface="Gill Sans"/>
              </a:rPr>
              <a:t>To determine the effect of simultaneous arrival of several high-priority interrupts.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8"/>
          <p:cNvSpPr txBox="1"/>
          <p:nvPr>
            <p:ph type="title"/>
          </p:nvPr>
        </p:nvSpPr>
        <p:spPr>
          <a:xfrm>
            <a:off x="563562" y="0"/>
            <a:ext cx="7769225" cy="854075"/>
          </a:xfrm>
          <a:prstGeom prst="rect">
            <a:avLst/>
          </a:prstGeom>
          <a:noFill/>
          <a:ln>
            <a:noFill/>
          </a:ln>
        </p:spPr>
        <p:txBody>
          <a:bodyPr anchorCtr="0" anchor="ctr" bIns="41775" lIns="16050" spcFirstLastPara="1" rIns="16050" wrap="square" tIns="41775">
            <a:norm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Stress Testing</a:t>
            </a:r>
            <a:endParaRPr/>
          </a:p>
        </p:txBody>
      </p:sp>
      <p:sp>
        <p:nvSpPr>
          <p:cNvPr id="351" name="Google Shape;351;p48"/>
          <p:cNvSpPr txBox="1"/>
          <p:nvPr>
            <p:ph idx="1" type="body"/>
          </p:nvPr>
        </p:nvSpPr>
        <p:spPr>
          <a:xfrm>
            <a:off x="990600" y="809625"/>
            <a:ext cx="8077200" cy="4048125"/>
          </a:xfrm>
          <a:prstGeom prst="rect">
            <a:avLst/>
          </a:prstGeom>
          <a:noFill/>
          <a:ln>
            <a:noFill/>
          </a:ln>
        </p:spPr>
        <p:txBody>
          <a:bodyPr anchorCtr="0" anchor="t" bIns="41775" lIns="16050" spcFirstLastPara="1" rIns="16050" wrap="square" tIns="41775">
            <a:normAutofit/>
          </a:bodyPr>
          <a:lstStyle/>
          <a:p>
            <a:pPr indent="-276225" lvl="0" marL="276225" marR="0" rtl="0" algn="just">
              <a:lnSpc>
                <a:spcPct val="125000"/>
              </a:lnSpc>
              <a:spcBef>
                <a:spcPts val="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Stress testing usually involves an element of time or size, </a:t>
            </a:r>
            <a:endParaRPr/>
          </a:p>
          <a:p>
            <a:pPr indent="-211137" lvl="1" marL="601662" marR="0" rtl="0" algn="just">
              <a:lnSpc>
                <a:spcPct val="125000"/>
              </a:lnSpc>
              <a:spcBef>
                <a:spcPts val="500"/>
              </a:spcBef>
              <a:spcAft>
                <a:spcPts val="0"/>
              </a:spcAft>
              <a:buClr>
                <a:schemeClr val="accent1"/>
              </a:buClr>
              <a:buSzPts val="2400"/>
              <a:buFont typeface="Verdana"/>
              <a:buChar char="◦"/>
            </a:pPr>
            <a:r>
              <a:rPr b="0" i="0" lang="en-US" sz="2400" u="none" cap="none" strike="noStrike">
                <a:solidFill>
                  <a:schemeClr val="dk1"/>
                </a:solidFill>
                <a:latin typeface="Gill Sans"/>
                <a:ea typeface="Gill Sans"/>
                <a:cs typeface="Gill Sans"/>
                <a:sym typeface="Gill Sans"/>
              </a:rPr>
              <a:t>Such as the number of records transferred per unit time, </a:t>
            </a:r>
            <a:endParaRPr/>
          </a:p>
          <a:p>
            <a:pPr indent="-211137" lvl="1" marL="601662" marR="0" rtl="0" algn="just">
              <a:lnSpc>
                <a:spcPct val="125000"/>
              </a:lnSpc>
              <a:spcBef>
                <a:spcPts val="500"/>
              </a:spcBef>
              <a:spcAft>
                <a:spcPts val="0"/>
              </a:spcAft>
              <a:buClr>
                <a:schemeClr val="accent1"/>
              </a:buClr>
              <a:buSzPts val="2400"/>
              <a:buFont typeface="Verdana"/>
              <a:buChar char="◦"/>
            </a:pPr>
            <a:r>
              <a:rPr b="0" i="0" lang="en-US" sz="2400" u="none" cap="none" strike="noStrike">
                <a:solidFill>
                  <a:schemeClr val="dk1"/>
                </a:solidFill>
                <a:latin typeface="Gill Sans"/>
                <a:ea typeface="Gill Sans"/>
                <a:cs typeface="Gill Sans"/>
                <a:sym typeface="Gill Sans"/>
              </a:rPr>
              <a:t>The maximum number of users active at any time, input data size, etc.</a:t>
            </a:r>
            <a:endParaRPr/>
          </a:p>
          <a:p>
            <a:pPr indent="-276225" lvl="0" marL="276225" marR="0" rtl="0" algn="just">
              <a:lnSpc>
                <a:spcPct val="125000"/>
              </a:lnSpc>
              <a:spcBef>
                <a:spcPts val="80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Therefore stress testing may not be applicable to many types of systems.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9"/>
          <p:cNvSpPr txBox="1"/>
          <p:nvPr>
            <p:ph type="title"/>
          </p:nvPr>
        </p:nvSpPr>
        <p:spPr>
          <a:xfrm>
            <a:off x="425450" y="0"/>
            <a:ext cx="7769225" cy="854075"/>
          </a:xfrm>
          <a:prstGeom prst="rect">
            <a:avLst/>
          </a:prstGeom>
          <a:noFill/>
          <a:ln>
            <a:noFill/>
          </a:ln>
        </p:spPr>
        <p:txBody>
          <a:bodyPr anchorCtr="0" anchor="ctr" bIns="41775" lIns="16050" spcFirstLastPara="1" rIns="16050" wrap="square" tIns="41775">
            <a:norm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Volume Testing</a:t>
            </a:r>
            <a:endParaRPr/>
          </a:p>
        </p:txBody>
      </p:sp>
      <p:sp>
        <p:nvSpPr>
          <p:cNvPr id="358" name="Google Shape;358;p49"/>
          <p:cNvSpPr txBox="1"/>
          <p:nvPr>
            <p:ph idx="1" type="body"/>
          </p:nvPr>
        </p:nvSpPr>
        <p:spPr>
          <a:xfrm>
            <a:off x="990600" y="809625"/>
            <a:ext cx="8005762" cy="4048125"/>
          </a:xfrm>
          <a:prstGeom prst="rect">
            <a:avLst/>
          </a:prstGeom>
          <a:noFill/>
          <a:ln>
            <a:noFill/>
          </a:ln>
        </p:spPr>
        <p:txBody>
          <a:bodyPr anchorCtr="0" anchor="t" bIns="41775" lIns="16050" spcFirstLastPara="1" rIns="16050" wrap="square" tIns="41775">
            <a:noAutofit/>
          </a:bodyPr>
          <a:lstStyle/>
          <a:p>
            <a:pPr indent="-276225" lvl="0" marL="276225" marR="0" rtl="0" algn="just">
              <a:lnSpc>
                <a:spcPct val="125000"/>
              </a:lnSpc>
              <a:spcBef>
                <a:spcPts val="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Addresses handling large amounts of data in the system:</a:t>
            </a:r>
            <a:endParaRPr/>
          </a:p>
          <a:p>
            <a:pPr indent="-211137" lvl="1" marL="601662" marR="0" rtl="0" algn="just">
              <a:lnSpc>
                <a:spcPct val="125000"/>
              </a:lnSpc>
              <a:spcBef>
                <a:spcPts val="500"/>
              </a:spcBef>
              <a:spcAft>
                <a:spcPts val="0"/>
              </a:spcAft>
              <a:buClr>
                <a:schemeClr val="accent1"/>
              </a:buClr>
              <a:buSzPts val="2400"/>
              <a:buFont typeface="Verdana"/>
              <a:buChar char="◦"/>
            </a:pPr>
            <a:r>
              <a:rPr b="0" i="0" lang="en-US" sz="2400" u="none" cap="none" strike="noStrike">
                <a:solidFill>
                  <a:schemeClr val="dk1"/>
                </a:solidFill>
                <a:latin typeface="Gill Sans"/>
                <a:ea typeface="Gill Sans"/>
                <a:cs typeface="Gill Sans"/>
                <a:sym typeface="Gill Sans"/>
              </a:rPr>
              <a:t>Whether data structures (e.g. queues, stacks, arrays, etc.) are large enough to handle all possible situations.</a:t>
            </a:r>
            <a:endParaRPr/>
          </a:p>
          <a:p>
            <a:pPr indent="-211137" lvl="1" marL="601662" marR="0" rtl="0" algn="just">
              <a:lnSpc>
                <a:spcPct val="125000"/>
              </a:lnSpc>
              <a:spcBef>
                <a:spcPts val="500"/>
              </a:spcBef>
              <a:spcAft>
                <a:spcPts val="0"/>
              </a:spcAft>
              <a:buClr>
                <a:schemeClr val="accent1"/>
              </a:buClr>
              <a:buSzPts val="2400"/>
              <a:buFont typeface="Verdana"/>
              <a:buChar char="◦"/>
            </a:pPr>
            <a:r>
              <a:rPr b="0" i="0" lang="en-US" sz="2400" u="none" cap="none" strike="noStrike">
                <a:solidFill>
                  <a:schemeClr val="dk1"/>
                </a:solidFill>
                <a:latin typeface="Gill Sans"/>
                <a:ea typeface="Gill Sans"/>
                <a:cs typeface="Gill Sans"/>
                <a:sym typeface="Gill Sans"/>
              </a:rPr>
              <a:t>Fields, records, and files are stressed to check if their size can accommodate all possible data volumes.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0"/>
          <p:cNvSpPr txBox="1"/>
          <p:nvPr>
            <p:ph type="title"/>
          </p:nvPr>
        </p:nvSpPr>
        <p:spPr>
          <a:xfrm>
            <a:off x="493712" y="0"/>
            <a:ext cx="7770812" cy="854075"/>
          </a:xfrm>
          <a:prstGeom prst="rect">
            <a:avLst/>
          </a:prstGeom>
          <a:noFill/>
          <a:ln>
            <a:noFill/>
          </a:ln>
        </p:spPr>
        <p:txBody>
          <a:bodyPr anchorCtr="0" anchor="ctr" bIns="41775" lIns="16050" spcFirstLastPara="1" rIns="16050" wrap="square" tIns="41775">
            <a:norm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Configuration Testing</a:t>
            </a:r>
            <a:endParaRPr/>
          </a:p>
        </p:txBody>
      </p:sp>
      <p:sp>
        <p:nvSpPr>
          <p:cNvPr id="365" name="Google Shape;365;p50"/>
          <p:cNvSpPr txBox="1"/>
          <p:nvPr>
            <p:ph idx="1" type="body"/>
          </p:nvPr>
        </p:nvSpPr>
        <p:spPr>
          <a:xfrm>
            <a:off x="990600" y="912812"/>
            <a:ext cx="8077200" cy="4021137"/>
          </a:xfrm>
          <a:prstGeom prst="rect">
            <a:avLst/>
          </a:prstGeom>
          <a:noFill/>
          <a:ln>
            <a:noFill/>
          </a:ln>
        </p:spPr>
        <p:txBody>
          <a:bodyPr anchorCtr="0" anchor="t" bIns="41775" lIns="16050" spcFirstLastPara="1" rIns="16050" wrap="square" tIns="41775">
            <a:noAutofit/>
          </a:bodyPr>
          <a:lstStyle/>
          <a:p>
            <a:pPr indent="-276225" lvl="0" marL="276225" marR="0" rtl="0" algn="just">
              <a:lnSpc>
                <a:spcPct val="125000"/>
              </a:lnSpc>
              <a:spcBef>
                <a:spcPts val="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Analyze system behavior:</a:t>
            </a:r>
            <a:endParaRPr/>
          </a:p>
          <a:p>
            <a:pPr indent="-211137" lvl="1" marL="601662" marR="0" rtl="0" algn="just">
              <a:lnSpc>
                <a:spcPct val="125000"/>
              </a:lnSpc>
              <a:spcBef>
                <a:spcPts val="500"/>
              </a:spcBef>
              <a:spcAft>
                <a:spcPts val="0"/>
              </a:spcAft>
              <a:buClr>
                <a:schemeClr val="accent1"/>
              </a:buClr>
              <a:buSzPts val="2400"/>
              <a:buFont typeface="Verdana"/>
              <a:buChar char="◦"/>
            </a:pPr>
            <a:r>
              <a:rPr b="0" i="0" lang="en-US" sz="2400" u="none" cap="none" strike="noStrike">
                <a:solidFill>
                  <a:schemeClr val="dk1"/>
                </a:solidFill>
                <a:latin typeface="Gill Sans"/>
                <a:ea typeface="Gill Sans"/>
                <a:cs typeface="Gill Sans"/>
                <a:sym typeface="Gill Sans"/>
              </a:rPr>
              <a:t>in various hardware and software configurations specified in the requirements</a:t>
            </a:r>
            <a:endParaRPr/>
          </a:p>
          <a:p>
            <a:pPr indent="-211137" lvl="1" marL="601662" marR="0" rtl="0" algn="just">
              <a:lnSpc>
                <a:spcPct val="125000"/>
              </a:lnSpc>
              <a:spcBef>
                <a:spcPts val="500"/>
              </a:spcBef>
              <a:spcAft>
                <a:spcPts val="0"/>
              </a:spcAft>
              <a:buClr>
                <a:schemeClr val="accent1"/>
              </a:buClr>
              <a:buSzPts val="2400"/>
              <a:buFont typeface="Verdana"/>
              <a:buChar char="◦"/>
            </a:pPr>
            <a:r>
              <a:rPr b="0" i="0" lang="en-US" sz="2400" u="none" cap="none" strike="noStrike">
                <a:solidFill>
                  <a:schemeClr val="dk1"/>
                </a:solidFill>
                <a:latin typeface="Gill Sans"/>
                <a:ea typeface="Gill Sans"/>
                <a:cs typeface="Gill Sans"/>
                <a:sym typeface="Gill Sans"/>
              </a:rPr>
              <a:t>sometimes systems are built in various configurations for different users</a:t>
            </a:r>
            <a:endParaRPr/>
          </a:p>
          <a:p>
            <a:pPr indent="-211137" lvl="1" marL="601662" marR="0" rtl="0" algn="just">
              <a:lnSpc>
                <a:spcPct val="125000"/>
              </a:lnSpc>
              <a:spcBef>
                <a:spcPts val="500"/>
              </a:spcBef>
              <a:spcAft>
                <a:spcPts val="0"/>
              </a:spcAft>
              <a:buClr>
                <a:schemeClr val="accent1"/>
              </a:buClr>
              <a:buSzPts val="2400"/>
              <a:buFont typeface="Verdana"/>
              <a:buChar char="◦"/>
            </a:pPr>
            <a:r>
              <a:rPr b="0" i="0" lang="en-US" sz="2400" u="none" cap="none" strike="noStrike">
                <a:solidFill>
                  <a:schemeClr val="dk1"/>
                </a:solidFill>
                <a:latin typeface="Gill Sans"/>
                <a:ea typeface="Gill Sans"/>
                <a:cs typeface="Gill Sans"/>
                <a:sym typeface="Gill Sans"/>
              </a:rPr>
              <a:t>for instance, a minimal system may serve a single user, </a:t>
            </a:r>
            <a:endParaRPr/>
          </a:p>
          <a:p>
            <a:pPr indent="-203200" lvl="2" marL="79057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1"/>
                </a:solidFill>
                <a:latin typeface="Gill Sans"/>
                <a:ea typeface="Gill Sans"/>
                <a:cs typeface="Gill Sans"/>
                <a:sym typeface="Gill Sans"/>
              </a:rPr>
              <a:t>other configurations for additional users.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1"/>
          <p:cNvSpPr txBox="1"/>
          <p:nvPr>
            <p:ph type="title"/>
          </p:nvPr>
        </p:nvSpPr>
        <p:spPr>
          <a:xfrm>
            <a:off x="406400" y="136525"/>
            <a:ext cx="7769225" cy="855662"/>
          </a:xfrm>
          <a:prstGeom prst="rect">
            <a:avLst/>
          </a:prstGeom>
          <a:noFill/>
          <a:ln>
            <a:noFill/>
          </a:ln>
        </p:spPr>
        <p:txBody>
          <a:bodyPr anchorCtr="0" anchor="ctr" bIns="41775" lIns="16050" spcFirstLastPara="1" rIns="16050" wrap="square" tIns="41775">
            <a:norm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Compatibility Testing</a:t>
            </a:r>
            <a:endParaRPr/>
          </a:p>
        </p:txBody>
      </p:sp>
      <p:sp>
        <p:nvSpPr>
          <p:cNvPr id="372" name="Google Shape;372;p51"/>
          <p:cNvSpPr txBox="1"/>
          <p:nvPr>
            <p:ph idx="1" type="body"/>
          </p:nvPr>
        </p:nvSpPr>
        <p:spPr>
          <a:xfrm>
            <a:off x="1066800" y="1120775"/>
            <a:ext cx="8001000" cy="3421062"/>
          </a:xfrm>
          <a:prstGeom prst="rect">
            <a:avLst/>
          </a:prstGeom>
          <a:noFill/>
          <a:ln>
            <a:noFill/>
          </a:ln>
        </p:spPr>
        <p:txBody>
          <a:bodyPr anchorCtr="0" anchor="t" bIns="41775" lIns="16050" spcFirstLastPara="1" rIns="16050" wrap="square" tIns="41775">
            <a:noAutofit/>
          </a:bodyPr>
          <a:lstStyle/>
          <a:p>
            <a:pPr indent="-276225" lvl="0" marL="276225" marR="0" rtl="0" algn="just">
              <a:lnSpc>
                <a:spcPct val="125000"/>
              </a:lnSpc>
              <a:spcBef>
                <a:spcPts val="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These tests are needed when the system interfaces with other systems:</a:t>
            </a:r>
            <a:endParaRPr/>
          </a:p>
          <a:p>
            <a:pPr indent="-211137" lvl="1" marL="601662" marR="0" rtl="0" algn="just">
              <a:lnSpc>
                <a:spcPct val="125000"/>
              </a:lnSpc>
              <a:spcBef>
                <a:spcPts val="500"/>
              </a:spcBef>
              <a:spcAft>
                <a:spcPts val="0"/>
              </a:spcAft>
              <a:buClr>
                <a:schemeClr val="accent1"/>
              </a:buClr>
              <a:buSzPts val="2400"/>
              <a:buFont typeface="Verdana"/>
              <a:buChar char="◦"/>
            </a:pPr>
            <a:r>
              <a:rPr b="0" i="0" lang="en-US" sz="2400" u="none" cap="none" strike="noStrike">
                <a:solidFill>
                  <a:schemeClr val="dk1"/>
                </a:solidFill>
                <a:latin typeface="Gill Sans"/>
                <a:ea typeface="Gill Sans"/>
                <a:cs typeface="Gill Sans"/>
                <a:sym typeface="Gill Sans"/>
              </a:rPr>
              <a:t>Check whether the interface functions as required.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2"/>
          <p:cNvSpPr txBox="1"/>
          <p:nvPr>
            <p:ph type="title"/>
          </p:nvPr>
        </p:nvSpPr>
        <p:spPr>
          <a:xfrm>
            <a:off x="425450" y="0"/>
            <a:ext cx="8566150" cy="1055687"/>
          </a:xfrm>
          <a:prstGeom prst="rect">
            <a:avLst/>
          </a:prstGeom>
          <a:noFill/>
          <a:ln>
            <a:noFill/>
          </a:ln>
        </p:spPr>
        <p:txBody>
          <a:bodyPr anchorCtr="0" anchor="ctr" bIns="41775" lIns="16050" spcFirstLastPara="1" rIns="16050" wrap="square" tIns="41775">
            <a:norm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Compatibility testing Example</a:t>
            </a:r>
            <a:endParaRPr/>
          </a:p>
        </p:txBody>
      </p:sp>
      <p:sp>
        <p:nvSpPr>
          <p:cNvPr id="379" name="Google Shape;379;p52"/>
          <p:cNvSpPr txBox="1"/>
          <p:nvPr>
            <p:ph idx="1" type="body"/>
          </p:nvPr>
        </p:nvSpPr>
        <p:spPr>
          <a:xfrm>
            <a:off x="990600" y="1171575"/>
            <a:ext cx="8077200" cy="3433762"/>
          </a:xfrm>
          <a:prstGeom prst="rect">
            <a:avLst/>
          </a:prstGeom>
          <a:noFill/>
          <a:ln>
            <a:noFill/>
          </a:ln>
        </p:spPr>
        <p:txBody>
          <a:bodyPr anchorCtr="0" anchor="t" bIns="41775" lIns="16050" spcFirstLastPara="1" rIns="16050" wrap="square" tIns="41775">
            <a:noAutofit/>
          </a:bodyPr>
          <a:lstStyle/>
          <a:p>
            <a:pPr indent="-276225" lvl="0" marL="276225" marR="0" rtl="0" algn="just">
              <a:lnSpc>
                <a:spcPct val="125000"/>
              </a:lnSpc>
              <a:spcBef>
                <a:spcPts val="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If a system is to communicate with a large database system to retrieve information:</a:t>
            </a:r>
            <a:endParaRPr/>
          </a:p>
          <a:p>
            <a:pPr indent="-211137" lvl="1" marL="601662" marR="0" rtl="0" algn="just">
              <a:lnSpc>
                <a:spcPct val="125000"/>
              </a:lnSpc>
              <a:spcBef>
                <a:spcPts val="500"/>
              </a:spcBef>
              <a:spcAft>
                <a:spcPts val="0"/>
              </a:spcAft>
              <a:buClr>
                <a:schemeClr val="accent1"/>
              </a:buClr>
              <a:buSzPts val="2400"/>
              <a:buFont typeface="Verdana"/>
              <a:buChar char="◦"/>
            </a:pPr>
            <a:r>
              <a:rPr b="0" i="0" lang="en-US" sz="2400" u="none" cap="none" strike="noStrike">
                <a:solidFill>
                  <a:schemeClr val="dk1"/>
                </a:solidFill>
                <a:latin typeface="Gill Sans"/>
                <a:ea typeface="Gill Sans"/>
                <a:cs typeface="Gill Sans"/>
                <a:sym typeface="Gill Sans"/>
              </a:rPr>
              <a:t>A compatibility test examines speed and accuracy of retrieval.</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3"/>
          <p:cNvSpPr txBox="1"/>
          <p:nvPr>
            <p:ph type="title"/>
          </p:nvPr>
        </p:nvSpPr>
        <p:spPr>
          <a:xfrm>
            <a:off x="406400" y="136525"/>
            <a:ext cx="7769225" cy="855662"/>
          </a:xfrm>
          <a:prstGeom prst="rect">
            <a:avLst/>
          </a:prstGeom>
          <a:noFill/>
          <a:ln>
            <a:noFill/>
          </a:ln>
        </p:spPr>
        <p:txBody>
          <a:bodyPr anchorCtr="0" anchor="ctr" bIns="41775" lIns="16050" spcFirstLastPara="1" rIns="16050" wrap="square" tIns="41775">
            <a:norm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Recovery Testing</a:t>
            </a:r>
            <a:endParaRPr/>
          </a:p>
        </p:txBody>
      </p:sp>
      <p:sp>
        <p:nvSpPr>
          <p:cNvPr id="386" name="Google Shape;386;p53"/>
          <p:cNvSpPr txBox="1"/>
          <p:nvPr>
            <p:ph idx="1" type="body"/>
          </p:nvPr>
        </p:nvSpPr>
        <p:spPr>
          <a:xfrm>
            <a:off x="990600" y="1016000"/>
            <a:ext cx="8077200" cy="3382962"/>
          </a:xfrm>
          <a:prstGeom prst="rect">
            <a:avLst/>
          </a:prstGeom>
          <a:noFill/>
          <a:ln>
            <a:noFill/>
          </a:ln>
        </p:spPr>
        <p:txBody>
          <a:bodyPr anchorCtr="0" anchor="t" bIns="41775" lIns="16050" spcFirstLastPara="1" rIns="16050" wrap="square" tIns="41775">
            <a:noAutofit/>
          </a:bodyPr>
          <a:lstStyle/>
          <a:p>
            <a:pPr indent="-276225" lvl="0" marL="276225" marR="0" rtl="0" algn="just">
              <a:lnSpc>
                <a:spcPct val="125000"/>
              </a:lnSpc>
              <a:spcBef>
                <a:spcPts val="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These tests check response to:</a:t>
            </a:r>
            <a:endParaRPr/>
          </a:p>
          <a:p>
            <a:pPr indent="-211137" lvl="1" marL="601662" marR="0" rtl="0" algn="just">
              <a:lnSpc>
                <a:spcPct val="125000"/>
              </a:lnSpc>
              <a:spcBef>
                <a:spcPts val="500"/>
              </a:spcBef>
              <a:spcAft>
                <a:spcPts val="0"/>
              </a:spcAft>
              <a:buClr>
                <a:schemeClr val="accent1"/>
              </a:buClr>
              <a:buSzPts val="2400"/>
              <a:buFont typeface="Verdana"/>
              <a:buChar char="◦"/>
            </a:pPr>
            <a:r>
              <a:rPr b="0" i="0" lang="en-US" sz="2400" u="none" cap="none" strike="noStrike">
                <a:solidFill>
                  <a:schemeClr val="dk1"/>
                </a:solidFill>
                <a:latin typeface="Gill Sans"/>
                <a:ea typeface="Gill Sans"/>
                <a:cs typeface="Gill Sans"/>
                <a:sym typeface="Gill Sans"/>
              </a:rPr>
              <a:t>Presence of faults or to the loss of data, power, devices, or services</a:t>
            </a:r>
            <a:endParaRPr/>
          </a:p>
          <a:p>
            <a:pPr indent="-211137" lvl="1" marL="601662" marR="0" rtl="0" algn="just">
              <a:lnSpc>
                <a:spcPct val="125000"/>
              </a:lnSpc>
              <a:spcBef>
                <a:spcPts val="500"/>
              </a:spcBef>
              <a:spcAft>
                <a:spcPts val="0"/>
              </a:spcAft>
              <a:buClr>
                <a:schemeClr val="accent1"/>
              </a:buClr>
              <a:buSzPts val="2400"/>
              <a:buFont typeface="Verdana"/>
              <a:buChar char="◦"/>
            </a:pPr>
            <a:r>
              <a:rPr b="0" i="0" lang="en-US" sz="2400" u="none" cap="none" strike="noStrike">
                <a:solidFill>
                  <a:schemeClr val="dk1"/>
                </a:solidFill>
                <a:latin typeface="Gill Sans"/>
                <a:ea typeface="Gill Sans"/>
                <a:cs typeface="Gill Sans"/>
                <a:sym typeface="Gill Sans"/>
              </a:rPr>
              <a:t>Subject system to loss of resources</a:t>
            </a:r>
            <a:endParaRPr/>
          </a:p>
          <a:p>
            <a:pPr indent="-203200" lvl="2" marL="79057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1"/>
                </a:solidFill>
                <a:latin typeface="Gill Sans"/>
                <a:ea typeface="Gill Sans"/>
                <a:cs typeface="Gill Sans"/>
                <a:sym typeface="Gill Sans"/>
              </a:rPr>
              <a:t>Check if the system recovers properly.</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4"/>
          <p:cNvSpPr txBox="1"/>
          <p:nvPr>
            <p:ph type="title"/>
          </p:nvPr>
        </p:nvSpPr>
        <p:spPr>
          <a:xfrm>
            <a:off x="425450" y="0"/>
            <a:ext cx="7769225" cy="854075"/>
          </a:xfrm>
          <a:prstGeom prst="rect">
            <a:avLst/>
          </a:prstGeom>
          <a:noFill/>
          <a:ln>
            <a:noFill/>
          </a:ln>
        </p:spPr>
        <p:txBody>
          <a:bodyPr anchorCtr="0" anchor="ctr" bIns="41775" lIns="16050" spcFirstLastPara="1" rIns="16050" wrap="square" tIns="41775">
            <a:norm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Maintenance Testing</a:t>
            </a:r>
            <a:endParaRPr/>
          </a:p>
        </p:txBody>
      </p:sp>
      <p:sp>
        <p:nvSpPr>
          <p:cNvPr id="393" name="Google Shape;393;p54"/>
          <p:cNvSpPr txBox="1"/>
          <p:nvPr>
            <p:ph idx="1" type="body"/>
          </p:nvPr>
        </p:nvSpPr>
        <p:spPr>
          <a:xfrm>
            <a:off x="1066800" y="809625"/>
            <a:ext cx="8001000" cy="3476625"/>
          </a:xfrm>
          <a:prstGeom prst="rect">
            <a:avLst/>
          </a:prstGeom>
          <a:noFill/>
          <a:ln>
            <a:noFill/>
          </a:ln>
        </p:spPr>
        <p:txBody>
          <a:bodyPr anchorCtr="0" anchor="t" bIns="41775" lIns="16050" spcFirstLastPara="1" rIns="16050" wrap="square" tIns="41775">
            <a:noAutofit/>
          </a:bodyPr>
          <a:lstStyle/>
          <a:p>
            <a:pPr indent="-276225" lvl="0" marL="276225" marR="0" rtl="0" algn="just">
              <a:lnSpc>
                <a:spcPct val="125000"/>
              </a:lnSpc>
              <a:spcBef>
                <a:spcPts val="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Diagnostic tools and procedures:</a:t>
            </a:r>
            <a:endParaRPr/>
          </a:p>
          <a:p>
            <a:pPr indent="-211137" lvl="1" marL="601662" marR="0" rtl="0" algn="just">
              <a:lnSpc>
                <a:spcPct val="125000"/>
              </a:lnSpc>
              <a:spcBef>
                <a:spcPts val="500"/>
              </a:spcBef>
              <a:spcAft>
                <a:spcPts val="0"/>
              </a:spcAft>
              <a:buClr>
                <a:schemeClr val="accent1"/>
              </a:buClr>
              <a:buSzPts val="2400"/>
              <a:buFont typeface="Verdana"/>
              <a:buChar char="◦"/>
            </a:pPr>
            <a:r>
              <a:rPr b="0" i="0" lang="en-US" sz="2400" u="none" cap="none" strike="noStrike">
                <a:solidFill>
                  <a:schemeClr val="dk1"/>
                </a:solidFill>
                <a:latin typeface="Gill Sans"/>
                <a:ea typeface="Gill Sans"/>
                <a:cs typeface="Gill Sans"/>
                <a:sym typeface="Gill Sans"/>
              </a:rPr>
              <a:t>help find source of problems.</a:t>
            </a:r>
            <a:endParaRPr/>
          </a:p>
          <a:p>
            <a:pPr indent="-211137" lvl="1" marL="601662" marR="0" rtl="0" algn="just">
              <a:lnSpc>
                <a:spcPct val="125000"/>
              </a:lnSpc>
              <a:spcBef>
                <a:spcPts val="500"/>
              </a:spcBef>
              <a:spcAft>
                <a:spcPts val="0"/>
              </a:spcAft>
              <a:buClr>
                <a:schemeClr val="accent1"/>
              </a:buClr>
              <a:buSzPts val="2400"/>
              <a:buFont typeface="Verdana"/>
              <a:buChar char="◦"/>
            </a:pPr>
            <a:r>
              <a:rPr b="0" i="0" lang="en-US" sz="2400" u="none" cap="none" strike="noStrike">
                <a:solidFill>
                  <a:schemeClr val="dk1"/>
                </a:solidFill>
                <a:latin typeface="Gill Sans"/>
                <a:ea typeface="Gill Sans"/>
                <a:cs typeface="Gill Sans"/>
                <a:sym typeface="Gill Sans"/>
              </a:rPr>
              <a:t>It may be required to supply</a:t>
            </a:r>
            <a:endParaRPr/>
          </a:p>
          <a:p>
            <a:pPr indent="-203200" lvl="2" marL="79057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1"/>
                </a:solidFill>
                <a:latin typeface="Gill Sans"/>
                <a:ea typeface="Gill Sans"/>
                <a:cs typeface="Gill Sans"/>
                <a:sym typeface="Gill Sans"/>
              </a:rPr>
              <a:t>memory maps</a:t>
            </a:r>
            <a:endParaRPr/>
          </a:p>
          <a:p>
            <a:pPr indent="-203200" lvl="2" marL="79057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1"/>
                </a:solidFill>
                <a:latin typeface="Gill Sans"/>
                <a:ea typeface="Gill Sans"/>
                <a:cs typeface="Gill Sans"/>
                <a:sym typeface="Gill Sans"/>
              </a:rPr>
              <a:t>diagnostic programs</a:t>
            </a:r>
            <a:endParaRPr/>
          </a:p>
          <a:p>
            <a:pPr indent="-203200" lvl="2" marL="79057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1"/>
                </a:solidFill>
                <a:latin typeface="Gill Sans"/>
                <a:ea typeface="Gill Sans"/>
                <a:cs typeface="Gill Sans"/>
                <a:sym typeface="Gill Sans"/>
              </a:rPr>
              <a:t>traces of transactions, </a:t>
            </a:r>
            <a:endParaRPr/>
          </a:p>
          <a:p>
            <a:pPr indent="-203200" lvl="2" marL="790575"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1"/>
                </a:solidFill>
                <a:latin typeface="Gill Sans"/>
                <a:ea typeface="Gill Sans"/>
                <a:cs typeface="Gill Sans"/>
                <a:sym typeface="Gill Sans"/>
              </a:rPr>
              <a:t>circuit diagrams, etc.</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5"/>
          <p:cNvSpPr txBox="1"/>
          <p:nvPr>
            <p:ph type="title"/>
          </p:nvPr>
        </p:nvSpPr>
        <p:spPr>
          <a:xfrm>
            <a:off x="406400" y="136525"/>
            <a:ext cx="7769225" cy="855662"/>
          </a:xfrm>
          <a:prstGeom prst="rect">
            <a:avLst/>
          </a:prstGeom>
          <a:noFill/>
          <a:ln>
            <a:noFill/>
          </a:ln>
        </p:spPr>
        <p:txBody>
          <a:bodyPr anchorCtr="0" anchor="ctr" bIns="41775" lIns="16050" spcFirstLastPara="1" rIns="16050" wrap="square" tIns="41775">
            <a:norm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Maintenance Testing</a:t>
            </a:r>
            <a:endParaRPr/>
          </a:p>
        </p:txBody>
      </p:sp>
      <p:sp>
        <p:nvSpPr>
          <p:cNvPr id="400" name="Google Shape;400;p55"/>
          <p:cNvSpPr txBox="1"/>
          <p:nvPr>
            <p:ph idx="1" type="body"/>
          </p:nvPr>
        </p:nvSpPr>
        <p:spPr>
          <a:xfrm>
            <a:off x="1435100" y="1085850"/>
            <a:ext cx="7499350" cy="3600450"/>
          </a:xfrm>
          <a:prstGeom prst="rect">
            <a:avLst/>
          </a:prstGeom>
          <a:noFill/>
          <a:ln>
            <a:noFill/>
          </a:ln>
        </p:spPr>
        <p:txBody>
          <a:bodyPr anchorCtr="0" anchor="t" bIns="41775" lIns="16050" spcFirstLastPara="1" rIns="16050" wrap="square" tIns="41775">
            <a:noAutofit/>
          </a:bodyPr>
          <a:lstStyle/>
          <a:p>
            <a:pPr indent="-276225" lvl="0" marL="276225" marR="0" rtl="0" algn="just">
              <a:lnSpc>
                <a:spcPct val="125000"/>
              </a:lnSpc>
              <a:spcBef>
                <a:spcPts val="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Verify that: </a:t>
            </a:r>
            <a:endParaRPr/>
          </a:p>
          <a:p>
            <a:pPr indent="-211137" lvl="1" marL="601662" marR="0" rtl="0" algn="just">
              <a:lnSpc>
                <a:spcPct val="125000"/>
              </a:lnSpc>
              <a:spcBef>
                <a:spcPts val="500"/>
              </a:spcBef>
              <a:spcAft>
                <a:spcPts val="0"/>
              </a:spcAft>
              <a:buClr>
                <a:schemeClr val="accent1"/>
              </a:buClr>
              <a:buSzPts val="2400"/>
              <a:buFont typeface="Verdana"/>
              <a:buChar char="◦"/>
            </a:pPr>
            <a:r>
              <a:rPr b="0" i="0" lang="en-US" sz="2400" u="none" cap="none" strike="noStrike">
                <a:solidFill>
                  <a:schemeClr val="dk1"/>
                </a:solidFill>
                <a:latin typeface="Gill Sans"/>
                <a:ea typeface="Gill Sans"/>
                <a:cs typeface="Gill Sans"/>
                <a:sym typeface="Gill Sans"/>
              </a:rPr>
              <a:t>all required artifacts for maintenance exist</a:t>
            </a:r>
            <a:endParaRPr/>
          </a:p>
          <a:p>
            <a:pPr indent="-211137" lvl="1" marL="601662" marR="0" rtl="0" algn="just">
              <a:lnSpc>
                <a:spcPct val="125000"/>
              </a:lnSpc>
              <a:spcBef>
                <a:spcPts val="500"/>
              </a:spcBef>
              <a:spcAft>
                <a:spcPts val="0"/>
              </a:spcAft>
              <a:buClr>
                <a:schemeClr val="accent1"/>
              </a:buClr>
              <a:buSzPts val="2400"/>
              <a:buFont typeface="Verdana"/>
              <a:buChar char="◦"/>
            </a:pPr>
            <a:r>
              <a:rPr b="0" i="0" lang="en-US" sz="2400" u="none" cap="none" strike="noStrike">
                <a:solidFill>
                  <a:schemeClr val="dk1"/>
                </a:solidFill>
                <a:latin typeface="Gill Sans"/>
                <a:ea typeface="Gill Sans"/>
                <a:cs typeface="Gill Sans"/>
                <a:sym typeface="Gill Sans"/>
              </a:rPr>
              <a:t>they function properly</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6"/>
          <p:cNvSpPr txBox="1"/>
          <p:nvPr>
            <p:ph type="title"/>
          </p:nvPr>
        </p:nvSpPr>
        <p:spPr>
          <a:xfrm>
            <a:off x="406400" y="136525"/>
            <a:ext cx="7769225" cy="855662"/>
          </a:xfrm>
          <a:prstGeom prst="rect">
            <a:avLst/>
          </a:prstGeom>
          <a:noFill/>
          <a:ln>
            <a:noFill/>
          </a:ln>
        </p:spPr>
        <p:txBody>
          <a:bodyPr anchorCtr="0" anchor="ctr" bIns="41775" lIns="16050" spcFirstLastPara="1" rIns="16050" wrap="square" tIns="41775">
            <a:norm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Documentation tests</a:t>
            </a:r>
            <a:endParaRPr/>
          </a:p>
        </p:txBody>
      </p:sp>
      <p:sp>
        <p:nvSpPr>
          <p:cNvPr id="407" name="Google Shape;407;p56"/>
          <p:cNvSpPr txBox="1"/>
          <p:nvPr>
            <p:ph idx="1" type="body"/>
          </p:nvPr>
        </p:nvSpPr>
        <p:spPr>
          <a:xfrm>
            <a:off x="990600" y="1223962"/>
            <a:ext cx="8001000" cy="3232150"/>
          </a:xfrm>
          <a:prstGeom prst="rect">
            <a:avLst/>
          </a:prstGeom>
          <a:noFill/>
          <a:ln>
            <a:noFill/>
          </a:ln>
        </p:spPr>
        <p:txBody>
          <a:bodyPr anchorCtr="0" anchor="t" bIns="41775" lIns="16050" spcFirstLastPara="1" rIns="16050" wrap="square" tIns="41775">
            <a:noAutofit/>
          </a:bodyPr>
          <a:lstStyle/>
          <a:p>
            <a:pPr indent="-276225" lvl="0" marL="276225" marR="0" rtl="0" algn="just">
              <a:lnSpc>
                <a:spcPct val="125000"/>
              </a:lnSpc>
              <a:spcBef>
                <a:spcPts val="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Check that required documents exist and are consistent:</a:t>
            </a:r>
            <a:endParaRPr/>
          </a:p>
          <a:p>
            <a:pPr indent="-211137" lvl="1" marL="601662" marR="0" rtl="0" algn="just">
              <a:lnSpc>
                <a:spcPct val="125000"/>
              </a:lnSpc>
              <a:spcBef>
                <a:spcPts val="500"/>
              </a:spcBef>
              <a:spcAft>
                <a:spcPts val="0"/>
              </a:spcAft>
              <a:buClr>
                <a:schemeClr val="accent1"/>
              </a:buClr>
              <a:buSzPts val="2400"/>
              <a:buFont typeface="Verdana"/>
              <a:buChar char="◦"/>
            </a:pPr>
            <a:r>
              <a:rPr b="0" i="0" lang="en-US" sz="2400" u="none" cap="none" strike="noStrike">
                <a:solidFill>
                  <a:schemeClr val="dk1"/>
                </a:solidFill>
                <a:latin typeface="Gill Sans"/>
                <a:ea typeface="Gill Sans"/>
                <a:cs typeface="Gill Sans"/>
                <a:sym typeface="Gill Sans"/>
              </a:rPr>
              <a:t>user guides, </a:t>
            </a:r>
            <a:endParaRPr/>
          </a:p>
          <a:p>
            <a:pPr indent="-211137" lvl="1" marL="601662" marR="0" rtl="0" algn="just">
              <a:lnSpc>
                <a:spcPct val="125000"/>
              </a:lnSpc>
              <a:spcBef>
                <a:spcPts val="500"/>
              </a:spcBef>
              <a:spcAft>
                <a:spcPts val="0"/>
              </a:spcAft>
              <a:buClr>
                <a:schemeClr val="accent1"/>
              </a:buClr>
              <a:buSzPts val="2400"/>
              <a:buFont typeface="Verdana"/>
              <a:buChar char="◦"/>
            </a:pPr>
            <a:r>
              <a:rPr b="0" i="0" lang="en-US" sz="2400" u="none" cap="none" strike="noStrike">
                <a:solidFill>
                  <a:schemeClr val="dk1"/>
                </a:solidFill>
                <a:latin typeface="Gill Sans"/>
                <a:ea typeface="Gill Sans"/>
                <a:cs typeface="Gill Sans"/>
                <a:sym typeface="Gill Sans"/>
              </a:rPr>
              <a:t>maintenance guides, </a:t>
            </a:r>
            <a:endParaRPr/>
          </a:p>
          <a:p>
            <a:pPr indent="-211137" lvl="1" marL="601662" marR="0" rtl="0" algn="just">
              <a:lnSpc>
                <a:spcPct val="125000"/>
              </a:lnSpc>
              <a:spcBef>
                <a:spcPts val="500"/>
              </a:spcBef>
              <a:spcAft>
                <a:spcPts val="0"/>
              </a:spcAft>
              <a:buClr>
                <a:schemeClr val="accent1"/>
              </a:buClr>
              <a:buSzPts val="2400"/>
              <a:buFont typeface="Verdana"/>
              <a:buChar char="◦"/>
            </a:pPr>
            <a:r>
              <a:rPr b="0" i="0" lang="en-US" sz="2400" u="none" cap="none" strike="noStrike">
                <a:solidFill>
                  <a:schemeClr val="dk1"/>
                </a:solidFill>
                <a:latin typeface="Gill Sans"/>
                <a:ea typeface="Gill Sans"/>
                <a:cs typeface="Gill Sans"/>
                <a:sym typeface="Gill Sans"/>
              </a:rPr>
              <a:t>technical documents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7"/>
          <p:cNvSpPr txBox="1"/>
          <p:nvPr>
            <p:ph type="title"/>
          </p:nvPr>
        </p:nvSpPr>
        <p:spPr>
          <a:xfrm>
            <a:off x="406400" y="136525"/>
            <a:ext cx="7769225" cy="855662"/>
          </a:xfrm>
          <a:prstGeom prst="rect">
            <a:avLst/>
          </a:prstGeom>
          <a:noFill/>
          <a:ln>
            <a:noFill/>
          </a:ln>
        </p:spPr>
        <p:txBody>
          <a:bodyPr anchorCtr="0" anchor="ctr" bIns="41775" lIns="16050" spcFirstLastPara="1" rIns="16050" wrap="square" tIns="41775">
            <a:normAutofit/>
          </a:bodyPr>
          <a:lstStyle/>
          <a:p>
            <a:pPr indent="0" lvl="0" marL="0" rtl="0" algn="ctr">
              <a:lnSpc>
                <a:spcPct val="100000"/>
              </a:lnSpc>
              <a:spcBef>
                <a:spcPts val="0"/>
              </a:spcBef>
              <a:spcAft>
                <a:spcPts val="0"/>
              </a:spcAft>
              <a:buClr>
                <a:srgbClr val="572314"/>
              </a:buClr>
              <a:buSzPts val="3600"/>
              <a:buFont typeface="Gill Sans"/>
              <a:buNone/>
            </a:pPr>
            <a:r>
              <a:rPr b="0" i="0" lang="en-US" sz="3600" u="none">
                <a:solidFill>
                  <a:srgbClr val="572314"/>
                </a:solidFill>
                <a:latin typeface="Gill Sans"/>
                <a:ea typeface="Gill Sans"/>
                <a:cs typeface="Gill Sans"/>
                <a:sym typeface="Gill Sans"/>
              </a:rPr>
              <a:t>Documentation tests</a:t>
            </a:r>
            <a:endParaRPr/>
          </a:p>
        </p:txBody>
      </p:sp>
      <p:sp>
        <p:nvSpPr>
          <p:cNvPr id="414" name="Google Shape;414;p57"/>
          <p:cNvSpPr txBox="1"/>
          <p:nvPr>
            <p:ph idx="1" type="body"/>
          </p:nvPr>
        </p:nvSpPr>
        <p:spPr>
          <a:xfrm>
            <a:off x="990600" y="1223962"/>
            <a:ext cx="8001000" cy="3317875"/>
          </a:xfrm>
          <a:prstGeom prst="rect">
            <a:avLst/>
          </a:prstGeom>
          <a:noFill/>
          <a:ln>
            <a:noFill/>
          </a:ln>
        </p:spPr>
        <p:txBody>
          <a:bodyPr anchorCtr="0" anchor="t" bIns="41775" lIns="16050" spcFirstLastPara="1" rIns="16050" wrap="square" tIns="41775">
            <a:noAutofit/>
          </a:bodyPr>
          <a:lstStyle/>
          <a:p>
            <a:pPr indent="-276225" lvl="0" marL="276225" marR="0" rtl="0" algn="just">
              <a:lnSpc>
                <a:spcPct val="125000"/>
              </a:lnSpc>
              <a:spcBef>
                <a:spcPts val="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Sometimes requirements specify:</a:t>
            </a:r>
            <a:endParaRPr/>
          </a:p>
          <a:p>
            <a:pPr indent="-211137" lvl="1" marL="601662" marR="0" rtl="0" algn="just">
              <a:lnSpc>
                <a:spcPct val="125000"/>
              </a:lnSpc>
              <a:spcBef>
                <a:spcPts val="500"/>
              </a:spcBef>
              <a:spcAft>
                <a:spcPts val="0"/>
              </a:spcAft>
              <a:buClr>
                <a:schemeClr val="accent1"/>
              </a:buClr>
              <a:buSzPts val="2400"/>
              <a:buFont typeface="Verdana"/>
              <a:buChar char="◦"/>
            </a:pPr>
            <a:r>
              <a:rPr b="0" i="0" lang="en-US" sz="2400" u="none" cap="none" strike="noStrike">
                <a:solidFill>
                  <a:schemeClr val="dk1"/>
                </a:solidFill>
                <a:latin typeface="Gill Sans"/>
                <a:ea typeface="Gill Sans"/>
                <a:cs typeface="Gill Sans"/>
                <a:sym typeface="Gill Sans"/>
              </a:rPr>
              <a:t>Format and audience of specific documents</a:t>
            </a:r>
            <a:endParaRPr/>
          </a:p>
          <a:p>
            <a:pPr indent="-211137" lvl="1" marL="601662" marR="0" rtl="0" algn="just">
              <a:lnSpc>
                <a:spcPct val="125000"/>
              </a:lnSpc>
              <a:spcBef>
                <a:spcPts val="500"/>
              </a:spcBef>
              <a:spcAft>
                <a:spcPts val="0"/>
              </a:spcAft>
              <a:buClr>
                <a:schemeClr val="accent1"/>
              </a:buClr>
              <a:buSzPts val="2400"/>
              <a:buFont typeface="Verdana"/>
              <a:buChar char="◦"/>
            </a:pPr>
            <a:r>
              <a:rPr b="0" i="0" lang="en-US" sz="2400" u="none" cap="none" strike="noStrike">
                <a:solidFill>
                  <a:schemeClr val="dk1"/>
                </a:solidFill>
                <a:latin typeface="Gill Sans"/>
                <a:ea typeface="Gill Sans"/>
                <a:cs typeface="Gill Sans"/>
                <a:sym typeface="Gill Sans"/>
              </a:rPr>
              <a:t>Documents are evaluated for compliance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8"/>
          <p:cNvSpPr txBox="1"/>
          <p:nvPr>
            <p:ph type="title"/>
          </p:nvPr>
        </p:nvSpPr>
        <p:spPr>
          <a:xfrm>
            <a:off x="1143000" y="171450"/>
            <a:ext cx="7770812" cy="869950"/>
          </a:xfrm>
          <a:prstGeom prst="rect">
            <a:avLst/>
          </a:prstGeom>
          <a:noFill/>
          <a:ln>
            <a:noFill/>
          </a:ln>
        </p:spPr>
        <p:txBody>
          <a:bodyPr anchorCtr="0" anchor="ctr" bIns="46800" lIns="18000" spcFirstLastPara="1" rIns="18000" wrap="square" tIns="46800">
            <a:normAutofit/>
          </a:bodyPr>
          <a:lstStyle/>
          <a:p>
            <a:pPr indent="0" lvl="0" marL="0" rtl="0" algn="ctr">
              <a:lnSpc>
                <a:spcPct val="100000"/>
              </a:lnSpc>
              <a:spcBef>
                <a:spcPts val="0"/>
              </a:spcBef>
              <a:spcAft>
                <a:spcPts val="0"/>
              </a:spcAft>
              <a:buClr>
                <a:srgbClr val="572314"/>
              </a:buClr>
              <a:buSzPts val="3200"/>
              <a:buFont typeface="Gill Sans"/>
              <a:buNone/>
            </a:pPr>
            <a:r>
              <a:rPr b="0" i="0" lang="en-US" sz="3200" u="none">
                <a:solidFill>
                  <a:srgbClr val="572314"/>
                </a:solidFill>
                <a:latin typeface="Gill Sans"/>
                <a:ea typeface="Gill Sans"/>
                <a:cs typeface="Gill Sans"/>
                <a:sym typeface="Gill Sans"/>
              </a:rPr>
              <a:t>Summary</a:t>
            </a:r>
            <a:endParaRPr/>
          </a:p>
        </p:txBody>
      </p:sp>
      <p:sp>
        <p:nvSpPr>
          <p:cNvPr id="421" name="Google Shape;421;p58"/>
          <p:cNvSpPr txBox="1"/>
          <p:nvPr>
            <p:ph idx="1" type="body"/>
          </p:nvPr>
        </p:nvSpPr>
        <p:spPr>
          <a:xfrm>
            <a:off x="685800" y="895350"/>
            <a:ext cx="8305800" cy="4038600"/>
          </a:xfrm>
          <a:prstGeom prst="rect">
            <a:avLst/>
          </a:prstGeom>
          <a:noFill/>
          <a:ln>
            <a:noFill/>
          </a:ln>
        </p:spPr>
        <p:txBody>
          <a:bodyPr anchorCtr="0" anchor="t" bIns="46800" lIns="18000" spcFirstLastPara="1" rIns="18000" wrap="square" tIns="46800">
            <a:noAutofit/>
          </a:bodyPr>
          <a:lstStyle/>
          <a:p>
            <a:pPr indent="-110171" lvl="0" marL="325437" marR="0" rtl="0" algn="l">
              <a:lnSpc>
                <a:spcPct val="100000"/>
              </a:lnSpc>
              <a:spcBef>
                <a:spcPts val="0"/>
              </a:spcBef>
              <a:spcAft>
                <a:spcPts val="0"/>
              </a:spcAft>
              <a:buClr>
                <a:schemeClr val="accent1"/>
              </a:buClr>
              <a:buSzPts val="2240"/>
              <a:buFont typeface="Noto Sans Symbols"/>
              <a:buNone/>
            </a:pPr>
            <a:r>
              <a:t/>
            </a:r>
            <a:endParaRPr b="0" i="0" sz="2800" u="none">
              <a:solidFill>
                <a:schemeClr val="dk1"/>
              </a:solidFill>
              <a:latin typeface="Gill Sans"/>
              <a:ea typeface="Gill Sans"/>
              <a:cs typeface="Gill Sans"/>
              <a:sym typeface="Gill Sans"/>
            </a:endParaRPr>
          </a:p>
          <a:p>
            <a:pPr indent="-252411" lvl="0" marL="325437" marR="0" rtl="0" algn="l">
              <a:lnSpc>
                <a:spcPct val="100000"/>
              </a:lnSpc>
              <a:spcBef>
                <a:spcPts val="80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Discussed Alpha, Beta and Acceptance testing.</a:t>
            </a:r>
            <a:endParaRPr/>
          </a:p>
          <a:p>
            <a:pPr indent="-252411" lvl="0" marL="325437" marR="0" rtl="0" algn="l">
              <a:lnSpc>
                <a:spcPct val="100000"/>
              </a:lnSpc>
              <a:spcBef>
                <a:spcPts val="80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Briefly explained Smoke testing.</a:t>
            </a:r>
            <a:endParaRPr/>
          </a:p>
          <a:p>
            <a:pPr indent="-252411" lvl="0" marL="325437" marR="0" rtl="0" algn="l">
              <a:lnSpc>
                <a:spcPct val="100000"/>
              </a:lnSpc>
              <a:spcBef>
                <a:spcPts val="80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Explained various performance testing techniques.</a:t>
            </a:r>
            <a:endParaRPr/>
          </a:p>
          <a:p>
            <a:pPr indent="-110171" lvl="0" marL="325437" marR="0" rtl="0" algn="l">
              <a:lnSpc>
                <a:spcPct val="100000"/>
              </a:lnSpc>
              <a:spcBef>
                <a:spcPts val="800"/>
              </a:spcBef>
              <a:spcAft>
                <a:spcPts val="0"/>
              </a:spcAft>
              <a:buClr>
                <a:schemeClr val="accent1"/>
              </a:buClr>
              <a:buSzPts val="2240"/>
              <a:buFont typeface="Noto Sans Symbols"/>
              <a:buNone/>
            </a:pPr>
            <a:r>
              <a:t/>
            </a:r>
            <a:endParaRPr b="0" i="0" sz="2800" u="none">
              <a:solidFill>
                <a:schemeClr val="dk1"/>
              </a:solidFill>
              <a:latin typeface="Gill Sans"/>
              <a:ea typeface="Gill Sans"/>
              <a:cs typeface="Gill Sans"/>
              <a:sym typeface="Gill Sans"/>
            </a:endParaRPr>
          </a:p>
          <a:p>
            <a:pPr indent="-110173" lvl="0" marL="325438" marR="0" rtl="0" algn="l">
              <a:spcBef>
                <a:spcPts val="538"/>
              </a:spcBef>
              <a:spcAft>
                <a:spcPts val="0"/>
              </a:spcAft>
              <a:buClr>
                <a:schemeClr val="accent1"/>
              </a:buClr>
              <a:buSzPts val="2240"/>
              <a:buFont typeface="Noto Sans Symbols"/>
              <a:buNone/>
            </a:pPr>
            <a:r>
              <a:t/>
            </a:r>
            <a:endParaRPr b="0" i="0" sz="2800" u="none">
              <a:solidFill>
                <a:schemeClr val="dk1"/>
              </a:solidFill>
              <a:latin typeface="Gill Sans"/>
              <a:ea typeface="Gill Sans"/>
              <a:cs typeface="Gill Sans"/>
              <a:sym typeface="Gill Sans"/>
            </a:endParaRPr>
          </a:p>
        </p:txBody>
      </p:sp>
      <p:sp>
        <p:nvSpPr>
          <p:cNvPr id="422" name="Google Shape;422;p58"/>
          <p:cNvSpPr txBox="1"/>
          <p:nvPr/>
        </p:nvSpPr>
        <p:spPr>
          <a:xfrm>
            <a:off x="8613775" y="4729162"/>
            <a:ext cx="457200" cy="357187"/>
          </a:xfrm>
          <a:prstGeom prst="rect">
            <a:avLst/>
          </a:prstGeom>
          <a:noFill/>
          <a:ln>
            <a:noFill/>
          </a:ln>
        </p:spPr>
        <p:txBody>
          <a:bodyPr anchorCtr="0" anchor="b" bIns="40800" lIns="81625" spcFirstLastPara="1" rIns="81625" wrap="square" tIns="40800">
            <a:noAutofit/>
          </a:bodyPr>
          <a:lstStyle/>
          <a:p>
            <a:pPr indent="0" lvl="0" marL="0" marR="0" rtl="0" algn="ctr">
              <a:lnSpc>
                <a:spcPct val="100000"/>
              </a:lnSpc>
              <a:spcBef>
                <a:spcPts val="0"/>
              </a:spcBef>
              <a:spcAft>
                <a:spcPts val="0"/>
              </a:spcAft>
              <a:buClr>
                <a:srgbClr val="B5A788"/>
              </a:buClr>
              <a:buSzPts val="1100"/>
              <a:buFont typeface="Comic Sans MS"/>
              <a:buNone/>
            </a:pPr>
            <a:fld id="{00000000-1234-1234-1234-123412341234}" type="slidenum">
              <a:rPr b="0" i="0" lang="en-US" sz="1100" u="none">
                <a:solidFill>
                  <a:srgbClr val="B5A788"/>
                </a:solidFill>
                <a:latin typeface="Comic Sans MS"/>
                <a:ea typeface="Comic Sans MS"/>
                <a:cs typeface="Comic Sans MS"/>
                <a:sym typeface="Comic Sans MS"/>
              </a:rPr>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9"/>
          <p:cNvSpPr txBox="1"/>
          <p:nvPr/>
        </p:nvSpPr>
        <p:spPr>
          <a:xfrm>
            <a:off x="1127125" y="209550"/>
            <a:ext cx="7864475" cy="646112"/>
          </a:xfrm>
          <a:prstGeom prst="rect">
            <a:avLst/>
          </a:prstGeom>
          <a:noFill/>
          <a:ln>
            <a:noFill/>
          </a:ln>
        </p:spPr>
        <p:txBody>
          <a:bodyPr anchorCtr="0" anchor="ctr" bIns="39300" lIns="15100" spcFirstLastPara="1" rIns="15100" wrap="square" tIns="39300">
            <a:noAutofit/>
          </a:bodyPr>
          <a:lstStyle/>
          <a:p>
            <a:pPr indent="0" lvl="0" marL="0" marR="0" rtl="0" algn="ctr">
              <a:lnSpc>
                <a:spcPct val="100000"/>
              </a:lnSpc>
              <a:spcBef>
                <a:spcPts val="0"/>
              </a:spcBef>
              <a:spcAft>
                <a:spcPts val="0"/>
              </a:spcAft>
              <a:buClr>
                <a:srgbClr val="572314"/>
              </a:buClr>
              <a:buSzPts val="3200"/>
              <a:buFont typeface="Gill Sans"/>
              <a:buNone/>
            </a:pPr>
            <a:r>
              <a:rPr b="0" i="0" lang="en-US" sz="3200" u="none">
                <a:solidFill>
                  <a:srgbClr val="572314"/>
                </a:solidFill>
                <a:latin typeface="Gill Sans"/>
                <a:ea typeface="Gill Sans"/>
                <a:cs typeface="Gill Sans"/>
                <a:sym typeface="Gill Sans"/>
              </a:rPr>
              <a:t>References </a:t>
            </a:r>
            <a:endParaRPr/>
          </a:p>
        </p:txBody>
      </p:sp>
      <p:sp>
        <p:nvSpPr>
          <p:cNvPr id="428" name="Google Shape;428;p59"/>
          <p:cNvSpPr txBox="1"/>
          <p:nvPr/>
        </p:nvSpPr>
        <p:spPr>
          <a:xfrm>
            <a:off x="1143000" y="1047750"/>
            <a:ext cx="7848600" cy="3397250"/>
          </a:xfrm>
          <a:prstGeom prst="rect">
            <a:avLst/>
          </a:prstGeom>
          <a:noFill/>
          <a:ln>
            <a:noFill/>
          </a:ln>
        </p:spPr>
        <p:txBody>
          <a:bodyPr anchorCtr="0" anchor="t" bIns="51200" lIns="102400" spcFirstLastPara="1" rIns="102400" wrap="square" tIns="51200">
            <a:spAutoFit/>
          </a:bodyPr>
          <a:lstStyle/>
          <a:p>
            <a:pPr indent="-382587" lvl="0" marL="382587" marR="0" rtl="0" algn="just">
              <a:lnSpc>
                <a:spcPct val="100000"/>
              </a:lnSpc>
              <a:spcBef>
                <a:spcPts val="0"/>
              </a:spcBef>
              <a:spcAft>
                <a:spcPts val="0"/>
              </a:spcAft>
              <a:buClr>
                <a:srgbClr val="000000"/>
              </a:buClr>
              <a:buSzPts val="2800"/>
              <a:buFont typeface="Gill Sans"/>
              <a:buAutoNum type="arabicPeriod"/>
            </a:pPr>
            <a:r>
              <a:rPr b="0" i="0" lang="en-US" sz="2800" u="none">
                <a:solidFill>
                  <a:srgbClr val="000000"/>
                </a:solidFill>
                <a:latin typeface="Gill Sans"/>
                <a:ea typeface="Gill Sans"/>
                <a:cs typeface="Gill Sans"/>
                <a:sym typeface="Gill Sans"/>
              </a:rPr>
              <a:t>Rajib Mall, Fundamentals of Software Engineering, (Chapter – 10), Fifth Edition, PHI Learning Pvt. Ltd., 2018.</a:t>
            </a:r>
            <a:endParaRPr/>
          </a:p>
          <a:p>
            <a:pPr indent="-382587" lvl="0" marL="382587" marR="0" rtl="0" algn="just">
              <a:lnSpc>
                <a:spcPct val="100000"/>
              </a:lnSpc>
              <a:spcBef>
                <a:spcPts val="0"/>
              </a:spcBef>
              <a:spcAft>
                <a:spcPts val="0"/>
              </a:spcAft>
              <a:buClr>
                <a:srgbClr val="000000"/>
              </a:buClr>
              <a:buSzPts val="2800"/>
              <a:buFont typeface="Gill Sans"/>
              <a:buAutoNum type="arabicPeriod"/>
            </a:pPr>
            <a:r>
              <a:rPr b="0" i="0" lang="en-US" sz="2800" u="none">
                <a:solidFill>
                  <a:srgbClr val="000000"/>
                </a:solidFill>
                <a:latin typeface="Gill Sans"/>
                <a:ea typeface="Gill Sans"/>
                <a:cs typeface="Gill Sans"/>
                <a:sym typeface="Gill Sans"/>
              </a:rPr>
              <a:t>Naresh Chauhan, Software Testing: Principles and Practices, (Chapter – 7), Second Edition, Oxford University Press,  2016.</a:t>
            </a:r>
            <a:endParaRPr/>
          </a:p>
          <a:p>
            <a:pPr indent="-204786" lvl="0" marL="382587" marR="0" rtl="0" algn="just">
              <a:lnSpc>
                <a:spcPct val="100000"/>
              </a:lnSpc>
              <a:spcBef>
                <a:spcPts val="0"/>
              </a:spcBef>
              <a:spcAft>
                <a:spcPts val="0"/>
              </a:spcAft>
              <a:buClr>
                <a:srgbClr val="000000"/>
              </a:buClr>
              <a:buSzPts val="2800"/>
              <a:buFont typeface="Gill Sans"/>
              <a:buNone/>
            </a:pPr>
            <a:r>
              <a:t/>
            </a:r>
            <a:endParaRPr b="0" i="0" sz="2800" u="non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None/>
            </a:pPr>
            <a:r>
              <a:t/>
            </a:r>
            <a:endParaRPr b="0" i="0" sz="2800" u="none">
              <a:solidFill>
                <a:srgbClr val="000000"/>
              </a:solidFill>
              <a:latin typeface="Gill Sans"/>
              <a:ea typeface="Gill Sans"/>
              <a:cs typeface="Gill Sans"/>
              <a:sym typeface="Gill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0"/>
          <p:cNvSpPr txBox="1"/>
          <p:nvPr>
            <p:ph idx="1" type="body"/>
          </p:nvPr>
        </p:nvSpPr>
        <p:spPr>
          <a:xfrm>
            <a:off x="1219200" y="1962150"/>
            <a:ext cx="7499350" cy="2438400"/>
          </a:xfrm>
          <a:prstGeom prst="rect">
            <a:avLst/>
          </a:prstGeom>
          <a:noFill/>
          <a:ln>
            <a:noFill/>
          </a:ln>
        </p:spPr>
        <p:txBody>
          <a:bodyPr anchorCtr="0" anchor="t" bIns="40800" lIns="81625" spcFirstLastPara="1" rIns="81625" wrap="square" tIns="40800">
            <a:noAutofit/>
          </a:bodyPr>
          <a:lstStyle/>
          <a:p>
            <a:pPr indent="0" lvl="0" marL="73025" marR="0" rtl="0" algn="ctr">
              <a:lnSpc>
                <a:spcPct val="100000"/>
              </a:lnSpc>
              <a:spcBef>
                <a:spcPts val="0"/>
              </a:spcBef>
              <a:spcAft>
                <a:spcPts val="0"/>
              </a:spcAft>
              <a:buClr>
                <a:schemeClr val="accent1"/>
              </a:buClr>
              <a:buSzPts val="3840"/>
              <a:buFont typeface="Noto Sans Symbols"/>
              <a:buNone/>
            </a:pPr>
            <a:r>
              <a:rPr b="0" i="0" lang="en-US" sz="4800" u="none">
                <a:solidFill>
                  <a:schemeClr val="dk1"/>
                </a:solidFill>
                <a:latin typeface="Gill Sans"/>
                <a:ea typeface="Gill Sans"/>
                <a:cs typeface="Gill Sans"/>
                <a:sym typeface="Gill Sans"/>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3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9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7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5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10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6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8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4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11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2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