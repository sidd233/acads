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2.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 id="2147483662" r:id="rId6"/>
    <p:sldMasterId id="2147483663" r:id="rId7"/>
    <p:sldMasterId id="2147483664" r:id="rId8"/>
    <p:sldMasterId id="2147483665" r:id="rId9"/>
    <p:sldMasterId id="2147483666" r:id="rId10"/>
    <p:sldMasterId id="2147483667" r:id="rId11"/>
    <p:sldMasterId id="2147483668" r:id="rId12"/>
    <p:sldMasterId id="2147483669" r:id="rId13"/>
    <p:sldMasterId id="2147483670" r:id="rId14"/>
    <p:sldMasterId id="2147483671"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Lst>
  <p:sldSz cy="7559675" cx="13439775"/>
  <p:notesSz cx="7556500" cy="10691800"/>
  <p:embeddedFontLst>
    <p:embeddedFont>
      <p:font typeface="Gill Sans"/>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1">
          <p15:clr>
            <a:srgbClr val="000000"/>
          </p15:clr>
        </p15:guide>
        <p15:guide id="2" pos="384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1"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4.xml"/><Relationship Id="rId42" Type="http://schemas.openxmlformats.org/officeDocument/2006/relationships/slide" Target="slides/slide26.xml"/><Relationship Id="rId41" Type="http://schemas.openxmlformats.org/officeDocument/2006/relationships/slide" Target="slides/slide25.xml"/><Relationship Id="rId44" Type="http://schemas.openxmlformats.org/officeDocument/2006/relationships/slide" Target="slides/slide28.xml"/><Relationship Id="rId43" Type="http://schemas.openxmlformats.org/officeDocument/2006/relationships/slide" Target="slides/slide27.xml"/><Relationship Id="rId46" Type="http://schemas.openxmlformats.org/officeDocument/2006/relationships/slide" Target="slides/slide30.xml"/><Relationship Id="rId45" Type="http://schemas.openxmlformats.org/officeDocument/2006/relationships/slide" Target="slides/slide2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GillSans-regular.fntdata"/><Relationship Id="rId47" Type="http://schemas.openxmlformats.org/officeDocument/2006/relationships/slide" Target="slides/slide31.xml"/><Relationship Id="rId49" Type="http://schemas.openxmlformats.org/officeDocument/2006/relationships/font" Target="fonts/GillSans-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5.xml"/><Relationship Id="rId30" Type="http://schemas.openxmlformats.org/officeDocument/2006/relationships/slide" Target="slides/slide14.xml"/><Relationship Id="rId33" Type="http://schemas.openxmlformats.org/officeDocument/2006/relationships/slide" Target="slides/slide17.xml"/><Relationship Id="rId32" Type="http://schemas.openxmlformats.org/officeDocument/2006/relationships/slide" Target="slides/slide16.xml"/><Relationship Id="rId35" Type="http://schemas.openxmlformats.org/officeDocument/2006/relationships/slide" Target="slides/slide19.xml"/><Relationship Id="rId34" Type="http://schemas.openxmlformats.org/officeDocument/2006/relationships/slide" Target="slides/slide18.xml"/><Relationship Id="rId37" Type="http://schemas.openxmlformats.org/officeDocument/2006/relationships/slide" Target="slides/slide21.xml"/><Relationship Id="rId36" Type="http://schemas.openxmlformats.org/officeDocument/2006/relationships/slide" Target="slides/slide20.xml"/><Relationship Id="rId39" Type="http://schemas.openxmlformats.org/officeDocument/2006/relationships/slide" Target="slides/slide23.xml"/><Relationship Id="rId38" Type="http://schemas.openxmlformats.org/officeDocument/2006/relationships/slide" Target="slides/slide22.xml"/><Relationship Id="rId20" Type="http://schemas.openxmlformats.org/officeDocument/2006/relationships/slide" Target="slides/slide4.xml"/><Relationship Id="rId22" Type="http://schemas.openxmlformats.org/officeDocument/2006/relationships/slide" Target="slides/slide6.xml"/><Relationship Id="rId21" Type="http://schemas.openxmlformats.org/officeDocument/2006/relationships/slide" Target="slides/slide5.xml"/><Relationship Id="rId24" Type="http://schemas.openxmlformats.org/officeDocument/2006/relationships/slide" Target="slides/slide8.xml"/><Relationship Id="rId23" Type="http://schemas.openxmlformats.org/officeDocument/2006/relationships/slide" Target="slides/slide7.xml"/><Relationship Id="rId26" Type="http://schemas.openxmlformats.org/officeDocument/2006/relationships/slide" Target="slides/slide10.xml"/><Relationship Id="rId25" Type="http://schemas.openxmlformats.org/officeDocument/2006/relationships/slide" Target="slides/slide9.xml"/><Relationship Id="rId28" Type="http://schemas.openxmlformats.org/officeDocument/2006/relationships/slide" Target="slides/slide12.xml"/><Relationship Id="rId27" Type="http://schemas.openxmlformats.org/officeDocument/2006/relationships/slide" Target="slides/slide11.xml"/><Relationship Id="rId29" Type="http://schemas.openxmlformats.org/officeDocument/2006/relationships/slide" Target="slides/slide13.xml"/><Relationship Id="rId11" Type="http://schemas.openxmlformats.org/officeDocument/2006/relationships/slideMaster" Target="slideMasters/slideMaster8.xml"/><Relationship Id="rId10" Type="http://schemas.openxmlformats.org/officeDocument/2006/relationships/slideMaster" Target="slideMasters/slideMaster7.xml"/><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 Target="slides/slide1.xml"/><Relationship Id="rId16" Type="http://schemas.openxmlformats.org/officeDocument/2006/relationships/notesMaster" Target="notesMasters/notesMaster1.xml"/><Relationship Id="rId19" Type="http://schemas.openxmlformats.org/officeDocument/2006/relationships/slide" Target="slides/slide3.xml"/><Relationship Id="rId1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4" name="Google Shape;4;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5" name="Google Shape;5;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6" name="Google Shape;6;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7" name="Google Shape;7;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8" name="Google Shape;8;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9" name="Google Shape;9;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10" name="Google Shape;10;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11" name="Google Shape;11;n"/>
          <p:cNvSpPr/>
          <p:nvPr/>
        </p:nvSpPr>
        <p:spPr>
          <a:xfrm>
            <a:off x="0" y="0"/>
            <a:ext cx="7556500" cy="10691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12" name="Google Shape;12;n"/>
          <p:cNvSpPr txBox="1"/>
          <p:nvPr/>
        </p:nvSpPr>
        <p:spPr>
          <a:xfrm>
            <a:off x="1311275" y="1027112"/>
            <a:ext cx="4933950" cy="370046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13" name="Google Shape;13;n"/>
          <p:cNvSpPr txBox="1"/>
          <p:nvPr>
            <p:ph idx="1" type="body"/>
          </p:nvPr>
        </p:nvSpPr>
        <p:spPr>
          <a:xfrm>
            <a:off x="1169987" y="5086350"/>
            <a:ext cx="5216525" cy="41021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4" name="Google Shape;14;n"/>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a:noFill/>
          <a:ln>
            <a:noFill/>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4" name="Google Shape;204;p1: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0" name="Google Shape;210;p2: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3: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7" name="Google Shape;217;p3: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4: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4" name="Google Shape;224;p4: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1" name="Google Shape;231;p5: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6: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8" name="Google Shape;238;p6: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6" name="Google Shape;246;p7: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4" name="Google Shape;254;p8: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9: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1" name="Google Shape;261;p9: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0: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8" name="Google Shape;268;p10: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4" name="Google Shape;274;p11: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1" name="Google Shape;281;p12: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8" name="Google Shape;288;p13: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6" name="Google Shape;296;p14: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p:nvPr>
            <p:ph idx="2" type="sldImg"/>
          </p:nvPr>
        </p:nvSpPr>
        <p:spPr>
          <a:xfrm>
            <a:off x="-22225" y="354012"/>
            <a:ext cx="7597775" cy="4275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03" name="Google Shape;303;p15:notes"/>
          <p:cNvSpPr txBox="1"/>
          <p:nvPr/>
        </p:nvSpPr>
        <p:spPr>
          <a:xfrm>
            <a:off x="554037" y="5046662"/>
            <a:ext cx="6451600" cy="4746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304" name="Google Shape;304;p15: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6:notes"/>
          <p:cNvSpPr/>
          <p:nvPr>
            <p:ph idx="2" type="sldImg"/>
          </p:nvPr>
        </p:nvSpPr>
        <p:spPr>
          <a:xfrm>
            <a:off x="-22225" y="354012"/>
            <a:ext cx="7597775" cy="4275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10" name="Google Shape;310;p16:notes"/>
          <p:cNvSpPr txBox="1"/>
          <p:nvPr/>
        </p:nvSpPr>
        <p:spPr>
          <a:xfrm>
            <a:off x="554037" y="5046662"/>
            <a:ext cx="6451600" cy="4746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311" name="Google Shape;311;p16: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7:notes"/>
          <p:cNvSpPr/>
          <p:nvPr>
            <p:ph idx="2" type="sldImg"/>
          </p:nvPr>
        </p:nvSpPr>
        <p:spPr>
          <a:xfrm>
            <a:off x="-22225" y="354012"/>
            <a:ext cx="7597775" cy="4275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17" name="Google Shape;317;p17:notes"/>
          <p:cNvSpPr txBox="1"/>
          <p:nvPr/>
        </p:nvSpPr>
        <p:spPr>
          <a:xfrm>
            <a:off x="554037" y="5046662"/>
            <a:ext cx="6451600" cy="4746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400" u="none">
              <a:solidFill>
                <a:srgbClr val="000000"/>
              </a:solidFill>
              <a:latin typeface="Comic Sans MS"/>
              <a:ea typeface="Comic Sans MS"/>
              <a:cs typeface="Comic Sans MS"/>
              <a:sym typeface="Comic Sans MS"/>
            </a:endParaRPr>
          </a:p>
        </p:txBody>
      </p:sp>
      <p:sp>
        <p:nvSpPr>
          <p:cNvPr id="318" name="Google Shape;318;p17: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8: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4" name="Google Shape;324;p18: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9: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1" name="Google Shape;331;p19: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0: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9" name="Google Shape;339;p20: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1: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6" name="Google Shape;346;p21: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3" name="Google Shape;353;p22: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3: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0" name="Google Shape;360;p23: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4: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7" name="Google Shape;367;p24: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5: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4" name="Google Shape;374;p25: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6: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1" name="Google Shape;381;p26: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7: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7" name="Google Shape;387;p27: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8: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3" name="Google Shape;393;p28: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9: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9" name="Google Shape;399;p29: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0: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7" name="Google Shape;407;p30: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1:notes"/>
          <p:cNvSpPr txBox="1"/>
          <p:nvPr>
            <p:ph idx="1" type="body"/>
          </p:nvPr>
        </p:nvSpPr>
        <p:spPr>
          <a:xfrm>
            <a:off x="1169987" y="5086350"/>
            <a:ext cx="5216525" cy="41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3" name="Google Shape;413;p31:notes"/>
          <p:cNvSpPr/>
          <p:nvPr>
            <p:ph idx="2" type="sldImg"/>
          </p:nvPr>
        </p:nvSpPr>
        <p:spPr>
          <a:xfrm>
            <a:off x="217487" y="812800"/>
            <a:ext cx="7113587" cy="40020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2"/>
          <p:cNvSpPr txBox="1"/>
          <p:nvPr>
            <p:ph type="ctrTitle"/>
          </p:nvPr>
        </p:nvSpPr>
        <p:spPr>
          <a:xfrm>
            <a:off x="2105565" y="396721"/>
            <a:ext cx="10886217" cy="1622810"/>
          </a:xfrm>
          <a:prstGeom prst="rect">
            <a:avLst/>
          </a:prstGeom>
          <a:noFill/>
          <a:ln>
            <a:noFill/>
          </a:ln>
        </p:spPr>
        <p:txBody>
          <a:bodyPr anchorCtr="0" anchor="b" bIns="50375" lIns="100775" spcFirstLastPara="1" rIns="100775" wrap="square" tIns="50375">
            <a:norm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2"/>
          <p:cNvSpPr txBox="1"/>
          <p:nvPr>
            <p:ph idx="1" type="subTitle"/>
          </p:nvPr>
        </p:nvSpPr>
        <p:spPr>
          <a:xfrm>
            <a:off x="2105565" y="2039354"/>
            <a:ext cx="10886217" cy="1931917"/>
          </a:xfrm>
          <a:prstGeom prst="rect">
            <a:avLst/>
          </a:prstGeom>
          <a:noFill/>
          <a:ln>
            <a:noFill/>
          </a:ln>
        </p:spPr>
        <p:txBody>
          <a:bodyPr anchorCtr="0" anchor="t" bIns="50375" lIns="100775" spcFirstLastPara="1" rIns="100775" wrap="square" tIns="0">
            <a:noAutofit/>
          </a:bodyPr>
          <a:lstStyle>
            <a:lvl1pPr lvl="0" algn="l">
              <a:spcBef>
                <a:spcPts val="663"/>
              </a:spcBef>
              <a:spcAft>
                <a:spcPts val="0"/>
              </a:spcAft>
              <a:buSzPts val="2320"/>
              <a:buNone/>
              <a:defRPr sz="2900">
                <a:solidFill>
                  <a:srgbClr val="341108"/>
                </a:solidFill>
              </a:defRPr>
            </a:lvl1pPr>
            <a:lvl2pPr lvl="1" algn="ctr">
              <a:spcBef>
                <a:spcPts val="600"/>
              </a:spcBef>
              <a:spcAft>
                <a:spcPts val="0"/>
              </a:spcAft>
              <a:buSzPts val="180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31" name="Google Shape;31;p2"/>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
          <p:cNvSpPr txBox="1"/>
          <p:nvPr>
            <p:ph type="title"/>
          </p:nvPr>
        </p:nvSpPr>
        <p:spPr>
          <a:xfrm>
            <a:off x="2110045" y="302387"/>
            <a:ext cx="11020616" cy="1259946"/>
          </a:xfrm>
          <a:prstGeom prst="rect">
            <a:avLst/>
          </a:prstGeom>
          <a:noFill/>
          <a:ln>
            <a:noFill/>
          </a:ln>
        </p:spPr>
        <p:txBody>
          <a:bodyPr anchorCtr="0" anchor="ctr" bIns="50375" lIns="100775" spcFirstLastPara="1" rIns="100775" wrap="square" tIns="50375">
            <a:norm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 name="Google Shape;47;p4"/>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1" name="Shape 61"/>
        <p:cNvGrpSpPr/>
        <p:nvPr/>
      </p:nvGrpSpPr>
      <p:grpSpPr>
        <a:xfrm>
          <a:off x="0" y="0"/>
          <a:ext cx="0" cy="0"/>
          <a:chOff x="0" y="0"/>
          <a:chExt cx="0" cy="0"/>
        </a:xfrm>
      </p:grpSpPr>
      <p:sp>
        <p:nvSpPr>
          <p:cNvPr id="62" name="Google Shape;62;p6"/>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6"/>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20040" lvl="0" marL="457200" algn="l">
              <a:spcBef>
                <a:spcPts val="663"/>
              </a:spcBef>
              <a:spcAft>
                <a:spcPts val="0"/>
              </a:spcAft>
              <a:buSzPts val="1440"/>
              <a:buChar char="⚫"/>
              <a:defRPr/>
            </a:lvl1pPr>
            <a:lvl2pPr indent="-342900" lvl="1" marL="914400" algn="l">
              <a:spcBef>
                <a:spcPts val="60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4" name="Google Shape;64;p6"/>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5" name="Shape 75"/>
        <p:cNvGrpSpPr/>
        <p:nvPr/>
      </p:nvGrpSpPr>
      <p:grpSpPr>
        <a:xfrm>
          <a:off x="0" y="0"/>
          <a:ext cx="0" cy="0"/>
          <a:chOff x="0" y="0"/>
          <a:chExt cx="0" cy="0"/>
        </a:xfrm>
      </p:grpSpPr>
      <p:sp>
        <p:nvSpPr>
          <p:cNvPr id="76" name="Google Shape;76;p8"/>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8"/>
          <p:cNvSpPr txBox="1"/>
          <p:nvPr>
            <p:ph idx="1" type="body"/>
          </p:nvPr>
        </p:nvSpPr>
        <p:spPr>
          <a:xfrm>
            <a:off x="1640287" y="1189037"/>
            <a:ext cx="11683080" cy="6248400"/>
          </a:xfrm>
          <a:prstGeom prst="rect">
            <a:avLst/>
          </a:prstGeom>
          <a:noFill/>
          <a:ln>
            <a:noFill/>
          </a:ln>
        </p:spPr>
        <p:txBody>
          <a:bodyPr anchorCtr="0" anchor="t" bIns="50375" lIns="100775" spcFirstLastPara="1" rIns="100775" wrap="square" tIns="50375">
            <a:noAutofit/>
          </a:bodyPr>
          <a:lstStyle>
            <a:lvl1pPr indent="-320040" lvl="0" marL="457200" algn="l">
              <a:spcBef>
                <a:spcPts val="663"/>
              </a:spcBef>
              <a:spcAft>
                <a:spcPts val="0"/>
              </a:spcAft>
              <a:buSzPts val="1440"/>
              <a:buChar char="⚫"/>
              <a:defRPr/>
            </a:lvl1pPr>
            <a:lvl2pPr indent="-342900" lvl="1" marL="914400" algn="l">
              <a:spcBef>
                <a:spcPts val="60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88" name="Shape 88"/>
        <p:cNvGrpSpPr/>
        <p:nvPr/>
      </p:nvGrpSpPr>
      <p:grpSpPr>
        <a:xfrm>
          <a:off x="0" y="0"/>
          <a:ext cx="0" cy="0"/>
          <a:chOff x="0" y="0"/>
          <a:chExt cx="0" cy="0"/>
        </a:xfrm>
      </p:grpSpPr>
      <p:sp>
        <p:nvSpPr>
          <p:cNvPr id="89" name="Google Shape;89;p10"/>
          <p:cNvSpPr txBox="1"/>
          <p:nvPr>
            <p:ph type="title"/>
          </p:nvPr>
        </p:nvSpPr>
        <p:spPr>
          <a:xfrm>
            <a:off x="3789699" y="2866377"/>
            <a:ext cx="9407843" cy="2519892"/>
          </a:xfrm>
          <a:prstGeom prst="rect">
            <a:avLst/>
          </a:prstGeom>
          <a:noFill/>
          <a:ln>
            <a:noFill/>
          </a:ln>
        </p:spPr>
        <p:txBody>
          <a:bodyPr anchorCtr="0" anchor="t" bIns="50375" lIns="100775" spcFirstLastPara="1" rIns="100775" wrap="square" tIns="50375">
            <a:normAutofit/>
          </a:bodyPr>
          <a:lstStyle>
            <a:lvl1pPr lvl="0" algn="l">
              <a:lnSpc>
                <a:spcPct val="112727"/>
              </a:lnSpc>
              <a:spcBef>
                <a:spcPts val="0"/>
              </a:spcBef>
              <a:spcAft>
                <a:spcPts val="0"/>
              </a:spcAft>
              <a:buClr>
                <a:srgbClr val="572314"/>
              </a:buClr>
              <a:buSzPts val="4400"/>
              <a:buFont typeface="Gill Sans"/>
              <a:buNone/>
              <a:defRPr b="1" sz="44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10"/>
          <p:cNvSpPr txBox="1"/>
          <p:nvPr>
            <p:ph idx="1" type="body"/>
          </p:nvPr>
        </p:nvSpPr>
        <p:spPr>
          <a:xfrm>
            <a:off x="3789699" y="1175949"/>
            <a:ext cx="9407843" cy="1664178"/>
          </a:xfrm>
          <a:prstGeom prst="rect">
            <a:avLst/>
          </a:prstGeom>
          <a:noFill/>
          <a:ln>
            <a:noFill/>
          </a:ln>
        </p:spPr>
        <p:txBody>
          <a:bodyPr anchorCtr="0" anchor="b" bIns="50375" lIns="100775" spcFirstLastPara="1" rIns="100775" wrap="square" tIns="50375">
            <a:noAutofit/>
          </a:bodyPr>
          <a:lstStyle>
            <a:lvl1pPr indent="-228600" lvl="0" marL="457200" algn="l">
              <a:lnSpc>
                <a:spcPct val="115227"/>
              </a:lnSpc>
              <a:spcBef>
                <a:spcPts val="0"/>
              </a:spcBef>
              <a:spcAft>
                <a:spcPts val="0"/>
              </a:spcAft>
              <a:buSzPts val="1760"/>
              <a:buNone/>
              <a:defRPr sz="2200">
                <a:solidFill>
                  <a:srgbClr val="341108"/>
                </a:solidFill>
              </a:defRPr>
            </a:lvl1pPr>
            <a:lvl2pPr indent="-228600" lvl="1" marL="914400" algn="l">
              <a:spcBef>
                <a:spcPts val="600"/>
              </a:spcBef>
              <a:spcAft>
                <a:spcPts val="0"/>
              </a:spcAft>
              <a:buSzPts val="2000"/>
              <a:buNone/>
              <a:defRPr sz="2000">
                <a:solidFill>
                  <a:srgbClr val="888888"/>
                </a:solidFill>
              </a:defRPr>
            </a:lvl2pPr>
            <a:lvl3pPr indent="-228600" lvl="2" marL="1371600" algn="l">
              <a:spcBef>
                <a:spcPts val="360"/>
              </a:spcBef>
              <a:spcAft>
                <a:spcPts val="0"/>
              </a:spcAft>
              <a:buSzPts val="1800"/>
              <a:buNone/>
              <a:defRPr sz="1800">
                <a:solidFill>
                  <a:srgbClr val="888888"/>
                </a:solidFill>
              </a:defRPr>
            </a:lvl3pPr>
            <a:lvl4pPr indent="-228600" lvl="3" marL="1828800" algn="l">
              <a:spcBef>
                <a:spcPts val="300"/>
              </a:spcBef>
              <a:spcAft>
                <a:spcPts val="0"/>
              </a:spcAft>
              <a:buSzPts val="1500"/>
              <a:buNone/>
              <a:defRPr sz="1500">
                <a:solidFill>
                  <a:srgbClr val="888888"/>
                </a:solidFill>
              </a:defRPr>
            </a:lvl4pPr>
            <a:lvl5pPr indent="-228600" lvl="4" marL="2286000" algn="l">
              <a:spcBef>
                <a:spcPts val="300"/>
              </a:spcBef>
              <a:spcAft>
                <a:spcPts val="0"/>
              </a:spcAft>
              <a:buSzPts val="1500"/>
              <a:buNone/>
              <a:defRPr sz="15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1" name="Google Shape;91;p10"/>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0"/>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0"/>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5" name="Shape 105"/>
        <p:cNvGrpSpPr/>
        <p:nvPr/>
      </p:nvGrpSpPr>
      <p:grpSpPr>
        <a:xfrm>
          <a:off x="0" y="0"/>
          <a:ext cx="0" cy="0"/>
          <a:chOff x="0" y="0"/>
          <a:chExt cx="0" cy="0"/>
        </a:xfrm>
      </p:grpSpPr>
      <p:sp>
        <p:nvSpPr>
          <p:cNvPr id="106" name="Google Shape;106;p12"/>
          <p:cNvSpPr txBox="1"/>
          <p:nvPr>
            <p:ph type="title"/>
          </p:nvPr>
        </p:nvSpPr>
        <p:spPr>
          <a:xfrm>
            <a:off x="2110045" y="302387"/>
            <a:ext cx="11020616" cy="1259946"/>
          </a:xfrm>
          <a:prstGeom prst="rect">
            <a:avLst/>
          </a:prstGeom>
          <a:noFill/>
          <a:ln>
            <a:noFill/>
          </a:ln>
        </p:spPr>
        <p:txBody>
          <a:bodyPr anchorCtr="0" anchor="ctr" bIns="50375" lIns="100775" spcFirstLastPara="1" rIns="100775" wrap="square" tIns="50375">
            <a:norm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7" name="Google Shape;107;p12"/>
          <p:cNvSpPr txBox="1"/>
          <p:nvPr>
            <p:ph idx="1" type="body"/>
          </p:nvPr>
        </p:nvSpPr>
        <p:spPr>
          <a:xfrm>
            <a:off x="2110045" y="1679929"/>
            <a:ext cx="5375910" cy="5140579"/>
          </a:xfrm>
          <a:prstGeom prst="rect">
            <a:avLst/>
          </a:prstGeom>
          <a:noFill/>
          <a:ln>
            <a:noFill/>
          </a:ln>
        </p:spPr>
        <p:txBody>
          <a:bodyPr anchorCtr="0" anchor="t" bIns="50375" lIns="100775" spcFirstLastPara="1" rIns="100775" wrap="square" tIns="50375">
            <a:noAutofit/>
          </a:bodyPr>
          <a:lstStyle>
            <a:lvl1pPr indent="-386080" lvl="0" marL="457200" algn="l">
              <a:spcBef>
                <a:spcPts val="663"/>
              </a:spcBef>
              <a:spcAft>
                <a:spcPts val="0"/>
              </a:spcAft>
              <a:buSzPts val="2480"/>
              <a:buChar char="⚫"/>
              <a:defRPr sz="3100"/>
            </a:lvl1pPr>
            <a:lvl2pPr indent="-393700" lvl="1" marL="914400" algn="l">
              <a:spcBef>
                <a:spcPts val="600"/>
              </a:spcBef>
              <a:spcAft>
                <a:spcPts val="0"/>
              </a:spcAft>
              <a:buSzPts val="2600"/>
              <a:buChar char="◦"/>
              <a:defRPr sz="2600"/>
            </a:lvl2pPr>
            <a:lvl3pPr indent="-368300" lvl="2" marL="1371600" algn="l">
              <a:spcBef>
                <a:spcPts val="440"/>
              </a:spcBef>
              <a:spcAft>
                <a:spcPts val="0"/>
              </a:spcAft>
              <a:buSzPts val="2200"/>
              <a:buChar char="●"/>
              <a:defRPr sz="22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8" name="Google Shape;108;p12"/>
          <p:cNvSpPr txBox="1"/>
          <p:nvPr>
            <p:ph idx="2" type="body"/>
          </p:nvPr>
        </p:nvSpPr>
        <p:spPr>
          <a:xfrm>
            <a:off x="7754751" y="1679929"/>
            <a:ext cx="5375910" cy="5140579"/>
          </a:xfrm>
          <a:prstGeom prst="rect">
            <a:avLst/>
          </a:prstGeom>
          <a:noFill/>
          <a:ln>
            <a:noFill/>
          </a:ln>
        </p:spPr>
        <p:txBody>
          <a:bodyPr anchorCtr="0" anchor="t" bIns="50375" lIns="100775" spcFirstLastPara="1" rIns="100775" wrap="square" tIns="50375">
            <a:noAutofit/>
          </a:bodyPr>
          <a:lstStyle>
            <a:lvl1pPr indent="-386080" lvl="0" marL="457200" algn="l">
              <a:spcBef>
                <a:spcPts val="663"/>
              </a:spcBef>
              <a:spcAft>
                <a:spcPts val="0"/>
              </a:spcAft>
              <a:buSzPts val="2480"/>
              <a:buChar char="⚫"/>
              <a:defRPr sz="3100"/>
            </a:lvl1pPr>
            <a:lvl2pPr indent="-393700" lvl="1" marL="914400" algn="l">
              <a:spcBef>
                <a:spcPts val="600"/>
              </a:spcBef>
              <a:spcAft>
                <a:spcPts val="0"/>
              </a:spcAft>
              <a:buSzPts val="2600"/>
              <a:buChar char="◦"/>
              <a:defRPr sz="2600"/>
            </a:lvl2pPr>
            <a:lvl3pPr indent="-368300" lvl="2" marL="1371600" algn="l">
              <a:spcBef>
                <a:spcPts val="440"/>
              </a:spcBef>
              <a:spcAft>
                <a:spcPts val="0"/>
              </a:spcAft>
              <a:buSzPts val="2200"/>
              <a:buChar char="●"/>
              <a:defRPr sz="22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9" name="Google Shape;109;p12"/>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2"/>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2"/>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118" name="Shape 118"/>
        <p:cNvGrpSpPr/>
        <p:nvPr/>
      </p:nvGrpSpPr>
      <p:grpSpPr>
        <a:xfrm>
          <a:off x="0" y="0"/>
          <a:ext cx="0" cy="0"/>
          <a:chOff x="0" y="0"/>
          <a:chExt cx="0" cy="0"/>
        </a:xfrm>
      </p:grpSpPr>
      <p:sp>
        <p:nvSpPr>
          <p:cNvPr id="119" name="Google Shape;119;p14"/>
          <p:cNvSpPr txBox="1"/>
          <p:nvPr>
            <p:ph type="title"/>
          </p:nvPr>
        </p:nvSpPr>
        <p:spPr>
          <a:xfrm>
            <a:off x="671989" y="5688315"/>
            <a:ext cx="12095798" cy="1259946"/>
          </a:xfrm>
          <a:prstGeom prst="rect">
            <a:avLst/>
          </a:prstGeom>
          <a:noFill/>
          <a:ln>
            <a:noFill/>
          </a:ln>
        </p:spPr>
        <p:txBody>
          <a:bodyPr anchorCtr="0" anchor="ctr" bIns="50375" lIns="100775" spcFirstLastPara="1" rIns="100775" wrap="square" tIns="50375">
            <a:normAutofit/>
          </a:bodyPr>
          <a:lstStyle>
            <a:lvl1pPr lvl="0" algn="ctr">
              <a:spcBef>
                <a:spcPts val="0"/>
              </a:spcBef>
              <a:spcAft>
                <a:spcPts val="0"/>
              </a:spcAft>
              <a:buSzPts val="1400"/>
              <a:buNone/>
              <a:defRPr b="1" sz="5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0" name="Google Shape;120;p14"/>
          <p:cNvSpPr txBox="1"/>
          <p:nvPr>
            <p:ph idx="1" type="body"/>
          </p:nvPr>
        </p:nvSpPr>
        <p:spPr>
          <a:xfrm>
            <a:off x="671989" y="361866"/>
            <a:ext cx="5913501" cy="70557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50375" lIns="100775" spcFirstLastPara="1" rIns="100775" wrap="square" tIns="50375">
            <a:noAutofit/>
          </a:bodyPr>
          <a:lstStyle>
            <a:lvl1pPr indent="-228600" lvl="0" marL="457200" algn="l">
              <a:lnSpc>
                <a:spcPct val="100000"/>
              </a:lnSpc>
              <a:spcBef>
                <a:spcPts val="110"/>
              </a:spcBef>
              <a:spcAft>
                <a:spcPts val="0"/>
              </a:spcAft>
              <a:buSzPts val="1680"/>
              <a:buNone/>
              <a:defRPr b="0" sz="2100">
                <a:solidFill>
                  <a:schemeClr val="dk1"/>
                </a:solidFill>
              </a:defRPr>
            </a:lvl1pPr>
            <a:lvl2pPr indent="-228600" lvl="1" marL="914400" algn="l">
              <a:spcBef>
                <a:spcPts val="600"/>
              </a:spcBef>
              <a:spcAft>
                <a:spcPts val="0"/>
              </a:spcAft>
              <a:buSzPts val="2200"/>
              <a:buNone/>
              <a:defRPr b="1" sz="2200"/>
            </a:lvl2pPr>
            <a:lvl3pPr indent="-228600" lvl="2" marL="1371600" algn="l">
              <a:spcBef>
                <a:spcPts val="400"/>
              </a:spcBef>
              <a:spcAft>
                <a:spcPts val="0"/>
              </a:spcAft>
              <a:buSzPts val="2000"/>
              <a:buNone/>
              <a:defRPr b="1" sz="2000"/>
            </a:lvl3pPr>
            <a:lvl4pPr indent="-228600" lvl="3" marL="1828800" algn="l">
              <a:spcBef>
                <a:spcPts val="360"/>
              </a:spcBef>
              <a:spcAft>
                <a:spcPts val="0"/>
              </a:spcAft>
              <a:buSzPts val="1800"/>
              <a:buNone/>
              <a:defRPr b="1" sz="1800"/>
            </a:lvl4pPr>
            <a:lvl5pPr indent="-228600" lvl="4" marL="2286000" algn="l">
              <a:spcBef>
                <a:spcPts val="360"/>
              </a:spcBef>
              <a:spcAft>
                <a:spcPts val="0"/>
              </a:spcAft>
              <a:buSzPts val="1800"/>
              <a:buNone/>
              <a:defRPr b="1"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1" name="Google Shape;121;p14"/>
          <p:cNvSpPr txBox="1"/>
          <p:nvPr>
            <p:ph idx="2" type="body"/>
          </p:nvPr>
        </p:nvSpPr>
        <p:spPr>
          <a:xfrm>
            <a:off x="6854286" y="361866"/>
            <a:ext cx="5913501" cy="70557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50375" lIns="100775" spcFirstLastPara="1" rIns="100775" wrap="square" tIns="50375">
            <a:noAutofit/>
          </a:bodyPr>
          <a:lstStyle>
            <a:lvl1pPr indent="-228600" lvl="0" marL="457200" algn="l">
              <a:lnSpc>
                <a:spcPct val="100000"/>
              </a:lnSpc>
              <a:spcBef>
                <a:spcPts val="110"/>
              </a:spcBef>
              <a:spcAft>
                <a:spcPts val="0"/>
              </a:spcAft>
              <a:buSzPts val="1680"/>
              <a:buNone/>
              <a:defRPr b="0" sz="2100">
                <a:solidFill>
                  <a:schemeClr val="dk1"/>
                </a:solidFill>
              </a:defRPr>
            </a:lvl1pPr>
            <a:lvl2pPr indent="-228600" lvl="1" marL="914400" algn="l">
              <a:spcBef>
                <a:spcPts val="600"/>
              </a:spcBef>
              <a:spcAft>
                <a:spcPts val="0"/>
              </a:spcAft>
              <a:buSzPts val="2200"/>
              <a:buNone/>
              <a:defRPr b="1" sz="2200"/>
            </a:lvl2pPr>
            <a:lvl3pPr indent="-228600" lvl="2" marL="1371600" algn="l">
              <a:spcBef>
                <a:spcPts val="400"/>
              </a:spcBef>
              <a:spcAft>
                <a:spcPts val="0"/>
              </a:spcAft>
              <a:buSzPts val="2000"/>
              <a:buNone/>
              <a:defRPr b="1" sz="2000"/>
            </a:lvl3pPr>
            <a:lvl4pPr indent="-228600" lvl="3" marL="1828800" algn="l">
              <a:spcBef>
                <a:spcPts val="360"/>
              </a:spcBef>
              <a:spcAft>
                <a:spcPts val="0"/>
              </a:spcAft>
              <a:buSzPts val="1800"/>
              <a:buNone/>
              <a:defRPr b="1" sz="1800"/>
            </a:lvl4pPr>
            <a:lvl5pPr indent="-228600" lvl="4" marL="2286000" algn="l">
              <a:spcBef>
                <a:spcPts val="360"/>
              </a:spcBef>
              <a:spcAft>
                <a:spcPts val="0"/>
              </a:spcAft>
              <a:buSzPts val="1800"/>
              <a:buNone/>
              <a:defRPr b="1"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2" name="Google Shape;122;p14"/>
          <p:cNvSpPr txBox="1"/>
          <p:nvPr>
            <p:ph idx="3" type="body"/>
          </p:nvPr>
        </p:nvSpPr>
        <p:spPr>
          <a:xfrm>
            <a:off x="671989" y="1068514"/>
            <a:ext cx="5913501" cy="4535805"/>
          </a:xfrm>
          <a:prstGeom prst="rect">
            <a:avLst/>
          </a:prstGeom>
          <a:noFill/>
          <a:ln cap="flat" cmpd="sng" w="10775">
            <a:solidFill>
              <a:schemeClr val="lt1"/>
            </a:solidFill>
            <a:prstDash val="dash"/>
            <a:miter lim="800000"/>
            <a:headEnd len="sm" w="sm" type="none"/>
            <a:tailEnd len="sm" w="sm" type="none"/>
          </a:ln>
        </p:spPr>
        <p:txBody>
          <a:bodyPr anchorCtr="0" anchor="t" bIns="50375" lIns="100775" spcFirstLastPara="1" rIns="100775" wrap="square" tIns="50375">
            <a:noAutofit/>
          </a:bodyPr>
          <a:lstStyle>
            <a:lvl1pPr indent="-360680" lvl="0" marL="457200" algn="l">
              <a:lnSpc>
                <a:spcPct val="100000"/>
              </a:lnSpc>
              <a:spcBef>
                <a:spcPts val="772"/>
              </a:spcBef>
              <a:spcAft>
                <a:spcPts val="0"/>
              </a:spcAft>
              <a:buSzPts val="2080"/>
              <a:buChar char="⚫"/>
              <a:defRPr sz="2600"/>
            </a:lvl1pPr>
            <a:lvl2pPr indent="-368300" lvl="1" marL="914400" algn="l">
              <a:lnSpc>
                <a:spcPct val="100000"/>
              </a:lnSpc>
              <a:spcBef>
                <a:spcPts val="772"/>
              </a:spcBef>
              <a:spcAft>
                <a:spcPts val="0"/>
              </a:spcAft>
              <a:buSzPts val="2200"/>
              <a:buChar char="◦"/>
              <a:defRPr sz="2200"/>
            </a:lvl2pPr>
            <a:lvl3pPr indent="-355600" lvl="2" marL="1371600" algn="l">
              <a:lnSpc>
                <a:spcPct val="100000"/>
              </a:lnSpc>
              <a:spcBef>
                <a:spcPts val="772"/>
              </a:spcBef>
              <a:spcAft>
                <a:spcPts val="0"/>
              </a:spcAft>
              <a:buSzPts val="2000"/>
              <a:buChar char="●"/>
              <a:defRPr sz="2000"/>
            </a:lvl3pPr>
            <a:lvl4pPr indent="-342900" lvl="3" marL="1828800" algn="l">
              <a:lnSpc>
                <a:spcPct val="100000"/>
              </a:lnSpc>
              <a:spcBef>
                <a:spcPts val="772"/>
              </a:spcBef>
              <a:spcAft>
                <a:spcPts val="0"/>
              </a:spcAft>
              <a:buSzPts val="1800"/>
              <a:buChar char="●"/>
              <a:defRPr sz="1800"/>
            </a:lvl4pPr>
            <a:lvl5pPr indent="-342900" lvl="4" marL="2286000" algn="l">
              <a:lnSpc>
                <a:spcPct val="100000"/>
              </a:lnSpc>
              <a:spcBef>
                <a:spcPts val="772"/>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3" name="Google Shape;123;p14"/>
          <p:cNvSpPr txBox="1"/>
          <p:nvPr>
            <p:ph idx="4" type="body"/>
          </p:nvPr>
        </p:nvSpPr>
        <p:spPr>
          <a:xfrm>
            <a:off x="6854286" y="1068514"/>
            <a:ext cx="5913501" cy="4535805"/>
          </a:xfrm>
          <a:prstGeom prst="rect">
            <a:avLst/>
          </a:prstGeom>
          <a:noFill/>
          <a:ln cap="flat" cmpd="sng" w="10775">
            <a:solidFill>
              <a:schemeClr val="lt1"/>
            </a:solidFill>
            <a:prstDash val="dash"/>
            <a:miter lim="800000"/>
            <a:headEnd len="sm" w="sm" type="none"/>
            <a:tailEnd len="sm" w="sm" type="none"/>
          </a:ln>
        </p:spPr>
        <p:txBody>
          <a:bodyPr anchorCtr="0" anchor="t" bIns="50375" lIns="100775" spcFirstLastPara="1" rIns="100775" wrap="square" tIns="50375">
            <a:noAutofit/>
          </a:bodyPr>
          <a:lstStyle>
            <a:lvl1pPr indent="-360680" lvl="0" marL="457200" algn="l">
              <a:lnSpc>
                <a:spcPct val="100000"/>
              </a:lnSpc>
              <a:spcBef>
                <a:spcPts val="772"/>
              </a:spcBef>
              <a:spcAft>
                <a:spcPts val="0"/>
              </a:spcAft>
              <a:buSzPts val="2080"/>
              <a:buChar char="⚫"/>
              <a:defRPr sz="2600"/>
            </a:lvl1pPr>
            <a:lvl2pPr indent="-368300" lvl="1" marL="914400" algn="l">
              <a:lnSpc>
                <a:spcPct val="100000"/>
              </a:lnSpc>
              <a:spcBef>
                <a:spcPts val="772"/>
              </a:spcBef>
              <a:spcAft>
                <a:spcPts val="0"/>
              </a:spcAft>
              <a:buSzPts val="2200"/>
              <a:buChar char="◦"/>
              <a:defRPr sz="2200"/>
            </a:lvl2pPr>
            <a:lvl3pPr indent="-355600" lvl="2" marL="1371600" algn="l">
              <a:lnSpc>
                <a:spcPct val="100000"/>
              </a:lnSpc>
              <a:spcBef>
                <a:spcPts val="772"/>
              </a:spcBef>
              <a:spcAft>
                <a:spcPts val="0"/>
              </a:spcAft>
              <a:buSzPts val="2000"/>
              <a:buChar char="●"/>
              <a:defRPr sz="2000"/>
            </a:lvl3pPr>
            <a:lvl4pPr indent="-342900" lvl="3" marL="1828800" algn="l">
              <a:lnSpc>
                <a:spcPct val="100000"/>
              </a:lnSpc>
              <a:spcBef>
                <a:spcPts val="772"/>
              </a:spcBef>
              <a:spcAft>
                <a:spcPts val="0"/>
              </a:spcAft>
              <a:buSzPts val="1800"/>
              <a:buChar char="●"/>
              <a:defRPr sz="1800"/>
            </a:lvl4pPr>
            <a:lvl5pPr indent="-342900" lvl="4" marL="2286000" algn="l">
              <a:lnSpc>
                <a:spcPct val="100000"/>
              </a:lnSpc>
              <a:spcBef>
                <a:spcPts val="772"/>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4" name="Google Shape;124;p14"/>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4"/>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4"/>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35" name="Shape 135"/>
        <p:cNvGrpSpPr/>
        <p:nvPr/>
      </p:nvGrpSpPr>
      <p:grpSpPr>
        <a:xfrm>
          <a:off x="0" y="0"/>
          <a:ext cx="0" cy="0"/>
          <a:chOff x="0" y="0"/>
          <a:chExt cx="0" cy="0"/>
        </a:xfrm>
      </p:grpSpPr>
      <p:sp>
        <p:nvSpPr>
          <p:cNvPr id="136" name="Google Shape;136;p16"/>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6"/>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6"/>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45" name="Shape 145"/>
        <p:cNvGrpSpPr/>
        <p:nvPr/>
      </p:nvGrpSpPr>
      <p:grpSpPr>
        <a:xfrm>
          <a:off x="0" y="0"/>
          <a:ext cx="0" cy="0"/>
          <a:chOff x="0" y="0"/>
          <a:chExt cx="0" cy="0"/>
        </a:xfrm>
      </p:grpSpPr>
      <p:sp>
        <p:nvSpPr>
          <p:cNvPr id="146" name="Google Shape;146;p18"/>
          <p:cNvSpPr txBox="1"/>
          <p:nvPr>
            <p:ph type="title"/>
          </p:nvPr>
        </p:nvSpPr>
        <p:spPr>
          <a:xfrm>
            <a:off x="671988" y="238959"/>
            <a:ext cx="5599906" cy="1280945"/>
          </a:xfrm>
          <a:prstGeom prst="rect">
            <a:avLst/>
          </a:prstGeom>
          <a:noFill/>
          <a:ln>
            <a:noFill/>
          </a:ln>
        </p:spPr>
        <p:txBody>
          <a:bodyPr anchorCtr="0" anchor="b" bIns="50375" lIns="100775" spcFirstLastPara="1" rIns="100775" wrap="square" tIns="50375">
            <a:normAutofit/>
          </a:bodyPr>
          <a:lstStyle>
            <a:lvl1pPr lvl="0" algn="l">
              <a:lnSpc>
                <a:spcPct val="91875"/>
              </a:lnSpc>
              <a:spcBef>
                <a:spcPts val="0"/>
              </a:spcBef>
              <a:spcAft>
                <a:spcPts val="0"/>
              </a:spcAft>
              <a:buClr>
                <a:srgbClr val="572314"/>
              </a:buClr>
              <a:buSzPts val="2400"/>
              <a:buFont typeface="Gill Sans"/>
              <a:buNone/>
              <a:defRPr b="1" sz="24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7" name="Google Shape;147;p18"/>
          <p:cNvSpPr txBox="1"/>
          <p:nvPr>
            <p:ph idx="1" type="body"/>
          </p:nvPr>
        </p:nvSpPr>
        <p:spPr>
          <a:xfrm>
            <a:off x="671988" y="1550918"/>
            <a:ext cx="5599906" cy="769967"/>
          </a:xfrm>
          <a:prstGeom prst="rect">
            <a:avLst/>
          </a:prstGeom>
          <a:noFill/>
          <a:ln>
            <a:noFill/>
          </a:ln>
        </p:spPr>
        <p:txBody>
          <a:bodyPr anchorCtr="0" anchor="t" bIns="50375" lIns="100775" spcFirstLastPara="1" rIns="100775" wrap="square" tIns="50375">
            <a:noAutofit/>
          </a:bodyPr>
          <a:lstStyle>
            <a:lvl1pPr indent="-228600" lvl="0" marL="457200" algn="l">
              <a:lnSpc>
                <a:spcPct val="100000"/>
              </a:lnSpc>
              <a:spcBef>
                <a:spcPts val="0"/>
              </a:spcBef>
              <a:spcAft>
                <a:spcPts val="0"/>
              </a:spcAft>
              <a:buSzPts val="1200"/>
              <a:buNone/>
              <a:defRPr sz="1500"/>
            </a:lvl1pPr>
            <a:lvl2pPr indent="-228600" lvl="1" marL="914400" algn="l">
              <a:spcBef>
                <a:spcPts val="600"/>
              </a:spcBef>
              <a:spcAft>
                <a:spcPts val="0"/>
              </a:spcAft>
              <a:buSzPts val="1300"/>
              <a:buNone/>
              <a:defRPr sz="1300"/>
            </a:lvl2pPr>
            <a:lvl3pPr indent="-228600" lvl="2" marL="1371600" algn="l">
              <a:spcBef>
                <a:spcPts val="220"/>
              </a:spcBef>
              <a:spcAft>
                <a:spcPts val="0"/>
              </a:spcAft>
              <a:buSzPts val="1100"/>
              <a:buNone/>
              <a:defRPr sz="1100"/>
            </a:lvl3pPr>
            <a:lvl4pPr indent="-228600" lvl="3" marL="1828800" algn="l">
              <a:spcBef>
                <a:spcPts val="200"/>
              </a:spcBef>
              <a:spcAft>
                <a:spcPts val="0"/>
              </a:spcAft>
              <a:buSzPts val="1000"/>
              <a:buNone/>
              <a:defRPr sz="1000"/>
            </a:lvl4pPr>
            <a:lvl5pPr indent="-228600" lvl="4" marL="2286000" algn="l">
              <a:spcBef>
                <a:spcPts val="200"/>
              </a:spcBef>
              <a:spcAft>
                <a:spcPts val="0"/>
              </a:spcAft>
              <a:buSzPts val="1000"/>
              <a:buNone/>
              <a:defRPr sz="1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8" name="Google Shape;148;p18"/>
          <p:cNvSpPr txBox="1"/>
          <p:nvPr>
            <p:ph idx="2" type="body"/>
          </p:nvPr>
        </p:nvSpPr>
        <p:spPr>
          <a:xfrm>
            <a:off x="671989" y="2351901"/>
            <a:ext cx="11983799" cy="4401061"/>
          </a:xfrm>
          <a:prstGeom prst="rect">
            <a:avLst/>
          </a:prstGeom>
          <a:noFill/>
          <a:ln>
            <a:noFill/>
          </a:ln>
        </p:spPr>
        <p:txBody>
          <a:bodyPr anchorCtr="0" anchor="t" bIns="50375" lIns="100775" spcFirstLastPara="1" rIns="100775" wrap="square" tIns="50375">
            <a:noAutofit/>
          </a:bodyPr>
          <a:lstStyle>
            <a:lvl1pPr indent="-406400" lvl="0" marL="457200" algn="l">
              <a:spcBef>
                <a:spcPts val="663"/>
              </a:spcBef>
              <a:spcAft>
                <a:spcPts val="0"/>
              </a:spcAft>
              <a:buSzPts val="2800"/>
              <a:buChar char="⚫"/>
              <a:defRPr sz="3500"/>
            </a:lvl1pPr>
            <a:lvl2pPr indent="-425450" lvl="1" marL="914400" algn="l">
              <a:spcBef>
                <a:spcPts val="600"/>
              </a:spcBef>
              <a:spcAft>
                <a:spcPts val="0"/>
              </a:spcAft>
              <a:buSzPts val="3100"/>
              <a:buChar char="◦"/>
              <a:defRPr sz="3100"/>
            </a:lvl2pPr>
            <a:lvl3pPr indent="-393700" lvl="2" marL="1371600" algn="l">
              <a:spcBef>
                <a:spcPts val="520"/>
              </a:spcBef>
              <a:spcAft>
                <a:spcPts val="0"/>
              </a:spcAft>
              <a:buSzPts val="2600"/>
              <a:buChar char="●"/>
              <a:defRPr sz="2600"/>
            </a:lvl3pPr>
            <a:lvl4pPr indent="-368300" lvl="3" marL="1828800" algn="l">
              <a:spcBef>
                <a:spcPts val="440"/>
              </a:spcBef>
              <a:spcAft>
                <a:spcPts val="0"/>
              </a:spcAft>
              <a:buSzPts val="2200"/>
              <a:buChar char="●"/>
              <a:defRPr sz="2200"/>
            </a:lvl4pPr>
            <a:lvl5pPr indent="-368300" lvl="4" marL="2286000" algn="l">
              <a:spcBef>
                <a:spcPts val="440"/>
              </a:spcBef>
              <a:spcAft>
                <a:spcPts val="0"/>
              </a:spcAft>
              <a:buSzPts val="2200"/>
              <a:buChar char="●"/>
              <a:defRPr sz="22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9" name="Google Shape;149;p18"/>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8"/>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18"/>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61" name="Shape 161"/>
        <p:cNvGrpSpPr/>
        <p:nvPr/>
      </p:nvGrpSpPr>
      <p:grpSpPr>
        <a:xfrm>
          <a:off x="0" y="0"/>
          <a:ext cx="0" cy="0"/>
          <a:chOff x="0" y="0"/>
          <a:chExt cx="0" cy="0"/>
        </a:xfrm>
      </p:grpSpPr>
      <p:sp>
        <p:nvSpPr>
          <p:cNvPr id="162" name="Google Shape;162;p20"/>
          <p:cNvSpPr txBox="1"/>
          <p:nvPr>
            <p:ph type="title"/>
          </p:nvPr>
        </p:nvSpPr>
        <p:spPr>
          <a:xfrm>
            <a:off x="8652511" y="1175950"/>
            <a:ext cx="4031933" cy="2183906"/>
          </a:xfrm>
          <a:prstGeom prst="rect">
            <a:avLst/>
          </a:prstGeom>
          <a:noFill/>
          <a:ln>
            <a:noFill/>
          </a:ln>
        </p:spPr>
        <p:txBody>
          <a:bodyPr anchorCtr="0" anchor="b" bIns="50375" lIns="100775" spcFirstLastPara="1" rIns="100775" wrap="square" tIns="50375">
            <a:noAutofit/>
          </a:bodyPr>
          <a:lstStyle>
            <a:lvl1pPr lvl="0" algn="l">
              <a:spcBef>
                <a:spcPts val="0"/>
              </a:spcBef>
              <a:spcAft>
                <a:spcPts val="0"/>
              </a:spcAft>
              <a:buClr>
                <a:srgbClr val="572314"/>
              </a:buClr>
              <a:buSzPts val="2300"/>
              <a:buFont typeface="Gill Sans"/>
              <a:buNone/>
              <a:defRPr b="1" sz="2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3" name="Google Shape;163;p20"/>
          <p:cNvSpPr/>
          <p:nvPr>
            <p:ph idx="2" type="pic"/>
          </p:nvPr>
        </p:nvSpPr>
        <p:spPr>
          <a:xfrm>
            <a:off x="1231979" y="1259949"/>
            <a:ext cx="6495891" cy="3874120"/>
          </a:xfrm>
          <a:prstGeom prst="roundRect">
            <a:avLst>
              <a:gd fmla="val 783" name="adj"/>
            </a:avLst>
          </a:prstGeom>
          <a:solidFill>
            <a:schemeClr val="lt2"/>
          </a:solidFill>
          <a:ln>
            <a:noFill/>
          </a:ln>
        </p:spPr>
        <p:txBody>
          <a:bodyPr anchorCtr="0" anchor="t" bIns="50375" lIns="100775" spcFirstLastPara="1" rIns="100775" wrap="square" tIns="302375">
            <a:noAutofit/>
          </a:bodyPr>
          <a:lstStyle>
            <a:lvl1pPr lvl="0" marR="0" rtl="0" algn="l">
              <a:spcBef>
                <a:spcPts val="663"/>
              </a:spcBef>
              <a:spcAft>
                <a:spcPts val="0"/>
              </a:spcAft>
              <a:buClr>
                <a:schemeClr val="accent1"/>
              </a:buClr>
              <a:buSzPts val="2800"/>
              <a:buFont typeface="Noto Sans Symbols"/>
              <a:buNone/>
              <a:defRPr b="0" i="0" sz="3500" u="none" cap="none" strike="noStrike">
                <a:solidFill>
                  <a:schemeClr val="dk1"/>
                </a:solidFill>
                <a:latin typeface="Gill Sans"/>
                <a:ea typeface="Gill Sans"/>
                <a:cs typeface="Gill Sans"/>
                <a:sym typeface="Gill Sans"/>
              </a:defRPr>
            </a:lvl1pPr>
            <a:lvl2pPr lvl="1"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lvl="3"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lvl="4"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lvl="5"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lvl="6"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lvl="7"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lvl="8"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164" name="Google Shape;164;p20"/>
          <p:cNvSpPr txBox="1"/>
          <p:nvPr>
            <p:ph idx="1" type="body"/>
          </p:nvPr>
        </p:nvSpPr>
        <p:spPr>
          <a:xfrm>
            <a:off x="1231979" y="5291772"/>
            <a:ext cx="6495891" cy="839964"/>
          </a:xfrm>
          <a:prstGeom prst="rect">
            <a:avLst/>
          </a:prstGeom>
          <a:noFill/>
          <a:ln>
            <a:noFill/>
          </a:ln>
        </p:spPr>
        <p:txBody>
          <a:bodyPr anchorCtr="0" anchor="ctr" bIns="50375" lIns="100775" spcFirstLastPara="1" rIns="100775" wrap="square" tIns="50375">
            <a:noAutofit/>
          </a:bodyPr>
          <a:lstStyle>
            <a:lvl1pPr indent="-228600" lvl="0" marL="457200" algn="l">
              <a:lnSpc>
                <a:spcPct val="117600"/>
              </a:lnSpc>
              <a:spcBef>
                <a:spcPts val="0"/>
              </a:spcBef>
              <a:spcAft>
                <a:spcPts val="0"/>
              </a:spcAft>
              <a:buSzPts val="1200"/>
              <a:buNone/>
              <a:defRPr sz="1500">
                <a:solidFill>
                  <a:srgbClr val="777777"/>
                </a:solidFill>
              </a:defRPr>
            </a:lvl1pPr>
            <a:lvl2pPr indent="-311150" lvl="1" marL="914400" algn="l">
              <a:spcBef>
                <a:spcPts val="600"/>
              </a:spcBef>
              <a:spcAft>
                <a:spcPts val="0"/>
              </a:spcAft>
              <a:buSzPts val="1300"/>
              <a:buChar char="◦"/>
              <a:defRPr sz="1300"/>
            </a:lvl2pPr>
            <a:lvl3pPr indent="-298450" lvl="2" marL="1371600" algn="l">
              <a:spcBef>
                <a:spcPts val="220"/>
              </a:spcBef>
              <a:spcAft>
                <a:spcPts val="0"/>
              </a:spcAft>
              <a:buSzPts val="1100"/>
              <a:buChar char="●"/>
              <a:defRPr sz="1100"/>
            </a:lvl3pPr>
            <a:lvl4pPr indent="-292100" lvl="3" marL="1828800" algn="l">
              <a:spcBef>
                <a:spcPts val="200"/>
              </a:spcBef>
              <a:spcAft>
                <a:spcPts val="0"/>
              </a:spcAft>
              <a:buSzPts val="1000"/>
              <a:buChar char="●"/>
              <a:defRPr sz="1000"/>
            </a:lvl4pPr>
            <a:lvl5pPr indent="-292100" lvl="4" marL="2286000" algn="l">
              <a:spcBef>
                <a:spcPts val="200"/>
              </a:spcBef>
              <a:spcAft>
                <a:spcPts val="0"/>
              </a:spcAft>
              <a:buSzPts val="1000"/>
              <a:buChar char="●"/>
              <a:defRPr sz="1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65" name="Google Shape;165;p20"/>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20"/>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20"/>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9" name="Shape 179"/>
        <p:cNvGrpSpPr/>
        <p:nvPr/>
      </p:nvGrpSpPr>
      <p:grpSpPr>
        <a:xfrm>
          <a:off x="0" y="0"/>
          <a:ext cx="0" cy="0"/>
          <a:chOff x="0" y="0"/>
          <a:chExt cx="0" cy="0"/>
        </a:xfrm>
      </p:grpSpPr>
      <p:sp>
        <p:nvSpPr>
          <p:cNvPr id="180" name="Google Shape;180;p22"/>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1" name="Google Shape;181;p22"/>
          <p:cNvSpPr txBox="1"/>
          <p:nvPr>
            <p:ph idx="1" type="body"/>
          </p:nvPr>
        </p:nvSpPr>
        <p:spPr>
          <a:xfrm rot="5400000">
            <a:off x="4491831" y="-1753394"/>
            <a:ext cx="5943600" cy="11676062"/>
          </a:xfrm>
          <a:prstGeom prst="rect">
            <a:avLst/>
          </a:prstGeom>
          <a:noFill/>
          <a:ln>
            <a:noFill/>
          </a:ln>
        </p:spPr>
        <p:txBody>
          <a:bodyPr anchorCtr="0" anchor="t" bIns="50375" lIns="100775" spcFirstLastPara="1" rIns="100775" wrap="square" tIns="50375">
            <a:noAutofit/>
          </a:bodyPr>
          <a:lstStyle>
            <a:lvl1pPr indent="-320040" lvl="0" marL="457200" algn="l">
              <a:spcBef>
                <a:spcPts val="663"/>
              </a:spcBef>
              <a:spcAft>
                <a:spcPts val="0"/>
              </a:spcAft>
              <a:buSzPts val="1440"/>
              <a:buChar char="⚫"/>
              <a:defRPr/>
            </a:lvl1pPr>
            <a:lvl2pPr indent="-342900" lvl="1" marL="914400" algn="l">
              <a:spcBef>
                <a:spcPts val="60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82" name="Google Shape;182;p22"/>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22"/>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22"/>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6" name="Shape 196"/>
        <p:cNvGrpSpPr/>
        <p:nvPr/>
      </p:nvGrpSpPr>
      <p:grpSpPr>
        <a:xfrm>
          <a:off x="0" y="0"/>
          <a:ext cx="0" cy="0"/>
          <a:chOff x="0" y="0"/>
          <a:chExt cx="0" cy="0"/>
        </a:xfrm>
      </p:grpSpPr>
      <p:sp>
        <p:nvSpPr>
          <p:cNvPr id="197" name="Google Shape;197;p24"/>
          <p:cNvSpPr txBox="1"/>
          <p:nvPr>
            <p:ph type="title"/>
          </p:nvPr>
        </p:nvSpPr>
        <p:spPr>
          <a:xfrm rot="5400000">
            <a:off x="8198698" y="2183874"/>
            <a:ext cx="6450223" cy="2687955"/>
          </a:xfrm>
          <a:prstGeom prst="rect">
            <a:avLst/>
          </a:prstGeom>
          <a:noFill/>
          <a:ln>
            <a:noFill/>
          </a:ln>
        </p:spPr>
        <p:txBody>
          <a:bodyPr anchorCtr="0" anchor="ctr" bIns="50375" lIns="100775" spcFirstLastPara="1" rIns="100775" wrap="square" tIns="50375">
            <a:norm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8" name="Google Shape;198;p24"/>
          <p:cNvSpPr txBox="1"/>
          <p:nvPr>
            <p:ph idx="1" type="body"/>
          </p:nvPr>
        </p:nvSpPr>
        <p:spPr>
          <a:xfrm rot="5400000">
            <a:off x="2542792" y="-560079"/>
            <a:ext cx="6450223" cy="8175863"/>
          </a:xfrm>
          <a:prstGeom prst="rect">
            <a:avLst/>
          </a:prstGeom>
          <a:noFill/>
          <a:ln>
            <a:noFill/>
          </a:ln>
        </p:spPr>
        <p:txBody>
          <a:bodyPr anchorCtr="0" anchor="t" bIns="50375" lIns="100775" spcFirstLastPara="1" rIns="100775" wrap="square" tIns="50375">
            <a:noAutofit/>
          </a:bodyPr>
          <a:lstStyle>
            <a:lvl1pPr indent="-320040" lvl="0" marL="457200" algn="l">
              <a:spcBef>
                <a:spcPts val="663"/>
              </a:spcBef>
              <a:spcAft>
                <a:spcPts val="0"/>
              </a:spcAft>
              <a:buSzPts val="1440"/>
              <a:buChar char="⚫"/>
              <a:defRPr/>
            </a:lvl1pPr>
            <a:lvl2pPr indent="-342900" lvl="1" marL="914400" algn="l">
              <a:spcBef>
                <a:spcPts val="60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99" name="Google Shape;199;p24"/>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algn="ctr">
              <a:lnSpc>
                <a:spcPct val="74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24"/>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24"/>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xml"/><Relationship Id="rId3" Type="http://schemas.openxmlformats.org/officeDocument/2006/relationships/theme" Target="../theme/theme9.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3.xml"/><Relationship Id="rId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4.xml"/><Relationship Id="rId3" Type="http://schemas.openxmlformats.org/officeDocument/2006/relationships/theme" Target="../theme/theme7.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5.xml"/><Relationship Id="rId3" Type="http://schemas.openxmlformats.org/officeDocument/2006/relationships/theme" Target="../theme/theme10.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6.xml"/><Relationship Id="rId3" Type="http://schemas.openxmlformats.org/officeDocument/2006/relationships/theme" Target="../theme/theme3.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7.xml"/><Relationship Id="rId3" Type="http://schemas.openxmlformats.org/officeDocument/2006/relationships/theme" Target="../theme/theme11.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8.xml"/><Relationship Id="rId3" Type="http://schemas.openxmlformats.org/officeDocument/2006/relationships/theme" Target="../theme/theme12.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9.xml"/><Relationship Id="rId3" Type="http://schemas.openxmlformats.org/officeDocument/2006/relationships/theme" Target="../theme/theme8.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0.xml"/><Relationship Id="rId3" Type="http://schemas.openxmlformats.org/officeDocument/2006/relationships/theme" Target="../theme/theme4.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1.xml"/><Relationship Id="rId3" Type="http://schemas.openxmlformats.org/officeDocument/2006/relationships/theme" Target="../theme/theme13.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 name="Shape 15"/>
        <p:cNvGrpSpPr/>
        <p:nvPr/>
      </p:nvGrpSpPr>
      <p:grpSpPr>
        <a:xfrm>
          <a:off x="0" y="0"/>
          <a:ext cx="0" cy="0"/>
          <a:chOff x="0" y="0"/>
          <a:chExt cx="0" cy="0"/>
        </a:xfrm>
      </p:grpSpPr>
      <p:sp>
        <p:nvSpPr>
          <p:cNvPr id="16" name="Google Shape;16;p1"/>
          <p:cNvSpPr/>
          <p:nvPr/>
        </p:nvSpPr>
        <p:spPr>
          <a:xfrm>
            <a:off x="-1200150" y="-900112"/>
            <a:ext cx="2411412" cy="1806575"/>
          </a:xfrm>
          <a:custGeom>
            <a:rect b="b" l="l" r="r" t="t"/>
            <a:pathLst>
              <a:path extrusionOk="0" h="1806576" w="2411413">
                <a:moveTo>
                  <a:pt x="2411413" y="903288"/>
                </a:moveTo>
                <a:lnTo>
                  <a:pt x="2411413" y="903288"/>
                </a:lnTo>
                <a:cubicBezTo>
                  <a:pt x="2411413" y="1021941"/>
                  <a:pt x="2380206" y="1139441"/>
                  <a:pt x="2319580" y="1249057"/>
                </a:cubicBezTo>
                <a:cubicBezTo>
                  <a:pt x="2258954" y="1358674"/>
                  <a:pt x="2170089" y="1458275"/>
                  <a:pt x="2058072" y="1542156"/>
                </a:cubicBezTo>
                <a:cubicBezTo>
                  <a:pt x="1946055" y="1626038"/>
                  <a:pt x="1813067" y="1692568"/>
                  <a:pt x="1666723" y="1737937"/>
                </a:cubicBezTo>
                <a:cubicBezTo>
                  <a:pt x="1520379" y="1783306"/>
                  <a:pt x="1363526" y="1806630"/>
                  <a:pt x="1205148" y="1806575"/>
                </a:cubicBezTo>
                <a:lnTo>
                  <a:pt x="1205707" y="903288"/>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7" name="Google Shape;17;p1"/>
          <p:cNvSpPr/>
          <p:nvPr/>
        </p:nvSpPr>
        <p:spPr>
          <a:xfrm>
            <a:off x="247650" y="23812"/>
            <a:ext cx="2501900" cy="1876425"/>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8" name="Google Shape;18;p1"/>
          <p:cNvSpPr/>
          <p:nvPr/>
        </p:nvSpPr>
        <p:spPr>
          <a:xfrm rot="2315675">
            <a:off x="268798" y="1163028"/>
            <a:ext cx="1654570" cy="1215439"/>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lt1"/>
              </a:solidFill>
              <a:latin typeface="Gill Sans"/>
              <a:ea typeface="Gill Sans"/>
              <a:cs typeface="Gill Sans"/>
              <a:sym typeface="Gill Sans"/>
            </a:endParaRPr>
          </a:p>
        </p:txBody>
      </p:sp>
      <p:sp>
        <p:nvSpPr>
          <p:cNvPr id="19" name="Google Shape;19;p1"/>
          <p:cNvSpPr txBox="1"/>
          <p:nvPr/>
        </p:nvSpPr>
        <p:spPr>
          <a:xfrm>
            <a:off x="1487487" y="0"/>
            <a:ext cx="11952287"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20" name="Google Shape;20;p1"/>
          <p:cNvSpPr txBox="1"/>
          <p:nvPr/>
        </p:nvSpPr>
        <p:spPr>
          <a:xfrm>
            <a:off x="1492250" y="0"/>
            <a:ext cx="107950"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21" name="Google Shape;21;p1"/>
          <p:cNvSpPr/>
          <p:nvPr/>
        </p:nvSpPr>
        <p:spPr>
          <a:xfrm>
            <a:off x="1354315" y="1558455"/>
            <a:ext cx="309114" cy="231830"/>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dk1"/>
              </a:solidFill>
              <a:latin typeface="Gill Sans"/>
              <a:ea typeface="Gill Sans"/>
              <a:cs typeface="Gill Sans"/>
              <a:sym typeface="Gill Sans"/>
            </a:endParaRPr>
          </a:p>
        </p:txBody>
      </p:sp>
      <p:sp>
        <p:nvSpPr>
          <p:cNvPr id="22" name="Google Shape;22;p1"/>
          <p:cNvSpPr/>
          <p:nvPr/>
        </p:nvSpPr>
        <p:spPr>
          <a:xfrm>
            <a:off x="1701800" y="1482725"/>
            <a:ext cx="93662" cy="69850"/>
          </a:xfrm>
          <a:prstGeom prst="ellipse">
            <a:avLst/>
          </a:prstGeom>
          <a:noFill/>
          <a:ln cap="rnd" cmpd="sng" w="12700">
            <a:solidFill>
              <a:srgbClr val="307F93">
                <a:alpha val="59607"/>
              </a:srgbClr>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23" name="Google Shape;23;p1"/>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24" name="Google Shape;24;p1"/>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25" name="Google Shape;25;p1"/>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26" name="Google Shape;26;p1"/>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27" name="Google Shape;27;p1"/>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 name="Shape 34"/>
        <p:cNvGrpSpPr/>
        <p:nvPr/>
      </p:nvGrpSpPr>
      <p:grpSpPr>
        <a:xfrm>
          <a:off x="0" y="0"/>
          <a:ext cx="0" cy="0"/>
          <a:chOff x="0" y="0"/>
          <a:chExt cx="0" cy="0"/>
        </a:xfrm>
      </p:grpSpPr>
      <p:sp>
        <p:nvSpPr>
          <p:cNvPr id="35" name="Google Shape;35;p3"/>
          <p:cNvSpPr/>
          <p:nvPr/>
        </p:nvSpPr>
        <p:spPr>
          <a:xfrm>
            <a:off x="-1200150" y="-900112"/>
            <a:ext cx="2411412" cy="1806575"/>
          </a:xfrm>
          <a:custGeom>
            <a:rect b="b" l="l" r="r" t="t"/>
            <a:pathLst>
              <a:path extrusionOk="0" h="1806576" w="2411413">
                <a:moveTo>
                  <a:pt x="2411413" y="903288"/>
                </a:moveTo>
                <a:lnTo>
                  <a:pt x="2411413" y="903288"/>
                </a:lnTo>
                <a:cubicBezTo>
                  <a:pt x="2411413" y="1021941"/>
                  <a:pt x="2380206" y="1139441"/>
                  <a:pt x="2319580" y="1249057"/>
                </a:cubicBezTo>
                <a:cubicBezTo>
                  <a:pt x="2258954" y="1358674"/>
                  <a:pt x="2170089" y="1458275"/>
                  <a:pt x="2058072" y="1542156"/>
                </a:cubicBezTo>
                <a:cubicBezTo>
                  <a:pt x="1946055" y="1626038"/>
                  <a:pt x="1813067" y="1692568"/>
                  <a:pt x="1666723" y="1737937"/>
                </a:cubicBezTo>
                <a:cubicBezTo>
                  <a:pt x="1520379" y="1783306"/>
                  <a:pt x="1363526" y="1806630"/>
                  <a:pt x="1205148" y="1806575"/>
                </a:cubicBezTo>
                <a:lnTo>
                  <a:pt x="1205707" y="903288"/>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36" name="Google Shape;36;p3"/>
          <p:cNvSpPr/>
          <p:nvPr/>
        </p:nvSpPr>
        <p:spPr>
          <a:xfrm>
            <a:off x="247650" y="23812"/>
            <a:ext cx="2501900" cy="1876425"/>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37" name="Google Shape;37;p3"/>
          <p:cNvSpPr/>
          <p:nvPr/>
        </p:nvSpPr>
        <p:spPr>
          <a:xfrm rot="2315675">
            <a:off x="268798" y="1163028"/>
            <a:ext cx="1654570" cy="1215439"/>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lt1"/>
              </a:solidFill>
              <a:latin typeface="Gill Sans"/>
              <a:ea typeface="Gill Sans"/>
              <a:cs typeface="Gill Sans"/>
              <a:sym typeface="Gill Sans"/>
            </a:endParaRPr>
          </a:p>
        </p:txBody>
      </p:sp>
      <p:sp>
        <p:nvSpPr>
          <p:cNvPr id="38" name="Google Shape;38;p3"/>
          <p:cNvSpPr txBox="1"/>
          <p:nvPr/>
        </p:nvSpPr>
        <p:spPr>
          <a:xfrm>
            <a:off x="1487487" y="0"/>
            <a:ext cx="11952287"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39" name="Google Shape;39;p3"/>
          <p:cNvSpPr txBox="1"/>
          <p:nvPr/>
        </p:nvSpPr>
        <p:spPr>
          <a:xfrm>
            <a:off x="1492250" y="0"/>
            <a:ext cx="107950"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40" name="Google Shape;40;p3"/>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41" name="Google Shape;41;p3"/>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42" name="Google Shape;42;p3"/>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43" name="Google Shape;43;p3"/>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44" name="Google Shape;44;p3"/>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5"/>
          <p:cNvSpPr/>
          <p:nvPr/>
        </p:nvSpPr>
        <p:spPr>
          <a:xfrm>
            <a:off x="-1200150" y="-900112"/>
            <a:ext cx="2411412" cy="1806575"/>
          </a:xfrm>
          <a:custGeom>
            <a:rect b="b" l="l" r="r" t="t"/>
            <a:pathLst>
              <a:path extrusionOk="0" h="1806576" w="2411413">
                <a:moveTo>
                  <a:pt x="2411413" y="903288"/>
                </a:moveTo>
                <a:lnTo>
                  <a:pt x="2411413" y="903288"/>
                </a:lnTo>
                <a:cubicBezTo>
                  <a:pt x="2411413" y="1021941"/>
                  <a:pt x="2380206" y="1139441"/>
                  <a:pt x="2319580" y="1249057"/>
                </a:cubicBezTo>
                <a:cubicBezTo>
                  <a:pt x="2258954" y="1358674"/>
                  <a:pt x="2170089" y="1458275"/>
                  <a:pt x="2058072" y="1542156"/>
                </a:cubicBezTo>
                <a:cubicBezTo>
                  <a:pt x="1946055" y="1626038"/>
                  <a:pt x="1813067" y="1692568"/>
                  <a:pt x="1666723" y="1737937"/>
                </a:cubicBezTo>
                <a:cubicBezTo>
                  <a:pt x="1520379" y="1783306"/>
                  <a:pt x="1363526" y="1806630"/>
                  <a:pt x="1205148" y="1806575"/>
                </a:cubicBezTo>
                <a:lnTo>
                  <a:pt x="1205707" y="903288"/>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52" name="Google Shape;52;p5"/>
          <p:cNvSpPr/>
          <p:nvPr/>
        </p:nvSpPr>
        <p:spPr>
          <a:xfrm>
            <a:off x="247650" y="23812"/>
            <a:ext cx="2501900" cy="1876425"/>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53" name="Google Shape;53;p5"/>
          <p:cNvSpPr/>
          <p:nvPr/>
        </p:nvSpPr>
        <p:spPr>
          <a:xfrm rot="2315675">
            <a:off x="268798" y="1163028"/>
            <a:ext cx="1654570" cy="1215439"/>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lt1"/>
              </a:solidFill>
              <a:latin typeface="Gill Sans"/>
              <a:ea typeface="Gill Sans"/>
              <a:cs typeface="Gill Sans"/>
              <a:sym typeface="Gill Sans"/>
            </a:endParaRPr>
          </a:p>
        </p:txBody>
      </p:sp>
      <p:sp>
        <p:nvSpPr>
          <p:cNvPr id="54" name="Google Shape;54;p5"/>
          <p:cNvSpPr txBox="1"/>
          <p:nvPr/>
        </p:nvSpPr>
        <p:spPr>
          <a:xfrm>
            <a:off x="1487487" y="0"/>
            <a:ext cx="11952287"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55" name="Google Shape;55;p5"/>
          <p:cNvSpPr txBox="1"/>
          <p:nvPr/>
        </p:nvSpPr>
        <p:spPr>
          <a:xfrm>
            <a:off x="1492250" y="0"/>
            <a:ext cx="107950"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56" name="Google Shape;56;p5"/>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57" name="Google Shape;57;p5"/>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58" name="Google Shape;58;p5"/>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59" name="Google Shape;59;p5"/>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60" name="Google Shape;60;p5"/>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7" name="Shape 67"/>
        <p:cNvGrpSpPr/>
        <p:nvPr/>
      </p:nvGrpSpPr>
      <p:grpSpPr>
        <a:xfrm>
          <a:off x="0" y="0"/>
          <a:ext cx="0" cy="0"/>
          <a:chOff x="0" y="0"/>
          <a:chExt cx="0" cy="0"/>
        </a:xfrm>
      </p:grpSpPr>
      <p:sp>
        <p:nvSpPr>
          <p:cNvPr id="68" name="Google Shape;68;p7"/>
          <p:cNvSpPr/>
          <p:nvPr/>
        </p:nvSpPr>
        <p:spPr>
          <a:xfrm>
            <a:off x="-1200150" y="-900112"/>
            <a:ext cx="2411412" cy="1806575"/>
          </a:xfrm>
          <a:custGeom>
            <a:rect b="b" l="l" r="r" t="t"/>
            <a:pathLst>
              <a:path extrusionOk="0" h="1806576" w="2411413">
                <a:moveTo>
                  <a:pt x="2411413" y="903288"/>
                </a:moveTo>
                <a:lnTo>
                  <a:pt x="2411413" y="903288"/>
                </a:lnTo>
                <a:cubicBezTo>
                  <a:pt x="2411413" y="1021941"/>
                  <a:pt x="2380206" y="1139441"/>
                  <a:pt x="2319580" y="1249057"/>
                </a:cubicBezTo>
                <a:cubicBezTo>
                  <a:pt x="2258954" y="1358674"/>
                  <a:pt x="2170089" y="1458275"/>
                  <a:pt x="2058072" y="1542156"/>
                </a:cubicBezTo>
                <a:cubicBezTo>
                  <a:pt x="1946055" y="1626038"/>
                  <a:pt x="1813067" y="1692568"/>
                  <a:pt x="1666723" y="1737937"/>
                </a:cubicBezTo>
                <a:cubicBezTo>
                  <a:pt x="1520379" y="1783306"/>
                  <a:pt x="1363526" y="1806630"/>
                  <a:pt x="1205148" y="1806575"/>
                </a:cubicBezTo>
                <a:lnTo>
                  <a:pt x="1205707" y="903288"/>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69" name="Google Shape;69;p7"/>
          <p:cNvSpPr/>
          <p:nvPr/>
        </p:nvSpPr>
        <p:spPr>
          <a:xfrm>
            <a:off x="247650" y="23812"/>
            <a:ext cx="2501900" cy="1876425"/>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70" name="Google Shape;70;p7"/>
          <p:cNvSpPr/>
          <p:nvPr/>
        </p:nvSpPr>
        <p:spPr>
          <a:xfrm rot="2315675">
            <a:off x="268798" y="1163028"/>
            <a:ext cx="1654570" cy="1215439"/>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lt1"/>
              </a:solidFill>
              <a:latin typeface="Gill Sans"/>
              <a:ea typeface="Gill Sans"/>
              <a:cs typeface="Gill Sans"/>
              <a:sym typeface="Gill Sans"/>
            </a:endParaRPr>
          </a:p>
        </p:txBody>
      </p:sp>
      <p:sp>
        <p:nvSpPr>
          <p:cNvPr id="71" name="Google Shape;71;p7"/>
          <p:cNvSpPr txBox="1"/>
          <p:nvPr/>
        </p:nvSpPr>
        <p:spPr>
          <a:xfrm>
            <a:off x="1487487" y="0"/>
            <a:ext cx="11952287"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72" name="Google Shape;72;p7"/>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73" name="Google Shape;73;p7"/>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74" name="Google Shape;74;p7"/>
          <p:cNvSpPr txBox="1"/>
          <p:nvPr/>
        </p:nvSpPr>
        <p:spPr>
          <a:xfrm>
            <a:off x="1492250" y="0"/>
            <a:ext cx="107950"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Tree>
  </p:cSld>
  <p:clrMap accent1="accent1" accent2="accent2" accent3="accent3" accent4="accent4" accent5="accent5" accent6="accent6" bg1="lt1" bg2="dk2" tx1="dk1" tx2="lt2" folHlink="folHlink" hlink="hlink"/>
  <p:sldLayoutIdLst>
    <p:sldLayoutId id="214748365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78" name="Shape 78"/>
        <p:cNvGrpSpPr/>
        <p:nvPr/>
      </p:nvGrpSpPr>
      <p:grpSpPr>
        <a:xfrm>
          <a:off x="0" y="0"/>
          <a:ext cx="0" cy="0"/>
          <a:chOff x="0" y="0"/>
          <a:chExt cx="0" cy="0"/>
        </a:xfrm>
      </p:grpSpPr>
      <p:sp>
        <p:nvSpPr>
          <p:cNvPr id="79" name="Google Shape;79;p9"/>
          <p:cNvSpPr txBox="1"/>
          <p:nvPr/>
        </p:nvSpPr>
        <p:spPr>
          <a:xfrm>
            <a:off x="3354387" y="0"/>
            <a:ext cx="10080625"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80" name="Google Shape;80;p9"/>
          <p:cNvSpPr txBox="1"/>
          <p:nvPr/>
        </p:nvSpPr>
        <p:spPr>
          <a:xfrm>
            <a:off x="3359150" y="0"/>
            <a:ext cx="111125"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81" name="Google Shape;81;p9"/>
          <p:cNvSpPr/>
          <p:nvPr/>
        </p:nvSpPr>
        <p:spPr>
          <a:xfrm>
            <a:off x="3192859" y="3102637"/>
            <a:ext cx="309114" cy="231830"/>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dk1"/>
              </a:solidFill>
              <a:latin typeface="Gill Sans"/>
              <a:ea typeface="Gill Sans"/>
              <a:cs typeface="Gill Sans"/>
              <a:sym typeface="Gill Sans"/>
            </a:endParaRPr>
          </a:p>
        </p:txBody>
      </p:sp>
      <p:sp>
        <p:nvSpPr>
          <p:cNvPr id="82" name="Google Shape;82;p9"/>
          <p:cNvSpPr/>
          <p:nvPr/>
        </p:nvSpPr>
        <p:spPr>
          <a:xfrm>
            <a:off x="3538537" y="3027362"/>
            <a:ext cx="95250" cy="69850"/>
          </a:xfrm>
          <a:prstGeom prst="ellipse">
            <a:avLst/>
          </a:prstGeom>
          <a:noFill/>
          <a:ln cap="rnd" cmpd="sng" w="12700">
            <a:solidFill>
              <a:srgbClr val="307F93">
                <a:alpha val="59607"/>
              </a:srgbClr>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83" name="Google Shape;83;p9"/>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84" name="Google Shape;84;p9"/>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85" name="Google Shape;85;p9"/>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86" name="Google Shape;86;p9"/>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87" name="Google Shape;87;p9"/>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4" name="Shape 94"/>
        <p:cNvGrpSpPr/>
        <p:nvPr/>
      </p:nvGrpSpPr>
      <p:grpSpPr>
        <a:xfrm>
          <a:off x="0" y="0"/>
          <a:ext cx="0" cy="0"/>
          <a:chOff x="0" y="0"/>
          <a:chExt cx="0" cy="0"/>
        </a:xfrm>
      </p:grpSpPr>
      <p:sp>
        <p:nvSpPr>
          <p:cNvPr id="95" name="Google Shape;95;p11"/>
          <p:cNvSpPr/>
          <p:nvPr/>
        </p:nvSpPr>
        <p:spPr>
          <a:xfrm>
            <a:off x="-1200150" y="-900112"/>
            <a:ext cx="2411412" cy="1806575"/>
          </a:xfrm>
          <a:custGeom>
            <a:rect b="b" l="l" r="r" t="t"/>
            <a:pathLst>
              <a:path extrusionOk="0" h="1806576" w="2411413">
                <a:moveTo>
                  <a:pt x="2411413" y="903288"/>
                </a:moveTo>
                <a:lnTo>
                  <a:pt x="2411413" y="903288"/>
                </a:lnTo>
                <a:cubicBezTo>
                  <a:pt x="2411413" y="1021941"/>
                  <a:pt x="2380206" y="1139441"/>
                  <a:pt x="2319580" y="1249057"/>
                </a:cubicBezTo>
                <a:cubicBezTo>
                  <a:pt x="2258954" y="1358674"/>
                  <a:pt x="2170089" y="1458275"/>
                  <a:pt x="2058072" y="1542156"/>
                </a:cubicBezTo>
                <a:cubicBezTo>
                  <a:pt x="1946055" y="1626038"/>
                  <a:pt x="1813067" y="1692568"/>
                  <a:pt x="1666723" y="1737937"/>
                </a:cubicBezTo>
                <a:cubicBezTo>
                  <a:pt x="1520379" y="1783306"/>
                  <a:pt x="1363526" y="1806630"/>
                  <a:pt x="1205148" y="1806575"/>
                </a:cubicBezTo>
                <a:lnTo>
                  <a:pt x="1205707" y="903288"/>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96" name="Google Shape;96;p11"/>
          <p:cNvSpPr/>
          <p:nvPr/>
        </p:nvSpPr>
        <p:spPr>
          <a:xfrm>
            <a:off x="247650" y="23812"/>
            <a:ext cx="2501900" cy="1876425"/>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97" name="Google Shape;97;p11"/>
          <p:cNvSpPr/>
          <p:nvPr/>
        </p:nvSpPr>
        <p:spPr>
          <a:xfrm rot="2315675">
            <a:off x="268798" y="1163028"/>
            <a:ext cx="1654570" cy="1215439"/>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lt1"/>
              </a:solidFill>
              <a:latin typeface="Gill Sans"/>
              <a:ea typeface="Gill Sans"/>
              <a:cs typeface="Gill Sans"/>
              <a:sym typeface="Gill Sans"/>
            </a:endParaRPr>
          </a:p>
        </p:txBody>
      </p:sp>
      <p:sp>
        <p:nvSpPr>
          <p:cNvPr id="98" name="Google Shape;98;p11"/>
          <p:cNvSpPr txBox="1"/>
          <p:nvPr/>
        </p:nvSpPr>
        <p:spPr>
          <a:xfrm>
            <a:off x="1487487" y="0"/>
            <a:ext cx="11952287"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99" name="Google Shape;99;p11"/>
          <p:cNvSpPr txBox="1"/>
          <p:nvPr/>
        </p:nvSpPr>
        <p:spPr>
          <a:xfrm>
            <a:off x="1492250" y="0"/>
            <a:ext cx="107950"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00" name="Google Shape;100;p11"/>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101" name="Google Shape;101;p11"/>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102" name="Google Shape;102;p11"/>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03" name="Google Shape;103;p11"/>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04" name="Google Shape;104;p11"/>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2" name="Shape 112"/>
        <p:cNvGrpSpPr/>
        <p:nvPr/>
      </p:nvGrpSpPr>
      <p:grpSpPr>
        <a:xfrm>
          <a:off x="0" y="0"/>
          <a:ext cx="0" cy="0"/>
          <a:chOff x="0" y="0"/>
          <a:chExt cx="0" cy="0"/>
        </a:xfrm>
      </p:grpSpPr>
      <p:sp>
        <p:nvSpPr>
          <p:cNvPr id="113" name="Google Shape;113;p13"/>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114" name="Google Shape;114;p13"/>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115" name="Google Shape;115;p13"/>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16" name="Google Shape;116;p13"/>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17" name="Google Shape;117;p13"/>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4"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7" name="Shape 127"/>
        <p:cNvGrpSpPr/>
        <p:nvPr/>
      </p:nvGrpSpPr>
      <p:grpSpPr>
        <a:xfrm>
          <a:off x="0" y="0"/>
          <a:ext cx="0" cy="0"/>
          <a:chOff x="0" y="0"/>
          <a:chExt cx="0" cy="0"/>
        </a:xfrm>
      </p:grpSpPr>
      <p:sp>
        <p:nvSpPr>
          <p:cNvPr id="128" name="Google Shape;128;p15"/>
          <p:cNvSpPr txBox="1"/>
          <p:nvPr/>
        </p:nvSpPr>
        <p:spPr>
          <a:xfrm>
            <a:off x="1492250" y="0"/>
            <a:ext cx="11947525"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29" name="Google Shape;129;p15"/>
          <p:cNvSpPr txBox="1"/>
          <p:nvPr/>
        </p:nvSpPr>
        <p:spPr>
          <a:xfrm>
            <a:off x="1492250" y="0"/>
            <a:ext cx="107950"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30" name="Google Shape;130;p15"/>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131" name="Google Shape;131;p15"/>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132" name="Google Shape;132;p15"/>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33" name="Google Shape;133;p15"/>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34" name="Google Shape;134;p15"/>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9" name="Shape 139"/>
        <p:cNvGrpSpPr/>
        <p:nvPr/>
      </p:nvGrpSpPr>
      <p:grpSpPr>
        <a:xfrm>
          <a:off x="0" y="0"/>
          <a:ext cx="0" cy="0"/>
          <a:chOff x="0" y="0"/>
          <a:chExt cx="0" cy="0"/>
        </a:xfrm>
      </p:grpSpPr>
      <p:sp>
        <p:nvSpPr>
          <p:cNvPr id="140" name="Google Shape;140;p17"/>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141" name="Google Shape;141;p17"/>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142" name="Google Shape;142;p17"/>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43" name="Google Shape;143;p17"/>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44" name="Google Shape;144;p17"/>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6"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2" name="Shape 152"/>
        <p:cNvGrpSpPr/>
        <p:nvPr/>
      </p:nvGrpSpPr>
      <p:grpSpPr>
        <a:xfrm>
          <a:off x="0" y="0"/>
          <a:ext cx="0" cy="0"/>
          <a:chOff x="0" y="0"/>
          <a:chExt cx="0" cy="0"/>
        </a:xfrm>
      </p:grpSpPr>
      <p:sp>
        <p:nvSpPr>
          <p:cNvPr id="153" name="Google Shape;153;p19"/>
          <p:cNvSpPr/>
          <p:nvPr/>
        </p:nvSpPr>
        <p:spPr>
          <a:xfrm>
            <a:off x="1119982" y="1175951"/>
            <a:ext cx="6719888" cy="5039783"/>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50375" lIns="100775" spcFirstLastPara="1" rIns="100775" wrap="square" tIns="302375">
            <a:noAutofit/>
          </a:bodyPr>
          <a:lstStyle/>
          <a:p>
            <a:pPr indent="0" lvl="0" marL="0" marR="0" rtl="0" algn="l">
              <a:lnSpc>
                <a:spcPct val="94485"/>
              </a:lnSpc>
              <a:spcBef>
                <a:spcPts val="0"/>
              </a:spcBef>
              <a:spcAft>
                <a:spcPts val="0"/>
              </a:spcAft>
              <a:buClr>
                <a:schemeClr val="accent1"/>
              </a:buClr>
              <a:buSzPts val="2800"/>
              <a:buFont typeface="Noto Sans Symbols"/>
              <a:buNone/>
            </a:pPr>
            <a:r>
              <a:t/>
            </a:r>
            <a:endParaRPr b="0" i="0" sz="3500" u="none" cap="none" strike="noStrike">
              <a:solidFill>
                <a:schemeClr val="dk1"/>
              </a:solidFill>
              <a:latin typeface="Gill Sans"/>
              <a:ea typeface="Gill Sans"/>
              <a:cs typeface="Gill Sans"/>
              <a:sym typeface="Gill Sans"/>
            </a:endParaRPr>
          </a:p>
        </p:txBody>
      </p:sp>
      <p:sp>
        <p:nvSpPr>
          <p:cNvPr id="154" name="Google Shape;154;p19"/>
          <p:cNvSpPr/>
          <p:nvPr/>
        </p:nvSpPr>
        <p:spPr>
          <a:xfrm rot="-2160000">
            <a:off x="584200" y="1052512"/>
            <a:ext cx="1008062" cy="225425"/>
          </a:xfrm>
          <a:prstGeom prst="flowChartProcess">
            <a:avLst/>
          </a:prstGeom>
          <a:solidFill>
            <a:srgbClr val="FBFBFB">
              <a:alpha val="44705"/>
            </a:srgbClr>
          </a:solidFill>
          <a:ln cap="rnd" cmpd="sng" w="9525">
            <a:solidFill>
              <a:srgbClr val="FFFFFF"/>
            </a:solidFill>
            <a:prstDash val="solid"/>
            <a:miter lim="800000"/>
            <a:headEnd len="sm" w="sm" type="none"/>
            <a:tailEnd len="sm" w="sm" type="none"/>
          </a:ln>
          <a:effectLst>
            <a:outerShdw blurRad="63500" sx="96000" dir="3299947" dist="25399" sy="96000">
              <a:srgbClr val="EBDAB1">
                <a:alpha val="39607"/>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55" name="Google Shape;155;p19"/>
          <p:cNvSpPr/>
          <p:nvPr/>
        </p:nvSpPr>
        <p:spPr>
          <a:xfrm flipH="1" rot="2160000">
            <a:off x="7354887" y="1031875"/>
            <a:ext cx="954087" cy="225425"/>
          </a:xfrm>
          <a:prstGeom prst="flowChartProcess">
            <a:avLst/>
          </a:prstGeom>
          <a:solidFill>
            <a:srgbClr val="FBFBFB">
              <a:alpha val="44705"/>
            </a:srgbClr>
          </a:solidFill>
          <a:ln cap="rnd" cmpd="sng" w="9525">
            <a:solidFill>
              <a:srgbClr val="FFFFFF"/>
            </a:solidFill>
            <a:prstDash val="solid"/>
            <a:miter lim="800000"/>
            <a:headEnd len="sm" w="sm" type="none"/>
            <a:tailEnd len="sm" w="sm" type="none"/>
          </a:ln>
          <a:effectLst>
            <a:outerShdw blurRad="63500" sx="96000" dir="3299947" dist="25399" sy="96000">
              <a:schemeClr val="lt2">
                <a:alpha val="19607"/>
              </a:scheme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56" name="Google Shape;156;p19"/>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157" name="Google Shape;157;p19"/>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158" name="Google Shape;158;p19"/>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59" name="Google Shape;159;p19"/>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60" name="Google Shape;160;p19"/>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68" name="Shape 168"/>
        <p:cNvGrpSpPr/>
        <p:nvPr/>
      </p:nvGrpSpPr>
      <p:grpSpPr>
        <a:xfrm>
          <a:off x="0" y="0"/>
          <a:ext cx="0" cy="0"/>
          <a:chOff x="0" y="0"/>
          <a:chExt cx="0" cy="0"/>
        </a:xfrm>
      </p:grpSpPr>
      <p:sp>
        <p:nvSpPr>
          <p:cNvPr id="169" name="Google Shape;169;p21"/>
          <p:cNvSpPr/>
          <p:nvPr/>
        </p:nvSpPr>
        <p:spPr>
          <a:xfrm>
            <a:off x="-1200150" y="-900112"/>
            <a:ext cx="2411412" cy="1806575"/>
          </a:xfrm>
          <a:custGeom>
            <a:rect b="b" l="l" r="r" t="t"/>
            <a:pathLst>
              <a:path extrusionOk="0" h="1806576" w="2411413">
                <a:moveTo>
                  <a:pt x="2411413" y="903288"/>
                </a:moveTo>
                <a:lnTo>
                  <a:pt x="2411413" y="903288"/>
                </a:lnTo>
                <a:cubicBezTo>
                  <a:pt x="2411413" y="1021941"/>
                  <a:pt x="2380206" y="1139441"/>
                  <a:pt x="2319580" y="1249057"/>
                </a:cubicBezTo>
                <a:cubicBezTo>
                  <a:pt x="2258954" y="1358674"/>
                  <a:pt x="2170089" y="1458275"/>
                  <a:pt x="2058072" y="1542156"/>
                </a:cubicBezTo>
                <a:cubicBezTo>
                  <a:pt x="1946055" y="1626038"/>
                  <a:pt x="1813067" y="1692568"/>
                  <a:pt x="1666723" y="1737937"/>
                </a:cubicBezTo>
                <a:cubicBezTo>
                  <a:pt x="1520379" y="1783306"/>
                  <a:pt x="1363526" y="1806630"/>
                  <a:pt x="1205148" y="1806575"/>
                </a:cubicBezTo>
                <a:lnTo>
                  <a:pt x="1205707" y="903288"/>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70" name="Google Shape;170;p21"/>
          <p:cNvSpPr/>
          <p:nvPr/>
        </p:nvSpPr>
        <p:spPr>
          <a:xfrm>
            <a:off x="247650" y="23812"/>
            <a:ext cx="2501900" cy="1876425"/>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71" name="Google Shape;171;p21"/>
          <p:cNvSpPr/>
          <p:nvPr/>
        </p:nvSpPr>
        <p:spPr>
          <a:xfrm rot="2315675">
            <a:off x="268798" y="1163028"/>
            <a:ext cx="1654570" cy="1215439"/>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lt1"/>
              </a:solidFill>
              <a:latin typeface="Gill Sans"/>
              <a:ea typeface="Gill Sans"/>
              <a:cs typeface="Gill Sans"/>
              <a:sym typeface="Gill Sans"/>
            </a:endParaRPr>
          </a:p>
        </p:txBody>
      </p:sp>
      <p:sp>
        <p:nvSpPr>
          <p:cNvPr id="172" name="Google Shape;172;p21"/>
          <p:cNvSpPr txBox="1"/>
          <p:nvPr/>
        </p:nvSpPr>
        <p:spPr>
          <a:xfrm>
            <a:off x="1487487" y="0"/>
            <a:ext cx="11952287"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73" name="Google Shape;173;p21"/>
          <p:cNvSpPr txBox="1"/>
          <p:nvPr/>
        </p:nvSpPr>
        <p:spPr>
          <a:xfrm>
            <a:off x="1492250" y="0"/>
            <a:ext cx="107950"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74" name="Google Shape;174;p21"/>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175" name="Google Shape;175;p21"/>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176" name="Google Shape;176;p21"/>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77" name="Google Shape;177;p21"/>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78" name="Google Shape;178;p21"/>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85" name="Shape 185"/>
        <p:cNvGrpSpPr/>
        <p:nvPr/>
      </p:nvGrpSpPr>
      <p:grpSpPr>
        <a:xfrm>
          <a:off x="0" y="0"/>
          <a:ext cx="0" cy="0"/>
          <a:chOff x="0" y="0"/>
          <a:chExt cx="0" cy="0"/>
        </a:xfrm>
      </p:grpSpPr>
      <p:sp>
        <p:nvSpPr>
          <p:cNvPr id="186" name="Google Shape;186;p23"/>
          <p:cNvSpPr/>
          <p:nvPr/>
        </p:nvSpPr>
        <p:spPr>
          <a:xfrm>
            <a:off x="-1200150" y="-900112"/>
            <a:ext cx="2411412" cy="1806575"/>
          </a:xfrm>
          <a:custGeom>
            <a:rect b="b" l="l" r="r" t="t"/>
            <a:pathLst>
              <a:path extrusionOk="0" h="1806576" w="2411413">
                <a:moveTo>
                  <a:pt x="2411413" y="903288"/>
                </a:moveTo>
                <a:lnTo>
                  <a:pt x="2411413" y="903288"/>
                </a:lnTo>
                <a:cubicBezTo>
                  <a:pt x="2411413" y="1021941"/>
                  <a:pt x="2380206" y="1139441"/>
                  <a:pt x="2319580" y="1249057"/>
                </a:cubicBezTo>
                <a:cubicBezTo>
                  <a:pt x="2258954" y="1358674"/>
                  <a:pt x="2170089" y="1458275"/>
                  <a:pt x="2058072" y="1542156"/>
                </a:cubicBezTo>
                <a:cubicBezTo>
                  <a:pt x="1946055" y="1626038"/>
                  <a:pt x="1813067" y="1692568"/>
                  <a:pt x="1666723" y="1737937"/>
                </a:cubicBezTo>
                <a:cubicBezTo>
                  <a:pt x="1520379" y="1783306"/>
                  <a:pt x="1363526" y="1806630"/>
                  <a:pt x="1205148" y="1806575"/>
                </a:cubicBezTo>
                <a:lnTo>
                  <a:pt x="1205707" y="903288"/>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87" name="Google Shape;187;p23"/>
          <p:cNvSpPr/>
          <p:nvPr/>
        </p:nvSpPr>
        <p:spPr>
          <a:xfrm>
            <a:off x="247650" y="23812"/>
            <a:ext cx="2501900" cy="1876425"/>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88" name="Google Shape;188;p23"/>
          <p:cNvSpPr/>
          <p:nvPr/>
        </p:nvSpPr>
        <p:spPr>
          <a:xfrm rot="2315675">
            <a:off x="268798" y="1163028"/>
            <a:ext cx="1654570" cy="1215439"/>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50375" lIns="100775" spcFirstLastPara="1" rIns="100775" wrap="square" tIns="50375">
            <a:noAutofit/>
          </a:bodyPr>
          <a:lstStyle/>
          <a:p>
            <a:pPr indent="0" lvl="0" marL="0" marR="0" rtl="0" algn="ctr">
              <a:lnSpc>
                <a:spcPct val="74000"/>
              </a:lnSpc>
              <a:spcBef>
                <a:spcPts val="0"/>
              </a:spcBef>
              <a:spcAft>
                <a:spcPts val="0"/>
              </a:spcAft>
              <a:buClr>
                <a:srgbClr val="000000"/>
              </a:buClr>
              <a:buSzPts val="2400"/>
              <a:buFont typeface="Times New Roman"/>
              <a:buNone/>
            </a:pPr>
            <a:r>
              <a:t/>
            </a:r>
            <a:endParaRPr b="0" i="0" sz="2400" u="none" cap="none" strike="noStrike">
              <a:solidFill>
                <a:schemeClr val="lt1"/>
              </a:solidFill>
              <a:latin typeface="Gill Sans"/>
              <a:ea typeface="Gill Sans"/>
              <a:cs typeface="Gill Sans"/>
              <a:sym typeface="Gill Sans"/>
            </a:endParaRPr>
          </a:p>
        </p:txBody>
      </p:sp>
      <p:sp>
        <p:nvSpPr>
          <p:cNvPr id="189" name="Google Shape;189;p23"/>
          <p:cNvSpPr txBox="1"/>
          <p:nvPr/>
        </p:nvSpPr>
        <p:spPr>
          <a:xfrm>
            <a:off x="1487487" y="0"/>
            <a:ext cx="11952287" cy="7559675"/>
          </a:xfrm>
          <a:prstGeom prst="rect">
            <a:avLst/>
          </a:prstGeom>
          <a:solidFill>
            <a:schemeClr val="lt1"/>
          </a:solidFill>
          <a:ln>
            <a:noFill/>
          </a:ln>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90" name="Google Shape;190;p23"/>
          <p:cNvSpPr txBox="1"/>
          <p:nvPr/>
        </p:nvSpPr>
        <p:spPr>
          <a:xfrm>
            <a:off x="1492250" y="0"/>
            <a:ext cx="107950" cy="7559675"/>
          </a:xfrm>
          <a:prstGeom prst="rect">
            <a:avLst/>
          </a:prstGeom>
          <a:solidFill>
            <a:schemeClr val="lt1"/>
          </a:solidFill>
          <a:ln>
            <a:noFill/>
          </a:ln>
          <a:effectLst>
            <a:outerShdw blurRad="63500" dir="10800000" dist="38000">
              <a:srgbClr val="706B5F">
                <a:alpha val="24705"/>
              </a:srgbClr>
            </a:outerShdw>
          </a:effectLst>
        </p:spPr>
        <p:txBody>
          <a:bodyPr anchorCtr="0" anchor="ctr" bIns="50375" lIns="100775" spcFirstLastPara="1" rIns="100775" wrap="square" tIns="50375">
            <a:noAutofit/>
          </a:bodyPr>
          <a:lstStyle/>
          <a:p>
            <a:pPr indent="0" lvl="0" marL="0" marR="0" rtl="0" algn="l">
              <a:lnSpc>
                <a:spcPct val="100000"/>
              </a:lnSpc>
              <a:spcBef>
                <a:spcPts val="0"/>
              </a:spcBef>
              <a:spcAft>
                <a:spcPts val="0"/>
              </a:spcAft>
              <a:buNone/>
            </a:pPr>
            <a:r>
              <a:t/>
            </a:r>
            <a:endParaRPr b="0" i="0" sz="2400" u="none">
              <a:solidFill>
                <a:schemeClr val="lt1"/>
              </a:solidFill>
              <a:latin typeface="Comic Sans MS"/>
              <a:ea typeface="Comic Sans MS"/>
              <a:cs typeface="Comic Sans MS"/>
              <a:sym typeface="Comic Sans MS"/>
            </a:endParaRPr>
          </a:p>
        </p:txBody>
      </p:sp>
      <p:sp>
        <p:nvSpPr>
          <p:cNvPr id="191" name="Google Shape;191;p23"/>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lvl1pPr lvl="0"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1pPr>
            <a:lvl2pPr lvl="1"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2pPr>
            <a:lvl3pPr lvl="2"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3pPr>
            <a:lvl4pPr lvl="3"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4pPr>
            <a:lvl5pPr lvl="4"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5pPr>
            <a:lvl6pPr lvl="5"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6pPr>
            <a:lvl7pPr lvl="6"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7pPr>
            <a:lvl8pPr lvl="7"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8pPr>
            <a:lvl9pPr lvl="8" marR="0" rtl="0" algn="ctr">
              <a:spcBef>
                <a:spcPts val="0"/>
              </a:spcBef>
              <a:spcAft>
                <a:spcPts val="0"/>
              </a:spcAft>
              <a:buSzPts val="1400"/>
              <a:buNone/>
              <a:defRPr b="0" i="0" sz="4000" u="none" cap="none" strike="noStrike">
                <a:solidFill>
                  <a:srgbClr val="572314"/>
                </a:solidFill>
                <a:latin typeface="Gill Sans"/>
                <a:ea typeface="Gill Sans"/>
                <a:cs typeface="Gill Sans"/>
                <a:sym typeface="Gill Sans"/>
              </a:defRPr>
            </a:lvl9pPr>
          </a:lstStyle>
          <a:p/>
        </p:txBody>
      </p:sp>
      <p:sp>
        <p:nvSpPr>
          <p:cNvPr id="192" name="Google Shape;192;p23"/>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lvl1pPr indent="-391160" lvl="0" marL="457200" marR="0" rtl="0" algn="l">
              <a:spcBef>
                <a:spcPts val="663"/>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60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93700" lvl="2" marL="1371600" marR="0" rtl="0" algn="l">
              <a:spcBef>
                <a:spcPts val="520"/>
              </a:spcBef>
              <a:spcAft>
                <a:spcPts val="0"/>
              </a:spcAft>
              <a:buClr>
                <a:schemeClr val="accent2"/>
              </a:buClr>
              <a:buSzPts val="2600"/>
              <a:buFont typeface="Noto Sans Symbols"/>
              <a:buChar char="●"/>
              <a:defRPr b="0" i="0" sz="2600" u="none" cap="none" strike="noStrike">
                <a:solidFill>
                  <a:schemeClr val="dk1"/>
                </a:solidFill>
                <a:latin typeface="Gill Sans"/>
                <a:ea typeface="Gill Sans"/>
                <a:cs typeface="Gill Sans"/>
                <a:sym typeface="Gill Sans"/>
              </a:defRPr>
            </a:lvl3pPr>
            <a:lvl4pPr indent="-368300" lvl="3" marL="1828800" marR="0" rtl="0" algn="l">
              <a:spcBef>
                <a:spcPts val="440"/>
              </a:spcBef>
              <a:spcAft>
                <a:spcPts val="0"/>
              </a:spcAft>
              <a:buClr>
                <a:srgbClr val="C32D2E"/>
              </a:buClr>
              <a:buSzPts val="2200"/>
              <a:buFont typeface="Noto Sans Symbols"/>
              <a:buChar char="●"/>
              <a:defRPr b="0" i="0" sz="2200" u="none" cap="none" strike="noStrike">
                <a:solidFill>
                  <a:schemeClr val="dk1"/>
                </a:solidFill>
                <a:latin typeface="Gill Sans"/>
                <a:ea typeface="Gill Sans"/>
                <a:cs typeface="Gill Sans"/>
                <a:sym typeface="Gill Sans"/>
              </a:defRPr>
            </a:lvl4pPr>
            <a:lvl5pPr indent="-368300" lvl="4" marL="2286000" marR="0" rtl="0" algn="l">
              <a:spcBef>
                <a:spcPts val="440"/>
              </a:spcBef>
              <a:spcAft>
                <a:spcPts val="0"/>
              </a:spcAft>
              <a:buClr>
                <a:srgbClr val="84AA33"/>
              </a:buClr>
              <a:buSzPts val="2200"/>
              <a:buFont typeface="Noto Sans Symbols"/>
              <a:buChar char="●"/>
              <a:defRPr b="0" i="0" sz="2200" u="none" cap="none" strike="noStrike">
                <a:solidFill>
                  <a:schemeClr val="dk1"/>
                </a:solidFill>
                <a:latin typeface="Gill Sans"/>
                <a:ea typeface="Gill Sans"/>
                <a:cs typeface="Gill Sans"/>
                <a:sym typeface="Gill Sans"/>
              </a:defRPr>
            </a:lvl5pPr>
            <a:lvl6pPr indent="-368300" lvl="5" marL="2743200" marR="0" rtl="0" algn="l">
              <a:lnSpc>
                <a:spcPct val="100000"/>
              </a:lnSpc>
              <a:spcBef>
                <a:spcPts val="440"/>
              </a:spcBef>
              <a:spcAft>
                <a:spcPts val="0"/>
              </a:spcAft>
              <a:buClr>
                <a:schemeClr val="accent5"/>
              </a:buClr>
              <a:buSzPts val="2200"/>
              <a:buFont typeface="Noto Sans Symbols"/>
              <a:buChar char="●"/>
              <a:defRPr b="0" i="0" sz="2200" u="none" cap="none" strike="noStrike">
                <a:solidFill>
                  <a:schemeClr val="dk1"/>
                </a:solidFill>
                <a:latin typeface="Gill Sans"/>
                <a:ea typeface="Gill Sans"/>
                <a:cs typeface="Gill Sans"/>
                <a:sym typeface="Gill Sans"/>
              </a:defRPr>
            </a:lvl6pPr>
            <a:lvl7pPr indent="-368300" lvl="6" marL="32004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7pPr>
            <a:lvl8pPr indent="-368300" lvl="7" marL="36576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8pPr>
            <a:lvl9pPr indent="-368300" lvl="8" marL="4114800" marR="0" rtl="0" algn="l">
              <a:lnSpc>
                <a:spcPct val="100000"/>
              </a:lnSpc>
              <a:spcBef>
                <a:spcPts val="440"/>
              </a:spcBef>
              <a:spcAft>
                <a:spcPts val="0"/>
              </a:spcAft>
              <a:buClr>
                <a:schemeClr val="accent6"/>
              </a:buClr>
              <a:buSzPts val="2200"/>
              <a:buFont typeface="Noto Sans Symbols"/>
              <a:buChar char="●"/>
              <a:defRPr b="0" i="0" sz="2200" u="none" cap="none" strike="noStrike">
                <a:solidFill>
                  <a:schemeClr val="dk1"/>
                </a:solidFill>
                <a:latin typeface="Gill Sans"/>
                <a:ea typeface="Gill Sans"/>
                <a:cs typeface="Gill Sans"/>
                <a:sym typeface="Gill Sans"/>
              </a:defRPr>
            </a:lvl9pPr>
          </a:lstStyle>
          <a:p/>
        </p:txBody>
      </p:sp>
      <p:sp>
        <p:nvSpPr>
          <p:cNvPr id="193" name="Google Shape;193;p23"/>
          <p:cNvSpPr txBox="1"/>
          <p:nvPr>
            <p:ph idx="10" type="dt"/>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lvl1pPr lvl="0" marR="0" rtl="0" algn="ctr">
              <a:lnSpc>
                <a:spcPct val="74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94" name="Google Shape;194;p23"/>
          <p:cNvSpPr txBox="1"/>
          <p:nvPr>
            <p:ph idx="11" type="ftr"/>
          </p:nvPr>
        </p:nvSpPr>
        <p:spPr>
          <a:xfrm>
            <a:off x="8401050" y="6950075"/>
            <a:ext cx="4256087" cy="52546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400" u="none" cap="none" strike="noStrike">
                <a:solidFill>
                  <a:schemeClr val="lt1"/>
                </a:solidFill>
                <a:latin typeface="Comic Sans MS"/>
                <a:ea typeface="Comic Sans MS"/>
                <a:cs typeface="Comic Sans MS"/>
                <a:sym typeface="Comic Sans MS"/>
              </a:defRPr>
            </a:lvl9pPr>
          </a:lstStyle>
          <a:p/>
        </p:txBody>
      </p:sp>
      <p:sp>
        <p:nvSpPr>
          <p:cNvPr id="195" name="Google Shape;195;p23"/>
          <p:cNvSpPr txBox="1"/>
          <p:nvPr>
            <p:ph idx="12" type="sldNum"/>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lvl1pPr indent="0" lvl="0"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1pPr>
            <a:lvl2pPr indent="0" lvl="1"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2pPr>
            <a:lvl3pPr indent="0" lvl="2"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3pPr>
            <a:lvl4pPr indent="0" lvl="3"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4pPr>
            <a:lvl5pPr indent="0" lvl="4"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5pPr>
            <a:lvl6pPr indent="0" lvl="5"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6pPr>
            <a:lvl7pPr indent="0" lvl="6"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7pPr>
            <a:lvl8pPr indent="0" lvl="7"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8pPr>
            <a:lvl9pPr indent="0" lvl="8" marL="0" marR="0" rtl="0" algn="ctr">
              <a:lnSpc>
                <a:spcPct val="74000"/>
              </a:lnSpc>
              <a:spcBef>
                <a:spcPts val="0"/>
              </a:spcBef>
              <a:spcAft>
                <a:spcPts val="0"/>
              </a:spcAft>
              <a:buClr>
                <a:schemeClr val="lt1"/>
              </a:buClr>
              <a:buSzPts val="2400"/>
              <a:buFont typeface="Comic Sans MS"/>
              <a:buNone/>
              <a:defRPr b="0" i="0" sz="2400" u="none">
                <a:solidFill>
                  <a:schemeClr val="lt1"/>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5"/>
          <p:cNvSpPr txBox="1"/>
          <p:nvPr>
            <p:ph type="ctrTitle"/>
          </p:nvPr>
        </p:nvSpPr>
        <p:spPr>
          <a:xfrm>
            <a:off x="2909887" y="2027237"/>
            <a:ext cx="8164512" cy="1622425"/>
          </a:xfrm>
          <a:prstGeom prst="rect">
            <a:avLst/>
          </a:prstGeom>
          <a:noFill/>
          <a:ln>
            <a:noFill/>
          </a:ln>
        </p:spPr>
        <p:txBody>
          <a:bodyPr anchorCtr="0" anchor="b" bIns="50375" lIns="100775" spcFirstLastPara="1" rIns="100775" wrap="square" tIns="50375">
            <a:normAutofit/>
          </a:bodyPr>
          <a:lstStyle/>
          <a:p>
            <a:pPr indent="0" lvl="0" marL="0" rtl="0" algn="ctr">
              <a:lnSpc>
                <a:spcPct val="100000"/>
              </a:lnSpc>
              <a:spcBef>
                <a:spcPts val="0"/>
              </a:spcBef>
              <a:spcAft>
                <a:spcPts val="0"/>
              </a:spcAft>
              <a:buClr>
                <a:srgbClr val="572314"/>
              </a:buClr>
              <a:buSzPts val="4900"/>
              <a:buFont typeface="Gill Sans"/>
              <a:buNone/>
            </a:pPr>
            <a:r>
              <a:rPr b="0" i="0" lang="en-US" sz="4900" u="none">
                <a:solidFill>
                  <a:srgbClr val="572314"/>
                </a:solidFill>
                <a:latin typeface="Gill Sans"/>
                <a:ea typeface="Gill Sans"/>
                <a:cs typeface="Gill Sans"/>
                <a:sym typeface="Gill Sans"/>
              </a:rPr>
              <a:t>Static Testing    </a:t>
            </a:r>
            <a:r>
              <a:rPr b="0" i="0" lang="en-US" sz="4800" u="none">
                <a:solidFill>
                  <a:srgbClr val="572314"/>
                </a:solidFill>
                <a:latin typeface="Gill Sans"/>
                <a:ea typeface="Gill Sans"/>
                <a:cs typeface="Gill Sans"/>
                <a:sym typeface="Gill Sans"/>
              </a:rPr>
              <a:t>cont…</a:t>
            </a:r>
            <a:br>
              <a:rPr b="0" i="0" lang="en-US" sz="1600" u="none">
                <a:solidFill>
                  <a:srgbClr val="572314"/>
                </a:solidFill>
                <a:latin typeface="Gill Sans"/>
                <a:ea typeface="Gill Sans"/>
                <a:cs typeface="Gill Sans"/>
                <a:sym typeface="Gill Sans"/>
              </a:rPr>
            </a:br>
            <a:endParaRPr/>
          </a:p>
        </p:txBody>
      </p:sp>
      <p:sp>
        <p:nvSpPr>
          <p:cNvPr id="207" name="Google Shape;207;p25"/>
          <p:cNvSpPr txBox="1"/>
          <p:nvPr>
            <p:ph idx="1" type="subTitle"/>
          </p:nvPr>
        </p:nvSpPr>
        <p:spPr>
          <a:xfrm>
            <a:off x="2909887" y="4313237"/>
            <a:ext cx="8164512" cy="1931987"/>
          </a:xfrm>
          <a:prstGeom prst="rect">
            <a:avLst/>
          </a:prstGeom>
          <a:noFill/>
          <a:ln>
            <a:noFill/>
          </a:ln>
        </p:spPr>
        <p:txBody>
          <a:bodyPr anchorCtr="0" anchor="t" bIns="50375" lIns="100775" spcFirstLastPara="1" rIns="100775" wrap="square" tIns="0">
            <a:normAutofit/>
          </a:bodyPr>
          <a:lstStyle/>
          <a:p>
            <a:pPr indent="0" lvl="0" marL="98425" rtl="0" algn="ctr">
              <a:lnSpc>
                <a:spcPct val="100000"/>
              </a:lnSpc>
              <a:spcBef>
                <a:spcPts val="0"/>
              </a:spcBef>
              <a:spcAft>
                <a:spcPts val="0"/>
              </a:spcAft>
              <a:buSzPts val="2080"/>
              <a:buNone/>
            </a:pPr>
            <a:r>
              <a:rPr b="0" i="0" lang="en-US" sz="2600" u="none">
                <a:solidFill>
                  <a:srgbClr val="320E04"/>
                </a:solidFill>
                <a:latin typeface="Gill Sans"/>
                <a:ea typeface="Gill Sans"/>
                <a:cs typeface="Gill Sans"/>
                <a:sym typeface="Gill Sans"/>
              </a:rPr>
              <a:t>Dr. Durga Prasad Mohapatra</a:t>
            </a:r>
            <a:endParaRPr/>
          </a:p>
          <a:p>
            <a:pPr indent="0" lvl="0" marL="98425" rtl="0" algn="ctr">
              <a:lnSpc>
                <a:spcPct val="100000"/>
              </a:lnSpc>
              <a:spcBef>
                <a:spcPts val="600"/>
              </a:spcBef>
              <a:spcAft>
                <a:spcPts val="0"/>
              </a:spcAft>
              <a:buSzPts val="2080"/>
              <a:buNone/>
            </a:pPr>
            <a:r>
              <a:rPr b="0" i="0" lang="en-US" sz="2600" u="none">
                <a:solidFill>
                  <a:srgbClr val="320E04"/>
                </a:solidFill>
                <a:latin typeface="Gill Sans"/>
                <a:ea typeface="Gill Sans"/>
                <a:cs typeface="Gill Sans"/>
                <a:sym typeface="Gill Sans"/>
              </a:rPr>
              <a:t>Professor, Dept. of CSE</a:t>
            </a:r>
            <a:endParaRPr/>
          </a:p>
          <a:p>
            <a:pPr indent="0" lvl="0" marL="98425" rtl="0" algn="ctr">
              <a:lnSpc>
                <a:spcPct val="100000"/>
              </a:lnSpc>
              <a:spcBef>
                <a:spcPts val="600"/>
              </a:spcBef>
              <a:spcAft>
                <a:spcPts val="0"/>
              </a:spcAft>
              <a:buSzPts val="2080"/>
              <a:buNone/>
            </a:pPr>
            <a:r>
              <a:rPr b="0" i="0" lang="en-US" sz="2600" u="none">
                <a:solidFill>
                  <a:srgbClr val="320E04"/>
                </a:solidFill>
                <a:latin typeface="Gill Sans"/>
                <a:ea typeface="Gill Sans"/>
                <a:cs typeface="Gill Sans"/>
                <a:sym typeface="Gill Sans"/>
              </a:rPr>
              <a:t>N.I.T Rourkela</a:t>
            </a:r>
            <a:endParaRPr/>
          </a:p>
          <a:p>
            <a:pPr indent="0" lvl="0" marL="30238" rtl="0" algn="l">
              <a:spcBef>
                <a:spcPts val="663"/>
              </a:spcBef>
              <a:spcAft>
                <a:spcPts val="0"/>
              </a:spcAft>
              <a:buSzPts val="2080"/>
              <a:buNone/>
            </a:pPr>
            <a:r>
              <a:t/>
            </a:r>
            <a:endParaRPr b="0" i="0" sz="2600" u="none">
              <a:solidFill>
                <a:srgbClr val="320E04"/>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2909887" y="2789237"/>
            <a:ext cx="8266112" cy="1260475"/>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Variants of inspection process</a:t>
            </a:r>
            <a:endParaRPr/>
          </a:p>
        </p:txBody>
      </p:sp>
      <p:sp>
        <p:nvSpPr>
          <p:cNvPr id="213" name="Google Shape;213;p26"/>
          <p:cNvSpPr txBox="1"/>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*08/10/1003/08/10</a:t>
            </a:r>
            <a:endParaRPr/>
          </a:p>
        </p:txBody>
      </p:sp>
      <p:sp>
        <p:nvSpPr>
          <p:cNvPr id="214" name="Google Shape;214;p26"/>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fld id="{00000000-1234-1234-1234-123412341234}" type="slidenum">
              <a:rPr b="0" i="0" lang="en-US" sz="2400" u="none">
                <a:solidFill>
                  <a:schemeClr val="lt1"/>
                </a:solidFill>
                <a:latin typeface="Comic Sans MS"/>
                <a:ea typeface="Comic Sans MS"/>
                <a:cs typeface="Comic Sans MS"/>
                <a:sym typeface="Comic Sans MS"/>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Active Design Reviews (ADR)</a:t>
            </a:r>
            <a:endParaRPr/>
          </a:p>
        </p:txBody>
      </p:sp>
      <p:sp>
        <p:nvSpPr>
          <p:cNvPr id="220" name="Google Shape;220;p27"/>
          <p:cNvSpPr txBox="1"/>
          <p:nvPr>
            <p:ph idx="1" type="body"/>
          </p:nvPr>
        </p:nvSpPr>
        <p:spPr>
          <a:xfrm>
            <a:off x="1592262" y="1417637"/>
            <a:ext cx="11604625" cy="5543550"/>
          </a:xfrm>
          <a:prstGeom prst="rect">
            <a:avLst/>
          </a:prstGeom>
          <a:noFill/>
          <a:ln>
            <a:noFill/>
          </a:ln>
        </p:spPr>
        <p:txBody>
          <a:bodyPr anchorCtr="0" anchor="t" bIns="50375" lIns="100775" spcFirstLastPara="1" rIns="100775" wrap="square" tIns="50375">
            <a:noAutofit/>
          </a:bodyPr>
          <a:lstStyle/>
          <a:p>
            <a:pPr indent="-250824" lvl="2" marL="976312" marR="0" rtl="0" algn="just">
              <a:lnSpc>
                <a:spcPct val="100000"/>
              </a:lnSpc>
              <a:spcBef>
                <a:spcPts val="0"/>
              </a:spcBef>
              <a:spcAft>
                <a:spcPts val="0"/>
              </a:spcAft>
              <a:buClr>
                <a:schemeClr val="accent2"/>
              </a:buClr>
              <a:buSzPts val="3200"/>
              <a:buFont typeface="Noto Sans Symbols"/>
              <a:buChar char="●"/>
            </a:pPr>
            <a:r>
              <a:rPr b="0" i="0" lang="en-US" sz="3200" u="none" cap="none" strike="noStrike">
                <a:solidFill>
                  <a:schemeClr val="dk1"/>
                </a:solidFill>
                <a:latin typeface="Gill Sans"/>
                <a:ea typeface="Gill Sans"/>
                <a:cs typeface="Gill Sans"/>
                <a:sym typeface="Gill Sans"/>
              </a:rPr>
              <a:t>Several reviews are conducted targeting a particular type of bug and conducted by the experts in that area.</a:t>
            </a:r>
            <a:endParaRPr/>
          </a:p>
          <a:p>
            <a:pPr indent="-250824" lvl="2" marL="976312" marR="0" rtl="0" algn="just">
              <a:lnSpc>
                <a:spcPct val="100000"/>
              </a:lnSpc>
              <a:spcBef>
                <a:spcPts val="640"/>
              </a:spcBef>
              <a:spcAft>
                <a:spcPts val="0"/>
              </a:spcAft>
              <a:buClr>
                <a:schemeClr val="accent2"/>
              </a:buClr>
              <a:buSzPts val="3200"/>
              <a:buFont typeface="Noto Sans Symbols"/>
              <a:buChar char="●"/>
            </a:pPr>
            <a:r>
              <a:rPr b="0" i="0" lang="en-US" sz="3200" u="none" cap="none" strike="noStrike">
                <a:solidFill>
                  <a:schemeClr val="dk1"/>
                </a:solidFill>
                <a:latin typeface="Gill Sans"/>
                <a:ea typeface="Gill Sans"/>
                <a:cs typeface="Gill Sans"/>
                <a:sym typeface="Gill Sans"/>
              </a:rPr>
              <a:t>These are conducted in the following stages:</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Overview - </a:t>
            </a:r>
            <a:r>
              <a:rPr b="0" i="0" lang="en-US" sz="2000" u="none" cap="none" strike="noStrike">
                <a:solidFill>
                  <a:srgbClr val="00B050"/>
                </a:solidFill>
                <a:latin typeface="Gill Sans"/>
                <a:ea typeface="Gill Sans"/>
                <a:cs typeface="Gill Sans"/>
                <a:sym typeface="Gill Sans"/>
              </a:rPr>
              <a:t>The overview explains the modular structure in case it is unfamiliar to reviewers, and shows them where the module belongs in the structure.</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Review- </a:t>
            </a:r>
            <a:r>
              <a:rPr b="0" i="0" lang="en-US" sz="2000" u="none" cap="none" strike="noStrike">
                <a:solidFill>
                  <a:srgbClr val="00B050"/>
                </a:solidFill>
                <a:latin typeface="Gill Sans"/>
                <a:ea typeface="Gill Sans"/>
                <a:cs typeface="Gill Sans"/>
                <a:sym typeface="Gill Sans"/>
              </a:rPr>
              <a:t>Reviewers are assigned sections of the document to be reviewed and questionnaires based on the bug type. </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Meeting - </a:t>
            </a:r>
            <a:r>
              <a:rPr b="0" i="0" lang="en-US" sz="2000" u="none" cap="none" strike="noStrike">
                <a:solidFill>
                  <a:srgbClr val="00B050"/>
                </a:solidFill>
                <a:latin typeface="Gill Sans"/>
                <a:ea typeface="Gill Sans"/>
                <a:cs typeface="Gill Sans"/>
                <a:sym typeface="Gill Sans"/>
              </a:rPr>
              <a:t>The designers read the completed questionnaires and meet the reviewers to resolve any queries that the designers may have about the reviewer’s answers to the questionnaires.</a:t>
            </a:r>
            <a:endParaRPr/>
          </a:p>
          <a:p>
            <a:pPr indent="-209550" lvl="0" marL="401638" marR="0" rtl="0" algn="l">
              <a:spcBef>
                <a:spcPts val="663"/>
              </a:spcBef>
              <a:spcAft>
                <a:spcPts val="0"/>
              </a:spcAft>
              <a:buClr>
                <a:schemeClr val="accent1"/>
              </a:buClr>
              <a:buSzPts val="1600"/>
              <a:buFont typeface="Noto Sans Symbols"/>
              <a:buNone/>
            </a:pPr>
            <a:r>
              <a:t/>
            </a:r>
            <a:endParaRPr b="0" i="0" sz="2000" u="none" cap="none" strike="noStrike">
              <a:solidFill>
                <a:srgbClr val="00B050"/>
              </a:solidFill>
              <a:latin typeface="Gill Sans"/>
              <a:ea typeface="Gill Sans"/>
              <a:cs typeface="Gill Sans"/>
              <a:sym typeface="Gill Sans"/>
            </a:endParaRPr>
          </a:p>
        </p:txBody>
      </p:sp>
      <p:sp>
        <p:nvSpPr>
          <p:cNvPr id="221" name="Google Shape;221;p27"/>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2681287" y="-14287"/>
            <a:ext cx="8810625" cy="746125"/>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FTArm </a:t>
            </a:r>
            <a:endParaRPr/>
          </a:p>
        </p:txBody>
      </p:sp>
      <p:sp>
        <p:nvSpPr>
          <p:cNvPr id="227" name="Google Shape;227;p28"/>
          <p:cNvSpPr txBox="1"/>
          <p:nvPr>
            <p:ph idx="1" type="body"/>
          </p:nvPr>
        </p:nvSpPr>
        <p:spPr>
          <a:xfrm>
            <a:off x="1614487" y="698500"/>
            <a:ext cx="11717337" cy="6777037"/>
          </a:xfrm>
          <a:prstGeom prst="rect">
            <a:avLst/>
          </a:prstGeom>
          <a:noFill/>
          <a:ln>
            <a:noFill/>
          </a:ln>
        </p:spPr>
        <p:txBody>
          <a:bodyPr anchorCtr="0" anchor="t" bIns="50375" lIns="100775" spcFirstLastPara="1" rIns="100775" wrap="square" tIns="50375">
            <a:noAutofit/>
          </a:bodyPr>
          <a:lstStyle/>
          <a:p>
            <a:pPr indent="-261937" lvl="1" marL="704850" marR="0" rtl="0" algn="just">
              <a:lnSpc>
                <a:spcPct val="100000"/>
              </a:lnSpc>
              <a:spcBef>
                <a:spcPts val="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Stands for Formal Technical Asynchronous review method (FTArm)</a:t>
            </a:r>
            <a:endParaRPr/>
          </a:p>
          <a:p>
            <a:pPr indent="-250824" lvl="2" marL="976312" marR="0" rtl="0" algn="just">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dk1"/>
                </a:solidFill>
                <a:latin typeface="Gill Sans"/>
                <a:ea typeface="Gill Sans"/>
                <a:cs typeface="Gill Sans"/>
                <a:sym typeface="Gill Sans"/>
              </a:rPr>
              <a:t>It is a type of asynchronous inspection process that is carried out without having a meeting of the members.</a:t>
            </a:r>
            <a:endParaRPr/>
          </a:p>
          <a:p>
            <a:pPr indent="-250824" lvl="2" marL="976312" marR="0" rtl="0" algn="just">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dk1"/>
                </a:solidFill>
                <a:latin typeface="Gill Sans"/>
                <a:ea typeface="Gill Sans"/>
                <a:cs typeface="Gill Sans"/>
                <a:sym typeface="Gill Sans"/>
              </a:rPr>
              <a:t>This process consists of the following steps</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Setup </a:t>
            </a:r>
            <a:r>
              <a:rPr b="0" i="0" lang="en-US" sz="2000" u="none" cap="none" strike="noStrike">
                <a:solidFill>
                  <a:schemeClr val="dk1"/>
                </a:solidFill>
                <a:latin typeface="Gill Sans"/>
                <a:ea typeface="Gill Sans"/>
                <a:cs typeface="Gill Sans"/>
                <a:sym typeface="Gill Sans"/>
              </a:rPr>
              <a:t>(choosing the members and preparing the document)</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Orientation </a:t>
            </a:r>
            <a:r>
              <a:rPr b="0" i="0" lang="en-US" sz="2000" u="none" cap="none" strike="noStrike">
                <a:solidFill>
                  <a:schemeClr val="dk1"/>
                </a:solidFill>
                <a:latin typeface="Gill Sans"/>
                <a:ea typeface="Gill Sans"/>
                <a:cs typeface="Gill Sans"/>
                <a:sym typeface="Gill Sans"/>
              </a:rPr>
              <a:t>(same as overview step of inspection process)</a:t>
            </a:r>
            <a:endParaRPr b="0" i="0" sz="2400" u="none" cap="none" strike="noStrike">
              <a:solidFill>
                <a:schemeClr val="dk1"/>
              </a:solidFill>
              <a:latin typeface="Gill Sans"/>
              <a:ea typeface="Gill Sans"/>
              <a:cs typeface="Gill Sans"/>
              <a:sym typeface="Gill Sans"/>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Private review </a:t>
            </a:r>
            <a:r>
              <a:rPr b="0" i="0" lang="en-US" sz="2000" u="none" cap="none" strike="noStrike">
                <a:solidFill>
                  <a:schemeClr val="dk1"/>
                </a:solidFill>
                <a:latin typeface="Gill Sans"/>
                <a:ea typeface="Gill Sans"/>
                <a:cs typeface="Gill Sans"/>
                <a:sym typeface="Gill Sans"/>
              </a:rPr>
              <a:t>(same as preparation phase of inspection process)</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Public review </a:t>
            </a:r>
            <a:r>
              <a:rPr b="0" i="0" lang="en-US" sz="2000" u="none" cap="none" strike="noStrike">
                <a:solidFill>
                  <a:schemeClr val="dk1"/>
                </a:solidFill>
                <a:latin typeface="Gill Sans"/>
                <a:ea typeface="Gill Sans"/>
                <a:cs typeface="Gill Sans"/>
                <a:sym typeface="Gill Sans"/>
              </a:rPr>
              <a:t>(all comments provided privately are made public and all inspectors are able to see each other’s comments and put forward their suggestions.)</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Consolidation </a:t>
            </a:r>
            <a:r>
              <a:rPr b="0" i="0" lang="en-US" sz="2000" u="none" cap="none" strike="noStrike">
                <a:solidFill>
                  <a:schemeClr val="dk1"/>
                </a:solidFill>
                <a:latin typeface="Gill Sans"/>
                <a:ea typeface="Gill Sans"/>
                <a:cs typeface="Gill Sans"/>
                <a:sym typeface="Gill Sans"/>
              </a:rPr>
              <a:t>(the moderator analyses the result of private and public reviews and lists the findings)</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Group meeting </a:t>
            </a:r>
            <a:r>
              <a:rPr b="0" i="0" lang="en-US" sz="2000" u="none" cap="none" strike="noStrike">
                <a:solidFill>
                  <a:schemeClr val="dk1"/>
                </a:solidFill>
                <a:latin typeface="Gill Sans"/>
                <a:ea typeface="Gill Sans"/>
                <a:cs typeface="Gill Sans"/>
                <a:sym typeface="Gill Sans"/>
              </a:rPr>
              <a:t>(any unresolved issues are discussed in this step)</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Conclusion </a:t>
            </a:r>
            <a:r>
              <a:rPr b="0" i="0" lang="en-US" sz="2000" u="none" cap="none" strike="noStrike">
                <a:solidFill>
                  <a:schemeClr val="dk1"/>
                </a:solidFill>
                <a:latin typeface="Gill Sans"/>
                <a:ea typeface="Gill Sans"/>
                <a:cs typeface="Gill Sans"/>
                <a:sym typeface="Gill Sans"/>
              </a:rPr>
              <a:t>(final report of the inspection  with analysis is produced)</a:t>
            </a:r>
            <a:endParaRPr/>
          </a:p>
          <a:p>
            <a:pPr indent="-209550" lvl="0" marL="401638" marR="0" rtl="0" algn="l">
              <a:spcBef>
                <a:spcPts val="663"/>
              </a:spcBef>
              <a:spcAft>
                <a:spcPts val="0"/>
              </a:spcAft>
              <a:buClr>
                <a:schemeClr val="accent1"/>
              </a:buClr>
              <a:buSzPts val="1600"/>
              <a:buFont typeface="Noto Sans Symbols"/>
              <a:buNone/>
            </a:pPr>
            <a:r>
              <a:t/>
            </a:r>
            <a:endParaRPr b="0" i="0" sz="2000" u="none" cap="none" strike="noStrike">
              <a:solidFill>
                <a:schemeClr val="dk1"/>
              </a:solidFill>
              <a:latin typeface="Gill Sans"/>
              <a:ea typeface="Gill Sans"/>
              <a:cs typeface="Gill Sans"/>
              <a:sym typeface="Gill Sans"/>
            </a:endParaRPr>
          </a:p>
        </p:txBody>
      </p:sp>
      <p:sp>
        <p:nvSpPr>
          <p:cNvPr id="228" name="Google Shape;228;p28"/>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2947987" y="633412"/>
            <a:ext cx="8810625" cy="882650"/>
          </a:xfrm>
          <a:prstGeom prst="rect">
            <a:avLst/>
          </a:prstGeom>
          <a:noFill/>
          <a:ln>
            <a:noFill/>
          </a:ln>
        </p:spPr>
        <p:txBody>
          <a:bodyPr anchorCtr="0" anchor="ctr" bIns="50375" lIns="100775" spcFirstLastPara="1" rIns="100775" wrap="square" tIns="50375">
            <a:noAutofit/>
          </a:bodyPr>
          <a:lstStyle/>
          <a:p>
            <a:pPr indent="-342900" lvl="0" marL="34290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Gilb inspection</a:t>
            </a:r>
            <a:br>
              <a:rPr b="0" i="0" lang="en-US" sz="4000" u="none">
                <a:solidFill>
                  <a:srgbClr val="572314"/>
                </a:solidFill>
                <a:latin typeface="Gill Sans"/>
                <a:ea typeface="Gill Sans"/>
                <a:cs typeface="Gill Sans"/>
                <a:sym typeface="Gill Sans"/>
              </a:rPr>
            </a:br>
            <a:r>
              <a:rPr b="0" i="0" lang="en-US" sz="4000" u="none">
                <a:solidFill>
                  <a:srgbClr val="572314"/>
                </a:solidFill>
                <a:latin typeface="Gill Sans"/>
                <a:ea typeface="Gill Sans"/>
                <a:cs typeface="Gill Sans"/>
                <a:sym typeface="Gill Sans"/>
              </a:rPr>
              <a:t> </a:t>
            </a:r>
            <a:endParaRPr/>
          </a:p>
        </p:txBody>
      </p:sp>
      <p:sp>
        <p:nvSpPr>
          <p:cNvPr id="234" name="Google Shape;234;p29"/>
          <p:cNvSpPr txBox="1"/>
          <p:nvPr>
            <p:ph idx="1" type="body"/>
          </p:nvPr>
        </p:nvSpPr>
        <p:spPr>
          <a:xfrm>
            <a:off x="1538287" y="1265237"/>
            <a:ext cx="11793537" cy="6019800"/>
          </a:xfrm>
          <a:prstGeom prst="rect">
            <a:avLst/>
          </a:prstGeom>
          <a:noFill/>
          <a:ln>
            <a:noFill/>
          </a:ln>
        </p:spPr>
        <p:txBody>
          <a:bodyPr anchorCtr="0" anchor="t" bIns="50375" lIns="100775" spcFirstLastPara="1" rIns="100775" wrap="square" tIns="50375">
            <a:noAutofit/>
          </a:bodyPr>
          <a:lstStyle/>
          <a:p>
            <a:pPr indent="0" lvl="1" marL="441325" marR="0" rtl="0" algn="just">
              <a:lnSpc>
                <a:spcPct val="100000"/>
              </a:lnSpc>
              <a:spcBef>
                <a:spcPts val="0"/>
              </a:spcBef>
              <a:spcAft>
                <a:spcPts val="0"/>
              </a:spcAft>
              <a:buClr>
                <a:schemeClr val="accent1"/>
              </a:buClr>
              <a:buSzPts val="3200"/>
              <a:buFont typeface="Verdana"/>
              <a:buNone/>
            </a:pPr>
            <a:r>
              <a:t/>
            </a:r>
            <a:endParaRPr b="0" i="0" sz="3200" u="none" cap="none" strike="noStrike">
              <a:solidFill>
                <a:schemeClr val="dk1"/>
              </a:solidFill>
              <a:latin typeface="Gill Sans"/>
              <a:ea typeface="Gill Sans"/>
              <a:cs typeface="Gill Sans"/>
              <a:sym typeface="Gill Sans"/>
            </a:endParaRPr>
          </a:p>
          <a:p>
            <a:pPr indent="-250824" lvl="2" marL="976312" marR="0" rtl="0" algn="just">
              <a:lnSpc>
                <a:spcPct val="100000"/>
              </a:lnSpc>
              <a:spcBef>
                <a:spcPts val="640"/>
              </a:spcBef>
              <a:spcAft>
                <a:spcPts val="0"/>
              </a:spcAft>
              <a:buClr>
                <a:schemeClr val="accent2"/>
              </a:buClr>
              <a:buSzPts val="3200"/>
              <a:buFont typeface="Noto Sans Symbols"/>
              <a:buChar char="●"/>
            </a:pPr>
            <a:r>
              <a:rPr b="0" i="0" lang="en-US" sz="3200" u="none" cap="none" strike="noStrike">
                <a:solidFill>
                  <a:schemeClr val="dk1"/>
                </a:solidFill>
                <a:latin typeface="Gill Sans"/>
                <a:ea typeface="Gill Sans"/>
                <a:cs typeface="Gill Sans"/>
                <a:sym typeface="Gill Sans"/>
              </a:rPr>
              <a:t>Defect detection is carried out by individual inspector at his level rather than in a group.</a:t>
            </a:r>
            <a:endParaRPr/>
          </a:p>
          <a:p>
            <a:pPr indent="-250824" lvl="2" marL="976312" marR="0" rtl="0" algn="just">
              <a:lnSpc>
                <a:spcPct val="100000"/>
              </a:lnSpc>
              <a:spcBef>
                <a:spcPts val="640"/>
              </a:spcBef>
              <a:spcAft>
                <a:spcPts val="0"/>
              </a:spcAft>
              <a:buClr>
                <a:schemeClr val="accent2"/>
              </a:buClr>
              <a:buSzPts val="3200"/>
              <a:buFont typeface="Noto Sans Symbols"/>
              <a:buChar char="●"/>
            </a:pPr>
            <a:r>
              <a:rPr b="0" i="0" lang="en-US" sz="3200" u="none" cap="none" strike="noStrike">
                <a:solidFill>
                  <a:schemeClr val="dk1"/>
                </a:solidFill>
                <a:latin typeface="Gill Sans"/>
                <a:ea typeface="Gill Sans"/>
                <a:cs typeface="Gill Sans"/>
                <a:sym typeface="Gill Sans"/>
              </a:rPr>
              <a:t>Three different roles identified:</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Leader  </a:t>
            </a:r>
            <a:r>
              <a:rPr b="0" i="0" lang="en-US" sz="2400" u="none" cap="none" strike="noStrike">
                <a:solidFill>
                  <a:srgbClr val="00B050"/>
                </a:solidFill>
                <a:latin typeface="Gill Sans"/>
                <a:ea typeface="Gill Sans"/>
                <a:cs typeface="Gill Sans"/>
                <a:sym typeface="Gill Sans"/>
              </a:rPr>
              <a:t>is responsible for planning and running the inspection</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Author of the document</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Checker </a:t>
            </a:r>
            <a:r>
              <a:rPr b="0" i="0" lang="en-US" sz="2400" u="none" cap="none" strike="noStrike">
                <a:solidFill>
                  <a:srgbClr val="00B050"/>
                </a:solidFill>
                <a:latin typeface="Gill Sans"/>
                <a:ea typeface="Gill Sans"/>
                <a:cs typeface="Gill Sans"/>
                <a:sym typeface="Gill Sans"/>
              </a:rPr>
              <a:t>is responsible for finding and reporting the defects in 		the document.</a:t>
            </a:r>
            <a:endParaRPr/>
          </a:p>
        </p:txBody>
      </p:sp>
      <p:sp>
        <p:nvSpPr>
          <p:cNvPr id="235" name="Google Shape;235;p29"/>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 </a:t>
            </a:r>
            <a:endParaRPr/>
          </a:p>
        </p:txBody>
      </p:sp>
      <p:sp>
        <p:nvSpPr>
          <p:cNvPr id="241" name="Google Shape;241;p30"/>
          <p:cNvSpPr txBox="1"/>
          <p:nvPr>
            <p:ph idx="1" type="body"/>
          </p:nvPr>
        </p:nvSpPr>
        <p:spPr>
          <a:xfrm>
            <a:off x="1592262" y="960437"/>
            <a:ext cx="11452225" cy="6248400"/>
          </a:xfrm>
          <a:prstGeom prst="rect">
            <a:avLst/>
          </a:prstGeom>
          <a:noFill/>
          <a:ln>
            <a:noFill/>
          </a:ln>
        </p:spPr>
        <p:txBody>
          <a:bodyPr anchorCtr="0" anchor="t" bIns="50375" lIns="100775" spcFirstLastPara="1" rIns="100775" wrap="square" tIns="50375">
            <a:noAutofit/>
          </a:bodyPr>
          <a:lstStyle/>
          <a:p>
            <a:pPr indent="-250824" lvl="2" marL="976312" marR="0" rtl="0" algn="just">
              <a:lnSpc>
                <a:spcPct val="100000"/>
              </a:lnSpc>
              <a:spcBef>
                <a:spcPts val="0"/>
              </a:spcBef>
              <a:spcAft>
                <a:spcPts val="0"/>
              </a:spcAft>
              <a:buClr>
                <a:schemeClr val="accent2"/>
              </a:buClr>
              <a:buSzPts val="3600"/>
              <a:buFont typeface="Noto Sans Symbols"/>
              <a:buNone/>
            </a:pPr>
            <a:r>
              <a:rPr b="0" i="0" lang="en-US" sz="3600" u="none" cap="none" strike="noStrike">
                <a:solidFill>
                  <a:schemeClr val="dk1"/>
                </a:solidFill>
                <a:latin typeface="Gill Sans"/>
                <a:ea typeface="Gill Sans"/>
                <a:cs typeface="Gill Sans"/>
                <a:sym typeface="Gill Sans"/>
              </a:rPr>
              <a:t>	</a:t>
            </a:r>
            <a:endParaRPr/>
          </a:p>
          <a:p>
            <a:pPr indent="-311148" lvl="3" marL="401637" marR="0" rtl="0" algn="just">
              <a:lnSpc>
                <a:spcPct val="100000"/>
              </a:lnSpc>
              <a:spcBef>
                <a:spcPts val="600"/>
              </a:spcBef>
              <a:spcAft>
                <a:spcPts val="0"/>
              </a:spcAft>
              <a:buClr>
                <a:schemeClr val="accent1"/>
              </a:buClr>
              <a:buSzPts val="2560"/>
              <a:buFont typeface="Noto Sans Symbols"/>
              <a:buChar char="⚫"/>
            </a:pPr>
            <a:r>
              <a:rPr b="0" i="0" lang="en-US" sz="3200" u="none" cap="none" strike="noStrike">
                <a:solidFill>
                  <a:schemeClr val="dk1"/>
                </a:solidFill>
                <a:latin typeface="Gill Sans"/>
                <a:ea typeface="Gill Sans"/>
                <a:cs typeface="Gill Sans"/>
                <a:sym typeface="Gill Sans"/>
              </a:rPr>
              <a:t>Entry - </a:t>
            </a:r>
            <a:r>
              <a:rPr b="0" i="0" lang="en-US" sz="2800" u="none" cap="none" strike="noStrike">
                <a:solidFill>
                  <a:srgbClr val="00B050"/>
                </a:solidFill>
                <a:latin typeface="Gill Sans"/>
                <a:ea typeface="Gill Sans"/>
                <a:cs typeface="Gill Sans"/>
                <a:sym typeface="Gill Sans"/>
              </a:rPr>
              <a:t>The document must pass through an entry criteria so that the inspection time is not wasted on a document which is fundamentally flawed.</a:t>
            </a:r>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Planning -</a:t>
            </a:r>
            <a:r>
              <a:rPr b="0" i="0" lang="en-US" sz="2800" u="none">
                <a:solidFill>
                  <a:srgbClr val="00B050"/>
                </a:solidFill>
                <a:latin typeface="Gill Sans"/>
                <a:ea typeface="Gill Sans"/>
                <a:cs typeface="Gill Sans"/>
                <a:sym typeface="Gill Sans"/>
              </a:rPr>
              <a:t>The leader determines the inspection participants and schedules the meeting.</a:t>
            </a:r>
            <a:endParaRPr b="0" i="0" sz="6000" u="none">
              <a:solidFill>
                <a:srgbClr val="00B050"/>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Kick-off - </a:t>
            </a:r>
            <a:r>
              <a:rPr b="0" i="0" lang="en-US" sz="2800" u="none">
                <a:solidFill>
                  <a:srgbClr val="00B050"/>
                </a:solidFill>
                <a:latin typeface="Gill Sans"/>
                <a:ea typeface="Gill Sans"/>
                <a:cs typeface="Gill Sans"/>
                <a:sym typeface="Gill Sans"/>
              </a:rPr>
              <a:t>The relevant documents are distributed, participants are assigned roles and briefed about the agenda of the meeting.</a:t>
            </a:r>
            <a:endParaRPr b="0" i="0" sz="7200" u="none">
              <a:solidFill>
                <a:srgbClr val="00B050"/>
              </a:solidFill>
              <a:latin typeface="Gill Sans"/>
              <a:ea typeface="Gill Sans"/>
              <a:cs typeface="Gill Sans"/>
              <a:sym typeface="Gill Sans"/>
            </a:endParaRPr>
          </a:p>
          <a:p>
            <a:pPr indent="-311148" lvl="3" marL="401637" marR="0" rtl="0" algn="just">
              <a:lnSpc>
                <a:spcPct val="100000"/>
              </a:lnSpc>
              <a:spcBef>
                <a:spcPts val="600"/>
              </a:spcBef>
              <a:spcAft>
                <a:spcPts val="0"/>
              </a:spcAft>
              <a:buClr>
                <a:schemeClr val="accent1"/>
              </a:buClr>
              <a:buSzPts val="2560"/>
              <a:buFont typeface="Noto Sans Symbols"/>
              <a:buChar char="⚫"/>
            </a:pPr>
            <a:r>
              <a:rPr b="0" i="0" lang="en-US" sz="3200" u="none" cap="none" strike="noStrike">
                <a:solidFill>
                  <a:schemeClr val="dk1"/>
                </a:solidFill>
                <a:latin typeface="Gill Sans"/>
                <a:ea typeface="Gill Sans"/>
                <a:cs typeface="Gill Sans"/>
                <a:sym typeface="Gill Sans"/>
              </a:rPr>
              <a:t>Checking - </a:t>
            </a:r>
            <a:r>
              <a:rPr b="0" i="0" lang="en-US" sz="2800" u="none" cap="none" strike="noStrike">
                <a:solidFill>
                  <a:srgbClr val="00B050"/>
                </a:solidFill>
                <a:latin typeface="Gill Sans"/>
                <a:ea typeface="Gill Sans"/>
                <a:cs typeface="Gill Sans"/>
                <a:sym typeface="Gill Sans"/>
              </a:rPr>
              <a:t>Each checker works individually and finds defects.</a:t>
            </a:r>
            <a:endParaRPr b="0" i="0" sz="3200" u="none" cap="none" strike="noStrike">
              <a:solidFill>
                <a:srgbClr val="00B050"/>
              </a:solidFill>
              <a:latin typeface="Gill Sans"/>
              <a:ea typeface="Gill Sans"/>
              <a:cs typeface="Gill Sans"/>
              <a:sym typeface="Gill Sans"/>
            </a:endParaRPr>
          </a:p>
          <a:p>
            <a:pPr indent="-148590" lvl="0" marL="401638" marR="0" rtl="0" algn="l">
              <a:spcBef>
                <a:spcPts val="663"/>
              </a:spcBef>
              <a:spcAft>
                <a:spcPts val="0"/>
              </a:spcAft>
              <a:buClr>
                <a:schemeClr val="accent1"/>
              </a:buClr>
              <a:buSzPts val="2560"/>
              <a:buFont typeface="Noto Sans Symbols"/>
              <a:buNone/>
            </a:pPr>
            <a:r>
              <a:t/>
            </a:r>
            <a:endParaRPr b="0" i="0" sz="3200" u="none" cap="none" strike="noStrike">
              <a:solidFill>
                <a:srgbClr val="00B050"/>
              </a:solidFill>
              <a:latin typeface="Gill Sans"/>
              <a:ea typeface="Gill Sans"/>
              <a:cs typeface="Gill Sans"/>
              <a:sym typeface="Gill Sans"/>
            </a:endParaRPr>
          </a:p>
        </p:txBody>
      </p:sp>
      <p:sp>
        <p:nvSpPr>
          <p:cNvPr id="242" name="Google Shape;242;p30"/>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
        <p:nvSpPr>
          <p:cNvPr id="243" name="Google Shape;243;p30"/>
          <p:cNvSpPr txBox="1"/>
          <p:nvPr/>
        </p:nvSpPr>
        <p:spPr>
          <a:xfrm>
            <a:off x="2928937" y="198437"/>
            <a:ext cx="8810625" cy="884237"/>
          </a:xfrm>
          <a:prstGeom prst="rect">
            <a:avLst/>
          </a:prstGeom>
          <a:noFill/>
          <a:ln>
            <a:noFill/>
          </a:ln>
        </p:spPr>
        <p:txBody>
          <a:bodyPr anchorCtr="0" anchor="ctr" bIns="50375" lIns="100775" spcFirstLastPara="1" rIns="100775" wrap="square" tIns="50375">
            <a:noAutofit/>
          </a:bodyPr>
          <a:lstStyle/>
          <a:p>
            <a:pPr indent="0" lvl="1" marL="457200" marR="0" rtl="0" algn="ctr">
              <a:lnSpc>
                <a:spcPct val="74000"/>
              </a:lnSpc>
              <a:spcBef>
                <a:spcPts val="0"/>
              </a:spcBef>
              <a:spcAft>
                <a:spcPts val="0"/>
              </a:spcAft>
              <a:buClr>
                <a:srgbClr val="572314"/>
              </a:buClr>
              <a:buSzPts val="4000"/>
              <a:buFont typeface="Gill Sans"/>
              <a:buNone/>
            </a:pPr>
            <a:r>
              <a:rPr b="0" i="0" lang="en-US" sz="4000" u="none" cap="none" strike="noStrike">
                <a:solidFill>
                  <a:srgbClr val="572314"/>
                </a:solidFill>
                <a:latin typeface="Gill Sans"/>
                <a:ea typeface="Gill Sans"/>
                <a:cs typeface="Gill Sans"/>
                <a:sym typeface="Gill Sans"/>
              </a:rPr>
              <a:t>Steps of Gilb inspection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Steps of Gilb inspection    cont …</a:t>
            </a:r>
            <a:endParaRPr/>
          </a:p>
        </p:txBody>
      </p:sp>
      <p:sp>
        <p:nvSpPr>
          <p:cNvPr id="249" name="Google Shape;249;p31"/>
          <p:cNvSpPr txBox="1"/>
          <p:nvPr>
            <p:ph idx="1" type="body"/>
          </p:nvPr>
        </p:nvSpPr>
        <p:spPr>
          <a:xfrm>
            <a:off x="1766887" y="1112837"/>
            <a:ext cx="11430000" cy="617220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Logging - </a:t>
            </a:r>
            <a:r>
              <a:rPr b="0" i="0" lang="en-US" sz="2800" u="none">
                <a:solidFill>
                  <a:srgbClr val="00B050"/>
                </a:solidFill>
                <a:latin typeface="Gill Sans"/>
                <a:ea typeface="Gill Sans"/>
                <a:cs typeface="Gill Sans"/>
                <a:sym typeface="Gill Sans"/>
              </a:rPr>
              <a:t>Potential defects are collected and logged.</a:t>
            </a:r>
            <a:endParaRPr b="0" i="0" sz="3200" u="none">
              <a:solidFill>
                <a:srgbClr val="00B050"/>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Brainstorming - </a:t>
            </a:r>
            <a:r>
              <a:rPr b="0" i="0" lang="en-US" sz="2800" u="none">
                <a:solidFill>
                  <a:srgbClr val="00B050"/>
                </a:solidFill>
                <a:latin typeface="Gill Sans"/>
                <a:ea typeface="Gill Sans"/>
                <a:cs typeface="Gill Sans"/>
                <a:sym typeface="Gill Sans"/>
              </a:rPr>
              <a:t>In this stage, process improvement suggestions are recorded based on the reported bugs.</a:t>
            </a:r>
            <a:endParaRPr b="0" i="0" sz="3200" u="none">
              <a:solidFill>
                <a:srgbClr val="00B050"/>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Edit - </a:t>
            </a:r>
            <a:r>
              <a:rPr b="0" i="0" lang="en-US" sz="2800" u="none">
                <a:solidFill>
                  <a:srgbClr val="00B050"/>
                </a:solidFill>
                <a:latin typeface="Gill Sans"/>
                <a:ea typeface="Gill Sans"/>
                <a:cs typeface="Gill Sans"/>
                <a:sym typeface="Gill Sans"/>
              </a:rPr>
              <a:t>After all the defects have been reported, the author takes the list and works accordingly.</a:t>
            </a:r>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Follow-up - </a:t>
            </a:r>
            <a:r>
              <a:rPr b="0" i="0" lang="en-US" sz="2800" u="none">
                <a:solidFill>
                  <a:srgbClr val="00B050"/>
                </a:solidFill>
                <a:latin typeface="Gill Sans"/>
                <a:ea typeface="Gill Sans"/>
                <a:cs typeface="Gill Sans"/>
                <a:sym typeface="Gill Sans"/>
              </a:rPr>
              <a:t>The leader ensures that the edit phase has been executed properly.</a:t>
            </a:r>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Exit - </a:t>
            </a:r>
            <a:r>
              <a:rPr b="0" i="0" lang="en-US" sz="2800" u="none">
                <a:solidFill>
                  <a:srgbClr val="00B050"/>
                </a:solidFill>
                <a:latin typeface="Gill Sans"/>
                <a:ea typeface="Gill Sans"/>
                <a:cs typeface="Gill Sans"/>
                <a:sym typeface="Gill Sans"/>
              </a:rPr>
              <a:t>The inspection must pass the exit criteria as fixed for the completion of the inspection process.</a:t>
            </a:r>
            <a:endParaRPr/>
          </a:p>
          <a:p>
            <a:pPr indent="-168910" lvl="0" marL="401638" marR="0" rtl="0" algn="l">
              <a:spcBef>
                <a:spcPts val="663"/>
              </a:spcBef>
              <a:spcAft>
                <a:spcPts val="0"/>
              </a:spcAft>
              <a:buClr>
                <a:schemeClr val="accent1"/>
              </a:buClr>
              <a:buSzPts val="2240"/>
              <a:buFont typeface="Noto Sans Symbols"/>
              <a:buNone/>
            </a:pPr>
            <a:r>
              <a:t/>
            </a:r>
            <a:endParaRPr b="0" i="0" sz="2800" u="none">
              <a:solidFill>
                <a:srgbClr val="00B050"/>
              </a:solidFill>
              <a:latin typeface="Gill Sans"/>
              <a:ea typeface="Gill Sans"/>
              <a:cs typeface="Gill Sans"/>
              <a:sym typeface="Gill Sans"/>
            </a:endParaRPr>
          </a:p>
        </p:txBody>
      </p:sp>
      <p:sp>
        <p:nvSpPr>
          <p:cNvPr id="250" name="Google Shape;250;p31"/>
          <p:cNvSpPr txBox="1"/>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*08/10/1003/08/10</a:t>
            </a:r>
            <a:endParaRPr/>
          </a:p>
        </p:txBody>
      </p:sp>
      <p:sp>
        <p:nvSpPr>
          <p:cNvPr id="251" name="Google Shape;251;p31"/>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fld id="{00000000-1234-1234-1234-123412341234}" type="slidenum">
              <a:rPr b="0" i="0" lang="en-US" sz="2400" u="none">
                <a:solidFill>
                  <a:schemeClr val="lt1"/>
                </a:solidFill>
                <a:latin typeface="Comic Sans MS"/>
                <a:ea typeface="Comic Sans MS"/>
                <a:cs typeface="Comic Sans MS"/>
                <a:sym typeface="Comic Sans MS"/>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Humphrey’s inspection</a:t>
            </a:r>
            <a:endParaRPr/>
          </a:p>
        </p:txBody>
      </p:sp>
      <p:sp>
        <p:nvSpPr>
          <p:cNvPr id="257" name="Google Shape;257;p32"/>
          <p:cNvSpPr txBox="1"/>
          <p:nvPr>
            <p:ph idx="1" type="body"/>
          </p:nvPr>
        </p:nvSpPr>
        <p:spPr>
          <a:xfrm>
            <a:off x="1843087" y="1036637"/>
            <a:ext cx="11049000" cy="6438900"/>
          </a:xfrm>
          <a:prstGeom prst="rect">
            <a:avLst/>
          </a:prstGeom>
          <a:noFill/>
          <a:ln>
            <a:noFill/>
          </a:ln>
        </p:spPr>
        <p:txBody>
          <a:bodyPr anchorCtr="0" anchor="t" bIns="50375" lIns="100775" spcFirstLastPara="1" rIns="100775" wrap="square" tIns="50375">
            <a:noAutofit/>
          </a:bodyPr>
          <a:lstStyle/>
          <a:p>
            <a:pPr indent="-457200" lvl="2" marL="682625" marR="0" rtl="0" algn="l">
              <a:lnSpc>
                <a:spcPct val="100000"/>
              </a:lnSpc>
              <a:spcBef>
                <a:spcPts val="0"/>
              </a:spcBef>
              <a:spcAft>
                <a:spcPts val="0"/>
              </a:spcAft>
              <a:buClr>
                <a:schemeClr val="accent2"/>
              </a:buClr>
              <a:buSzPts val="3200"/>
              <a:buFont typeface="Arial"/>
              <a:buChar char="•"/>
            </a:pPr>
            <a:r>
              <a:rPr b="0" i="0" lang="en-US" sz="3200" u="none" cap="none" strike="noStrike">
                <a:solidFill>
                  <a:schemeClr val="dk1"/>
                </a:solidFill>
                <a:latin typeface="Gill Sans"/>
                <a:ea typeface="Gill Sans"/>
                <a:cs typeface="Gill Sans"/>
                <a:sym typeface="Gill Sans"/>
              </a:rPr>
              <a:t>Preparation phase emphasizes the finding and logging of bugs, unlike Fagan inspection.</a:t>
            </a:r>
            <a:endParaRPr/>
          </a:p>
          <a:p>
            <a:pPr indent="-457200" lvl="2" marL="682625" marR="0" rtl="0" algn="l">
              <a:lnSpc>
                <a:spcPct val="100000"/>
              </a:lnSpc>
              <a:spcBef>
                <a:spcPts val="640"/>
              </a:spcBef>
              <a:spcAft>
                <a:spcPts val="0"/>
              </a:spcAft>
              <a:buClr>
                <a:schemeClr val="accent2"/>
              </a:buClr>
              <a:buSzPts val="3200"/>
              <a:buFont typeface="Arial"/>
              <a:buChar char="•"/>
            </a:pPr>
            <a:r>
              <a:rPr b="0" i="0" lang="en-US" sz="3200" u="none" cap="none" strike="noStrike">
                <a:solidFill>
                  <a:schemeClr val="dk1"/>
                </a:solidFill>
                <a:latin typeface="Gill Sans"/>
                <a:ea typeface="Gill Sans"/>
                <a:cs typeface="Gill Sans"/>
                <a:sym typeface="Gill Sans"/>
              </a:rPr>
              <a:t>Includes an analysis phase wherein individual logs are analyzed &amp; combined into a single list.</a:t>
            </a:r>
            <a:endParaRPr/>
          </a:p>
          <a:p>
            <a:pPr indent="-457200" lvl="2" marL="682625" marR="0" rtl="0" algn="l">
              <a:lnSpc>
                <a:spcPct val="100000"/>
              </a:lnSpc>
              <a:spcBef>
                <a:spcPts val="640"/>
              </a:spcBef>
              <a:spcAft>
                <a:spcPts val="0"/>
              </a:spcAft>
              <a:buClr>
                <a:schemeClr val="accent2"/>
              </a:buClr>
              <a:buSzPts val="3200"/>
              <a:buFont typeface="Arial"/>
              <a:buChar char="•"/>
            </a:pPr>
            <a:r>
              <a:rPr b="0" i="0" lang="en-US" sz="3200" u="none" cap="none" strike="noStrike">
                <a:solidFill>
                  <a:schemeClr val="dk1"/>
                </a:solidFill>
                <a:latin typeface="Gill Sans"/>
                <a:ea typeface="Gill Sans"/>
                <a:cs typeface="Gill Sans"/>
                <a:sym typeface="Gill Sans"/>
              </a:rPr>
              <a:t>The steps are:</a:t>
            </a:r>
            <a:endParaRPr/>
          </a:p>
          <a:p>
            <a:pPr indent="-190499" lvl="3" marL="1208087" marR="0" rtl="0" algn="l">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Planning </a:t>
            </a:r>
            <a:endParaRPr/>
          </a:p>
          <a:p>
            <a:pPr indent="-190499" lvl="3" marL="1208087" marR="0" rtl="0" algn="l">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Overview</a:t>
            </a:r>
            <a:endParaRPr/>
          </a:p>
          <a:p>
            <a:pPr indent="-190499" lvl="3" marL="1208087" marR="0" rtl="0" algn="l">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Preparation</a:t>
            </a:r>
            <a:endParaRPr/>
          </a:p>
          <a:p>
            <a:pPr indent="-190499" lvl="3" marL="1208087" marR="0" rtl="0" algn="l">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Analysis</a:t>
            </a:r>
            <a:endParaRPr/>
          </a:p>
          <a:p>
            <a:pPr indent="-190499" lvl="3" marL="1208087" marR="0" rtl="0" algn="l">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Inspection</a:t>
            </a:r>
            <a:endParaRPr/>
          </a:p>
          <a:p>
            <a:pPr indent="-190499" lvl="3" marL="1208087" marR="0" rtl="0" algn="l">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Rework</a:t>
            </a:r>
            <a:endParaRPr/>
          </a:p>
          <a:p>
            <a:pPr indent="-190499" lvl="3" marL="1208087" marR="0" rtl="0" algn="l">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Follow-up</a:t>
            </a:r>
            <a:endParaRPr/>
          </a:p>
        </p:txBody>
      </p:sp>
      <p:sp>
        <p:nvSpPr>
          <p:cNvPr id="258" name="Google Shape;258;p32"/>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ph type="title"/>
          </p:nvPr>
        </p:nvSpPr>
        <p:spPr>
          <a:xfrm>
            <a:off x="2928937" y="350837"/>
            <a:ext cx="8810625" cy="884237"/>
          </a:xfrm>
          <a:prstGeom prst="rect">
            <a:avLst/>
          </a:prstGeom>
          <a:noFill/>
          <a:ln>
            <a:noFill/>
          </a:ln>
        </p:spPr>
        <p:txBody>
          <a:bodyPr anchorCtr="0" anchor="ctr" bIns="50375" lIns="100775" spcFirstLastPara="1" rIns="100775" wrap="square" tIns="50375">
            <a:noAutofit/>
          </a:bodyPr>
          <a:lstStyle/>
          <a:p>
            <a:pPr indent="-342900" lvl="0" marL="34290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N-Fold inspections</a:t>
            </a:r>
            <a:br>
              <a:rPr b="0" i="0" lang="en-US" sz="4000" u="none">
                <a:solidFill>
                  <a:srgbClr val="572314"/>
                </a:solidFill>
                <a:latin typeface="Gill Sans"/>
                <a:ea typeface="Gill Sans"/>
                <a:cs typeface="Gill Sans"/>
                <a:sym typeface="Gill Sans"/>
              </a:rPr>
            </a:br>
            <a:endParaRPr/>
          </a:p>
        </p:txBody>
      </p:sp>
      <p:sp>
        <p:nvSpPr>
          <p:cNvPr id="264" name="Google Shape;264;p33"/>
          <p:cNvSpPr txBox="1"/>
          <p:nvPr>
            <p:ph idx="1" type="body"/>
          </p:nvPr>
        </p:nvSpPr>
        <p:spPr>
          <a:xfrm>
            <a:off x="1081087" y="1012825"/>
            <a:ext cx="11963400" cy="5943600"/>
          </a:xfrm>
          <a:prstGeom prst="rect">
            <a:avLst/>
          </a:prstGeom>
          <a:noFill/>
          <a:ln>
            <a:noFill/>
          </a:ln>
        </p:spPr>
        <p:txBody>
          <a:bodyPr anchorCtr="0" anchor="t" bIns="50375" lIns="100775" spcFirstLastPara="1" rIns="100775" wrap="square" tIns="50375">
            <a:noAutofit/>
          </a:bodyPr>
          <a:lstStyle/>
          <a:p>
            <a:pPr indent="-250824" lvl="2" marL="976312" marR="0" rtl="0" algn="just">
              <a:lnSpc>
                <a:spcPct val="100000"/>
              </a:lnSpc>
              <a:spcBef>
                <a:spcPts val="0"/>
              </a:spcBef>
              <a:spcAft>
                <a:spcPts val="0"/>
              </a:spcAft>
              <a:buClr>
                <a:schemeClr val="accent2"/>
              </a:buClr>
              <a:buSzPts val="3200"/>
              <a:buFont typeface="Noto Sans Symbols"/>
              <a:buChar char="●"/>
            </a:pPr>
            <a:r>
              <a:rPr b="0" i="0" lang="en-US" sz="3200" u="none" cap="none" strike="noStrike">
                <a:solidFill>
                  <a:schemeClr val="dk1"/>
                </a:solidFill>
                <a:latin typeface="Gill Sans"/>
                <a:ea typeface="Gill Sans"/>
                <a:cs typeface="Gill Sans"/>
                <a:sym typeface="Gill Sans"/>
              </a:rPr>
              <a:t>Inspection process’s effectiveness can be increased by replicating it by having multiple inspection teams.</a:t>
            </a:r>
            <a:endParaRPr/>
          </a:p>
          <a:p>
            <a:pPr indent="-250824" lvl="2" marL="976312" marR="0" rtl="0" algn="just">
              <a:lnSpc>
                <a:spcPct val="100000"/>
              </a:lnSpc>
              <a:spcBef>
                <a:spcPts val="640"/>
              </a:spcBef>
              <a:spcAft>
                <a:spcPts val="0"/>
              </a:spcAft>
              <a:buClr>
                <a:schemeClr val="accent2"/>
              </a:buClr>
              <a:buSzPts val="3200"/>
              <a:buFont typeface="Noto Sans Symbols"/>
              <a:buChar char="●"/>
            </a:pPr>
            <a:r>
              <a:rPr b="0" i="0" lang="en-US" sz="3200" u="none" cap="none" strike="noStrike">
                <a:solidFill>
                  <a:schemeClr val="dk1"/>
                </a:solidFill>
                <a:latin typeface="Gill Sans"/>
                <a:ea typeface="Gill Sans"/>
                <a:cs typeface="Gill Sans"/>
                <a:sym typeface="Gill Sans"/>
              </a:rPr>
              <a:t>This process consists of the following stages:</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Planning and overview</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Inspection stages</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Collation phase</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Rework and follow-up</a:t>
            </a:r>
            <a:endParaRPr/>
          </a:p>
        </p:txBody>
      </p:sp>
      <p:sp>
        <p:nvSpPr>
          <p:cNvPr id="265" name="Google Shape;265;p33"/>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4"/>
          <p:cNvSpPr txBox="1"/>
          <p:nvPr>
            <p:ph type="title"/>
          </p:nvPr>
        </p:nvSpPr>
        <p:spPr>
          <a:xfrm>
            <a:off x="2300287" y="427037"/>
            <a:ext cx="8810625"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N-fold inspection</a:t>
            </a:r>
            <a:endParaRPr/>
          </a:p>
        </p:txBody>
      </p:sp>
      <p:pic>
        <p:nvPicPr>
          <p:cNvPr id="271" name="Google Shape;271;p34"/>
          <p:cNvPicPr preferRelativeResize="0"/>
          <p:nvPr/>
        </p:nvPicPr>
        <p:blipFill rotWithShape="1">
          <a:blip r:embed="rId3">
            <a:alphaModFix/>
          </a:blip>
          <a:srcRect b="0" l="0" r="0" t="0"/>
          <a:stretch/>
        </p:blipFill>
        <p:spPr>
          <a:xfrm>
            <a:off x="1820862" y="2249487"/>
            <a:ext cx="10560050" cy="3495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type="title"/>
          </p:nvPr>
        </p:nvSpPr>
        <p:spPr>
          <a:xfrm>
            <a:off x="2863850" y="976312"/>
            <a:ext cx="8810625" cy="882650"/>
          </a:xfrm>
          <a:prstGeom prst="rect">
            <a:avLst/>
          </a:prstGeom>
          <a:noFill/>
          <a:ln>
            <a:noFill/>
          </a:ln>
        </p:spPr>
        <p:txBody>
          <a:bodyPr anchorCtr="0" anchor="ctr" bIns="50375" lIns="100775" spcFirstLastPara="1" rIns="100775" wrap="square" tIns="50375">
            <a:noAutofit/>
          </a:bodyPr>
          <a:lstStyle/>
          <a:p>
            <a:pPr indent="-342900" lvl="0" marL="34290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Phased inspection</a:t>
            </a:r>
            <a:br>
              <a:rPr b="0" i="0" lang="en-US" sz="4000" u="none">
                <a:solidFill>
                  <a:srgbClr val="572314"/>
                </a:solidFill>
                <a:latin typeface="Gill Sans"/>
                <a:ea typeface="Gill Sans"/>
                <a:cs typeface="Gill Sans"/>
                <a:sym typeface="Gill Sans"/>
              </a:rPr>
            </a:br>
            <a:endParaRPr/>
          </a:p>
        </p:txBody>
      </p:sp>
      <p:sp>
        <p:nvSpPr>
          <p:cNvPr id="277" name="Google Shape;277;p35"/>
          <p:cNvSpPr txBox="1"/>
          <p:nvPr>
            <p:ph idx="1" type="body"/>
          </p:nvPr>
        </p:nvSpPr>
        <p:spPr>
          <a:xfrm>
            <a:off x="1614487" y="1254125"/>
            <a:ext cx="11353800" cy="5695950"/>
          </a:xfrm>
          <a:prstGeom prst="rect">
            <a:avLst/>
          </a:prstGeom>
          <a:noFill/>
          <a:ln>
            <a:noFill/>
          </a:ln>
        </p:spPr>
        <p:txBody>
          <a:bodyPr anchorCtr="0" anchor="t" bIns="50375" lIns="100775" spcFirstLastPara="1" rIns="100775" wrap="square" tIns="50375">
            <a:noAutofit/>
          </a:bodyPr>
          <a:lstStyle/>
          <a:p>
            <a:pPr indent="0" lvl="1" marL="441325" marR="0" rtl="0" algn="just">
              <a:lnSpc>
                <a:spcPct val="100000"/>
              </a:lnSpc>
              <a:spcBef>
                <a:spcPts val="0"/>
              </a:spcBef>
              <a:spcAft>
                <a:spcPts val="0"/>
              </a:spcAft>
              <a:buClr>
                <a:schemeClr val="accent1"/>
              </a:buClr>
              <a:buSzPts val="3200"/>
              <a:buFont typeface="Verdana"/>
              <a:buNone/>
            </a:pPr>
            <a:r>
              <a:t/>
            </a:r>
            <a:endParaRPr b="0" i="0" sz="3200" u="none" cap="none" strike="noStrike">
              <a:solidFill>
                <a:schemeClr val="dk1"/>
              </a:solidFill>
              <a:latin typeface="Gill Sans"/>
              <a:ea typeface="Gill Sans"/>
              <a:cs typeface="Gill Sans"/>
              <a:sym typeface="Gill Sans"/>
            </a:endParaRPr>
          </a:p>
          <a:p>
            <a:pPr indent="-250824" lvl="2" marL="976312" marR="0" rtl="0" algn="just">
              <a:lnSpc>
                <a:spcPct val="100000"/>
              </a:lnSpc>
              <a:spcBef>
                <a:spcPts val="640"/>
              </a:spcBef>
              <a:spcAft>
                <a:spcPts val="0"/>
              </a:spcAft>
              <a:buClr>
                <a:schemeClr val="accent2"/>
              </a:buClr>
              <a:buSzPts val="3200"/>
              <a:buFont typeface="Noto Sans Symbols"/>
              <a:buChar char="●"/>
            </a:pPr>
            <a:r>
              <a:rPr b="0" i="0" lang="en-US" sz="3200" u="none" cap="none" strike="noStrike">
                <a:solidFill>
                  <a:schemeClr val="dk1"/>
                </a:solidFill>
                <a:latin typeface="Gill Sans"/>
                <a:ea typeface="Gill Sans"/>
                <a:cs typeface="Gill Sans"/>
                <a:sym typeface="Gill Sans"/>
              </a:rPr>
              <a:t>Phased inspections are designed to verify the product in a particular domain by experts in that domain only.</a:t>
            </a:r>
            <a:endParaRPr/>
          </a:p>
          <a:p>
            <a:pPr indent="-250824" lvl="2" marL="976312" marR="0" rtl="0" algn="just">
              <a:lnSpc>
                <a:spcPct val="100000"/>
              </a:lnSpc>
              <a:spcBef>
                <a:spcPts val="640"/>
              </a:spcBef>
              <a:spcAft>
                <a:spcPts val="0"/>
              </a:spcAft>
              <a:buClr>
                <a:schemeClr val="accent2"/>
              </a:buClr>
              <a:buSzPts val="3200"/>
              <a:buFont typeface="Noto Sans Symbols"/>
              <a:buChar char="●"/>
            </a:pPr>
            <a:r>
              <a:rPr b="0" i="0" lang="en-US" sz="3200" u="none" cap="none" strike="noStrike">
                <a:solidFill>
                  <a:schemeClr val="dk1"/>
                </a:solidFill>
                <a:latin typeface="Gill Sans"/>
                <a:ea typeface="Gill Sans"/>
                <a:cs typeface="Gill Sans"/>
                <a:sym typeface="Gill Sans"/>
              </a:rPr>
              <a:t>There are two types of phases:</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Single inspector</a:t>
            </a:r>
            <a:endParaRPr/>
          </a:p>
          <a:p>
            <a:pPr indent="-200024" lvl="4" marL="1430337" marR="0" rtl="0" algn="just">
              <a:lnSpc>
                <a:spcPct val="100000"/>
              </a:lnSpc>
              <a:spcBef>
                <a:spcPts val="480"/>
              </a:spcBef>
              <a:spcAft>
                <a:spcPts val="0"/>
              </a:spcAft>
              <a:buClr>
                <a:srgbClr val="84AA33"/>
              </a:buClr>
              <a:buSzPts val="2400"/>
              <a:buFont typeface="Noto Sans Symbols"/>
              <a:buChar char="●"/>
            </a:pPr>
            <a:r>
              <a:rPr b="0" i="0" lang="en-US" sz="2400" u="none" cap="none" strike="noStrike">
                <a:solidFill>
                  <a:schemeClr val="dk1"/>
                </a:solidFill>
                <a:latin typeface="Gill Sans"/>
                <a:ea typeface="Gill Sans"/>
                <a:cs typeface="Gill Sans"/>
                <a:sym typeface="Gill Sans"/>
              </a:rPr>
              <a:t>A rigorous checklist is used to verify the features specified.</a:t>
            </a:r>
            <a:endParaRPr/>
          </a:p>
          <a:p>
            <a:pPr indent="-190499" lvl="3" marL="1208087" marR="0" rtl="0" algn="just">
              <a:lnSpc>
                <a:spcPct val="100000"/>
              </a:lnSpc>
              <a:spcBef>
                <a:spcPts val="560"/>
              </a:spcBef>
              <a:spcAft>
                <a:spcPts val="0"/>
              </a:spcAft>
              <a:buClr>
                <a:srgbClr val="C32D2E"/>
              </a:buClr>
              <a:buSzPts val="2800"/>
              <a:buFont typeface="Noto Sans Symbols"/>
              <a:buChar char="●"/>
            </a:pPr>
            <a:r>
              <a:rPr b="0" i="0" lang="en-US" sz="2800" u="none" cap="none" strike="noStrike">
                <a:solidFill>
                  <a:schemeClr val="dk1"/>
                </a:solidFill>
                <a:latin typeface="Gill Sans"/>
                <a:ea typeface="Gill Sans"/>
                <a:cs typeface="Gill Sans"/>
                <a:sym typeface="Gill Sans"/>
              </a:rPr>
              <a:t>Multiple inspector</a:t>
            </a:r>
            <a:endParaRPr/>
          </a:p>
          <a:p>
            <a:pPr indent="-200024" lvl="4" marL="1430337" marR="0" rtl="0" algn="just">
              <a:lnSpc>
                <a:spcPct val="100000"/>
              </a:lnSpc>
              <a:spcBef>
                <a:spcPts val="480"/>
              </a:spcBef>
              <a:spcAft>
                <a:spcPts val="0"/>
              </a:spcAft>
              <a:buClr>
                <a:srgbClr val="84AA33"/>
              </a:buClr>
              <a:buSzPts val="2400"/>
              <a:buFont typeface="Noto Sans Symbols"/>
              <a:buChar char="●"/>
            </a:pPr>
            <a:r>
              <a:rPr b="0" i="0" lang="en-US" sz="2400" u="none" cap="none" strike="noStrike">
                <a:solidFill>
                  <a:schemeClr val="dk1"/>
                </a:solidFill>
                <a:latin typeface="Gill Sans"/>
                <a:ea typeface="Gill Sans"/>
                <a:cs typeface="Gill Sans"/>
                <a:sym typeface="Gill Sans"/>
              </a:rPr>
              <a:t>Checklist cannot be used.</a:t>
            </a:r>
            <a:endParaRPr/>
          </a:p>
          <a:p>
            <a:pPr indent="-200024" lvl="4" marL="1430337" marR="0" rtl="0" algn="just">
              <a:lnSpc>
                <a:spcPct val="100000"/>
              </a:lnSpc>
              <a:spcBef>
                <a:spcPts val="480"/>
              </a:spcBef>
              <a:spcAft>
                <a:spcPts val="0"/>
              </a:spcAft>
              <a:buClr>
                <a:srgbClr val="84AA33"/>
              </a:buClr>
              <a:buSzPts val="2400"/>
              <a:buFont typeface="Noto Sans Symbols"/>
              <a:buChar char="●"/>
            </a:pPr>
            <a:r>
              <a:rPr b="0" i="0" lang="en-US" sz="2400" u="none" cap="none" strike="noStrike">
                <a:solidFill>
                  <a:schemeClr val="dk1"/>
                </a:solidFill>
                <a:latin typeface="Gill Sans"/>
                <a:ea typeface="Gill Sans"/>
                <a:cs typeface="Gill Sans"/>
                <a:sym typeface="Gill Sans"/>
              </a:rPr>
              <a:t>Each inspector prepares their self developed questionnaire.</a:t>
            </a:r>
            <a:endParaRPr/>
          </a:p>
          <a:p>
            <a:pPr indent="-189230" lvl="0" marL="401638" marR="0" rtl="0" algn="l">
              <a:spcBef>
                <a:spcPts val="663"/>
              </a:spcBef>
              <a:spcAft>
                <a:spcPts val="0"/>
              </a:spcAft>
              <a:buClr>
                <a:schemeClr val="accent1"/>
              </a:buClr>
              <a:buSzPts val="1920"/>
              <a:buFont typeface="Noto Sans Symbols"/>
              <a:buNone/>
            </a:pPr>
            <a:r>
              <a:t/>
            </a:r>
            <a:endParaRPr b="0" i="0" sz="2400" u="none" cap="none" strike="noStrike">
              <a:solidFill>
                <a:schemeClr val="dk1"/>
              </a:solidFill>
              <a:latin typeface="Gill Sans"/>
              <a:ea typeface="Gill Sans"/>
              <a:cs typeface="Gill Sans"/>
              <a:sym typeface="Gill Sans"/>
            </a:endParaRPr>
          </a:p>
        </p:txBody>
      </p:sp>
      <p:sp>
        <p:nvSpPr>
          <p:cNvPr id="278" name="Google Shape;278;p35"/>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6"/>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Reading techniques</a:t>
            </a:r>
            <a:endParaRPr/>
          </a:p>
        </p:txBody>
      </p:sp>
      <p:sp>
        <p:nvSpPr>
          <p:cNvPr id="284" name="Google Shape;284;p36"/>
          <p:cNvSpPr txBox="1"/>
          <p:nvPr>
            <p:ph idx="1" type="body"/>
          </p:nvPr>
        </p:nvSpPr>
        <p:spPr>
          <a:xfrm>
            <a:off x="1766887" y="1265237"/>
            <a:ext cx="10893425" cy="601980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Reading technique can be  defined as a series of steps whose purpose is to guide an inspector to acquire a deep understanding of the inspected product.</a:t>
            </a:r>
            <a:endParaRPr/>
          </a:p>
          <a:p>
            <a:pPr indent="-148589" lvl="0" marL="401637" marR="0" rtl="0" algn="just">
              <a:lnSpc>
                <a:spcPct val="100000"/>
              </a:lnSpc>
              <a:spcBef>
                <a:spcPts val="60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It can be regarded as a mechanism or strategy for the individual inspector to detect defects in the inspected product.</a:t>
            </a:r>
            <a:endParaRPr/>
          </a:p>
        </p:txBody>
      </p:sp>
      <p:sp>
        <p:nvSpPr>
          <p:cNvPr id="285" name="Google Shape;285;p36"/>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7"/>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Reading techniques    cont …</a:t>
            </a:r>
            <a:endParaRPr/>
          </a:p>
        </p:txBody>
      </p:sp>
      <p:sp>
        <p:nvSpPr>
          <p:cNvPr id="291" name="Google Shape;291;p37"/>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various reading techniques are:</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Adhoc method</a:t>
            </a:r>
            <a:endParaRPr/>
          </a:p>
          <a:p>
            <a:pPr indent="-250824" lvl="2" marL="976312" marR="0" rtl="0" algn="just">
              <a:lnSpc>
                <a:spcPct val="100000"/>
              </a:lnSpc>
              <a:spcBef>
                <a:spcPts val="520"/>
              </a:spcBef>
              <a:spcAft>
                <a:spcPts val="0"/>
              </a:spcAft>
              <a:buClr>
                <a:schemeClr val="accent2"/>
              </a:buClr>
              <a:buSzPts val="2600"/>
              <a:buFont typeface="Noto Sans Symbols"/>
              <a:buChar char="●"/>
            </a:pPr>
            <a:r>
              <a:rPr b="0" i="0" lang="en-US" sz="2600" u="none" cap="none" strike="noStrike">
                <a:solidFill>
                  <a:schemeClr val="dk1"/>
                </a:solidFill>
                <a:latin typeface="Gill Sans"/>
                <a:ea typeface="Gill Sans"/>
                <a:cs typeface="Gill Sans"/>
                <a:sym typeface="Gill Sans"/>
              </a:rPr>
              <a:t>No direction or guidelines provided for inspection</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Checklists</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Scenario-based reading</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Perspective-based reading</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Usage-based reading</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Abstraction driven reading</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Task driven reading</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Function-point based scenarios</a:t>
            </a:r>
            <a:endParaRPr/>
          </a:p>
        </p:txBody>
      </p:sp>
      <p:sp>
        <p:nvSpPr>
          <p:cNvPr id="292" name="Google Shape;292;p37"/>
          <p:cNvSpPr txBox="1"/>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*08/10/1003/08/10</a:t>
            </a:r>
            <a:endParaRPr/>
          </a:p>
        </p:txBody>
      </p:sp>
      <p:sp>
        <p:nvSpPr>
          <p:cNvPr id="293" name="Google Shape;293;p37"/>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fld id="{00000000-1234-1234-1234-123412341234}" type="slidenum">
              <a:rPr b="0" i="0" lang="en-US" sz="2400" u="none">
                <a:solidFill>
                  <a:schemeClr val="lt1"/>
                </a:solidFill>
                <a:latin typeface="Comic Sans MS"/>
                <a:ea typeface="Comic Sans MS"/>
                <a:cs typeface="Comic Sans MS"/>
                <a:sym typeface="Comic Sans MS"/>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8"/>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Reading techniques</a:t>
            </a:r>
            <a:endParaRPr/>
          </a:p>
        </p:txBody>
      </p:sp>
      <p:sp>
        <p:nvSpPr>
          <p:cNvPr id="299" name="Google Shape;299;p38"/>
          <p:cNvSpPr txBox="1"/>
          <p:nvPr>
            <p:ph idx="1" type="body"/>
          </p:nvPr>
        </p:nvSpPr>
        <p:spPr>
          <a:xfrm>
            <a:off x="1690687" y="1341437"/>
            <a:ext cx="11201400" cy="561975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Checklists</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Are in the form of questions and are used by the inspection team members to verify the item.</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Drawbacks:</a:t>
            </a:r>
            <a:endParaRPr/>
          </a:p>
          <a:p>
            <a:pPr indent="-250824" lvl="2" marL="976312"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Gill Sans"/>
                <a:ea typeface="Gill Sans"/>
                <a:cs typeface="Gill Sans"/>
                <a:sym typeface="Gill Sans"/>
              </a:rPr>
              <a:t>The questions are not sufficiently tailored to take into account a particular development environment.</a:t>
            </a:r>
            <a:endParaRPr/>
          </a:p>
          <a:p>
            <a:pPr indent="-250824" lvl="2" marL="976312"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Gill Sans"/>
                <a:ea typeface="Gill Sans"/>
                <a:cs typeface="Gill Sans"/>
                <a:sym typeface="Gill Sans"/>
              </a:rPr>
              <a:t>Instructions for using them are missing.</a:t>
            </a:r>
            <a:endParaRPr/>
          </a:p>
          <a:p>
            <a:pPr indent="-250824" lvl="2" marL="976312"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1"/>
                </a:solidFill>
                <a:latin typeface="Gill Sans"/>
                <a:ea typeface="Gill Sans"/>
                <a:cs typeface="Gill Sans"/>
                <a:sym typeface="Gill Sans"/>
              </a:rPr>
              <a:t>Probability of missing defects, not detected earlier. </a:t>
            </a:r>
            <a:endParaRPr/>
          </a:p>
        </p:txBody>
      </p:sp>
      <p:sp>
        <p:nvSpPr>
          <p:cNvPr id="300" name="Google Shape;300;p38"/>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2425700" y="0"/>
            <a:ext cx="8589962" cy="1257300"/>
          </a:xfrm>
          <a:prstGeom prst="rect">
            <a:avLst/>
          </a:prstGeom>
          <a:noFill/>
          <a:ln>
            <a:noFill/>
          </a:ln>
        </p:spPr>
        <p:txBody>
          <a:bodyPr anchorCtr="0" anchor="ctr" bIns="51575" lIns="19825" spcFirstLastPara="1" rIns="19825" wrap="square" tIns="515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Structured Walkthroughs</a:t>
            </a:r>
            <a:endParaRPr/>
          </a:p>
        </p:txBody>
      </p:sp>
      <p:sp>
        <p:nvSpPr>
          <p:cNvPr id="307" name="Google Shape;307;p39"/>
          <p:cNvSpPr txBox="1"/>
          <p:nvPr>
            <p:ph idx="1" type="body"/>
          </p:nvPr>
        </p:nvSpPr>
        <p:spPr>
          <a:xfrm>
            <a:off x="1843087" y="1112837"/>
            <a:ext cx="10972800" cy="5181600"/>
          </a:xfrm>
          <a:prstGeom prst="rect">
            <a:avLst/>
          </a:prstGeom>
          <a:noFill/>
          <a:ln>
            <a:noFill/>
          </a:ln>
        </p:spPr>
        <p:txBody>
          <a:bodyPr anchorCtr="0" anchor="t" bIns="51575" lIns="19825" spcFirstLastPara="1" rIns="19825" wrap="square" tIns="51575">
            <a:noAutofit/>
          </a:bodyPr>
          <a:lstStyle/>
          <a:p>
            <a:pPr indent="-311148" lvl="0" marL="401637" rtl="0" algn="l">
              <a:lnSpc>
                <a:spcPct val="114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idea of structured walkthrough was proposed by Yourdon.</a:t>
            </a:r>
            <a:endParaRPr/>
          </a:p>
          <a:p>
            <a:pPr indent="-311148" lvl="0" marL="401637" rtl="0" algn="l">
              <a:lnSpc>
                <a:spcPct val="114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An informal code analysis technique:</a:t>
            </a:r>
            <a:endParaRPr/>
          </a:p>
          <a:p>
            <a:pPr indent="-261937" lvl="1" marL="704850" rtl="0" algn="l">
              <a:lnSpc>
                <a:spcPct val="114000"/>
              </a:lnSpc>
              <a:spcBef>
                <a:spcPts val="600"/>
              </a:spcBef>
              <a:spcAft>
                <a:spcPts val="0"/>
              </a:spcAft>
              <a:buClr>
                <a:schemeClr val="accent1"/>
              </a:buClr>
              <a:buSzPts val="2400"/>
              <a:buFont typeface="Verdana"/>
              <a:buChar char="◦"/>
            </a:pPr>
            <a:r>
              <a:rPr b="0" i="0" lang="en-US" sz="2400" u="none">
                <a:solidFill>
                  <a:schemeClr val="dk1"/>
                </a:solidFill>
                <a:latin typeface="Gill Sans"/>
                <a:ea typeface="Gill Sans"/>
                <a:cs typeface="Gill Sans"/>
                <a:sym typeface="Gill Sans"/>
              </a:rPr>
              <a:t>Undertaken after coding of a module is complete. </a:t>
            </a:r>
            <a:endParaRPr/>
          </a:p>
          <a:p>
            <a:pPr indent="-311148" lvl="0" marL="401637" rtl="0" algn="l">
              <a:lnSpc>
                <a:spcPct val="114000"/>
              </a:lnSpc>
              <a:spcBef>
                <a:spcPts val="600"/>
              </a:spcBef>
              <a:spcAft>
                <a:spcPts val="0"/>
              </a:spcAft>
              <a:buClr>
                <a:schemeClr val="accent1"/>
              </a:buClr>
              <a:buSzPts val="2560"/>
              <a:buFont typeface="Noto Sans Symbols"/>
              <a:buChar char="⚫"/>
            </a:pPr>
            <a:r>
              <a:rPr b="0" i="0" lang="en-US" sz="3200" u="none">
                <a:solidFill>
                  <a:srgbClr val="0000CC"/>
                </a:solidFill>
                <a:latin typeface="Gill Sans"/>
                <a:ea typeface="Gill Sans"/>
                <a:cs typeface="Gill Sans"/>
                <a:sym typeface="Gill Sans"/>
              </a:rPr>
              <a:t>A few members of the development team select some test cases:</a:t>
            </a:r>
            <a:endParaRPr/>
          </a:p>
          <a:p>
            <a:pPr indent="-261937" lvl="1" marL="704850" rtl="0" algn="l">
              <a:lnSpc>
                <a:spcPct val="114000"/>
              </a:lnSpc>
              <a:spcBef>
                <a:spcPts val="600"/>
              </a:spcBef>
              <a:spcAft>
                <a:spcPts val="0"/>
              </a:spcAft>
              <a:buClr>
                <a:schemeClr val="accent1"/>
              </a:buClr>
              <a:buSzPts val="2400"/>
              <a:buFont typeface="Verdana"/>
              <a:buChar char="◦"/>
            </a:pPr>
            <a:r>
              <a:rPr b="0" i="0" lang="en-US" sz="2400" u="none">
                <a:solidFill>
                  <a:srgbClr val="0000CC"/>
                </a:solidFill>
                <a:latin typeface="Gill Sans"/>
                <a:ea typeface="Gill Sans"/>
                <a:cs typeface="Gill Sans"/>
                <a:sym typeface="Gill Sans"/>
              </a:rPr>
              <a:t>simulate execution of the code by hand using these test cases.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0"/>
          <p:cNvSpPr txBox="1"/>
          <p:nvPr>
            <p:ph type="title"/>
          </p:nvPr>
        </p:nvSpPr>
        <p:spPr>
          <a:xfrm>
            <a:off x="2608262" y="0"/>
            <a:ext cx="8589962" cy="1257300"/>
          </a:xfrm>
          <a:prstGeom prst="rect">
            <a:avLst/>
          </a:prstGeom>
          <a:noFill/>
          <a:ln>
            <a:noFill/>
          </a:ln>
        </p:spPr>
        <p:txBody>
          <a:bodyPr anchorCtr="0" anchor="ctr" bIns="51575" lIns="19825" spcFirstLastPara="1" rIns="19825" wrap="square" tIns="515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Structured Walkthroughs    cont …</a:t>
            </a:r>
            <a:endParaRPr/>
          </a:p>
        </p:txBody>
      </p:sp>
      <p:sp>
        <p:nvSpPr>
          <p:cNvPr id="314" name="Google Shape;314;p40"/>
          <p:cNvSpPr txBox="1"/>
          <p:nvPr>
            <p:ph idx="1" type="body"/>
          </p:nvPr>
        </p:nvSpPr>
        <p:spPr>
          <a:xfrm>
            <a:off x="1995487" y="1417637"/>
            <a:ext cx="10744200" cy="5459412"/>
          </a:xfrm>
          <a:prstGeom prst="rect">
            <a:avLst/>
          </a:prstGeom>
          <a:noFill/>
          <a:ln>
            <a:noFill/>
          </a:ln>
        </p:spPr>
        <p:txBody>
          <a:bodyPr anchorCtr="0" anchor="t" bIns="51575" lIns="19825" spcFirstLastPara="1" rIns="19825" wrap="square" tIns="51575">
            <a:noAutofit/>
          </a:bodyPr>
          <a:lstStyle/>
          <a:p>
            <a:pPr indent="-311148" lvl="0" marL="401637" rtl="0" algn="l">
              <a:lnSpc>
                <a:spcPct val="114000"/>
              </a:lnSpc>
              <a:spcBef>
                <a:spcPts val="0"/>
              </a:spcBef>
              <a:spcAft>
                <a:spcPts val="0"/>
              </a:spcAft>
              <a:buClr>
                <a:schemeClr val="accent1"/>
              </a:buClr>
              <a:buSzPts val="2880"/>
              <a:buFont typeface="Noto Sans Symbols"/>
              <a:buChar char="⚫"/>
            </a:pPr>
            <a:r>
              <a:rPr b="0" i="0" lang="en-US" sz="3600" u="none">
                <a:solidFill>
                  <a:schemeClr val="dk1"/>
                </a:solidFill>
                <a:latin typeface="Gill Sans"/>
                <a:ea typeface="Gill Sans"/>
                <a:cs typeface="Gill Sans"/>
                <a:sym typeface="Gill Sans"/>
              </a:rPr>
              <a:t>Even though an informal technique:</a:t>
            </a:r>
            <a:endParaRPr/>
          </a:p>
          <a:p>
            <a:pPr indent="-261937" lvl="1" marL="704850" rtl="0" algn="l">
              <a:lnSpc>
                <a:spcPct val="114000"/>
              </a:lnSpc>
              <a:spcBef>
                <a:spcPts val="1800"/>
              </a:spcBef>
              <a:spcAft>
                <a:spcPts val="0"/>
              </a:spcAft>
              <a:buClr>
                <a:schemeClr val="accent1"/>
              </a:buClr>
              <a:buSzPts val="3200"/>
              <a:buFont typeface="Verdana"/>
              <a:buChar char="◦"/>
            </a:pPr>
            <a:r>
              <a:rPr b="0" i="0" lang="en-US" sz="3200" u="none">
                <a:solidFill>
                  <a:srgbClr val="0066FF"/>
                </a:solidFill>
                <a:latin typeface="Gill Sans"/>
                <a:ea typeface="Gill Sans"/>
                <a:cs typeface="Gill Sans"/>
                <a:sym typeface="Gill Sans"/>
              </a:rPr>
              <a:t>several guidelines have evolved over the years </a:t>
            </a:r>
            <a:endParaRPr/>
          </a:p>
          <a:p>
            <a:pPr indent="-261937" lvl="1" marL="704850" rtl="0" algn="l">
              <a:lnSpc>
                <a:spcPct val="114000"/>
              </a:lnSpc>
              <a:spcBef>
                <a:spcPts val="1800"/>
              </a:spcBef>
              <a:spcAft>
                <a:spcPts val="0"/>
              </a:spcAft>
              <a:buClr>
                <a:schemeClr val="accent1"/>
              </a:buClr>
              <a:buSzPts val="3200"/>
              <a:buFont typeface="Verdana"/>
              <a:buChar char="◦"/>
            </a:pPr>
            <a:r>
              <a:rPr b="0" i="0" lang="en-US" sz="3200" u="none">
                <a:solidFill>
                  <a:srgbClr val="0066FF"/>
                </a:solidFill>
                <a:latin typeface="Gill Sans"/>
                <a:ea typeface="Gill Sans"/>
                <a:cs typeface="Gill Sans"/>
                <a:sym typeface="Gill Sans"/>
              </a:rPr>
              <a:t>making this naive but useful analysis technique more effective. </a:t>
            </a:r>
            <a:endParaRPr/>
          </a:p>
          <a:p>
            <a:pPr indent="-261937" lvl="1" marL="704850" rtl="0" algn="l">
              <a:lnSpc>
                <a:spcPct val="114000"/>
              </a:lnSpc>
              <a:spcBef>
                <a:spcPts val="1800"/>
              </a:spcBef>
              <a:spcAft>
                <a:spcPts val="0"/>
              </a:spcAft>
              <a:buClr>
                <a:schemeClr val="accent1"/>
              </a:buClr>
              <a:buSzPts val="3200"/>
              <a:buFont typeface="Verdana"/>
              <a:buChar char="◦"/>
            </a:pPr>
            <a:r>
              <a:rPr b="0" i="0" lang="en-US" sz="3200" u="none">
                <a:solidFill>
                  <a:schemeClr val="dk1"/>
                </a:solidFill>
                <a:latin typeface="Gill Sans"/>
                <a:ea typeface="Gill Sans"/>
                <a:cs typeface="Gill Sans"/>
                <a:sym typeface="Gill Sans"/>
              </a:rPr>
              <a:t>These guidelines are based on </a:t>
            </a:r>
            <a:endParaRPr/>
          </a:p>
          <a:p>
            <a:pPr indent="-250824" lvl="2" marL="976312" rtl="0" algn="l">
              <a:lnSpc>
                <a:spcPct val="114000"/>
              </a:lnSpc>
              <a:spcBef>
                <a:spcPts val="1800"/>
              </a:spcBef>
              <a:spcAft>
                <a:spcPts val="0"/>
              </a:spcAft>
              <a:buClr>
                <a:schemeClr val="accent2"/>
              </a:buClr>
              <a:buSzPts val="2800"/>
              <a:buFont typeface="Noto Sans Symbols"/>
              <a:buChar char="●"/>
            </a:pPr>
            <a:r>
              <a:rPr b="0" i="0" lang="en-US" sz="2800" u="none">
                <a:solidFill>
                  <a:schemeClr val="dk1"/>
                </a:solidFill>
                <a:latin typeface="Gill Sans"/>
                <a:ea typeface="Gill Sans"/>
                <a:cs typeface="Gill Sans"/>
                <a:sym typeface="Gill Sans"/>
              </a:rPr>
              <a:t>personal experience, common sense, and several subjective factors.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1"/>
          <p:cNvSpPr txBox="1"/>
          <p:nvPr>
            <p:ph type="title"/>
          </p:nvPr>
        </p:nvSpPr>
        <p:spPr>
          <a:xfrm>
            <a:off x="2147887" y="-138112"/>
            <a:ext cx="8589962" cy="1257300"/>
          </a:xfrm>
          <a:prstGeom prst="rect">
            <a:avLst/>
          </a:prstGeom>
          <a:noFill/>
          <a:ln>
            <a:noFill/>
          </a:ln>
        </p:spPr>
        <p:txBody>
          <a:bodyPr anchorCtr="0" anchor="ctr" bIns="51575" lIns="19825" spcFirstLastPara="1" rIns="19825" wrap="square" tIns="515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Structured Walkthroughs   cont …</a:t>
            </a:r>
            <a:endParaRPr/>
          </a:p>
        </p:txBody>
      </p:sp>
      <p:sp>
        <p:nvSpPr>
          <p:cNvPr id="321" name="Google Shape;321;p41"/>
          <p:cNvSpPr txBox="1"/>
          <p:nvPr>
            <p:ph idx="1" type="body"/>
          </p:nvPr>
        </p:nvSpPr>
        <p:spPr>
          <a:xfrm>
            <a:off x="1995487" y="1265237"/>
            <a:ext cx="10896600" cy="5651500"/>
          </a:xfrm>
          <a:prstGeom prst="rect">
            <a:avLst/>
          </a:prstGeom>
          <a:noFill/>
          <a:ln>
            <a:noFill/>
          </a:ln>
        </p:spPr>
        <p:txBody>
          <a:bodyPr anchorCtr="0" anchor="t" bIns="51575" lIns="19825" spcFirstLastPara="1" rIns="19825" wrap="square" tIns="51575">
            <a:noAutofit/>
          </a:bodyPr>
          <a:lstStyle/>
          <a:p>
            <a:pPr indent="-311148" lvl="0" marL="401637" rtl="0" algn="l">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guidelines should be considered as examples:</a:t>
            </a:r>
            <a:endParaRPr/>
          </a:p>
          <a:p>
            <a:pPr indent="-261937" lvl="1" marL="704850" rtl="0" algn="l">
              <a:lnSpc>
                <a:spcPct val="100000"/>
              </a:lnSpc>
              <a:spcBef>
                <a:spcPts val="2400"/>
              </a:spcBef>
              <a:spcAft>
                <a:spcPts val="0"/>
              </a:spcAft>
              <a:buClr>
                <a:schemeClr val="accent1"/>
              </a:buClr>
              <a:buSzPts val="2800"/>
              <a:buFont typeface="Verdana"/>
              <a:buChar char="◦"/>
            </a:pPr>
            <a:r>
              <a:rPr b="0" i="0" lang="en-US" sz="2800" u="none">
                <a:solidFill>
                  <a:schemeClr val="dk1"/>
                </a:solidFill>
                <a:latin typeface="Gill Sans"/>
                <a:ea typeface="Gill Sans"/>
                <a:cs typeface="Gill Sans"/>
                <a:sym typeface="Gill Sans"/>
              </a:rPr>
              <a:t>rather than accepted as rules to be applied dogmatically.</a:t>
            </a:r>
            <a:endParaRPr/>
          </a:p>
          <a:p>
            <a:pPr indent="-261937" lvl="1" marL="704850" rtl="0" algn="l">
              <a:lnSpc>
                <a:spcPct val="100000"/>
              </a:lnSpc>
              <a:spcBef>
                <a:spcPts val="2400"/>
              </a:spcBef>
              <a:spcAft>
                <a:spcPts val="0"/>
              </a:spcAft>
              <a:buClr>
                <a:schemeClr val="accent1"/>
              </a:buClr>
              <a:buSzPts val="3200"/>
              <a:buFont typeface="Arial"/>
              <a:buChar char="•"/>
            </a:pPr>
            <a:r>
              <a:rPr b="0" i="0" lang="en-US" sz="3200" u="none">
                <a:solidFill>
                  <a:schemeClr val="dk1"/>
                </a:solidFill>
                <a:latin typeface="Gill Sans"/>
                <a:ea typeface="Gill Sans"/>
                <a:cs typeface="Gill Sans"/>
                <a:sym typeface="Gill Sans"/>
              </a:rPr>
              <a:t> Discussion should focus on discovery of errors: </a:t>
            </a:r>
            <a:endParaRPr/>
          </a:p>
          <a:p>
            <a:pPr indent="-261937" lvl="1" marL="704850" rtl="0" algn="l">
              <a:lnSpc>
                <a:spcPct val="100000"/>
              </a:lnSpc>
              <a:spcBef>
                <a:spcPts val="2400"/>
              </a:spcBef>
              <a:spcAft>
                <a:spcPts val="0"/>
              </a:spcAft>
              <a:buClr>
                <a:schemeClr val="accent1"/>
              </a:buClr>
              <a:buSzPts val="2800"/>
              <a:buFont typeface="Verdana"/>
              <a:buChar char="◦"/>
            </a:pPr>
            <a:r>
              <a:rPr b="0" i="0" lang="en-US" sz="2800" u="none">
                <a:solidFill>
                  <a:schemeClr val="dk1"/>
                </a:solidFill>
                <a:latin typeface="Gill Sans"/>
                <a:ea typeface="Gill Sans"/>
                <a:cs typeface="Gill Sans"/>
                <a:sym typeface="Gill Sans"/>
              </a:rPr>
              <a:t>and not on how to fix the discovered errors.</a:t>
            </a:r>
            <a:endParaRPr/>
          </a:p>
          <a:p>
            <a:pPr indent="-261937" lvl="1" marL="704850" rtl="0" algn="l">
              <a:lnSpc>
                <a:spcPct val="100000"/>
              </a:lnSpc>
              <a:spcBef>
                <a:spcPts val="2400"/>
              </a:spcBef>
              <a:spcAft>
                <a:spcPts val="0"/>
              </a:spcAft>
              <a:buClr>
                <a:schemeClr val="accent1"/>
              </a:buClr>
              <a:buSzPts val="3200"/>
              <a:buFont typeface="Arial"/>
              <a:buChar char="•"/>
            </a:pPr>
            <a:r>
              <a:rPr b="0" i="0" lang="en-US" sz="3200" u="none">
                <a:solidFill>
                  <a:schemeClr val="dk1"/>
                </a:solidFill>
                <a:latin typeface="Gill Sans"/>
                <a:ea typeface="Gill Sans"/>
                <a:cs typeface="Gill Sans"/>
                <a:sym typeface="Gill Sans"/>
              </a:rPr>
              <a:t>To foster cooperation:</a:t>
            </a:r>
            <a:endParaRPr/>
          </a:p>
          <a:p>
            <a:pPr indent="-261937" lvl="1" marL="704850" rtl="0" algn="l">
              <a:lnSpc>
                <a:spcPct val="100000"/>
              </a:lnSpc>
              <a:spcBef>
                <a:spcPts val="2400"/>
              </a:spcBef>
              <a:spcAft>
                <a:spcPts val="0"/>
              </a:spcAft>
              <a:buClr>
                <a:schemeClr val="accent1"/>
              </a:buClr>
              <a:buSzPts val="2800"/>
              <a:buFont typeface="Verdana"/>
              <a:buChar char="◦"/>
            </a:pPr>
            <a:r>
              <a:rPr b="0" i="0" lang="en-US" sz="2800" u="none">
                <a:solidFill>
                  <a:schemeClr val="dk1"/>
                </a:solidFill>
                <a:latin typeface="Gill Sans"/>
                <a:ea typeface="Gill Sans"/>
                <a:cs typeface="Gill Sans"/>
                <a:sym typeface="Gill Sans"/>
              </a:rPr>
              <a:t>avoid the feeling among engineers that they are being evaluated in the code walk through meeting, </a:t>
            </a:r>
            <a:endParaRPr/>
          </a:p>
          <a:p>
            <a:pPr indent="-261937" lvl="1" marL="704850" rtl="0" algn="l">
              <a:lnSpc>
                <a:spcPct val="100000"/>
              </a:lnSpc>
              <a:spcBef>
                <a:spcPts val="2400"/>
              </a:spcBef>
              <a:spcAft>
                <a:spcPts val="0"/>
              </a:spcAft>
              <a:buClr>
                <a:schemeClr val="accent1"/>
              </a:buClr>
              <a:buSzPts val="2800"/>
              <a:buFont typeface="Verdana"/>
              <a:buChar char="◦"/>
            </a:pPr>
            <a:r>
              <a:rPr b="0" i="0" lang="en-US" sz="2800" u="none">
                <a:solidFill>
                  <a:schemeClr val="dk1"/>
                </a:solidFill>
                <a:latin typeface="Gill Sans"/>
                <a:ea typeface="Gill Sans"/>
                <a:cs typeface="Gill Sans"/>
                <a:sym typeface="Gill Sans"/>
              </a:rPr>
              <a:t>managers should not attend the walk through meetings.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Structured Walkthroughs</a:t>
            </a:r>
            <a:endParaRPr/>
          </a:p>
        </p:txBody>
      </p:sp>
      <p:sp>
        <p:nvSpPr>
          <p:cNvPr id="327" name="Google Shape;327;p42"/>
          <p:cNvSpPr txBox="1"/>
          <p:nvPr>
            <p:ph idx="1" type="body"/>
          </p:nvPr>
        </p:nvSpPr>
        <p:spPr>
          <a:xfrm>
            <a:off x="1843087" y="1417637"/>
            <a:ext cx="10972800" cy="554355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team performing code walk through should not be either too big or too small. Ideally, it should consist of between three to seven  members.</a:t>
            </a:r>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A typical structured walkthrough team consists of the following members:</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Coordinator</a:t>
            </a:r>
            <a:endParaRPr/>
          </a:p>
          <a:p>
            <a:pPr indent="-250824" lvl="2" marL="976312" marR="0" rtl="0" algn="just">
              <a:lnSpc>
                <a:spcPct val="100000"/>
              </a:lnSpc>
              <a:spcBef>
                <a:spcPts val="520"/>
              </a:spcBef>
              <a:spcAft>
                <a:spcPts val="0"/>
              </a:spcAft>
              <a:buClr>
                <a:schemeClr val="accent2"/>
              </a:buClr>
              <a:buSzPts val="2600"/>
              <a:buFont typeface="Noto Sans Symbols"/>
              <a:buChar char="●"/>
            </a:pPr>
            <a:r>
              <a:rPr b="0" i="0" lang="en-US" sz="2600" u="none" cap="none" strike="noStrike">
                <a:solidFill>
                  <a:schemeClr val="dk1"/>
                </a:solidFill>
                <a:latin typeface="Gill Sans"/>
                <a:ea typeface="Gill Sans"/>
                <a:cs typeface="Gill Sans"/>
                <a:sym typeface="Gill Sans"/>
              </a:rPr>
              <a:t>Organizes, moderates, and follows up the walkthrough activities.</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Presenter/developer</a:t>
            </a:r>
            <a:endParaRPr/>
          </a:p>
          <a:p>
            <a:pPr indent="-250824" lvl="2" marL="976312" marR="0" rtl="0" algn="just">
              <a:lnSpc>
                <a:spcPct val="100000"/>
              </a:lnSpc>
              <a:spcBef>
                <a:spcPts val="520"/>
              </a:spcBef>
              <a:spcAft>
                <a:spcPts val="0"/>
              </a:spcAft>
              <a:buClr>
                <a:schemeClr val="accent2"/>
              </a:buClr>
              <a:buSzPts val="2600"/>
              <a:buFont typeface="Noto Sans Symbols"/>
              <a:buChar char="●"/>
            </a:pPr>
            <a:r>
              <a:rPr b="0" i="0" lang="en-US" sz="2600" u="none" cap="none" strike="noStrike">
                <a:solidFill>
                  <a:schemeClr val="dk1"/>
                </a:solidFill>
                <a:latin typeface="Gill Sans"/>
                <a:ea typeface="Gill Sans"/>
                <a:cs typeface="Gill Sans"/>
                <a:sym typeface="Gill Sans"/>
              </a:rPr>
              <a:t>Optional member, introduces the item to be inspected.</a:t>
            </a:r>
            <a:endParaRPr/>
          </a:p>
        </p:txBody>
      </p:sp>
      <p:sp>
        <p:nvSpPr>
          <p:cNvPr id="328" name="Google Shape;328;p42"/>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3"/>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 </a:t>
            </a:r>
            <a:endParaRPr/>
          </a:p>
        </p:txBody>
      </p:sp>
      <p:sp>
        <p:nvSpPr>
          <p:cNvPr id="334" name="Google Shape;334;p43"/>
          <p:cNvSpPr txBox="1"/>
          <p:nvPr>
            <p:ph idx="1" type="body"/>
          </p:nvPr>
        </p:nvSpPr>
        <p:spPr>
          <a:xfrm>
            <a:off x="1766887" y="808037"/>
            <a:ext cx="10893425" cy="6553200"/>
          </a:xfrm>
          <a:prstGeom prst="rect">
            <a:avLst/>
          </a:prstGeom>
          <a:noFill/>
          <a:ln>
            <a:noFill/>
          </a:ln>
        </p:spPr>
        <p:txBody>
          <a:bodyPr anchorCtr="0" anchor="t" bIns="50375" lIns="100775" spcFirstLastPara="1" rIns="100775" wrap="square" tIns="50375">
            <a:noAutofit/>
          </a:bodyPr>
          <a:lstStyle/>
          <a:p>
            <a:pPr indent="-261937" lvl="1" marL="704850" marR="0" rtl="0" algn="just">
              <a:lnSpc>
                <a:spcPct val="100000"/>
              </a:lnSpc>
              <a:spcBef>
                <a:spcPts val="0"/>
              </a:spcBef>
              <a:spcAft>
                <a:spcPts val="0"/>
              </a:spcAft>
              <a:buClr>
                <a:schemeClr val="accent1"/>
              </a:buClr>
              <a:buSzPts val="3200"/>
              <a:buFont typeface="Verdana"/>
              <a:buChar char="◦"/>
            </a:pPr>
            <a:r>
              <a:rPr b="0" i="0" lang="en-US" sz="3200" u="none" cap="none" strike="noStrike">
                <a:solidFill>
                  <a:schemeClr val="dk1"/>
                </a:solidFill>
                <a:latin typeface="Gill Sans"/>
                <a:ea typeface="Gill Sans"/>
                <a:cs typeface="Gill Sans"/>
                <a:sym typeface="Gill Sans"/>
              </a:rPr>
              <a:t>Scribe/recorder</a:t>
            </a:r>
            <a:endParaRPr/>
          </a:p>
          <a:p>
            <a:pPr indent="-250824" lvl="2" marL="976312" marR="0" rtl="0" algn="just">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dk1"/>
                </a:solidFill>
                <a:latin typeface="Gill Sans"/>
                <a:ea typeface="Gill Sans"/>
                <a:cs typeface="Gill Sans"/>
                <a:sym typeface="Gill Sans"/>
              </a:rPr>
              <a:t>Notes down the defects found and suggestions proposed by the members.</a:t>
            </a:r>
            <a:endParaRPr/>
          </a:p>
          <a:p>
            <a:pPr indent="-261937" lvl="1" marL="704850" marR="0" rtl="0" algn="just">
              <a:lnSpc>
                <a:spcPct val="100000"/>
              </a:lnSpc>
              <a:spcBef>
                <a:spcPts val="600"/>
              </a:spcBef>
              <a:spcAft>
                <a:spcPts val="0"/>
              </a:spcAft>
              <a:buClr>
                <a:schemeClr val="accent1"/>
              </a:buClr>
              <a:buSzPts val="3200"/>
              <a:buFont typeface="Verdana"/>
              <a:buChar char="◦"/>
            </a:pPr>
            <a:r>
              <a:rPr b="0" i="0" lang="en-US" sz="3200" u="none" cap="none" strike="noStrike">
                <a:solidFill>
                  <a:schemeClr val="dk1"/>
                </a:solidFill>
                <a:latin typeface="Gill Sans"/>
                <a:ea typeface="Gill Sans"/>
                <a:cs typeface="Gill Sans"/>
                <a:sym typeface="Gill Sans"/>
              </a:rPr>
              <a:t>Reviewer/tester</a:t>
            </a:r>
            <a:endParaRPr/>
          </a:p>
          <a:p>
            <a:pPr indent="-250824" lvl="2" marL="976312" marR="0" rtl="0" algn="just">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dk1"/>
                </a:solidFill>
                <a:latin typeface="Gill Sans"/>
                <a:ea typeface="Gill Sans"/>
                <a:cs typeface="Gill Sans"/>
                <a:sym typeface="Gill Sans"/>
              </a:rPr>
              <a:t>Finds the defects in the item</a:t>
            </a:r>
            <a:endParaRPr/>
          </a:p>
          <a:p>
            <a:pPr indent="-261937" lvl="1" marL="704850" marR="0" rtl="0" algn="just">
              <a:lnSpc>
                <a:spcPct val="100000"/>
              </a:lnSpc>
              <a:spcBef>
                <a:spcPts val="600"/>
              </a:spcBef>
              <a:spcAft>
                <a:spcPts val="0"/>
              </a:spcAft>
              <a:buClr>
                <a:schemeClr val="accent1"/>
              </a:buClr>
              <a:buSzPts val="3200"/>
              <a:buFont typeface="Verdana"/>
              <a:buChar char="◦"/>
            </a:pPr>
            <a:r>
              <a:rPr b="0" i="0" lang="en-US" sz="3200" u="none" cap="none" strike="noStrike">
                <a:solidFill>
                  <a:schemeClr val="dk1"/>
                </a:solidFill>
                <a:latin typeface="Gill Sans"/>
                <a:ea typeface="Gill Sans"/>
                <a:cs typeface="Gill Sans"/>
                <a:sym typeface="Gill Sans"/>
              </a:rPr>
              <a:t>Maintenance Oracle </a:t>
            </a:r>
            <a:endParaRPr/>
          </a:p>
          <a:p>
            <a:pPr indent="-250824" lvl="2" marL="976312" marR="0" rtl="0" algn="just">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dk1"/>
                </a:solidFill>
                <a:latin typeface="Gill Sans"/>
                <a:ea typeface="Gill Sans"/>
                <a:cs typeface="Gill Sans"/>
                <a:sym typeface="Gill Sans"/>
              </a:rPr>
              <a:t>Focuses on the long term implications</a:t>
            </a:r>
            <a:endParaRPr/>
          </a:p>
          <a:p>
            <a:pPr indent="-261937" lvl="1" marL="704850" marR="0" rtl="0" algn="just">
              <a:lnSpc>
                <a:spcPct val="100000"/>
              </a:lnSpc>
              <a:spcBef>
                <a:spcPts val="600"/>
              </a:spcBef>
              <a:spcAft>
                <a:spcPts val="0"/>
              </a:spcAft>
              <a:buClr>
                <a:schemeClr val="accent1"/>
              </a:buClr>
              <a:buSzPts val="3200"/>
              <a:buFont typeface="Verdana"/>
              <a:buChar char="◦"/>
            </a:pPr>
            <a:r>
              <a:rPr b="0" i="0" lang="en-US" sz="3200" u="none" cap="none" strike="noStrike">
                <a:solidFill>
                  <a:schemeClr val="dk1"/>
                </a:solidFill>
                <a:latin typeface="Gill Sans"/>
                <a:ea typeface="Gill Sans"/>
                <a:cs typeface="Gill Sans"/>
                <a:sym typeface="Gill Sans"/>
              </a:rPr>
              <a:t>Standards Bearer</a:t>
            </a:r>
            <a:endParaRPr/>
          </a:p>
          <a:p>
            <a:pPr indent="-250824" lvl="2" marL="976312" marR="0" rtl="0" algn="just">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dk1"/>
                </a:solidFill>
                <a:latin typeface="Gill Sans"/>
                <a:ea typeface="Gill Sans"/>
                <a:cs typeface="Gill Sans"/>
                <a:sym typeface="Gill Sans"/>
              </a:rPr>
              <a:t>Assesses adherence to standards</a:t>
            </a:r>
            <a:endParaRPr/>
          </a:p>
          <a:p>
            <a:pPr indent="-261937" lvl="1" marL="704850" marR="0" rtl="0" algn="just">
              <a:lnSpc>
                <a:spcPct val="100000"/>
              </a:lnSpc>
              <a:spcBef>
                <a:spcPts val="600"/>
              </a:spcBef>
              <a:spcAft>
                <a:spcPts val="0"/>
              </a:spcAft>
              <a:buClr>
                <a:schemeClr val="accent1"/>
              </a:buClr>
              <a:buSzPts val="3200"/>
              <a:buFont typeface="Verdana"/>
              <a:buChar char="◦"/>
            </a:pPr>
            <a:r>
              <a:rPr b="0" i="0" lang="en-US" sz="3200" u="none" cap="none" strike="noStrike">
                <a:solidFill>
                  <a:schemeClr val="dk1"/>
                </a:solidFill>
                <a:latin typeface="Gill Sans"/>
                <a:ea typeface="Gill Sans"/>
                <a:cs typeface="Gill Sans"/>
                <a:sym typeface="Gill Sans"/>
              </a:rPr>
              <a:t>User representative/ Accreditation agent</a:t>
            </a:r>
            <a:endParaRPr/>
          </a:p>
          <a:p>
            <a:pPr indent="-250824" lvl="2" marL="976312" marR="0" rtl="0" algn="just">
              <a:lnSpc>
                <a:spcPct val="100000"/>
              </a:lnSpc>
              <a:spcBef>
                <a:spcPts val="560"/>
              </a:spcBef>
              <a:spcAft>
                <a:spcPts val="0"/>
              </a:spcAft>
              <a:buClr>
                <a:schemeClr val="accent2"/>
              </a:buClr>
              <a:buSzPts val="2800"/>
              <a:buFont typeface="Noto Sans Symbols"/>
              <a:buChar char="●"/>
            </a:pPr>
            <a:r>
              <a:rPr b="0" i="0" lang="en-US" sz="2800" u="none" cap="none" strike="noStrike">
                <a:solidFill>
                  <a:schemeClr val="dk1"/>
                </a:solidFill>
                <a:latin typeface="Gill Sans"/>
                <a:ea typeface="Gill Sans"/>
                <a:cs typeface="Gill Sans"/>
                <a:sym typeface="Gill Sans"/>
              </a:rPr>
              <a:t>Reflects the needs and concerns of the user.</a:t>
            </a:r>
            <a:endParaRPr/>
          </a:p>
          <a:p>
            <a:pPr indent="-58737" lvl="1" marL="704850" marR="0" rtl="0" algn="just">
              <a:lnSpc>
                <a:spcPct val="100000"/>
              </a:lnSpc>
              <a:spcBef>
                <a:spcPts val="600"/>
              </a:spcBef>
              <a:spcAft>
                <a:spcPts val="0"/>
              </a:spcAft>
              <a:buClr>
                <a:schemeClr val="accent1"/>
              </a:buClr>
              <a:buSzPts val="3200"/>
              <a:buFont typeface="Verdana"/>
              <a:buNone/>
            </a:pPr>
            <a:r>
              <a:t/>
            </a:r>
            <a:endParaRPr b="0" i="0" sz="3200" u="none" cap="none" strike="noStrike">
              <a:solidFill>
                <a:schemeClr val="dk1"/>
              </a:solidFill>
              <a:latin typeface="Gill Sans"/>
              <a:ea typeface="Gill Sans"/>
              <a:cs typeface="Gill Sans"/>
              <a:sym typeface="Gill Sans"/>
            </a:endParaRPr>
          </a:p>
          <a:p>
            <a:pPr indent="-250824" lvl="2" marL="976312" marR="0" rtl="0" algn="just">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1"/>
              </a:solidFill>
              <a:latin typeface="Gill Sans"/>
              <a:ea typeface="Gill Sans"/>
              <a:cs typeface="Gill Sans"/>
              <a:sym typeface="Gill Sans"/>
            </a:endParaRPr>
          </a:p>
          <a:p>
            <a:pPr indent="-168910" lvl="0" marL="401638" marR="0" rtl="0" algn="l">
              <a:spcBef>
                <a:spcPts val="663"/>
              </a:spcBef>
              <a:spcAft>
                <a:spcPts val="0"/>
              </a:spcAft>
              <a:buClr>
                <a:schemeClr val="accent1"/>
              </a:buClr>
              <a:buSzPts val="2240"/>
              <a:buFont typeface="Noto Sans Symbols"/>
              <a:buNone/>
            </a:pPr>
            <a:r>
              <a:t/>
            </a:r>
            <a:endParaRPr b="0" i="0" sz="2800" u="none" cap="none" strike="noStrike">
              <a:solidFill>
                <a:schemeClr val="dk1"/>
              </a:solidFill>
              <a:latin typeface="Gill Sans"/>
              <a:ea typeface="Gill Sans"/>
              <a:cs typeface="Gill Sans"/>
              <a:sym typeface="Gill Sans"/>
            </a:endParaRPr>
          </a:p>
        </p:txBody>
      </p:sp>
      <p:sp>
        <p:nvSpPr>
          <p:cNvPr id="335" name="Google Shape;335;p43"/>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
        <p:nvSpPr>
          <p:cNvPr id="336" name="Google Shape;336;p43"/>
          <p:cNvSpPr txBox="1"/>
          <p:nvPr/>
        </p:nvSpPr>
        <p:spPr>
          <a:xfrm>
            <a:off x="3025775" y="230187"/>
            <a:ext cx="8810625" cy="884237"/>
          </a:xfrm>
          <a:prstGeom prst="rect">
            <a:avLst/>
          </a:prstGeom>
          <a:noFill/>
          <a:ln>
            <a:noFill/>
          </a:ln>
        </p:spPr>
        <p:txBody>
          <a:bodyPr anchorCtr="0" anchor="ctr" bIns="50375" lIns="100775" spcFirstLastPara="1" rIns="100775" wrap="square" tIns="50375">
            <a:normAutofit/>
          </a:bodyPr>
          <a:lstStyle/>
          <a:p>
            <a:pPr indent="0" lvl="0" marL="0" marR="0" rtl="0" algn="ctr">
              <a:lnSpc>
                <a:spcPct val="74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Structured Walkthroughs    cont…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p>
            <a:pPr indent="-311148" lvl="0" marL="401637" marR="0" rtl="0" algn="l">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steps of the walkthrough process are:</a:t>
            </a:r>
            <a:endParaRPr/>
          </a:p>
          <a:p>
            <a:pPr indent="-261937" lvl="1" marL="704850" marR="0" rtl="0" algn="l">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Organization</a:t>
            </a:r>
            <a:endParaRPr/>
          </a:p>
          <a:p>
            <a:pPr indent="-261937" lvl="1" marL="704850" marR="0" rtl="0" algn="l">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Preparation</a:t>
            </a:r>
            <a:endParaRPr/>
          </a:p>
          <a:p>
            <a:pPr indent="-261937" lvl="1" marL="704850" marR="0" rtl="0" algn="l">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Walkthrough</a:t>
            </a:r>
            <a:endParaRPr/>
          </a:p>
          <a:p>
            <a:pPr indent="-261937" lvl="1" marL="704850" marR="0" rtl="0" algn="l">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Rework and follow-up</a:t>
            </a:r>
            <a:endParaRPr/>
          </a:p>
        </p:txBody>
      </p:sp>
      <p:sp>
        <p:nvSpPr>
          <p:cNvPr id="342" name="Google Shape;342;p44"/>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
        <p:nvSpPr>
          <p:cNvPr id="343" name="Google Shape;343;p44"/>
          <p:cNvSpPr txBox="1"/>
          <p:nvPr/>
        </p:nvSpPr>
        <p:spPr>
          <a:xfrm>
            <a:off x="3025775" y="230187"/>
            <a:ext cx="8810625" cy="884237"/>
          </a:xfrm>
          <a:prstGeom prst="rect">
            <a:avLst/>
          </a:prstGeom>
          <a:noFill/>
          <a:ln>
            <a:noFill/>
          </a:ln>
        </p:spPr>
        <p:txBody>
          <a:bodyPr anchorCtr="0" anchor="ctr" bIns="50375" lIns="100775" spcFirstLastPara="1" rIns="100775" wrap="square" tIns="50375">
            <a:normAutofit/>
          </a:bodyPr>
          <a:lstStyle/>
          <a:p>
            <a:pPr indent="0" lvl="0" marL="0" marR="0" rtl="0" algn="ctr">
              <a:lnSpc>
                <a:spcPct val="74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Structured Walkthroughs    cont…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5"/>
          <p:cNvSpPr txBox="1"/>
          <p:nvPr>
            <p:ph type="title"/>
          </p:nvPr>
        </p:nvSpPr>
        <p:spPr>
          <a:xfrm>
            <a:off x="2184400" y="-47625"/>
            <a:ext cx="9066212" cy="1084262"/>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Walkthrough vs Inspection</a:t>
            </a:r>
            <a:endParaRPr/>
          </a:p>
        </p:txBody>
      </p:sp>
      <p:sp>
        <p:nvSpPr>
          <p:cNvPr id="349" name="Google Shape;349;p45"/>
          <p:cNvSpPr txBox="1"/>
          <p:nvPr>
            <p:ph idx="1" type="body"/>
          </p:nvPr>
        </p:nvSpPr>
        <p:spPr>
          <a:xfrm>
            <a:off x="1843087" y="1265237"/>
            <a:ext cx="10817225" cy="6294437"/>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Walkthrough is less formal and rigorous than inspection, has fewer steps and does not use a checklist, whereas the inspection team uses a checklist for uncovering errors.</a:t>
            </a:r>
            <a:endParaRPr/>
          </a:p>
          <a:p>
            <a:pPr indent="-148589" lvl="0" marL="401637" marR="0" rtl="0" algn="just">
              <a:lnSpc>
                <a:spcPct val="100000"/>
              </a:lnSpc>
              <a:spcBef>
                <a:spcPts val="60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In walkthrough, the tester brings in test cases that are mentally executed in the meeting, i.e. the test data are walked through the logic of the program,  whereas in inspection, the program is simply read and discussed during meeting.</a:t>
            </a:r>
            <a:endParaRPr/>
          </a:p>
        </p:txBody>
      </p:sp>
      <p:sp>
        <p:nvSpPr>
          <p:cNvPr id="350" name="Google Shape;350;p45"/>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6"/>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Technical reviews</a:t>
            </a:r>
            <a:endParaRPr/>
          </a:p>
        </p:txBody>
      </p:sp>
      <p:sp>
        <p:nvSpPr>
          <p:cNvPr id="356" name="Google Shape;356;p46"/>
          <p:cNvSpPr txBox="1"/>
          <p:nvPr>
            <p:ph idx="1" type="body"/>
          </p:nvPr>
        </p:nvSpPr>
        <p:spPr>
          <a:xfrm>
            <a:off x="1843087" y="1341437"/>
            <a:ext cx="10668000" cy="569595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A technical review is intended to evaluate the software in the light of development standards, guidelines and specifications.</a:t>
            </a:r>
            <a:endParaRPr/>
          </a:p>
          <a:p>
            <a:pPr indent="-148589" lvl="0" marL="401637" marR="0" rtl="0" algn="just">
              <a:lnSpc>
                <a:spcPct val="100000"/>
              </a:lnSpc>
              <a:spcBef>
                <a:spcPts val="60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A review is similar to an inspection and walkthrough, except that the review team  also includes management.</a:t>
            </a:r>
            <a:endParaRPr/>
          </a:p>
          <a:p>
            <a:pPr indent="-148589" lvl="0" marL="401637" marR="0" rtl="0" algn="just">
              <a:lnSpc>
                <a:spcPct val="100000"/>
              </a:lnSpc>
              <a:spcBef>
                <a:spcPts val="60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Therefore considered to be a higher level technique.</a:t>
            </a:r>
            <a:endParaRPr/>
          </a:p>
        </p:txBody>
      </p:sp>
      <p:sp>
        <p:nvSpPr>
          <p:cNvPr id="357" name="Google Shape;357;p46"/>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7"/>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Technical reviews      cont…</a:t>
            </a:r>
            <a:endParaRPr/>
          </a:p>
        </p:txBody>
      </p:sp>
      <p:sp>
        <p:nvSpPr>
          <p:cNvPr id="363" name="Google Shape;363;p47"/>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Review agendas focus less on technical issues and more on foresight.</a:t>
            </a:r>
            <a:endParaRPr/>
          </a:p>
          <a:p>
            <a:pPr indent="-148589" lvl="0" marL="401637" marR="0" rtl="0" algn="just">
              <a:lnSpc>
                <a:spcPct val="100000"/>
              </a:lnSpc>
              <a:spcBef>
                <a:spcPts val="60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purpose is to evaluate the system relative to specifications and standards.</a:t>
            </a:r>
            <a:endParaRPr/>
          </a:p>
          <a:p>
            <a:pPr indent="-148589" lvl="0" marL="401637" marR="0" rtl="0" algn="just">
              <a:lnSpc>
                <a:spcPct val="100000"/>
              </a:lnSpc>
              <a:spcBef>
                <a:spcPts val="60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moderator should gather and distribute the documentation to all team members.</a:t>
            </a:r>
            <a:endParaRPr/>
          </a:p>
        </p:txBody>
      </p:sp>
      <p:sp>
        <p:nvSpPr>
          <p:cNvPr id="364" name="Google Shape;364;p47"/>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8"/>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Technical reviews     cont…</a:t>
            </a:r>
            <a:endParaRPr/>
          </a:p>
        </p:txBody>
      </p:sp>
      <p:sp>
        <p:nvSpPr>
          <p:cNvPr id="370" name="Google Shape;370;p48"/>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A set of  indicators is prepared to measure the following points:</a:t>
            </a:r>
            <a:endParaRPr/>
          </a:p>
          <a:p>
            <a:pPr indent="-148589" lvl="0" marL="401637" marR="0" rtl="0" algn="just">
              <a:lnSpc>
                <a:spcPct val="100000"/>
              </a:lnSpc>
              <a:spcBef>
                <a:spcPts val="60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Appropriateness of the problem definition and requirements</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Adequacy of all underlying assumptions</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Adherence to standards</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Consistency</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Completeness</a:t>
            </a:r>
            <a:endParaRPr/>
          </a:p>
          <a:p>
            <a:pPr indent="-261937" lvl="1" marL="704850" marR="0" rtl="0" algn="just">
              <a:lnSpc>
                <a:spcPct val="100000"/>
              </a:lnSpc>
              <a:spcBef>
                <a:spcPts val="600"/>
              </a:spcBef>
              <a:spcAft>
                <a:spcPts val="0"/>
              </a:spcAft>
              <a:buClr>
                <a:schemeClr val="accent1"/>
              </a:buClr>
              <a:buSzPts val="2800"/>
              <a:buFont typeface="Verdana"/>
              <a:buChar char="◦"/>
            </a:pPr>
            <a:r>
              <a:rPr b="0" i="0" lang="en-US" sz="2800" u="none" cap="none" strike="noStrike">
                <a:solidFill>
                  <a:schemeClr val="dk1"/>
                </a:solidFill>
                <a:latin typeface="Gill Sans"/>
                <a:ea typeface="Gill Sans"/>
                <a:cs typeface="Gill Sans"/>
                <a:sym typeface="Gill Sans"/>
              </a:rPr>
              <a:t>documentation</a:t>
            </a:r>
            <a:endParaRPr/>
          </a:p>
        </p:txBody>
      </p:sp>
      <p:sp>
        <p:nvSpPr>
          <p:cNvPr id="371" name="Google Shape;371;p48"/>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9"/>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Technical reviews       cont…</a:t>
            </a:r>
            <a:endParaRPr/>
          </a:p>
        </p:txBody>
      </p:sp>
      <p:sp>
        <p:nvSpPr>
          <p:cNvPr id="377" name="Google Shape;377;p49"/>
          <p:cNvSpPr txBox="1"/>
          <p:nvPr>
            <p:ph idx="1" type="body"/>
          </p:nvPr>
        </p:nvSpPr>
        <p:spPr>
          <a:xfrm>
            <a:off x="1592262" y="1493837"/>
            <a:ext cx="11223625" cy="561975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moderator may also prepare check list to help team focus on key points.</a:t>
            </a:r>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result of the review is a document recording the events of the meeting, deficiencies and recommendations.</a:t>
            </a:r>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Appropriate actions are then taken to correct any deficiency and address recommendations.</a:t>
            </a:r>
            <a:endParaRPr/>
          </a:p>
        </p:txBody>
      </p:sp>
      <p:sp>
        <p:nvSpPr>
          <p:cNvPr id="378" name="Google Shape;378;p49"/>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rgbClr val="000000"/>
              </a:buClr>
              <a:buSzPts val="1500"/>
              <a:buFont typeface="Arial"/>
              <a:buNone/>
            </a:pPr>
            <a:fld id="{00000000-1234-1234-1234-123412341234}" type="slidenum">
              <a:rPr b="0" i="0" lang="en-US" sz="1500" u="none">
                <a:solidFill>
                  <a:srgbClr val="000000"/>
                </a:solidFill>
                <a:latin typeface="Arial"/>
                <a:ea typeface="Arial"/>
                <a:cs typeface="Arial"/>
                <a:sym typeface="Arial"/>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0"/>
          <p:cNvSpPr txBox="1"/>
          <p:nvPr>
            <p:ph type="title"/>
          </p:nvPr>
        </p:nvSpPr>
        <p:spPr>
          <a:xfrm>
            <a:off x="2667000" y="427037"/>
            <a:ext cx="8810625" cy="884237"/>
          </a:xfrm>
          <a:prstGeom prst="rect">
            <a:avLst/>
          </a:prstGeom>
          <a:noFill/>
          <a:ln>
            <a:noFill/>
          </a:ln>
        </p:spPr>
        <p:txBody>
          <a:bodyPr anchorCtr="0" anchor="ctr" bIns="50375" lIns="100775" spcFirstLastPara="1" rIns="100775" wrap="square" tIns="50375">
            <a:no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Clean Room Testing</a:t>
            </a:r>
            <a:br>
              <a:rPr b="0" i="0" lang="en-US" sz="4000" u="none">
                <a:solidFill>
                  <a:srgbClr val="572314"/>
                </a:solidFill>
                <a:latin typeface="Gill Sans"/>
                <a:ea typeface="Gill Sans"/>
                <a:cs typeface="Gill Sans"/>
                <a:sym typeface="Gill Sans"/>
              </a:rPr>
            </a:br>
            <a:endParaRPr/>
          </a:p>
        </p:txBody>
      </p:sp>
      <p:sp>
        <p:nvSpPr>
          <p:cNvPr id="384" name="Google Shape;384;p50"/>
          <p:cNvSpPr txBox="1"/>
          <p:nvPr>
            <p:ph idx="1" type="body"/>
          </p:nvPr>
        </p:nvSpPr>
        <p:spPr>
          <a:xfrm>
            <a:off x="1690687" y="1160462"/>
            <a:ext cx="11125200" cy="6191250"/>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400"/>
              <a:buFont typeface="Noto Sans Symbols"/>
              <a:buChar char="⚫"/>
            </a:pPr>
            <a:r>
              <a:rPr b="0" i="0" lang="en-US" sz="3000" u="none">
                <a:solidFill>
                  <a:schemeClr val="dk1"/>
                </a:solidFill>
                <a:latin typeface="Gill Sans"/>
                <a:ea typeface="Gill Sans"/>
                <a:cs typeface="Gill Sans"/>
                <a:sym typeface="Gill Sans"/>
              </a:rPr>
              <a:t>The term </a:t>
            </a:r>
            <a:r>
              <a:rPr b="1" i="0" lang="en-US" sz="3000" u="none">
                <a:solidFill>
                  <a:schemeClr val="dk1"/>
                </a:solidFill>
                <a:latin typeface="Gill Sans"/>
                <a:ea typeface="Gill Sans"/>
                <a:cs typeface="Gill Sans"/>
                <a:sym typeface="Gill Sans"/>
              </a:rPr>
              <a:t>cleanroom</a:t>
            </a:r>
            <a:r>
              <a:rPr b="0" i="0" lang="en-US" sz="3000" u="none">
                <a:solidFill>
                  <a:schemeClr val="dk1"/>
                </a:solidFill>
                <a:latin typeface="Gill Sans"/>
                <a:ea typeface="Gill Sans"/>
                <a:cs typeface="Gill Sans"/>
                <a:sym typeface="Gill Sans"/>
              </a:rPr>
              <a:t> was first coined at IBM by drawing analogy to the semiconductor fabrication units where defects are avoided by manufacturing in an ultra-clean atmosphere.</a:t>
            </a:r>
            <a:endParaRPr/>
          </a:p>
          <a:p>
            <a:pPr indent="-311148" lvl="0" marL="401637" marR="0" rtl="0" algn="just">
              <a:lnSpc>
                <a:spcPct val="100000"/>
              </a:lnSpc>
              <a:spcBef>
                <a:spcPts val="600"/>
              </a:spcBef>
              <a:spcAft>
                <a:spcPts val="0"/>
              </a:spcAft>
              <a:buClr>
                <a:schemeClr val="accent1"/>
              </a:buClr>
              <a:buSzPts val="2400"/>
              <a:buFont typeface="Noto Sans Symbols"/>
              <a:buChar char="⚫"/>
            </a:pPr>
            <a:r>
              <a:rPr b="0" i="0" lang="en-US" sz="3000" u="none">
                <a:solidFill>
                  <a:schemeClr val="dk1"/>
                </a:solidFill>
                <a:latin typeface="Gill Sans"/>
                <a:ea typeface="Gill Sans"/>
                <a:cs typeface="Gill Sans"/>
                <a:sym typeface="Gill Sans"/>
              </a:rPr>
              <a:t>This type of testing relies heavily on walkthroughs, inspection, and formal verification. </a:t>
            </a:r>
            <a:endParaRPr/>
          </a:p>
          <a:p>
            <a:pPr indent="-311148" lvl="0" marL="401637" marR="0" rtl="0" algn="just">
              <a:lnSpc>
                <a:spcPct val="100000"/>
              </a:lnSpc>
              <a:spcBef>
                <a:spcPts val="600"/>
              </a:spcBef>
              <a:spcAft>
                <a:spcPts val="0"/>
              </a:spcAft>
              <a:buClr>
                <a:schemeClr val="accent1"/>
              </a:buClr>
              <a:buSzPts val="2400"/>
              <a:buFont typeface="Noto Sans Symbols"/>
              <a:buChar char="⚫"/>
            </a:pPr>
            <a:r>
              <a:rPr b="0" i="0" lang="en-US" sz="3000" u="none">
                <a:solidFill>
                  <a:schemeClr val="dk1"/>
                </a:solidFill>
                <a:latin typeface="Gill Sans"/>
                <a:ea typeface="Gill Sans"/>
                <a:cs typeface="Gill Sans"/>
                <a:sym typeface="Gill Sans"/>
              </a:rPr>
              <a:t>The programmers are not allowed to test any of their code by executing the code other than doing some syntax testing using a compiler. </a:t>
            </a:r>
            <a:endParaRPr/>
          </a:p>
          <a:p>
            <a:pPr indent="-158750" lvl="0" marL="401638" marR="0" rtl="0" algn="l">
              <a:spcBef>
                <a:spcPts val="663"/>
              </a:spcBef>
              <a:spcAft>
                <a:spcPts val="0"/>
              </a:spcAft>
              <a:buClr>
                <a:schemeClr val="accent1"/>
              </a:buClr>
              <a:buSzPts val="2400"/>
              <a:buFont typeface="Noto Sans Symbols"/>
              <a:buNone/>
            </a:pPr>
            <a:r>
              <a:t/>
            </a:r>
            <a:endParaRPr b="0" i="0" sz="3000" u="none">
              <a:solidFill>
                <a:schemeClr val="dk1"/>
              </a:solidFill>
              <a:latin typeface="Gill Sans"/>
              <a:ea typeface="Gill Sans"/>
              <a:cs typeface="Gill Sans"/>
              <a:sym typeface="Gill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1"/>
          <p:cNvSpPr txBox="1"/>
          <p:nvPr>
            <p:ph idx="1" type="body"/>
          </p:nvPr>
        </p:nvSpPr>
        <p:spPr>
          <a:xfrm>
            <a:off x="1538287" y="1160462"/>
            <a:ext cx="11582400" cy="6270625"/>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400"/>
              <a:buFont typeface="Noto Sans Symbols"/>
              <a:buChar char="⚫"/>
            </a:pPr>
            <a:r>
              <a:rPr b="0" i="0" lang="en-US" sz="3000" u="none">
                <a:solidFill>
                  <a:schemeClr val="dk1"/>
                </a:solidFill>
                <a:latin typeface="Gill Sans"/>
                <a:ea typeface="Gill Sans"/>
                <a:cs typeface="Gill Sans"/>
                <a:sym typeface="Gill Sans"/>
              </a:rPr>
              <a:t>This technique reportedly produces documentation and code that is more reliable and maintainable than other development methods relying heavily on code execution-based testing. </a:t>
            </a:r>
            <a:endParaRPr/>
          </a:p>
          <a:p>
            <a:pPr indent="-311148" lvl="0" marL="401637" marR="0" rtl="0" algn="just">
              <a:lnSpc>
                <a:spcPct val="100000"/>
              </a:lnSpc>
              <a:spcBef>
                <a:spcPts val="600"/>
              </a:spcBef>
              <a:spcAft>
                <a:spcPts val="0"/>
              </a:spcAft>
              <a:buClr>
                <a:schemeClr val="accent1"/>
              </a:buClr>
              <a:buSzPts val="2400"/>
              <a:buFont typeface="Noto Sans Symbols"/>
              <a:buChar char="⚫"/>
            </a:pPr>
            <a:r>
              <a:rPr b="0" i="0" lang="en-US" sz="3000" u="none">
                <a:solidFill>
                  <a:schemeClr val="dk1"/>
                </a:solidFill>
                <a:latin typeface="Gill Sans"/>
                <a:ea typeface="Gill Sans"/>
                <a:cs typeface="Gill Sans"/>
                <a:sym typeface="Gill Sans"/>
              </a:rPr>
              <a:t>Software testing in the cleanroom process is carried out as a statistical experiment. </a:t>
            </a:r>
            <a:endParaRPr/>
          </a:p>
          <a:p>
            <a:pPr indent="-311148" lvl="0" marL="401637" marR="0" rtl="0" algn="just">
              <a:lnSpc>
                <a:spcPct val="100000"/>
              </a:lnSpc>
              <a:spcBef>
                <a:spcPts val="600"/>
              </a:spcBef>
              <a:spcAft>
                <a:spcPts val="0"/>
              </a:spcAft>
              <a:buClr>
                <a:schemeClr val="accent1"/>
              </a:buClr>
              <a:buSzPts val="2400"/>
              <a:buFont typeface="Noto Sans Symbols"/>
              <a:buChar char="⚫"/>
            </a:pPr>
            <a:r>
              <a:rPr b="0" i="0" lang="en-US" sz="3000" u="none">
                <a:solidFill>
                  <a:schemeClr val="dk1"/>
                </a:solidFill>
                <a:latin typeface="Gill Sans"/>
                <a:ea typeface="Gill Sans"/>
                <a:cs typeface="Gill Sans"/>
                <a:sym typeface="Gill Sans"/>
              </a:rPr>
              <a:t>Based on the formal specification, a representative subset of software input/output trajectories/paths is selected and tested. </a:t>
            </a:r>
            <a:endParaRPr/>
          </a:p>
          <a:p>
            <a:pPr indent="-311148" lvl="0" marL="401637" marR="0" rtl="0" algn="just">
              <a:lnSpc>
                <a:spcPct val="100000"/>
              </a:lnSpc>
              <a:spcBef>
                <a:spcPts val="600"/>
              </a:spcBef>
              <a:spcAft>
                <a:spcPts val="0"/>
              </a:spcAft>
              <a:buClr>
                <a:schemeClr val="accent1"/>
              </a:buClr>
              <a:buSzPts val="2400"/>
              <a:buFont typeface="Noto Sans Symbols"/>
              <a:buChar char="⚫"/>
            </a:pPr>
            <a:r>
              <a:rPr b="0" i="0" lang="en-US" sz="3000" u="none">
                <a:solidFill>
                  <a:schemeClr val="dk1"/>
                </a:solidFill>
                <a:latin typeface="Gill Sans"/>
                <a:ea typeface="Gill Sans"/>
                <a:cs typeface="Gill Sans"/>
                <a:sym typeface="Gill Sans"/>
              </a:rPr>
              <a:t>This sample is then statistically analysed to produce an estimate of the reliability of the software, and a level of confidence in that estimate.</a:t>
            </a:r>
            <a:endParaRPr/>
          </a:p>
        </p:txBody>
      </p:sp>
      <p:sp>
        <p:nvSpPr>
          <p:cNvPr id="390" name="Google Shape;390;p51"/>
          <p:cNvSpPr txBox="1"/>
          <p:nvPr>
            <p:ph type="title"/>
          </p:nvPr>
        </p:nvSpPr>
        <p:spPr>
          <a:xfrm>
            <a:off x="2873375" y="381000"/>
            <a:ext cx="8810625" cy="884237"/>
          </a:xfrm>
          <a:prstGeom prst="rect">
            <a:avLst/>
          </a:prstGeom>
          <a:noFill/>
          <a:ln>
            <a:noFill/>
          </a:ln>
        </p:spPr>
        <p:txBody>
          <a:bodyPr anchorCtr="0" anchor="ctr" bIns="50375" lIns="100775" spcFirstLastPara="1" rIns="100775" wrap="square" tIns="50375">
            <a:no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Clean Room Testing         cont…</a:t>
            </a:r>
            <a:br>
              <a:rPr b="0" i="0" lang="en-US" sz="4000" u="none">
                <a:solidFill>
                  <a:srgbClr val="572314"/>
                </a:solidFill>
                <a:latin typeface="Gill Sans"/>
                <a:ea typeface="Gill Sans"/>
                <a:cs typeface="Gill Sans"/>
                <a:sym typeface="Gill Sans"/>
              </a:rPr>
            </a:b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2"/>
          <p:cNvSpPr txBox="1"/>
          <p:nvPr>
            <p:ph idx="1" type="body"/>
          </p:nvPr>
        </p:nvSpPr>
        <p:spPr>
          <a:xfrm>
            <a:off x="1766887" y="1477962"/>
            <a:ext cx="11277600" cy="5291137"/>
          </a:xfrm>
          <a:prstGeom prst="rect">
            <a:avLst/>
          </a:prstGeom>
          <a:noFill/>
          <a:ln>
            <a:noFill/>
          </a:ln>
        </p:spPr>
        <p:txBody>
          <a:bodyPr anchorCtr="0" anchor="t" bIns="50375" lIns="100775" spcFirstLastPara="1" rIns="100775" wrap="square" tIns="50375">
            <a:noAutofit/>
          </a:bodyPr>
          <a:lstStyle/>
          <a:p>
            <a:pPr indent="-311148" lvl="0" marL="401637" marR="0" rtl="0" algn="just">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The main problem with this approach is that testing effort is increased as walkthroughs, inspection, and verification are time consuming for detecting all simple errors. </a:t>
            </a:r>
            <a:endParaRPr/>
          </a:p>
          <a:p>
            <a:pPr indent="-311148" lvl="0" marL="401637" marR="0" rtl="0" algn="just">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Also testing-based error detection is efficient for detecting certain errors that escape manual inspection.</a:t>
            </a:r>
            <a:endParaRPr/>
          </a:p>
          <a:p>
            <a:pPr indent="-148590" lvl="0" marL="401638" marR="0" rtl="0" algn="l">
              <a:spcBef>
                <a:spcPts val="663"/>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p:txBody>
      </p:sp>
      <p:sp>
        <p:nvSpPr>
          <p:cNvPr id="396" name="Google Shape;396;p52"/>
          <p:cNvSpPr txBox="1"/>
          <p:nvPr>
            <p:ph type="title"/>
          </p:nvPr>
        </p:nvSpPr>
        <p:spPr>
          <a:xfrm>
            <a:off x="2873375" y="350837"/>
            <a:ext cx="8810625" cy="884237"/>
          </a:xfrm>
          <a:prstGeom prst="rect">
            <a:avLst/>
          </a:prstGeom>
          <a:noFill/>
          <a:ln>
            <a:noFill/>
          </a:ln>
        </p:spPr>
        <p:txBody>
          <a:bodyPr anchorCtr="0" anchor="ctr" bIns="50375" lIns="100775" spcFirstLastPara="1" rIns="100775" wrap="square" tIns="50375">
            <a:no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Limitations of Clean Room Testing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3"/>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Summary</a:t>
            </a:r>
            <a:endParaRPr/>
          </a:p>
        </p:txBody>
      </p:sp>
      <p:sp>
        <p:nvSpPr>
          <p:cNvPr id="402" name="Google Shape;402;p53"/>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p>
            <a:pPr indent="-311148" lvl="0" marL="401637" marR="0" rtl="0" algn="l">
              <a:lnSpc>
                <a:spcPct val="100000"/>
              </a:lnSpc>
              <a:spcBef>
                <a:spcPts val="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Discussed variants of inspection technique.</a:t>
            </a:r>
            <a:endParaRPr/>
          </a:p>
          <a:p>
            <a:pPr indent="-311148" lvl="0" marL="401637" marR="0" rtl="0" algn="l">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Discussed about structured walkthrough – a kind of static testing technique.</a:t>
            </a:r>
            <a:endParaRPr/>
          </a:p>
          <a:p>
            <a:pPr indent="-311148" lvl="0" marL="401637" marR="0" rtl="0" algn="l">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Briefly explained technical reviews - a kind of static testing technique.</a:t>
            </a:r>
            <a:endParaRPr/>
          </a:p>
          <a:p>
            <a:pPr indent="-311148" lvl="0" marL="401637" marR="0" rtl="0" algn="l">
              <a:lnSpc>
                <a:spcPct val="100000"/>
              </a:lnSpc>
              <a:spcBef>
                <a:spcPts val="600"/>
              </a:spcBef>
              <a:spcAft>
                <a:spcPts val="0"/>
              </a:spcAft>
              <a:buClr>
                <a:schemeClr val="accent1"/>
              </a:buClr>
              <a:buSzPts val="2560"/>
              <a:buFont typeface="Noto Sans Symbols"/>
              <a:buChar char="⚫"/>
            </a:pPr>
            <a:r>
              <a:rPr b="0" i="0" lang="en-US" sz="3200" u="none">
                <a:solidFill>
                  <a:schemeClr val="dk1"/>
                </a:solidFill>
                <a:latin typeface="Gill Sans"/>
                <a:ea typeface="Gill Sans"/>
                <a:cs typeface="Gill Sans"/>
                <a:sym typeface="Gill Sans"/>
              </a:rPr>
              <a:t>Presented the concept of clean room testing.</a:t>
            </a:r>
            <a:endParaRPr/>
          </a:p>
          <a:p>
            <a:pPr indent="-148590" lvl="0" marL="401638" marR="0" rtl="0" algn="l">
              <a:spcBef>
                <a:spcPts val="663"/>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p:txBody>
      </p:sp>
      <p:sp>
        <p:nvSpPr>
          <p:cNvPr id="403" name="Google Shape;403;p53"/>
          <p:cNvSpPr txBox="1"/>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*08/10/1003/08/10</a:t>
            </a:r>
            <a:endParaRPr/>
          </a:p>
        </p:txBody>
      </p:sp>
      <p:sp>
        <p:nvSpPr>
          <p:cNvPr id="404" name="Google Shape;404;p53"/>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fld id="{00000000-1234-1234-1234-123412341234}" type="slidenum">
              <a:rPr b="0" i="0" lang="en-US" sz="2400" u="none">
                <a:solidFill>
                  <a:schemeClr val="lt1"/>
                </a:solidFill>
                <a:latin typeface="Comic Sans MS"/>
                <a:ea typeface="Comic Sans MS"/>
                <a:cs typeface="Comic Sans MS"/>
                <a:sym typeface="Comic Sans MS"/>
              </a:rP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4"/>
          <p:cNvSpPr txBox="1"/>
          <p:nvPr/>
        </p:nvSpPr>
        <p:spPr>
          <a:xfrm>
            <a:off x="1657350" y="307975"/>
            <a:ext cx="11558587" cy="949325"/>
          </a:xfrm>
          <a:prstGeom prst="rect">
            <a:avLst/>
          </a:prstGeom>
          <a:noFill/>
          <a:ln>
            <a:noFill/>
          </a:ln>
        </p:spPr>
        <p:txBody>
          <a:bodyPr anchorCtr="0" anchor="ctr" bIns="43325" lIns="16650" spcFirstLastPara="1" rIns="16650" wrap="square" tIns="43325">
            <a:noAutofit/>
          </a:bodyPr>
          <a:lstStyle/>
          <a:p>
            <a:pPr indent="0" lvl="0" marL="0" marR="0" rtl="0" algn="ctr">
              <a:lnSpc>
                <a:spcPct val="100000"/>
              </a:lnSpc>
              <a:spcBef>
                <a:spcPts val="0"/>
              </a:spcBef>
              <a:spcAft>
                <a:spcPts val="0"/>
              </a:spcAft>
              <a:buClr>
                <a:srgbClr val="572314"/>
              </a:buClr>
              <a:buSzPts val="5300"/>
              <a:buFont typeface="Gill Sans"/>
              <a:buNone/>
            </a:pPr>
            <a:r>
              <a:rPr b="0" i="0" lang="en-US" sz="5300" u="none">
                <a:solidFill>
                  <a:srgbClr val="572314"/>
                </a:solidFill>
                <a:latin typeface="Gill Sans"/>
                <a:ea typeface="Gill Sans"/>
                <a:cs typeface="Gill Sans"/>
                <a:sym typeface="Gill Sans"/>
              </a:rPr>
              <a:t>References </a:t>
            </a:r>
            <a:endParaRPr/>
          </a:p>
        </p:txBody>
      </p:sp>
      <p:sp>
        <p:nvSpPr>
          <p:cNvPr id="410" name="Google Shape;410;p54"/>
          <p:cNvSpPr txBox="1"/>
          <p:nvPr/>
        </p:nvSpPr>
        <p:spPr>
          <a:xfrm>
            <a:off x="1681162" y="1539875"/>
            <a:ext cx="11534775" cy="2976562"/>
          </a:xfrm>
          <a:prstGeom prst="rect">
            <a:avLst/>
          </a:prstGeom>
          <a:noFill/>
          <a:ln>
            <a:noFill/>
          </a:ln>
        </p:spPr>
        <p:txBody>
          <a:bodyPr anchorCtr="0" anchor="t" bIns="56425" lIns="112875" spcFirstLastPara="1" rIns="112875" wrap="square" tIns="56425">
            <a:spAutoFit/>
          </a:bodyPr>
          <a:lstStyle/>
          <a:p>
            <a:pPr indent="-422275" lvl="0" marL="422275" marR="0" rtl="0" algn="just">
              <a:lnSpc>
                <a:spcPct val="100000"/>
              </a:lnSpc>
              <a:spcBef>
                <a:spcPts val="0"/>
              </a:spcBef>
              <a:spcAft>
                <a:spcPts val="0"/>
              </a:spcAft>
              <a:buClr>
                <a:schemeClr val="dk1"/>
              </a:buClr>
              <a:buSzPts val="3100"/>
              <a:buFont typeface="Gill Sans"/>
              <a:buAutoNum type="arabicPeriod"/>
            </a:pPr>
            <a:r>
              <a:rPr b="0" i="0" lang="en-US" sz="3100" u="none">
                <a:solidFill>
                  <a:schemeClr val="dk1"/>
                </a:solidFill>
                <a:latin typeface="Gill Sans"/>
                <a:ea typeface="Gill Sans"/>
                <a:cs typeface="Gill Sans"/>
                <a:sym typeface="Gill Sans"/>
              </a:rPr>
              <a:t>Rajib Mall, Fundamentals of Software Engineering, (Chapter – 10), Fifth Edition, PHI Learning Pvt. Ltd., 2018.</a:t>
            </a:r>
            <a:endParaRPr/>
          </a:p>
          <a:p>
            <a:pPr indent="-422275" lvl="0" marL="422275" marR="0" rtl="0" algn="just">
              <a:lnSpc>
                <a:spcPct val="100000"/>
              </a:lnSpc>
              <a:spcBef>
                <a:spcPts val="0"/>
              </a:spcBef>
              <a:spcAft>
                <a:spcPts val="0"/>
              </a:spcAft>
              <a:buClr>
                <a:schemeClr val="dk1"/>
              </a:buClr>
              <a:buSzPts val="3100"/>
              <a:buFont typeface="Gill Sans"/>
              <a:buAutoNum type="arabicPeriod"/>
            </a:pPr>
            <a:r>
              <a:rPr b="0" i="0" lang="en-US" sz="3100" u="none">
                <a:solidFill>
                  <a:schemeClr val="dk1"/>
                </a:solidFill>
                <a:latin typeface="Gill Sans"/>
                <a:ea typeface="Gill Sans"/>
                <a:cs typeface="Gill Sans"/>
                <a:sym typeface="Gill Sans"/>
              </a:rPr>
              <a:t>Naresh Chauhan, Software Testing: Principles and Practices, (Chapter – 6), Second Edition, Oxford University Press,  2016.</a:t>
            </a:r>
            <a:endParaRPr/>
          </a:p>
          <a:p>
            <a:pPr indent="-225425" lvl="0" marL="422275" marR="0" rtl="0" algn="just">
              <a:lnSpc>
                <a:spcPct val="100000"/>
              </a:lnSpc>
              <a:spcBef>
                <a:spcPts val="0"/>
              </a:spcBef>
              <a:spcAft>
                <a:spcPts val="0"/>
              </a:spcAft>
              <a:buClr>
                <a:schemeClr val="lt1"/>
              </a:buClr>
              <a:buSzPts val="3100"/>
              <a:buFont typeface="Gill Sans"/>
              <a:buNone/>
            </a:pPr>
            <a:r>
              <a:t/>
            </a:r>
            <a:endParaRPr b="0" i="0" sz="3100" u="non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None/>
            </a:pPr>
            <a:r>
              <a:t/>
            </a:r>
            <a:endParaRPr b="0" i="0" sz="3100" u="none">
              <a:solidFill>
                <a:schemeClr val="dk1"/>
              </a:solidFill>
              <a:latin typeface="Gill Sans"/>
              <a:ea typeface="Gill Sans"/>
              <a:cs typeface="Gill Sans"/>
              <a:sym typeface="Gill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5"/>
          <p:cNvSpPr txBox="1"/>
          <p:nvPr>
            <p:ph type="title"/>
          </p:nvPr>
        </p:nvSpPr>
        <p:spPr>
          <a:xfrm>
            <a:off x="1592262" y="77787"/>
            <a:ext cx="11745912" cy="884237"/>
          </a:xfrm>
          <a:prstGeom prst="rect">
            <a:avLst/>
          </a:prstGeom>
          <a:noFill/>
          <a:ln>
            <a:noFill/>
          </a:ln>
        </p:spPr>
        <p:txBody>
          <a:bodyPr anchorCtr="0" anchor="ctr" bIns="50375" lIns="100775" spcFirstLastPara="1" rIns="100775" wrap="square" tIns="50375">
            <a:normAutofit/>
          </a:bodyPr>
          <a:lstStyle/>
          <a:p>
            <a:pPr indent="0" lvl="0" marL="0" rtl="0" algn="ctr">
              <a:lnSpc>
                <a:spcPct val="100000"/>
              </a:lnSpc>
              <a:spcBef>
                <a:spcPts val="0"/>
              </a:spcBef>
              <a:spcAft>
                <a:spcPts val="0"/>
              </a:spcAft>
              <a:buClr>
                <a:srgbClr val="572314"/>
              </a:buClr>
              <a:buSzPts val="4000"/>
              <a:buFont typeface="Gill Sans"/>
              <a:buNone/>
            </a:pPr>
            <a:r>
              <a:rPr b="0" i="0" lang="en-US" sz="4000" u="none">
                <a:solidFill>
                  <a:srgbClr val="572314"/>
                </a:solidFill>
                <a:latin typeface="Gill Sans"/>
                <a:ea typeface="Gill Sans"/>
                <a:cs typeface="Gill Sans"/>
                <a:sym typeface="Gill Sans"/>
              </a:rPr>
              <a:t> </a:t>
            </a:r>
            <a:endParaRPr/>
          </a:p>
        </p:txBody>
      </p:sp>
      <p:sp>
        <p:nvSpPr>
          <p:cNvPr id="416" name="Google Shape;416;p55"/>
          <p:cNvSpPr txBox="1"/>
          <p:nvPr>
            <p:ph idx="1" type="body"/>
          </p:nvPr>
        </p:nvSpPr>
        <p:spPr>
          <a:xfrm>
            <a:off x="1625600" y="1112837"/>
            <a:ext cx="11676062" cy="5943600"/>
          </a:xfrm>
          <a:prstGeom prst="rect">
            <a:avLst/>
          </a:prstGeom>
          <a:noFill/>
          <a:ln>
            <a:noFill/>
          </a:ln>
        </p:spPr>
        <p:txBody>
          <a:bodyPr anchorCtr="0" anchor="t" bIns="50375" lIns="100775" spcFirstLastPara="1" rIns="100775" wrap="square" tIns="50375">
            <a:noAutofit/>
          </a:bodyPr>
          <a:lstStyle/>
          <a:p>
            <a:pPr indent="0" lvl="0" marL="90487" marR="0" rtl="0" algn="l">
              <a:lnSpc>
                <a:spcPct val="100000"/>
              </a:lnSpc>
              <a:spcBef>
                <a:spcPts val="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0" lvl="0" marL="90487" marR="0" rtl="0" algn="l">
              <a:lnSpc>
                <a:spcPct val="100000"/>
              </a:lnSpc>
              <a:spcBef>
                <a:spcPts val="600"/>
              </a:spcBef>
              <a:spcAft>
                <a:spcPts val="0"/>
              </a:spcAft>
              <a:buClr>
                <a:schemeClr val="accent1"/>
              </a:buClr>
              <a:buSzPts val="2560"/>
              <a:buFont typeface="Noto Sans Symbols"/>
              <a:buNone/>
            </a:pPr>
            <a:r>
              <a:t/>
            </a:r>
            <a:endParaRPr b="0" i="0" sz="3200" u="none">
              <a:solidFill>
                <a:schemeClr val="dk1"/>
              </a:solidFill>
              <a:latin typeface="Gill Sans"/>
              <a:ea typeface="Gill Sans"/>
              <a:cs typeface="Gill Sans"/>
              <a:sym typeface="Gill Sans"/>
            </a:endParaRPr>
          </a:p>
          <a:p>
            <a:pPr indent="0" lvl="0" marL="90487" marR="0" rtl="0" algn="l">
              <a:lnSpc>
                <a:spcPct val="100000"/>
              </a:lnSpc>
              <a:spcBef>
                <a:spcPts val="600"/>
              </a:spcBef>
              <a:spcAft>
                <a:spcPts val="0"/>
              </a:spcAft>
              <a:buClr>
                <a:schemeClr val="accent1"/>
              </a:buClr>
              <a:buSzPts val="2560"/>
              <a:buFont typeface="Noto Sans Symbols"/>
              <a:buNone/>
            </a:pPr>
            <a:r>
              <a:rPr b="0" i="0" lang="en-US" sz="3200" u="none">
                <a:solidFill>
                  <a:schemeClr val="dk1"/>
                </a:solidFill>
                <a:latin typeface="Gill Sans"/>
                <a:ea typeface="Gill Sans"/>
                <a:cs typeface="Gill Sans"/>
                <a:sym typeface="Gill Sans"/>
              </a:rPr>
              <a:t>				</a:t>
            </a:r>
            <a:endParaRPr/>
          </a:p>
          <a:p>
            <a:pPr indent="0" lvl="0" marL="90487" marR="0" rtl="0" algn="l">
              <a:lnSpc>
                <a:spcPct val="100000"/>
              </a:lnSpc>
              <a:spcBef>
                <a:spcPts val="600"/>
              </a:spcBef>
              <a:spcAft>
                <a:spcPts val="0"/>
              </a:spcAft>
              <a:buClr>
                <a:schemeClr val="accent1"/>
              </a:buClr>
              <a:buSzPts val="4320"/>
              <a:buFont typeface="Noto Sans Symbols"/>
              <a:buNone/>
            </a:pPr>
            <a:r>
              <a:rPr b="0" i="0" lang="en-US" sz="5400" u="none">
                <a:solidFill>
                  <a:schemeClr val="dk1"/>
                </a:solidFill>
                <a:latin typeface="Gill Sans"/>
                <a:ea typeface="Gill Sans"/>
                <a:cs typeface="Gill Sans"/>
                <a:sym typeface="Gill Sans"/>
              </a:rPr>
              <a:t>				Thank You</a:t>
            </a:r>
            <a:endParaRPr/>
          </a:p>
        </p:txBody>
      </p:sp>
      <p:sp>
        <p:nvSpPr>
          <p:cNvPr id="417" name="Google Shape;417;p55"/>
          <p:cNvSpPr txBox="1"/>
          <p:nvPr/>
        </p:nvSpPr>
        <p:spPr>
          <a:xfrm>
            <a:off x="5264150" y="6950075"/>
            <a:ext cx="3136900"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r>
              <a:rPr b="0" i="0" lang="en-US" sz="2400" u="none">
                <a:solidFill>
                  <a:schemeClr val="lt1"/>
                </a:solidFill>
                <a:latin typeface="Comic Sans MS"/>
                <a:ea typeface="Comic Sans MS"/>
                <a:cs typeface="Comic Sans MS"/>
                <a:sym typeface="Comic Sans MS"/>
              </a:rPr>
              <a:t>*08/10/1003/08/10</a:t>
            </a:r>
            <a:endParaRPr/>
          </a:p>
        </p:txBody>
      </p:sp>
      <p:sp>
        <p:nvSpPr>
          <p:cNvPr id="418" name="Google Shape;418;p55"/>
          <p:cNvSpPr txBox="1"/>
          <p:nvPr/>
        </p:nvSpPr>
        <p:spPr>
          <a:xfrm>
            <a:off x="12660312" y="6950075"/>
            <a:ext cx="671512" cy="525462"/>
          </a:xfrm>
          <a:prstGeom prst="rect">
            <a:avLst/>
          </a:prstGeom>
          <a:noFill/>
          <a:ln>
            <a:noFill/>
          </a:ln>
        </p:spPr>
        <p:txBody>
          <a:bodyPr anchorCtr="0" anchor="t" bIns="45700" lIns="91425" spcFirstLastPara="1" rIns="91425" wrap="square" tIns="45700">
            <a:noAutofit/>
          </a:bodyPr>
          <a:lstStyle/>
          <a:p>
            <a:pPr indent="0" lvl="0" marL="0" marR="0" rtl="0" algn="ctr">
              <a:lnSpc>
                <a:spcPct val="74000"/>
              </a:lnSpc>
              <a:spcBef>
                <a:spcPts val="0"/>
              </a:spcBef>
              <a:spcAft>
                <a:spcPts val="0"/>
              </a:spcAft>
              <a:buClr>
                <a:schemeClr val="lt1"/>
              </a:buClr>
              <a:buSzPts val="2400"/>
              <a:buFont typeface="Comic Sans MS"/>
              <a:buNone/>
            </a:pPr>
            <a:fld id="{00000000-1234-1234-1234-123412341234}" type="slidenum">
              <a:rPr b="0" i="0" lang="en-US" sz="2400" u="none">
                <a:solidFill>
                  <a:schemeClr val="lt1"/>
                </a:solidFill>
                <a:latin typeface="Comic Sans MS"/>
                <a:ea typeface="Comic Sans MS"/>
                <a:cs typeface="Comic Sans MS"/>
                <a:sym typeface="Comic Sans MS"/>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2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4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9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8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6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3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5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7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10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