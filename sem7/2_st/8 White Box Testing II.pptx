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9.xml"/>
  <Override ContentType="application/vnd.openxmlformats-officedocument.presentationml.slideMaster+xml" PartName="/ppt/slideMasters/slideMaster11.xml"/>
  <Override ContentType="application/vnd.openxmlformats-officedocument.presentationml.slideMaster+xml" PartName="/ppt/slideMasters/slideMaster12.xml"/>
  <Override ContentType="application/vnd.openxmlformats-officedocument.presentationml.slideMaster+xml" PartName="/ppt/slideMasters/slideMaster10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6.xml"/>
  <Override ContentType="application/vnd.openxmlformats-officedocument.theme+xml" PartName="/ppt/theme/theme3.xml"/>
  <Override ContentType="application/vnd.openxmlformats-officedocument.theme+xml" PartName="/ppt/theme/theme11.xml"/>
  <Override ContentType="application/vnd.openxmlformats-officedocument.theme+xml" PartName="/ppt/theme/theme5.xml"/>
  <Override ContentType="application/vnd.openxmlformats-officedocument.theme+xml" PartName="/ppt/theme/theme9.xml"/>
  <Override ContentType="application/vnd.openxmlformats-officedocument.theme+xml" PartName="/ppt/theme/theme13.xml"/>
  <Override ContentType="application/vnd.openxmlformats-officedocument.theme+xml" PartName="/ppt/theme/theme7.xml"/>
  <Override ContentType="application/vnd.openxmlformats-officedocument.theme+xml" PartName="/ppt/theme/theme2.xml"/>
  <Override ContentType="application/vnd.openxmlformats-officedocument.theme+xml" PartName="/ppt/theme/theme4.xml"/>
  <Override ContentType="application/vnd.openxmlformats-officedocument.theme+xml" PartName="/ppt/theme/theme8.xml"/>
  <Override ContentType="application/vnd.openxmlformats-officedocument.theme+xml" PartName="/ppt/theme/theme10.xml"/>
  <Override ContentType="application/vnd.openxmlformats-officedocument.theme+xml" PartName="/ppt/theme/theme1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  <p:sldMasterId id="2147483660" r:id="rId5"/>
    <p:sldMasterId id="2147483661" r:id="rId6"/>
    <p:sldMasterId id="2147483662" r:id="rId7"/>
    <p:sldMasterId id="2147483663" r:id="rId8"/>
    <p:sldMasterId id="2147483664" r:id="rId9"/>
    <p:sldMasterId id="2147483665" r:id="rId10"/>
    <p:sldMasterId id="2147483666" r:id="rId11"/>
    <p:sldMasterId id="2147483667" r:id="rId12"/>
    <p:sldMasterId id="2147483668" r:id="rId13"/>
    <p:sldMasterId id="2147483669" r:id="rId14"/>
    <p:sldMasterId id="2147483670" r:id="rId15"/>
  </p:sldMasterIdLst>
  <p:notesMasterIdLst>
    <p:notesMasterId r:id="rId16"/>
  </p:notesMasterIdLst>
  <p:sldIdLst>
    <p:sldId id="256" r:id="rId17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65" r:id="rId26"/>
    <p:sldId id="266" r:id="rId27"/>
    <p:sldId id="267" r:id="rId28"/>
    <p:sldId id="268" r:id="rId29"/>
    <p:sldId id="269" r:id="rId30"/>
    <p:sldId id="270" r:id="rId31"/>
    <p:sldId id="271" r:id="rId32"/>
    <p:sldId id="272" r:id="rId33"/>
    <p:sldId id="273" r:id="rId34"/>
    <p:sldId id="274" r:id="rId35"/>
    <p:sldId id="275" r:id="rId36"/>
    <p:sldId id="276" r:id="rId37"/>
    <p:sldId id="277" r:id="rId38"/>
    <p:sldId id="278" r:id="rId39"/>
    <p:sldId id="279" r:id="rId40"/>
    <p:sldId id="280" r:id="rId41"/>
    <p:sldId id="281" r:id="rId42"/>
    <p:sldId id="282" r:id="rId43"/>
    <p:sldId id="283" r:id="rId44"/>
    <p:sldId id="284" r:id="rId45"/>
    <p:sldId id="285" r:id="rId46"/>
    <p:sldId id="286" r:id="rId47"/>
    <p:sldId id="287" r:id="rId48"/>
    <p:sldId id="288" r:id="rId49"/>
    <p:sldId id="289" r:id="rId50"/>
    <p:sldId id="290" r:id="rId51"/>
    <p:sldId id="291" r:id="rId52"/>
    <p:sldId id="292" r:id="rId53"/>
    <p:sldId id="293" r:id="rId54"/>
    <p:sldId id="294" r:id="rId55"/>
  </p:sldIdLst>
  <p:sldSz cy="7559675" cx="10080625"/>
  <p:notesSz cx="7556500" cy="10691800"/>
  <p:embeddedFontLst>
    <p:embeddedFont>
      <p:font typeface="Gill Sans"/>
      <p:regular r:id="rId56"/>
      <p:bold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1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1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24.xml"/><Relationship Id="rId42" Type="http://schemas.openxmlformats.org/officeDocument/2006/relationships/slide" Target="slides/slide26.xml"/><Relationship Id="rId41" Type="http://schemas.openxmlformats.org/officeDocument/2006/relationships/slide" Target="slides/slide25.xml"/><Relationship Id="rId44" Type="http://schemas.openxmlformats.org/officeDocument/2006/relationships/slide" Target="slides/slide28.xml"/><Relationship Id="rId43" Type="http://schemas.openxmlformats.org/officeDocument/2006/relationships/slide" Target="slides/slide27.xml"/><Relationship Id="rId46" Type="http://schemas.openxmlformats.org/officeDocument/2006/relationships/slide" Target="slides/slide30.xml"/><Relationship Id="rId45" Type="http://schemas.openxmlformats.org/officeDocument/2006/relationships/slide" Target="slides/slide2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48" Type="http://schemas.openxmlformats.org/officeDocument/2006/relationships/slide" Target="slides/slide32.xml"/><Relationship Id="rId47" Type="http://schemas.openxmlformats.org/officeDocument/2006/relationships/slide" Target="slides/slide31.xml"/><Relationship Id="rId49" Type="http://schemas.openxmlformats.org/officeDocument/2006/relationships/slide" Target="slides/slide33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31" Type="http://schemas.openxmlformats.org/officeDocument/2006/relationships/slide" Target="slides/slide15.xml"/><Relationship Id="rId30" Type="http://schemas.openxmlformats.org/officeDocument/2006/relationships/slide" Target="slides/slide14.xml"/><Relationship Id="rId33" Type="http://schemas.openxmlformats.org/officeDocument/2006/relationships/slide" Target="slides/slide17.xml"/><Relationship Id="rId32" Type="http://schemas.openxmlformats.org/officeDocument/2006/relationships/slide" Target="slides/slide16.xml"/><Relationship Id="rId35" Type="http://schemas.openxmlformats.org/officeDocument/2006/relationships/slide" Target="slides/slide19.xml"/><Relationship Id="rId34" Type="http://schemas.openxmlformats.org/officeDocument/2006/relationships/slide" Target="slides/slide18.xml"/><Relationship Id="rId37" Type="http://schemas.openxmlformats.org/officeDocument/2006/relationships/slide" Target="slides/slide21.xml"/><Relationship Id="rId36" Type="http://schemas.openxmlformats.org/officeDocument/2006/relationships/slide" Target="slides/slide20.xml"/><Relationship Id="rId39" Type="http://schemas.openxmlformats.org/officeDocument/2006/relationships/slide" Target="slides/slide23.xml"/><Relationship Id="rId38" Type="http://schemas.openxmlformats.org/officeDocument/2006/relationships/slide" Target="slides/slide22.xml"/><Relationship Id="rId20" Type="http://schemas.openxmlformats.org/officeDocument/2006/relationships/slide" Target="slides/slide4.xml"/><Relationship Id="rId22" Type="http://schemas.openxmlformats.org/officeDocument/2006/relationships/slide" Target="slides/slide6.xml"/><Relationship Id="rId21" Type="http://schemas.openxmlformats.org/officeDocument/2006/relationships/slide" Target="slides/slide5.xml"/><Relationship Id="rId24" Type="http://schemas.openxmlformats.org/officeDocument/2006/relationships/slide" Target="slides/slide8.xml"/><Relationship Id="rId23" Type="http://schemas.openxmlformats.org/officeDocument/2006/relationships/slide" Target="slides/slide7.xml"/><Relationship Id="rId26" Type="http://schemas.openxmlformats.org/officeDocument/2006/relationships/slide" Target="slides/slide10.xml"/><Relationship Id="rId25" Type="http://schemas.openxmlformats.org/officeDocument/2006/relationships/slide" Target="slides/slide9.xml"/><Relationship Id="rId28" Type="http://schemas.openxmlformats.org/officeDocument/2006/relationships/slide" Target="slides/slide12.xml"/><Relationship Id="rId27" Type="http://schemas.openxmlformats.org/officeDocument/2006/relationships/slide" Target="slides/slide11.xml"/><Relationship Id="rId29" Type="http://schemas.openxmlformats.org/officeDocument/2006/relationships/slide" Target="slides/slide13.xml"/><Relationship Id="rId51" Type="http://schemas.openxmlformats.org/officeDocument/2006/relationships/slide" Target="slides/slide35.xml"/><Relationship Id="rId50" Type="http://schemas.openxmlformats.org/officeDocument/2006/relationships/slide" Target="slides/slide34.xml"/><Relationship Id="rId53" Type="http://schemas.openxmlformats.org/officeDocument/2006/relationships/slide" Target="slides/slide37.xml"/><Relationship Id="rId52" Type="http://schemas.openxmlformats.org/officeDocument/2006/relationships/slide" Target="slides/slide36.xml"/><Relationship Id="rId11" Type="http://schemas.openxmlformats.org/officeDocument/2006/relationships/slideMaster" Target="slideMasters/slideMaster8.xml"/><Relationship Id="rId55" Type="http://schemas.openxmlformats.org/officeDocument/2006/relationships/slide" Target="slides/slide39.xml"/><Relationship Id="rId10" Type="http://schemas.openxmlformats.org/officeDocument/2006/relationships/slideMaster" Target="slideMasters/slideMaster7.xml"/><Relationship Id="rId54" Type="http://schemas.openxmlformats.org/officeDocument/2006/relationships/slide" Target="slides/slide38.xml"/><Relationship Id="rId13" Type="http://schemas.openxmlformats.org/officeDocument/2006/relationships/slideMaster" Target="slideMasters/slideMaster10.xml"/><Relationship Id="rId57" Type="http://schemas.openxmlformats.org/officeDocument/2006/relationships/font" Target="fonts/GillSans-bold.fntdata"/><Relationship Id="rId12" Type="http://schemas.openxmlformats.org/officeDocument/2006/relationships/slideMaster" Target="slideMasters/slideMaster9.xml"/><Relationship Id="rId56" Type="http://schemas.openxmlformats.org/officeDocument/2006/relationships/font" Target="fonts/GillSans-regular.fntdata"/><Relationship Id="rId15" Type="http://schemas.openxmlformats.org/officeDocument/2006/relationships/slideMaster" Target="slideMasters/slideMaster12.xml"/><Relationship Id="rId14" Type="http://schemas.openxmlformats.org/officeDocument/2006/relationships/slideMaster" Target="slideMasters/slideMaster11.xml"/><Relationship Id="rId17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19" Type="http://schemas.openxmlformats.org/officeDocument/2006/relationships/slide" Target="slides/slide3.xml"/><Relationship Id="rId1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/>
        </p:nvSpPr>
        <p:spPr>
          <a:xfrm>
            <a:off x="0" y="0"/>
            <a:ext cx="7556500" cy="10691812"/>
          </a:xfrm>
          <a:prstGeom prst="roundRect">
            <a:avLst>
              <a:gd fmla="val 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" name="Google Shape;4;n"/>
          <p:cNvSpPr/>
          <p:nvPr/>
        </p:nvSpPr>
        <p:spPr>
          <a:xfrm>
            <a:off x="0" y="0"/>
            <a:ext cx="7556500" cy="10691812"/>
          </a:xfrm>
          <a:prstGeom prst="roundRect">
            <a:avLst>
              <a:gd fmla="val 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" name="Google Shape;5;n"/>
          <p:cNvSpPr/>
          <p:nvPr/>
        </p:nvSpPr>
        <p:spPr>
          <a:xfrm>
            <a:off x="0" y="0"/>
            <a:ext cx="7556500" cy="10691812"/>
          </a:xfrm>
          <a:prstGeom prst="roundRect">
            <a:avLst>
              <a:gd fmla="val 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" name="Google Shape;6;n"/>
          <p:cNvSpPr/>
          <p:nvPr/>
        </p:nvSpPr>
        <p:spPr>
          <a:xfrm>
            <a:off x="0" y="0"/>
            <a:ext cx="7556500" cy="10691812"/>
          </a:xfrm>
          <a:prstGeom prst="roundRect">
            <a:avLst>
              <a:gd fmla="val 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" name="Google Shape;7;n"/>
          <p:cNvSpPr/>
          <p:nvPr/>
        </p:nvSpPr>
        <p:spPr>
          <a:xfrm>
            <a:off x="0" y="0"/>
            <a:ext cx="7556500" cy="10691812"/>
          </a:xfrm>
          <a:prstGeom prst="roundRect">
            <a:avLst>
              <a:gd fmla="val 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" name="Google Shape;8;n"/>
          <p:cNvSpPr/>
          <p:nvPr/>
        </p:nvSpPr>
        <p:spPr>
          <a:xfrm>
            <a:off x="0" y="0"/>
            <a:ext cx="7556500" cy="10691812"/>
          </a:xfrm>
          <a:prstGeom prst="roundRect">
            <a:avLst>
              <a:gd fmla="val 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" name="Google Shape;9;n"/>
          <p:cNvSpPr/>
          <p:nvPr/>
        </p:nvSpPr>
        <p:spPr>
          <a:xfrm>
            <a:off x="0" y="0"/>
            <a:ext cx="7556500" cy="10691812"/>
          </a:xfrm>
          <a:prstGeom prst="roundRect">
            <a:avLst>
              <a:gd fmla="val 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" name="Google Shape;10;n"/>
          <p:cNvSpPr/>
          <p:nvPr/>
        </p:nvSpPr>
        <p:spPr>
          <a:xfrm>
            <a:off x="0" y="0"/>
            <a:ext cx="7556500" cy="10691812"/>
          </a:xfrm>
          <a:prstGeom prst="roundRect">
            <a:avLst>
              <a:gd fmla="val 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" name="Google Shape;11;n"/>
          <p:cNvSpPr/>
          <p:nvPr/>
        </p:nvSpPr>
        <p:spPr>
          <a:xfrm>
            <a:off x="0" y="0"/>
            <a:ext cx="7556500" cy="10691812"/>
          </a:xfrm>
          <a:prstGeom prst="roundRect">
            <a:avLst>
              <a:gd fmla="val 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2" name="Google Shape;12;n"/>
          <p:cNvSpPr txBox="1"/>
          <p:nvPr/>
        </p:nvSpPr>
        <p:spPr>
          <a:xfrm>
            <a:off x="1311275" y="1027112"/>
            <a:ext cx="4933950" cy="370046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3" name="Google Shape;13;n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" name="Google Shape;14;n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3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4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5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5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6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6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7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7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8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8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9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9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0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0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1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1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2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2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3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3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4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4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5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5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6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6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7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7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8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8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9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9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0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0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1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1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2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2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3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23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4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4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5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5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6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26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7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27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8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8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9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29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0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30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1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31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2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32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3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33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4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34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35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35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6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36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37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37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38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38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9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39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"/>
          <p:cNvSpPr txBox="1"/>
          <p:nvPr>
            <p:ph idx="1" type="body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>
            <a:lvl1pPr indent="-320040" lvl="0" marL="457200" algn="l">
              <a:spcBef>
                <a:spcPts val="663"/>
              </a:spcBef>
              <a:spcAft>
                <a:spcPts val="0"/>
              </a:spcAft>
              <a:buSzPts val="1440"/>
              <a:buChar char="⚫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29" name="Google Shape;29;p2"/>
          <p:cNvSpPr txBox="1"/>
          <p:nvPr>
            <p:ph idx="10" type="dt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algn="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B5A788"/>
                </a:solidFill>
              </a:defRPr>
            </a:lvl1pPr>
            <a:lvl2pPr lvl="1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"/>
          <p:cNvSpPr txBox="1"/>
          <p:nvPr>
            <p:ph idx="11" type="ftr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"/>
          <p:cNvSpPr txBox="1"/>
          <p:nvPr>
            <p:ph idx="12" type="sldNum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indent="0" lvl="0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0" lvl="1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0" lvl="2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0" lvl="3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0" lvl="4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0" lvl="5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0" lvl="6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0" lvl="7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0" lvl="8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"/>
          <p:cNvSpPr txBox="1"/>
          <p:nvPr>
            <p:ph type="title"/>
          </p:nvPr>
        </p:nvSpPr>
        <p:spPr>
          <a:xfrm>
            <a:off x="1582658" y="302387"/>
            <a:ext cx="8266113" cy="125994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"/>
          <p:cNvSpPr txBox="1"/>
          <p:nvPr>
            <p:ph idx="10" type="dt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algn="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B5A788"/>
                </a:solidFill>
              </a:defRPr>
            </a:lvl1pPr>
            <a:lvl2pPr lvl="1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"/>
          <p:cNvSpPr txBox="1"/>
          <p:nvPr>
            <p:ph idx="11" type="ftr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indent="0" lvl="0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0" lvl="1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0" lvl="2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0" lvl="3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0" lvl="4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0" lvl="5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0" lvl="6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0" lvl="7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0" lvl="8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"/>
          <p:cNvSpPr txBox="1"/>
          <p:nvPr>
            <p:ph type="ctrTitle"/>
          </p:nvPr>
        </p:nvSpPr>
        <p:spPr>
          <a:xfrm>
            <a:off x="1579298" y="396721"/>
            <a:ext cx="8165306" cy="1622810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7"/>
          <p:cNvSpPr txBox="1"/>
          <p:nvPr>
            <p:ph idx="1" type="subTitle"/>
          </p:nvPr>
        </p:nvSpPr>
        <p:spPr>
          <a:xfrm>
            <a:off x="1579298" y="2039353"/>
            <a:ext cx="8165306" cy="1931917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0">
            <a:noAutofit/>
          </a:bodyPr>
          <a:lstStyle>
            <a:lvl1pPr lvl="0" algn="l">
              <a:spcBef>
                <a:spcPts val="663"/>
              </a:spcBef>
              <a:spcAft>
                <a:spcPts val="0"/>
              </a:spcAft>
              <a:buSzPts val="2320"/>
              <a:buNone/>
              <a:defRPr sz="2900">
                <a:solidFill>
                  <a:srgbClr val="341108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75" name="Google Shape;75;p7"/>
          <p:cNvSpPr txBox="1"/>
          <p:nvPr>
            <p:ph idx="10" type="dt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algn="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B5A788"/>
                </a:solidFill>
              </a:defRPr>
            </a:lvl1pPr>
            <a:lvl2pPr lvl="1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1" type="ftr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7"/>
          <p:cNvSpPr txBox="1"/>
          <p:nvPr>
            <p:ph idx="12" type="sldNum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indent="0" lvl="0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0" lvl="1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0" lvl="2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0" lvl="3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0" lvl="4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0" lvl="5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0" lvl="6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0" lvl="7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0" lvl="8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/>
          <p:nvPr>
            <p:ph type="title"/>
          </p:nvPr>
        </p:nvSpPr>
        <p:spPr>
          <a:xfrm>
            <a:off x="2842498" y="2866377"/>
            <a:ext cx="7056438" cy="2519892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rmAutofit/>
          </a:bodyPr>
          <a:lstStyle>
            <a:lvl1pPr lv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400"/>
              <a:buFont typeface="Gill Sans"/>
              <a:buNone/>
              <a:defRPr b="1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9"/>
          <p:cNvSpPr txBox="1"/>
          <p:nvPr>
            <p:ph idx="1" type="body"/>
          </p:nvPr>
        </p:nvSpPr>
        <p:spPr>
          <a:xfrm>
            <a:off x="2842498" y="1175949"/>
            <a:ext cx="7056438" cy="1664178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indent="-228600" lvl="0" marL="457200" algn="l">
              <a:lnSpc>
                <a:spcPct val="115227"/>
              </a:lnSpc>
              <a:spcBef>
                <a:spcPts val="0"/>
              </a:spcBef>
              <a:spcAft>
                <a:spcPts val="0"/>
              </a:spcAft>
              <a:buSzPts val="1760"/>
              <a:buNone/>
              <a:defRPr sz="2200">
                <a:solidFill>
                  <a:srgbClr val="341108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91" name="Google Shape;91;p9"/>
          <p:cNvSpPr txBox="1"/>
          <p:nvPr>
            <p:ph idx="10" type="dt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algn="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B5A788"/>
                </a:solidFill>
              </a:defRPr>
            </a:lvl1pPr>
            <a:lvl2pPr lvl="1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9"/>
          <p:cNvSpPr txBox="1"/>
          <p:nvPr>
            <p:ph idx="11" type="ftr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9"/>
          <p:cNvSpPr txBox="1"/>
          <p:nvPr>
            <p:ph idx="12" type="sldNum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indent="0" lvl="0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0" lvl="1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0" lvl="2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0" lvl="3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0" lvl="4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0" lvl="5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0" lvl="6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0" lvl="7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0" lvl="8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1"/>
          <p:cNvSpPr txBox="1"/>
          <p:nvPr>
            <p:ph type="title"/>
          </p:nvPr>
        </p:nvSpPr>
        <p:spPr>
          <a:xfrm>
            <a:off x="1582658" y="302387"/>
            <a:ext cx="8266113" cy="125994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1"/>
          <p:cNvSpPr txBox="1"/>
          <p:nvPr>
            <p:ph idx="1" type="body"/>
          </p:nvPr>
        </p:nvSpPr>
        <p:spPr>
          <a:xfrm>
            <a:off x="1582658" y="1679928"/>
            <a:ext cx="4032250" cy="5140579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>
            <a:lvl1pPr indent="-386080" lvl="0" marL="457200" algn="l">
              <a:spcBef>
                <a:spcPts val="663"/>
              </a:spcBef>
              <a:spcAft>
                <a:spcPts val="0"/>
              </a:spcAft>
              <a:buSzPts val="2480"/>
              <a:buChar char="⚫"/>
              <a:defRPr sz="3100"/>
            </a:lvl1pPr>
            <a:lvl2pPr indent="-393700" lvl="1" marL="914400" algn="l">
              <a:spcBef>
                <a:spcPts val="600"/>
              </a:spcBef>
              <a:spcAft>
                <a:spcPts val="0"/>
              </a:spcAft>
              <a:buSzPts val="2600"/>
              <a:buChar char="◦"/>
              <a:defRPr sz="2600"/>
            </a:lvl2pPr>
            <a:lvl3pPr indent="-368300" lvl="2" marL="1371600" algn="l">
              <a:spcBef>
                <a:spcPts val="440"/>
              </a:spcBef>
              <a:spcAft>
                <a:spcPts val="0"/>
              </a:spcAft>
              <a:buSzPts val="2200"/>
              <a:buChar char="●"/>
              <a:defRPr sz="22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08" name="Google Shape;108;p11"/>
          <p:cNvSpPr txBox="1"/>
          <p:nvPr>
            <p:ph idx="2" type="body"/>
          </p:nvPr>
        </p:nvSpPr>
        <p:spPr>
          <a:xfrm>
            <a:off x="5816521" y="1679928"/>
            <a:ext cx="4032250" cy="5140579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>
            <a:lvl1pPr indent="-386080" lvl="0" marL="457200" algn="l">
              <a:spcBef>
                <a:spcPts val="663"/>
              </a:spcBef>
              <a:spcAft>
                <a:spcPts val="0"/>
              </a:spcAft>
              <a:buSzPts val="2480"/>
              <a:buChar char="⚫"/>
              <a:defRPr sz="3100"/>
            </a:lvl1pPr>
            <a:lvl2pPr indent="-393700" lvl="1" marL="914400" algn="l">
              <a:spcBef>
                <a:spcPts val="600"/>
              </a:spcBef>
              <a:spcAft>
                <a:spcPts val="0"/>
              </a:spcAft>
              <a:buSzPts val="2600"/>
              <a:buChar char="◦"/>
              <a:defRPr sz="2600"/>
            </a:lvl2pPr>
            <a:lvl3pPr indent="-368300" lvl="2" marL="1371600" algn="l">
              <a:spcBef>
                <a:spcPts val="440"/>
              </a:spcBef>
              <a:spcAft>
                <a:spcPts val="0"/>
              </a:spcAft>
              <a:buSzPts val="2200"/>
              <a:buChar char="●"/>
              <a:defRPr sz="22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09" name="Google Shape;109;p11"/>
          <p:cNvSpPr txBox="1"/>
          <p:nvPr>
            <p:ph idx="10" type="dt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algn="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B5A788"/>
                </a:solidFill>
              </a:defRPr>
            </a:lvl1pPr>
            <a:lvl2pPr lvl="1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1"/>
          <p:cNvSpPr txBox="1"/>
          <p:nvPr>
            <p:ph idx="11" type="ftr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1"/>
          <p:cNvSpPr txBox="1"/>
          <p:nvPr>
            <p:ph idx="12" type="sldNum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indent="0" lvl="0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0" lvl="1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0" lvl="2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0" lvl="3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0" lvl="4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0" lvl="5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0" lvl="6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0" lvl="7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0" lvl="8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showMasterSp="0" type="twoTxTwoObj">
  <p:cSld name="TWO_OBJECTS_WITH_TEX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"/>
          <p:cNvSpPr txBox="1"/>
          <p:nvPr>
            <p:ph type="title"/>
          </p:nvPr>
        </p:nvSpPr>
        <p:spPr>
          <a:xfrm>
            <a:off x="504031" y="5688315"/>
            <a:ext cx="9072563" cy="125994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sz="5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3"/>
          <p:cNvSpPr txBox="1"/>
          <p:nvPr>
            <p:ph idx="1" type="body"/>
          </p:nvPr>
        </p:nvSpPr>
        <p:spPr>
          <a:xfrm>
            <a:off x="504031" y="361866"/>
            <a:ext cx="4435475" cy="705570"/>
          </a:xfrm>
          <a:prstGeom prst="rect">
            <a:avLst/>
          </a:prstGeom>
          <a:solidFill>
            <a:schemeClr val="lt1"/>
          </a:solidFill>
          <a:ln cap="flat" cmpd="sng" w="107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SzPts val="1680"/>
              <a:buNone/>
              <a:defRPr b="0" sz="21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200"/>
              <a:buNone/>
              <a:defRPr b="1" sz="22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21" name="Google Shape;121;p13"/>
          <p:cNvSpPr txBox="1"/>
          <p:nvPr>
            <p:ph idx="2" type="body"/>
          </p:nvPr>
        </p:nvSpPr>
        <p:spPr>
          <a:xfrm>
            <a:off x="5141119" y="361866"/>
            <a:ext cx="4435475" cy="705570"/>
          </a:xfrm>
          <a:prstGeom prst="rect">
            <a:avLst/>
          </a:prstGeom>
          <a:solidFill>
            <a:schemeClr val="lt1"/>
          </a:solidFill>
          <a:ln cap="flat" cmpd="sng" w="107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SzPts val="1680"/>
              <a:buNone/>
              <a:defRPr b="0" sz="21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200"/>
              <a:buNone/>
              <a:defRPr b="1" sz="22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22" name="Google Shape;122;p13"/>
          <p:cNvSpPr txBox="1"/>
          <p:nvPr>
            <p:ph idx="3" type="body"/>
          </p:nvPr>
        </p:nvSpPr>
        <p:spPr>
          <a:xfrm>
            <a:off x="504031" y="1068513"/>
            <a:ext cx="4435475" cy="4535805"/>
          </a:xfrm>
          <a:prstGeom prst="rect">
            <a:avLst/>
          </a:prstGeom>
          <a:noFill/>
          <a:ln cap="flat" cmpd="sng" w="1077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50375" lIns="100775" spcFirstLastPara="1" rIns="100775" wrap="square" tIns="50375">
            <a:noAutofit/>
          </a:bodyPr>
          <a:lstStyle>
            <a:lvl1pPr indent="-360680" lvl="0" marL="457200" algn="l">
              <a:lnSpc>
                <a:spcPct val="100000"/>
              </a:lnSpc>
              <a:spcBef>
                <a:spcPts val="772"/>
              </a:spcBef>
              <a:spcAft>
                <a:spcPts val="0"/>
              </a:spcAft>
              <a:buSzPts val="2080"/>
              <a:buChar char="⚫"/>
              <a:defRPr sz="2600"/>
            </a:lvl1pPr>
            <a:lvl2pPr indent="-368300" lvl="1" marL="914400" algn="l">
              <a:lnSpc>
                <a:spcPct val="100000"/>
              </a:lnSpc>
              <a:spcBef>
                <a:spcPts val="772"/>
              </a:spcBef>
              <a:spcAft>
                <a:spcPts val="0"/>
              </a:spcAft>
              <a:buSzPts val="2200"/>
              <a:buChar char="◦"/>
              <a:defRPr sz="2200"/>
            </a:lvl2pPr>
            <a:lvl3pPr indent="-355600" lvl="2" marL="1371600" algn="l">
              <a:lnSpc>
                <a:spcPct val="100000"/>
              </a:lnSpc>
              <a:spcBef>
                <a:spcPts val="772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772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772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23" name="Google Shape;123;p13"/>
          <p:cNvSpPr txBox="1"/>
          <p:nvPr>
            <p:ph idx="4" type="body"/>
          </p:nvPr>
        </p:nvSpPr>
        <p:spPr>
          <a:xfrm>
            <a:off x="5141119" y="1068513"/>
            <a:ext cx="4435475" cy="4535805"/>
          </a:xfrm>
          <a:prstGeom prst="rect">
            <a:avLst/>
          </a:prstGeom>
          <a:noFill/>
          <a:ln cap="flat" cmpd="sng" w="1077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50375" lIns="100775" spcFirstLastPara="1" rIns="100775" wrap="square" tIns="50375">
            <a:noAutofit/>
          </a:bodyPr>
          <a:lstStyle>
            <a:lvl1pPr indent="-360680" lvl="0" marL="457200" algn="l">
              <a:lnSpc>
                <a:spcPct val="100000"/>
              </a:lnSpc>
              <a:spcBef>
                <a:spcPts val="772"/>
              </a:spcBef>
              <a:spcAft>
                <a:spcPts val="0"/>
              </a:spcAft>
              <a:buSzPts val="2080"/>
              <a:buChar char="⚫"/>
              <a:defRPr sz="2600"/>
            </a:lvl1pPr>
            <a:lvl2pPr indent="-368300" lvl="1" marL="914400" algn="l">
              <a:lnSpc>
                <a:spcPct val="100000"/>
              </a:lnSpc>
              <a:spcBef>
                <a:spcPts val="772"/>
              </a:spcBef>
              <a:spcAft>
                <a:spcPts val="0"/>
              </a:spcAft>
              <a:buSzPts val="2200"/>
              <a:buChar char="◦"/>
              <a:defRPr sz="2200"/>
            </a:lvl2pPr>
            <a:lvl3pPr indent="-355600" lvl="2" marL="1371600" algn="l">
              <a:lnSpc>
                <a:spcPct val="100000"/>
              </a:lnSpc>
              <a:spcBef>
                <a:spcPts val="772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772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772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24" name="Google Shape;124;p13"/>
          <p:cNvSpPr txBox="1"/>
          <p:nvPr>
            <p:ph idx="10" type="dt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algn="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B5A788"/>
                </a:solidFill>
              </a:defRPr>
            </a:lvl1pPr>
            <a:lvl2pPr lvl="1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3"/>
          <p:cNvSpPr txBox="1"/>
          <p:nvPr>
            <p:ph idx="11" type="ftr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3"/>
          <p:cNvSpPr txBox="1"/>
          <p:nvPr>
            <p:ph idx="12" type="sldNum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indent="0" lvl="0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0" lvl="1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0" lvl="2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0" lvl="3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0" lvl="4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0" lvl="5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0" lvl="6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0" lvl="7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0" lvl="8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5"/>
          <p:cNvSpPr txBox="1"/>
          <p:nvPr>
            <p:ph idx="10" type="dt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algn="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B5A788"/>
                </a:solidFill>
              </a:defRPr>
            </a:lvl1pPr>
            <a:lvl2pPr lvl="1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5"/>
          <p:cNvSpPr txBox="1"/>
          <p:nvPr>
            <p:ph idx="11" type="ftr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5"/>
          <p:cNvSpPr txBox="1"/>
          <p:nvPr>
            <p:ph idx="12" type="sldNum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indent="0" lvl="0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0" lvl="1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0" lvl="2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0" lvl="3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0" lvl="4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0" lvl="5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0" lvl="6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0" lvl="7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0" lvl="8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7"/>
          <p:cNvSpPr txBox="1"/>
          <p:nvPr>
            <p:ph type="title"/>
          </p:nvPr>
        </p:nvSpPr>
        <p:spPr>
          <a:xfrm>
            <a:off x="504031" y="238958"/>
            <a:ext cx="4200260" cy="1280945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rmAutofit/>
          </a:bodyPr>
          <a:lstStyle>
            <a:lvl1pPr lvl="0" algn="l">
              <a:lnSpc>
                <a:spcPct val="91875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2400"/>
              <a:buFont typeface="Gill Sans"/>
              <a:buNone/>
              <a:defRPr b="1" sz="2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17"/>
          <p:cNvSpPr txBox="1"/>
          <p:nvPr>
            <p:ph idx="1" type="body"/>
          </p:nvPr>
        </p:nvSpPr>
        <p:spPr>
          <a:xfrm>
            <a:off x="504031" y="1550917"/>
            <a:ext cx="4200260" cy="769967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300"/>
              <a:buNone/>
              <a:defRPr sz="1300"/>
            </a:lvl2pPr>
            <a:lvl3pPr indent="-228600" lvl="2" marL="1371600" algn="l">
              <a:spcBef>
                <a:spcPts val="220"/>
              </a:spcBef>
              <a:spcAft>
                <a:spcPts val="0"/>
              </a:spcAft>
              <a:buSzPts val="1100"/>
              <a:buNone/>
              <a:defRPr sz="11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48" name="Google Shape;148;p17"/>
          <p:cNvSpPr txBox="1"/>
          <p:nvPr>
            <p:ph idx="2" type="body"/>
          </p:nvPr>
        </p:nvSpPr>
        <p:spPr>
          <a:xfrm>
            <a:off x="504031" y="2351900"/>
            <a:ext cx="8988557" cy="4401061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>
            <a:lvl1pPr indent="-406400" lvl="0" marL="457200" algn="l">
              <a:spcBef>
                <a:spcPts val="663"/>
              </a:spcBef>
              <a:spcAft>
                <a:spcPts val="0"/>
              </a:spcAft>
              <a:buSzPts val="2800"/>
              <a:buChar char="⚫"/>
              <a:defRPr sz="3500"/>
            </a:lvl1pPr>
            <a:lvl2pPr indent="-425450" lvl="1" marL="914400" algn="l">
              <a:spcBef>
                <a:spcPts val="600"/>
              </a:spcBef>
              <a:spcAft>
                <a:spcPts val="0"/>
              </a:spcAft>
              <a:buSzPts val="3100"/>
              <a:buChar char="◦"/>
              <a:defRPr sz="3100"/>
            </a:lvl2pPr>
            <a:lvl3pPr indent="-393700" lvl="2" marL="1371600" algn="l">
              <a:spcBef>
                <a:spcPts val="520"/>
              </a:spcBef>
              <a:spcAft>
                <a:spcPts val="0"/>
              </a:spcAft>
              <a:buSzPts val="2600"/>
              <a:buChar char="●"/>
              <a:defRPr sz="2600"/>
            </a:lvl3pPr>
            <a:lvl4pPr indent="-368300" lvl="3" marL="1828800" algn="l">
              <a:spcBef>
                <a:spcPts val="440"/>
              </a:spcBef>
              <a:spcAft>
                <a:spcPts val="0"/>
              </a:spcAft>
              <a:buSzPts val="2200"/>
              <a:buChar char="●"/>
              <a:defRPr sz="2200"/>
            </a:lvl4pPr>
            <a:lvl5pPr indent="-368300" lvl="4" marL="2286000" algn="l">
              <a:spcBef>
                <a:spcPts val="440"/>
              </a:spcBef>
              <a:spcAft>
                <a:spcPts val="0"/>
              </a:spcAft>
              <a:buSzPts val="2200"/>
              <a:buChar char="●"/>
              <a:defRPr sz="22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49" name="Google Shape;149;p17"/>
          <p:cNvSpPr txBox="1"/>
          <p:nvPr>
            <p:ph idx="10" type="dt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algn="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B5A788"/>
                </a:solidFill>
              </a:defRPr>
            </a:lvl1pPr>
            <a:lvl2pPr lvl="1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7"/>
          <p:cNvSpPr txBox="1"/>
          <p:nvPr>
            <p:ph idx="11" type="ftr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17"/>
          <p:cNvSpPr txBox="1"/>
          <p:nvPr>
            <p:ph idx="12" type="sldNum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indent="0" lvl="0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0" lvl="1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0" lvl="2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0" lvl="3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0" lvl="4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0" lvl="5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0" lvl="6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0" lvl="7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0" lvl="8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9"/>
          <p:cNvSpPr txBox="1"/>
          <p:nvPr>
            <p:ph type="title"/>
          </p:nvPr>
        </p:nvSpPr>
        <p:spPr>
          <a:xfrm>
            <a:off x="6489894" y="1175950"/>
            <a:ext cx="3024188" cy="2183906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2300"/>
              <a:buFont typeface="Gill Sans"/>
              <a:buNone/>
              <a:defRPr b="1" sz="23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19"/>
          <p:cNvSpPr/>
          <p:nvPr>
            <p:ph idx="2" type="pic"/>
          </p:nvPr>
        </p:nvSpPr>
        <p:spPr>
          <a:xfrm>
            <a:off x="924057" y="1259949"/>
            <a:ext cx="4872302" cy="3874120"/>
          </a:xfrm>
          <a:prstGeom prst="roundRect">
            <a:avLst>
              <a:gd fmla="val 78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t" bIns="50375" lIns="100775" spcFirstLastPara="1" rIns="100775" wrap="square" tIns="302375">
            <a:noAutofit/>
          </a:bodyPr>
          <a:lstStyle>
            <a:lvl1pPr lvl="0" marR="0" rtl="0" algn="l">
              <a:spcBef>
                <a:spcPts val="663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  <a:defRPr b="0" i="0" sz="35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erdana"/>
              <a:buChar char="◦"/>
              <a:defRPr b="0" i="0" sz="3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●"/>
              <a:defRPr b="0" i="0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440"/>
              </a:spcBef>
              <a:spcAft>
                <a:spcPts val="0"/>
              </a:spcAft>
              <a:buClr>
                <a:srgbClr val="C32D2E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440"/>
              </a:spcBef>
              <a:spcAft>
                <a:spcPts val="0"/>
              </a:spcAft>
              <a:buClr>
                <a:srgbClr val="84AA33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64" name="Google Shape;164;p19"/>
          <p:cNvSpPr txBox="1"/>
          <p:nvPr>
            <p:ph idx="1" type="body"/>
          </p:nvPr>
        </p:nvSpPr>
        <p:spPr>
          <a:xfrm>
            <a:off x="924057" y="5291772"/>
            <a:ext cx="4872302" cy="839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indent="-228600" lvl="0" marL="457200" algn="l">
              <a:lnSpc>
                <a:spcPct val="1176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>
                <a:solidFill>
                  <a:srgbClr val="777777"/>
                </a:solidFill>
              </a:defRPr>
            </a:lvl1pPr>
            <a:lvl2pPr indent="-311150" lvl="1" marL="914400" algn="l">
              <a:spcBef>
                <a:spcPts val="600"/>
              </a:spcBef>
              <a:spcAft>
                <a:spcPts val="0"/>
              </a:spcAft>
              <a:buSzPts val="1300"/>
              <a:buChar char="◦"/>
              <a:defRPr sz="1300"/>
            </a:lvl2pPr>
            <a:lvl3pPr indent="-298450" lvl="2" marL="1371600" algn="l">
              <a:spcBef>
                <a:spcPts val="220"/>
              </a:spcBef>
              <a:spcAft>
                <a:spcPts val="0"/>
              </a:spcAft>
              <a:buSzPts val="1100"/>
              <a:buChar char="●"/>
              <a:defRPr sz="11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SzPts val="1000"/>
              <a:buChar char="●"/>
              <a:defRPr sz="10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65" name="Google Shape;165;p19"/>
          <p:cNvSpPr txBox="1"/>
          <p:nvPr>
            <p:ph idx="10" type="dt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algn="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B5A788"/>
                </a:solidFill>
              </a:defRPr>
            </a:lvl1pPr>
            <a:lvl2pPr lvl="1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9"/>
          <p:cNvSpPr txBox="1"/>
          <p:nvPr>
            <p:ph idx="11" type="ftr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9"/>
          <p:cNvSpPr txBox="1"/>
          <p:nvPr>
            <p:ph idx="12" type="sldNum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indent="0" lvl="0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0" lvl="1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0" lvl="2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0" lvl="3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0" lvl="4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0" lvl="5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0" lvl="6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0" lvl="7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0" lvl="8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21"/>
          <p:cNvSpPr txBox="1"/>
          <p:nvPr>
            <p:ph idx="1" type="body"/>
          </p:nvPr>
        </p:nvSpPr>
        <p:spPr>
          <a:xfrm rot="5400000">
            <a:off x="3069431" y="108744"/>
            <a:ext cx="5292725" cy="8266112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>
            <a:lvl1pPr indent="-320040" lvl="0" marL="457200" algn="l">
              <a:spcBef>
                <a:spcPts val="663"/>
              </a:spcBef>
              <a:spcAft>
                <a:spcPts val="0"/>
              </a:spcAft>
              <a:buSzPts val="1440"/>
              <a:buChar char="⚫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82" name="Google Shape;182;p21"/>
          <p:cNvSpPr txBox="1"/>
          <p:nvPr>
            <p:ph idx="10" type="dt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algn="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B5A788"/>
                </a:solidFill>
              </a:defRPr>
            </a:lvl1pPr>
            <a:lvl2pPr lvl="1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21"/>
          <p:cNvSpPr txBox="1"/>
          <p:nvPr>
            <p:ph idx="11" type="ftr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21"/>
          <p:cNvSpPr txBox="1"/>
          <p:nvPr>
            <p:ph idx="12" type="sldNum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indent="0" lvl="0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0" lvl="1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0" lvl="2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0" lvl="3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0" lvl="4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0" lvl="5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0" lvl="6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0" lvl="7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0" lvl="8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3"/>
          <p:cNvSpPr txBox="1"/>
          <p:nvPr>
            <p:ph type="title"/>
          </p:nvPr>
        </p:nvSpPr>
        <p:spPr>
          <a:xfrm rot="5400000">
            <a:off x="5343420" y="2519788"/>
            <a:ext cx="6450223" cy="2016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23"/>
          <p:cNvSpPr txBox="1"/>
          <p:nvPr>
            <p:ph idx="1" type="body"/>
          </p:nvPr>
        </p:nvSpPr>
        <p:spPr>
          <a:xfrm rot="5400000">
            <a:off x="1101156" y="461661"/>
            <a:ext cx="6450223" cy="613238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>
            <a:lvl1pPr indent="-320040" lvl="0" marL="457200" algn="l">
              <a:spcBef>
                <a:spcPts val="663"/>
              </a:spcBef>
              <a:spcAft>
                <a:spcPts val="0"/>
              </a:spcAft>
              <a:buSzPts val="1440"/>
              <a:buChar char="⚫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99" name="Google Shape;199;p23"/>
          <p:cNvSpPr txBox="1"/>
          <p:nvPr>
            <p:ph idx="10" type="dt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algn="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B5A788"/>
                </a:solidFill>
              </a:defRPr>
            </a:lvl1pPr>
            <a:lvl2pPr lvl="1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23"/>
          <p:cNvSpPr txBox="1"/>
          <p:nvPr>
            <p:ph idx="11" type="ftr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23"/>
          <p:cNvSpPr txBox="1"/>
          <p:nvPr>
            <p:ph idx="12" type="sldNum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indent="0" lvl="0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0" lvl="1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0" lvl="2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0" lvl="3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0" lvl="4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0" lvl="5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0" lvl="6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0" lvl="7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0" lvl="8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3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theme" Target="../theme/theme8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3.xml"/><Relationship Id="rId3" Type="http://schemas.openxmlformats.org/officeDocument/2006/relationships/theme" Target="../theme/theme4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4.xml"/><Relationship Id="rId3" Type="http://schemas.openxmlformats.org/officeDocument/2006/relationships/theme" Target="../theme/theme5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11.xml"/></Relationships>
</file>

<file path=ppt/slideMasters/_rels/slideMaster7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6.xml"/><Relationship Id="rId3" Type="http://schemas.openxmlformats.org/officeDocument/2006/relationships/theme" Target="../theme/theme9.xml"/></Relationships>
</file>

<file path=ppt/slideMasters/_rels/slideMaster8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7.xml"/><Relationship Id="rId3" Type="http://schemas.openxmlformats.org/officeDocument/2006/relationships/theme" Target="../theme/theme1.xml"/></Relationships>
</file>

<file path=ppt/slideMasters/_rels/slideMaster9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8.xml"/><Relationship Id="rId3" Type="http://schemas.openxmlformats.org/officeDocument/2006/relationships/theme" Target="../theme/theme7.xml"/></Relationships>
</file>

<file path=ppt/slideMasters/_rels/slideMaster10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9.xml"/><Relationship Id="rId3" Type="http://schemas.openxmlformats.org/officeDocument/2006/relationships/theme" Target="../theme/theme6.xml"/></Relationships>
</file>

<file path=ppt/slideMasters/_rels/slideMaster1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0.xml"/><Relationship Id="rId3" Type="http://schemas.openxmlformats.org/officeDocument/2006/relationships/theme" Target="../theme/theme3.xml"/></Relationships>
</file>

<file path=ppt/slideMasters/_rels/slideMaster1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1.xml"/><Relationship Id="rId3" Type="http://schemas.openxmlformats.org/officeDocument/2006/relationships/theme" Target="../theme/theme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-900112" y="-900112"/>
            <a:ext cx="1808162" cy="1806575"/>
          </a:xfrm>
          <a:custGeom>
            <a:rect b="b" l="l" r="r" t="t"/>
            <a:pathLst>
              <a:path extrusionOk="0" h="1806576" w="1808163">
                <a:moveTo>
                  <a:pt x="1808163" y="903288"/>
                </a:moveTo>
                <a:lnTo>
                  <a:pt x="1808163" y="903288"/>
                </a:lnTo>
                <a:cubicBezTo>
                  <a:pt x="1808163" y="1021953"/>
                  <a:pt x="1784758" y="1139464"/>
                  <a:pt x="1739290" y="1249090"/>
                </a:cubicBezTo>
                <a:cubicBezTo>
                  <a:pt x="1693822" y="1358715"/>
                  <a:pt x="1627175" y="1458322"/>
                  <a:pt x="1543166" y="1542206"/>
                </a:cubicBezTo>
                <a:cubicBezTo>
                  <a:pt x="1459157" y="1626089"/>
                  <a:pt x="1359421" y="1692616"/>
                  <a:pt x="1249671" y="1737977"/>
                </a:cubicBezTo>
                <a:cubicBezTo>
                  <a:pt x="1139921" y="1783337"/>
                  <a:pt x="1022292" y="1806649"/>
                  <a:pt x="903523" y="1806575"/>
                </a:cubicBezTo>
                <a:lnTo>
                  <a:pt x="904082" y="903288"/>
                </a:lnTo>
                <a:close/>
              </a:path>
            </a:pathLst>
          </a:custGeom>
          <a:solidFill>
            <a:srgbClr val="FEFAF4">
              <a:alpha val="32549"/>
            </a:srgbClr>
          </a:solidFill>
          <a:ln cap="rnd" cmpd="sng" w="9525">
            <a:solidFill>
              <a:srgbClr val="D2C39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185737" y="23812"/>
            <a:ext cx="1876425" cy="1876425"/>
          </a:xfrm>
          <a:prstGeom prst="ellipse">
            <a:avLst/>
          </a:prstGeom>
          <a:noFill/>
          <a:ln cap="rnd" cmpd="sng" w="27300">
            <a:solidFill>
              <a:srgbClr val="FFF6D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5400">
              <a:srgbClr val="AFA58D">
                <a:alpha val="84705"/>
              </a:srgbClr>
            </a:outerShdw>
          </a:effectLst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" name="Google Shape;18;p1"/>
          <p:cNvSpPr/>
          <p:nvPr/>
        </p:nvSpPr>
        <p:spPr>
          <a:xfrm rot="2315675">
            <a:off x="201614" y="1163027"/>
            <a:ext cx="1241025" cy="1215439"/>
          </a:xfrm>
          <a:prstGeom prst="donut">
            <a:avLst>
              <a:gd fmla="val 11833" name="adj"/>
            </a:avLst>
          </a:prstGeom>
          <a:gradFill>
            <a:gsLst>
              <a:gs pos="0">
                <a:srgbClr val="FEFBF4">
                  <a:alpha val="69803"/>
                </a:srgbClr>
              </a:gs>
              <a:gs pos="70000">
                <a:srgbClr val="FFFDF8">
                  <a:alpha val="54901"/>
                </a:srgbClr>
              </a:gs>
              <a:gs pos="100000">
                <a:srgbClr val="EDCF8C">
                  <a:alpha val="60000"/>
                </a:srgbClr>
              </a:gs>
            </a:gsLst>
            <a:path path="circle">
              <a:fillToRect b="100%" r="100%"/>
            </a:path>
            <a:tileRect l="-100%" t="-100%"/>
          </a:gradFill>
          <a:ln cap="rnd" cmpd="sng" w="9525">
            <a:solidFill>
              <a:srgbClr val="C5B39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tl" dir="4500000" dist="15000">
              <a:srgbClr val="564E40">
                <a:alpha val="34901"/>
              </a:srgbClr>
            </a:outerShdw>
          </a:effectLst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1116012" y="0"/>
            <a:ext cx="8964612" cy="75596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1119187" y="0"/>
            <a:ext cx="80962" cy="755967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63500" dir="10800000" dist="38000">
              <a:srgbClr val="706B5F">
                <a:alpha val="24705"/>
              </a:srgbClr>
            </a:outerShdw>
          </a:effectLst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1" name="Google Shape;21;p1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22" name="Google Shape;22;p1"/>
          <p:cNvSpPr txBox="1"/>
          <p:nvPr>
            <p:ph idx="1" type="body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>
            <a:lvl1pPr indent="-406400" lvl="0" marL="457200" marR="0" rtl="0" algn="l">
              <a:spcBef>
                <a:spcPts val="663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⚫"/>
              <a:defRPr b="0" i="0" sz="35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425450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erdana"/>
              <a:buChar char="◦"/>
              <a:defRPr b="0" i="0" sz="3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93700" lvl="2" marL="13716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●"/>
              <a:defRPr b="0" i="0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68300" lvl="3" marL="1828800" marR="0" rtl="0" algn="l">
              <a:spcBef>
                <a:spcPts val="440"/>
              </a:spcBef>
              <a:spcAft>
                <a:spcPts val="0"/>
              </a:spcAft>
              <a:buClr>
                <a:srgbClr val="C32D2E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68300" lvl="4" marL="2286000" marR="0" rtl="0" algn="l">
              <a:spcBef>
                <a:spcPts val="440"/>
              </a:spcBef>
              <a:spcAft>
                <a:spcPts val="0"/>
              </a:spcAft>
              <a:buClr>
                <a:srgbClr val="84AA33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68300" lvl="5" marL="27432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68300" lvl="6" marL="32004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68300" lvl="7" marL="36576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68300" lvl="8" marL="41148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23" name="Google Shape;23;p1"/>
          <p:cNvSpPr txBox="1"/>
          <p:nvPr>
            <p:ph idx="10" type="dt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marR="0" rtl="0" algn="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24" name="Google Shape;24;p1"/>
          <p:cNvSpPr txBox="1"/>
          <p:nvPr>
            <p:ph idx="11" type="ftr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25" name="Google Shape;25;p1"/>
          <p:cNvSpPr txBox="1"/>
          <p:nvPr>
            <p:ph idx="12" type="sldNum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0" lvl="1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0" lvl="2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0" lvl="3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0" lvl="4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0" lvl="5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0" lvl="6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0" lvl="7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0" lvl="8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"/>
          <p:cNvSpPr/>
          <p:nvPr/>
        </p:nvSpPr>
        <p:spPr>
          <a:xfrm>
            <a:off x="-900112" y="-900112"/>
            <a:ext cx="1808162" cy="1806575"/>
          </a:xfrm>
          <a:custGeom>
            <a:rect b="b" l="l" r="r" t="t"/>
            <a:pathLst>
              <a:path extrusionOk="0" h="1806576" w="1808163">
                <a:moveTo>
                  <a:pt x="1808163" y="903288"/>
                </a:moveTo>
                <a:lnTo>
                  <a:pt x="1808163" y="903288"/>
                </a:lnTo>
                <a:cubicBezTo>
                  <a:pt x="1808163" y="1021953"/>
                  <a:pt x="1784758" y="1139464"/>
                  <a:pt x="1739290" y="1249090"/>
                </a:cubicBezTo>
                <a:cubicBezTo>
                  <a:pt x="1693822" y="1358715"/>
                  <a:pt x="1627175" y="1458322"/>
                  <a:pt x="1543166" y="1542206"/>
                </a:cubicBezTo>
                <a:cubicBezTo>
                  <a:pt x="1459157" y="1626089"/>
                  <a:pt x="1359421" y="1692616"/>
                  <a:pt x="1249671" y="1737977"/>
                </a:cubicBezTo>
                <a:cubicBezTo>
                  <a:pt x="1139921" y="1783337"/>
                  <a:pt x="1022292" y="1806649"/>
                  <a:pt x="903523" y="1806575"/>
                </a:cubicBezTo>
                <a:lnTo>
                  <a:pt x="904082" y="903288"/>
                </a:lnTo>
                <a:close/>
              </a:path>
            </a:pathLst>
          </a:custGeom>
          <a:solidFill>
            <a:srgbClr val="FEFAF4">
              <a:alpha val="32549"/>
            </a:srgbClr>
          </a:solidFill>
          <a:ln cap="rnd" cmpd="sng" w="9525">
            <a:solidFill>
              <a:srgbClr val="D2C39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185737" y="23812"/>
            <a:ext cx="1876425" cy="1876425"/>
          </a:xfrm>
          <a:prstGeom prst="ellipse">
            <a:avLst/>
          </a:prstGeom>
          <a:noFill/>
          <a:ln cap="rnd" cmpd="sng" w="27300">
            <a:solidFill>
              <a:srgbClr val="FFF6D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5400">
              <a:srgbClr val="AFA58D">
                <a:alpha val="84705"/>
              </a:srgbClr>
            </a:outerShdw>
          </a:effectLst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5" name="Google Shape;35;p3"/>
          <p:cNvSpPr/>
          <p:nvPr/>
        </p:nvSpPr>
        <p:spPr>
          <a:xfrm rot="2315675">
            <a:off x="201614" y="1163027"/>
            <a:ext cx="1241025" cy="1215439"/>
          </a:xfrm>
          <a:prstGeom prst="donut">
            <a:avLst>
              <a:gd fmla="val 11833" name="adj"/>
            </a:avLst>
          </a:prstGeom>
          <a:gradFill>
            <a:gsLst>
              <a:gs pos="0">
                <a:srgbClr val="FEFBF4">
                  <a:alpha val="69803"/>
                </a:srgbClr>
              </a:gs>
              <a:gs pos="70000">
                <a:srgbClr val="FFFDF8">
                  <a:alpha val="54901"/>
                </a:srgbClr>
              </a:gs>
              <a:gs pos="100000">
                <a:srgbClr val="EDCF8C">
                  <a:alpha val="60000"/>
                </a:srgbClr>
              </a:gs>
            </a:gsLst>
            <a:path path="circle">
              <a:fillToRect b="100%" r="100%"/>
            </a:path>
            <a:tileRect l="-100%" t="-100%"/>
          </a:gradFill>
          <a:ln cap="rnd" cmpd="sng" w="9525">
            <a:solidFill>
              <a:srgbClr val="C5B39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tl" dir="4500000" dist="15000">
              <a:srgbClr val="564E40">
                <a:alpha val="34901"/>
              </a:srgbClr>
            </a:outerShdw>
          </a:effectLst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6" name="Google Shape;36;p3"/>
          <p:cNvSpPr txBox="1"/>
          <p:nvPr/>
        </p:nvSpPr>
        <p:spPr>
          <a:xfrm>
            <a:off x="1116012" y="0"/>
            <a:ext cx="8964612" cy="75596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7" name="Google Shape;37;p3"/>
          <p:cNvSpPr txBox="1"/>
          <p:nvPr/>
        </p:nvSpPr>
        <p:spPr>
          <a:xfrm>
            <a:off x="1119187" y="0"/>
            <a:ext cx="80962" cy="755967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63500" dir="10800000" dist="38000">
              <a:srgbClr val="706B5F">
                <a:alpha val="24705"/>
              </a:srgbClr>
            </a:outerShdw>
          </a:effectLst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8" name="Google Shape;38;p3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39" name="Google Shape;39;p3"/>
          <p:cNvSpPr txBox="1"/>
          <p:nvPr>
            <p:ph idx="1" type="body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>
            <a:lvl1pPr indent="-406400" lvl="0" marL="457200" marR="0" rtl="0" algn="l">
              <a:spcBef>
                <a:spcPts val="663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⚫"/>
              <a:defRPr b="0" i="0" sz="35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425450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erdana"/>
              <a:buChar char="◦"/>
              <a:defRPr b="0" i="0" sz="3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93700" lvl="2" marL="13716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●"/>
              <a:defRPr b="0" i="0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68300" lvl="3" marL="1828800" marR="0" rtl="0" algn="l">
              <a:spcBef>
                <a:spcPts val="440"/>
              </a:spcBef>
              <a:spcAft>
                <a:spcPts val="0"/>
              </a:spcAft>
              <a:buClr>
                <a:srgbClr val="C32D2E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68300" lvl="4" marL="2286000" marR="0" rtl="0" algn="l">
              <a:spcBef>
                <a:spcPts val="440"/>
              </a:spcBef>
              <a:spcAft>
                <a:spcPts val="0"/>
              </a:spcAft>
              <a:buClr>
                <a:srgbClr val="84AA33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68300" lvl="5" marL="27432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68300" lvl="6" marL="32004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68300" lvl="7" marL="36576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68300" lvl="8" marL="41148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40" name="Google Shape;40;p3"/>
          <p:cNvSpPr txBox="1"/>
          <p:nvPr>
            <p:ph idx="10" type="dt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marR="0" rtl="0" algn="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41" name="Google Shape;41;p3"/>
          <p:cNvSpPr txBox="1"/>
          <p:nvPr>
            <p:ph idx="11" type="ftr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42" name="Google Shape;42;p3"/>
          <p:cNvSpPr txBox="1"/>
          <p:nvPr>
            <p:ph idx="12" type="sldNum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0" lvl="1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0" lvl="2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0" lvl="3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0" lvl="4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0" lvl="5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0" lvl="6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0" lvl="7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0" lvl="8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/>
          <p:nvPr/>
        </p:nvSpPr>
        <p:spPr>
          <a:xfrm>
            <a:off x="-900112" y="-900112"/>
            <a:ext cx="1808162" cy="1806575"/>
          </a:xfrm>
          <a:custGeom>
            <a:rect b="b" l="l" r="r" t="t"/>
            <a:pathLst>
              <a:path extrusionOk="0" h="1806576" w="1808163">
                <a:moveTo>
                  <a:pt x="1808163" y="903288"/>
                </a:moveTo>
                <a:lnTo>
                  <a:pt x="1808163" y="903288"/>
                </a:lnTo>
                <a:cubicBezTo>
                  <a:pt x="1808163" y="1021953"/>
                  <a:pt x="1784758" y="1139464"/>
                  <a:pt x="1739290" y="1249090"/>
                </a:cubicBezTo>
                <a:cubicBezTo>
                  <a:pt x="1693822" y="1358715"/>
                  <a:pt x="1627175" y="1458322"/>
                  <a:pt x="1543166" y="1542206"/>
                </a:cubicBezTo>
                <a:cubicBezTo>
                  <a:pt x="1459157" y="1626089"/>
                  <a:pt x="1359421" y="1692616"/>
                  <a:pt x="1249671" y="1737977"/>
                </a:cubicBezTo>
                <a:cubicBezTo>
                  <a:pt x="1139921" y="1783337"/>
                  <a:pt x="1022292" y="1806649"/>
                  <a:pt x="903523" y="1806575"/>
                </a:cubicBezTo>
                <a:lnTo>
                  <a:pt x="904082" y="903288"/>
                </a:lnTo>
                <a:close/>
              </a:path>
            </a:pathLst>
          </a:custGeom>
          <a:solidFill>
            <a:srgbClr val="FEFAF4">
              <a:alpha val="32549"/>
            </a:srgbClr>
          </a:solidFill>
          <a:ln cap="rnd" cmpd="sng" w="9525">
            <a:solidFill>
              <a:srgbClr val="D2C39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185737" y="23812"/>
            <a:ext cx="1876425" cy="1876425"/>
          </a:xfrm>
          <a:prstGeom prst="ellipse">
            <a:avLst/>
          </a:prstGeom>
          <a:noFill/>
          <a:ln cap="rnd" cmpd="sng" w="27300">
            <a:solidFill>
              <a:srgbClr val="FFF6D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5400">
              <a:srgbClr val="AFA58D">
                <a:alpha val="84705"/>
              </a:srgbClr>
            </a:outerShdw>
          </a:effectLst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1" name="Google Shape;51;p5"/>
          <p:cNvSpPr/>
          <p:nvPr/>
        </p:nvSpPr>
        <p:spPr>
          <a:xfrm rot="2315675">
            <a:off x="201614" y="1163027"/>
            <a:ext cx="1241025" cy="1215439"/>
          </a:xfrm>
          <a:prstGeom prst="donut">
            <a:avLst>
              <a:gd fmla="val 11833" name="adj"/>
            </a:avLst>
          </a:prstGeom>
          <a:gradFill>
            <a:gsLst>
              <a:gs pos="0">
                <a:srgbClr val="FEFBF4">
                  <a:alpha val="69803"/>
                </a:srgbClr>
              </a:gs>
              <a:gs pos="70000">
                <a:srgbClr val="FFFDF8">
                  <a:alpha val="54901"/>
                </a:srgbClr>
              </a:gs>
              <a:gs pos="100000">
                <a:srgbClr val="EDCF8C">
                  <a:alpha val="60000"/>
                </a:srgbClr>
              </a:gs>
            </a:gsLst>
            <a:path path="circle">
              <a:fillToRect b="100%" r="100%"/>
            </a:path>
            <a:tileRect l="-100%" t="-100%"/>
          </a:gradFill>
          <a:ln cap="rnd" cmpd="sng" w="9525">
            <a:solidFill>
              <a:srgbClr val="C5B39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tl" dir="4500000" dist="15000">
              <a:srgbClr val="564E40">
                <a:alpha val="34901"/>
              </a:srgbClr>
            </a:outerShdw>
          </a:effectLst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2" name="Google Shape;52;p5"/>
          <p:cNvSpPr txBox="1"/>
          <p:nvPr/>
        </p:nvSpPr>
        <p:spPr>
          <a:xfrm>
            <a:off x="1116012" y="0"/>
            <a:ext cx="8964612" cy="75596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3" name="Google Shape;53;p5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1" type="body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>
            <a:lvl1pPr indent="-406400" lvl="0" marL="457200" marR="0" rtl="0" algn="l">
              <a:spcBef>
                <a:spcPts val="663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⚫"/>
              <a:defRPr b="0" i="0" sz="35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425450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erdana"/>
              <a:buChar char="◦"/>
              <a:defRPr b="0" i="0" sz="3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93700" lvl="2" marL="13716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●"/>
              <a:defRPr b="0" i="0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68300" lvl="3" marL="1828800" marR="0" rtl="0" algn="l">
              <a:spcBef>
                <a:spcPts val="440"/>
              </a:spcBef>
              <a:spcAft>
                <a:spcPts val="0"/>
              </a:spcAft>
              <a:buClr>
                <a:srgbClr val="C32D2E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68300" lvl="4" marL="2286000" marR="0" rtl="0" algn="l">
              <a:spcBef>
                <a:spcPts val="440"/>
              </a:spcBef>
              <a:spcAft>
                <a:spcPts val="0"/>
              </a:spcAft>
              <a:buClr>
                <a:srgbClr val="84AA33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68300" lvl="5" marL="27432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68300" lvl="6" marL="32004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68300" lvl="7" marL="36576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68300" lvl="8" marL="41148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10" type="dt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marR="0" rtl="0" algn="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56" name="Google Shape;56;p5"/>
          <p:cNvSpPr txBox="1"/>
          <p:nvPr>
            <p:ph idx="11" type="ftr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57" name="Google Shape;57;p5"/>
          <p:cNvSpPr txBox="1"/>
          <p:nvPr>
            <p:ph idx="12" type="sldNum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0" lvl="1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0" lvl="2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0" lvl="3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0" lvl="4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0" lvl="5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0" lvl="6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0" lvl="7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0" lvl="8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5"/>
          <p:cNvSpPr txBox="1"/>
          <p:nvPr/>
        </p:nvSpPr>
        <p:spPr>
          <a:xfrm>
            <a:off x="1119187" y="0"/>
            <a:ext cx="80962" cy="755967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63500" dir="10800000" dist="38000">
              <a:srgbClr val="706B5F">
                <a:alpha val="24705"/>
              </a:srgbClr>
            </a:outerShdw>
          </a:effectLst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/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"/>
          <p:cNvSpPr/>
          <p:nvPr/>
        </p:nvSpPr>
        <p:spPr>
          <a:xfrm>
            <a:off x="-900112" y="-900112"/>
            <a:ext cx="1808162" cy="1806575"/>
          </a:xfrm>
          <a:custGeom>
            <a:rect b="b" l="l" r="r" t="t"/>
            <a:pathLst>
              <a:path extrusionOk="0" h="1806576" w="1808163">
                <a:moveTo>
                  <a:pt x="1808163" y="903288"/>
                </a:moveTo>
                <a:lnTo>
                  <a:pt x="1808163" y="903288"/>
                </a:lnTo>
                <a:cubicBezTo>
                  <a:pt x="1808163" y="1021953"/>
                  <a:pt x="1784758" y="1139464"/>
                  <a:pt x="1739290" y="1249090"/>
                </a:cubicBezTo>
                <a:cubicBezTo>
                  <a:pt x="1693822" y="1358715"/>
                  <a:pt x="1627175" y="1458322"/>
                  <a:pt x="1543166" y="1542206"/>
                </a:cubicBezTo>
                <a:cubicBezTo>
                  <a:pt x="1459157" y="1626089"/>
                  <a:pt x="1359421" y="1692616"/>
                  <a:pt x="1249671" y="1737977"/>
                </a:cubicBezTo>
                <a:cubicBezTo>
                  <a:pt x="1139921" y="1783337"/>
                  <a:pt x="1022292" y="1806649"/>
                  <a:pt x="903523" y="1806575"/>
                </a:cubicBezTo>
                <a:lnTo>
                  <a:pt x="904082" y="903288"/>
                </a:lnTo>
                <a:close/>
              </a:path>
            </a:pathLst>
          </a:custGeom>
          <a:solidFill>
            <a:srgbClr val="FEFAF4">
              <a:alpha val="32549"/>
            </a:srgbClr>
          </a:solidFill>
          <a:ln cap="rnd" cmpd="sng" w="9525">
            <a:solidFill>
              <a:srgbClr val="D2C39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185737" y="23812"/>
            <a:ext cx="1876425" cy="1876425"/>
          </a:xfrm>
          <a:prstGeom prst="ellipse">
            <a:avLst/>
          </a:prstGeom>
          <a:noFill/>
          <a:ln cap="rnd" cmpd="sng" w="27300">
            <a:solidFill>
              <a:srgbClr val="FFF6D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5400">
              <a:srgbClr val="AFA58D">
                <a:alpha val="84705"/>
              </a:srgbClr>
            </a:outerShdw>
          </a:effectLst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2" name="Google Shape;62;p6"/>
          <p:cNvSpPr/>
          <p:nvPr/>
        </p:nvSpPr>
        <p:spPr>
          <a:xfrm rot="2315675">
            <a:off x="201614" y="1163027"/>
            <a:ext cx="1241025" cy="1215439"/>
          </a:xfrm>
          <a:prstGeom prst="donut">
            <a:avLst>
              <a:gd fmla="val 11833" name="adj"/>
            </a:avLst>
          </a:prstGeom>
          <a:gradFill>
            <a:gsLst>
              <a:gs pos="0">
                <a:srgbClr val="FEFBF4">
                  <a:alpha val="69803"/>
                </a:srgbClr>
              </a:gs>
              <a:gs pos="70000">
                <a:srgbClr val="FFFDF8">
                  <a:alpha val="54901"/>
                </a:srgbClr>
              </a:gs>
              <a:gs pos="100000">
                <a:srgbClr val="EDCF8C">
                  <a:alpha val="60000"/>
                </a:srgbClr>
              </a:gs>
            </a:gsLst>
            <a:path path="circle">
              <a:fillToRect b="100%" r="100%"/>
            </a:path>
            <a:tileRect l="-100%" t="-100%"/>
          </a:gradFill>
          <a:ln cap="rnd" cmpd="sng" w="9525">
            <a:solidFill>
              <a:srgbClr val="C5B39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tl" dir="4500000" dist="15000">
              <a:srgbClr val="564E40">
                <a:alpha val="34901"/>
              </a:srgbClr>
            </a:outerShdw>
          </a:effectLst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3" name="Google Shape;63;p6"/>
          <p:cNvSpPr txBox="1"/>
          <p:nvPr/>
        </p:nvSpPr>
        <p:spPr>
          <a:xfrm>
            <a:off x="1116012" y="0"/>
            <a:ext cx="8964612" cy="75596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4" name="Google Shape;64;p6"/>
          <p:cNvSpPr txBox="1"/>
          <p:nvPr/>
        </p:nvSpPr>
        <p:spPr>
          <a:xfrm>
            <a:off x="1119187" y="0"/>
            <a:ext cx="80962" cy="755967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63500" dir="10800000" dist="38000">
              <a:srgbClr val="706B5F">
                <a:alpha val="24705"/>
              </a:srgbClr>
            </a:outerShdw>
          </a:effectLst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1015816" y="1558455"/>
            <a:ext cx="231854" cy="231830"/>
          </a:xfrm>
          <a:prstGeom prst="ellipse">
            <a:avLst/>
          </a:prstGeom>
          <a:gradFill>
            <a:gsLst>
              <a:gs pos="0">
                <a:srgbClr val="D7F6FF">
                  <a:alpha val="94901"/>
                </a:srgbClr>
              </a:gs>
              <a:gs pos="50000">
                <a:srgbClr val="C0E3F0">
                  <a:alpha val="89803"/>
                </a:srgbClr>
              </a:gs>
              <a:gs pos="95000">
                <a:srgbClr val="65C6EA">
                  <a:alpha val="87843"/>
                </a:srgbClr>
              </a:gs>
              <a:gs pos="100000">
                <a:srgbClr val="00BBF1">
                  <a:alpha val="84705"/>
                </a:srgbClr>
              </a:gs>
            </a:gsLst>
            <a:path path="circle">
              <a:fillToRect b="100%" r="100%"/>
            </a:path>
            <a:tileRect l="-100%" t="-100%"/>
          </a:gradFill>
          <a:ln cap="rnd" cmpd="sng" w="9525">
            <a:solidFill>
              <a:srgbClr val="2F8DA4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1276350" y="1482725"/>
            <a:ext cx="69850" cy="69850"/>
          </a:xfrm>
          <a:prstGeom prst="ellipse">
            <a:avLst/>
          </a:prstGeom>
          <a:noFill/>
          <a:ln cap="rnd" cmpd="sng" w="12700">
            <a:solidFill>
              <a:srgbClr val="307F93">
                <a:alpha val="59607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7" name="Google Shape;67;p6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68" name="Google Shape;68;p6"/>
          <p:cNvSpPr txBox="1"/>
          <p:nvPr>
            <p:ph idx="1" type="body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>
            <a:lvl1pPr indent="-406400" lvl="0" marL="457200" marR="0" rtl="0" algn="l">
              <a:spcBef>
                <a:spcPts val="663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⚫"/>
              <a:defRPr b="0" i="0" sz="35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425450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erdana"/>
              <a:buChar char="◦"/>
              <a:defRPr b="0" i="0" sz="3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93700" lvl="2" marL="13716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●"/>
              <a:defRPr b="0" i="0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68300" lvl="3" marL="1828800" marR="0" rtl="0" algn="l">
              <a:spcBef>
                <a:spcPts val="440"/>
              </a:spcBef>
              <a:spcAft>
                <a:spcPts val="0"/>
              </a:spcAft>
              <a:buClr>
                <a:srgbClr val="C32D2E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68300" lvl="4" marL="2286000" marR="0" rtl="0" algn="l">
              <a:spcBef>
                <a:spcPts val="440"/>
              </a:spcBef>
              <a:spcAft>
                <a:spcPts val="0"/>
              </a:spcAft>
              <a:buClr>
                <a:srgbClr val="84AA33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68300" lvl="5" marL="27432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68300" lvl="6" marL="32004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68300" lvl="7" marL="36576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68300" lvl="8" marL="41148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10" type="dt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marR="0" rtl="0" algn="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70" name="Google Shape;70;p6"/>
          <p:cNvSpPr txBox="1"/>
          <p:nvPr>
            <p:ph idx="11" type="ftr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71" name="Google Shape;71;p6"/>
          <p:cNvSpPr txBox="1"/>
          <p:nvPr>
            <p:ph idx="12" type="sldNum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0" lvl="1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0" lvl="2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0" lvl="3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0" lvl="4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0" lvl="5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0" lvl="6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0" lvl="7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0" lvl="8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0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"/>
          <p:cNvSpPr txBox="1"/>
          <p:nvPr/>
        </p:nvSpPr>
        <p:spPr>
          <a:xfrm>
            <a:off x="2516187" y="0"/>
            <a:ext cx="7561262" cy="75596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0" name="Google Shape;80;p8"/>
          <p:cNvSpPr txBox="1"/>
          <p:nvPr/>
        </p:nvSpPr>
        <p:spPr>
          <a:xfrm>
            <a:off x="2519362" y="0"/>
            <a:ext cx="84137" cy="755967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63500" dir="10800000" dist="38000">
              <a:srgbClr val="706B5F">
                <a:alpha val="24705"/>
              </a:srgbClr>
            </a:outerShdw>
          </a:effectLst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1" name="Google Shape;81;p8"/>
          <p:cNvSpPr/>
          <p:nvPr/>
        </p:nvSpPr>
        <p:spPr>
          <a:xfrm>
            <a:off x="2394833" y="3102637"/>
            <a:ext cx="231854" cy="231830"/>
          </a:xfrm>
          <a:prstGeom prst="ellipse">
            <a:avLst/>
          </a:prstGeom>
          <a:gradFill>
            <a:gsLst>
              <a:gs pos="0">
                <a:srgbClr val="D7F6FF">
                  <a:alpha val="94901"/>
                </a:srgbClr>
              </a:gs>
              <a:gs pos="50000">
                <a:srgbClr val="C0E3F0">
                  <a:alpha val="89803"/>
                </a:srgbClr>
              </a:gs>
              <a:gs pos="95000">
                <a:srgbClr val="65C6EA">
                  <a:alpha val="87843"/>
                </a:srgbClr>
              </a:gs>
              <a:gs pos="100000">
                <a:srgbClr val="00BBF1">
                  <a:alpha val="84705"/>
                </a:srgbClr>
              </a:gs>
            </a:gsLst>
            <a:path path="circle">
              <a:fillToRect b="100%" r="100%"/>
            </a:path>
            <a:tileRect l="-100%" t="-100%"/>
          </a:gradFill>
          <a:ln cap="rnd" cmpd="sng" w="9525">
            <a:solidFill>
              <a:srgbClr val="2F8DA4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2" name="Google Shape;82;p8"/>
          <p:cNvSpPr/>
          <p:nvPr/>
        </p:nvSpPr>
        <p:spPr>
          <a:xfrm>
            <a:off x="2654300" y="3027362"/>
            <a:ext cx="71437" cy="69850"/>
          </a:xfrm>
          <a:prstGeom prst="ellipse">
            <a:avLst/>
          </a:prstGeom>
          <a:noFill/>
          <a:ln cap="rnd" cmpd="sng" w="12700">
            <a:solidFill>
              <a:srgbClr val="307F93">
                <a:alpha val="59607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3" name="Google Shape;83;p8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84" name="Google Shape;84;p8"/>
          <p:cNvSpPr txBox="1"/>
          <p:nvPr>
            <p:ph idx="1" type="body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>
            <a:lvl1pPr indent="-406400" lvl="0" marL="457200" marR="0" rtl="0" algn="l">
              <a:spcBef>
                <a:spcPts val="663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⚫"/>
              <a:defRPr b="0" i="0" sz="35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425450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erdana"/>
              <a:buChar char="◦"/>
              <a:defRPr b="0" i="0" sz="3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93700" lvl="2" marL="13716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●"/>
              <a:defRPr b="0" i="0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68300" lvl="3" marL="1828800" marR="0" rtl="0" algn="l">
              <a:spcBef>
                <a:spcPts val="440"/>
              </a:spcBef>
              <a:spcAft>
                <a:spcPts val="0"/>
              </a:spcAft>
              <a:buClr>
                <a:srgbClr val="C32D2E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68300" lvl="4" marL="2286000" marR="0" rtl="0" algn="l">
              <a:spcBef>
                <a:spcPts val="440"/>
              </a:spcBef>
              <a:spcAft>
                <a:spcPts val="0"/>
              </a:spcAft>
              <a:buClr>
                <a:srgbClr val="84AA33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68300" lvl="5" marL="27432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68300" lvl="6" marL="32004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68300" lvl="7" marL="36576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68300" lvl="8" marL="41148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85" name="Google Shape;85;p8"/>
          <p:cNvSpPr txBox="1"/>
          <p:nvPr>
            <p:ph idx="10" type="dt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marR="0" rtl="0" algn="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86" name="Google Shape;86;p8"/>
          <p:cNvSpPr txBox="1"/>
          <p:nvPr>
            <p:ph idx="11" type="ftr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87" name="Google Shape;87;p8"/>
          <p:cNvSpPr txBox="1"/>
          <p:nvPr>
            <p:ph idx="12" type="sldNum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0" lvl="1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0" lvl="2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0" lvl="3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0" lvl="4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0" lvl="5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0" lvl="6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0" lvl="7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0" lvl="8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0"/>
          <p:cNvSpPr/>
          <p:nvPr/>
        </p:nvSpPr>
        <p:spPr>
          <a:xfrm>
            <a:off x="-900112" y="-900112"/>
            <a:ext cx="1808162" cy="1806575"/>
          </a:xfrm>
          <a:custGeom>
            <a:rect b="b" l="l" r="r" t="t"/>
            <a:pathLst>
              <a:path extrusionOk="0" h="1806576" w="1808163">
                <a:moveTo>
                  <a:pt x="1808163" y="903288"/>
                </a:moveTo>
                <a:lnTo>
                  <a:pt x="1808163" y="903288"/>
                </a:lnTo>
                <a:cubicBezTo>
                  <a:pt x="1808163" y="1021953"/>
                  <a:pt x="1784758" y="1139464"/>
                  <a:pt x="1739290" y="1249090"/>
                </a:cubicBezTo>
                <a:cubicBezTo>
                  <a:pt x="1693822" y="1358715"/>
                  <a:pt x="1627175" y="1458322"/>
                  <a:pt x="1543166" y="1542206"/>
                </a:cubicBezTo>
                <a:cubicBezTo>
                  <a:pt x="1459157" y="1626089"/>
                  <a:pt x="1359421" y="1692616"/>
                  <a:pt x="1249671" y="1737977"/>
                </a:cubicBezTo>
                <a:cubicBezTo>
                  <a:pt x="1139921" y="1783337"/>
                  <a:pt x="1022292" y="1806649"/>
                  <a:pt x="903523" y="1806575"/>
                </a:cubicBezTo>
                <a:lnTo>
                  <a:pt x="904082" y="903288"/>
                </a:lnTo>
                <a:close/>
              </a:path>
            </a:pathLst>
          </a:custGeom>
          <a:solidFill>
            <a:srgbClr val="FEFAF4">
              <a:alpha val="32549"/>
            </a:srgbClr>
          </a:solidFill>
          <a:ln cap="rnd" cmpd="sng" w="9525">
            <a:solidFill>
              <a:srgbClr val="D2C39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6" name="Google Shape;96;p10"/>
          <p:cNvSpPr/>
          <p:nvPr/>
        </p:nvSpPr>
        <p:spPr>
          <a:xfrm>
            <a:off x="185737" y="23812"/>
            <a:ext cx="1876425" cy="1876425"/>
          </a:xfrm>
          <a:prstGeom prst="ellipse">
            <a:avLst/>
          </a:prstGeom>
          <a:noFill/>
          <a:ln cap="rnd" cmpd="sng" w="27300">
            <a:solidFill>
              <a:srgbClr val="FFF6D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5400">
              <a:srgbClr val="AFA58D">
                <a:alpha val="84705"/>
              </a:srgbClr>
            </a:outerShdw>
          </a:effectLst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7" name="Google Shape;97;p10"/>
          <p:cNvSpPr/>
          <p:nvPr/>
        </p:nvSpPr>
        <p:spPr>
          <a:xfrm rot="2315675">
            <a:off x="201614" y="1163027"/>
            <a:ext cx="1241025" cy="1215439"/>
          </a:xfrm>
          <a:prstGeom prst="donut">
            <a:avLst>
              <a:gd fmla="val 11833" name="adj"/>
            </a:avLst>
          </a:prstGeom>
          <a:gradFill>
            <a:gsLst>
              <a:gs pos="0">
                <a:srgbClr val="FEFBF4">
                  <a:alpha val="69803"/>
                </a:srgbClr>
              </a:gs>
              <a:gs pos="70000">
                <a:srgbClr val="FFFDF8">
                  <a:alpha val="54901"/>
                </a:srgbClr>
              </a:gs>
              <a:gs pos="100000">
                <a:srgbClr val="EDCF8C">
                  <a:alpha val="60000"/>
                </a:srgbClr>
              </a:gs>
            </a:gsLst>
            <a:path path="circle">
              <a:fillToRect b="100%" r="100%"/>
            </a:path>
            <a:tileRect l="-100%" t="-100%"/>
          </a:gradFill>
          <a:ln cap="rnd" cmpd="sng" w="9525">
            <a:solidFill>
              <a:srgbClr val="C5B39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tl" dir="4500000" dist="15000">
              <a:srgbClr val="564E40">
                <a:alpha val="34901"/>
              </a:srgbClr>
            </a:outerShdw>
          </a:effectLst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8" name="Google Shape;98;p10"/>
          <p:cNvSpPr txBox="1"/>
          <p:nvPr/>
        </p:nvSpPr>
        <p:spPr>
          <a:xfrm>
            <a:off x="1116012" y="0"/>
            <a:ext cx="8964612" cy="75596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9" name="Google Shape;99;p10"/>
          <p:cNvSpPr txBox="1"/>
          <p:nvPr/>
        </p:nvSpPr>
        <p:spPr>
          <a:xfrm>
            <a:off x="1119187" y="0"/>
            <a:ext cx="80962" cy="755967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63500" dir="10800000" dist="38000">
              <a:srgbClr val="706B5F">
                <a:alpha val="24705"/>
              </a:srgbClr>
            </a:outerShdw>
          </a:effectLst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0" name="Google Shape;100;p10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01" name="Google Shape;101;p10"/>
          <p:cNvSpPr txBox="1"/>
          <p:nvPr>
            <p:ph idx="1" type="body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>
            <a:lvl1pPr indent="-406400" lvl="0" marL="457200" marR="0" rtl="0" algn="l">
              <a:spcBef>
                <a:spcPts val="663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⚫"/>
              <a:defRPr b="0" i="0" sz="35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425450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erdana"/>
              <a:buChar char="◦"/>
              <a:defRPr b="0" i="0" sz="3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93700" lvl="2" marL="13716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●"/>
              <a:defRPr b="0" i="0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68300" lvl="3" marL="1828800" marR="0" rtl="0" algn="l">
              <a:spcBef>
                <a:spcPts val="440"/>
              </a:spcBef>
              <a:spcAft>
                <a:spcPts val="0"/>
              </a:spcAft>
              <a:buClr>
                <a:srgbClr val="C32D2E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68300" lvl="4" marL="2286000" marR="0" rtl="0" algn="l">
              <a:spcBef>
                <a:spcPts val="440"/>
              </a:spcBef>
              <a:spcAft>
                <a:spcPts val="0"/>
              </a:spcAft>
              <a:buClr>
                <a:srgbClr val="84AA33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68300" lvl="5" marL="27432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68300" lvl="6" marL="32004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68300" lvl="7" marL="36576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68300" lvl="8" marL="41148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02" name="Google Shape;102;p10"/>
          <p:cNvSpPr txBox="1"/>
          <p:nvPr>
            <p:ph idx="10" type="dt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marR="0" rtl="0" algn="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103" name="Google Shape;103;p10"/>
          <p:cNvSpPr txBox="1"/>
          <p:nvPr>
            <p:ph idx="11" type="ftr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0" lvl="1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0" lvl="2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0" lvl="3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0" lvl="4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0" lvl="5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0" lvl="6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0" lvl="7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0" lvl="8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2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14" name="Google Shape;114;p12"/>
          <p:cNvSpPr txBox="1"/>
          <p:nvPr>
            <p:ph idx="1" type="body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>
            <a:lvl1pPr indent="-406400" lvl="0" marL="457200" marR="0" rtl="0" algn="l">
              <a:spcBef>
                <a:spcPts val="663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⚫"/>
              <a:defRPr b="0" i="0" sz="35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425450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erdana"/>
              <a:buChar char="◦"/>
              <a:defRPr b="0" i="0" sz="3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93700" lvl="2" marL="13716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●"/>
              <a:defRPr b="0" i="0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68300" lvl="3" marL="1828800" marR="0" rtl="0" algn="l">
              <a:spcBef>
                <a:spcPts val="440"/>
              </a:spcBef>
              <a:spcAft>
                <a:spcPts val="0"/>
              </a:spcAft>
              <a:buClr>
                <a:srgbClr val="C32D2E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68300" lvl="4" marL="2286000" marR="0" rtl="0" algn="l">
              <a:spcBef>
                <a:spcPts val="440"/>
              </a:spcBef>
              <a:spcAft>
                <a:spcPts val="0"/>
              </a:spcAft>
              <a:buClr>
                <a:srgbClr val="84AA33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68300" lvl="5" marL="27432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68300" lvl="6" marL="32004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68300" lvl="7" marL="36576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68300" lvl="8" marL="41148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15" name="Google Shape;115;p12"/>
          <p:cNvSpPr txBox="1"/>
          <p:nvPr>
            <p:ph idx="10" type="dt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marR="0" rtl="0" algn="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116" name="Google Shape;116;p12"/>
          <p:cNvSpPr txBox="1"/>
          <p:nvPr>
            <p:ph idx="11" type="ftr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117" name="Google Shape;117;p12"/>
          <p:cNvSpPr txBox="1"/>
          <p:nvPr>
            <p:ph idx="12" type="sldNum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0" lvl="1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0" lvl="2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0" lvl="3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0" lvl="4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0" lvl="5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0" lvl="6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0" lvl="7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0" lvl="8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4"/>
          <p:cNvSpPr txBox="1"/>
          <p:nvPr/>
        </p:nvSpPr>
        <p:spPr>
          <a:xfrm>
            <a:off x="1119187" y="0"/>
            <a:ext cx="8961437" cy="75596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29" name="Google Shape;129;p14"/>
          <p:cNvSpPr txBox="1"/>
          <p:nvPr/>
        </p:nvSpPr>
        <p:spPr>
          <a:xfrm>
            <a:off x="1119187" y="0"/>
            <a:ext cx="80962" cy="755967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63500" dir="10800000" dist="38000">
              <a:srgbClr val="706B5F">
                <a:alpha val="24705"/>
              </a:srgbClr>
            </a:outerShdw>
          </a:effectLst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30" name="Google Shape;130;p14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31" name="Google Shape;131;p14"/>
          <p:cNvSpPr txBox="1"/>
          <p:nvPr>
            <p:ph idx="1" type="body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>
            <a:lvl1pPr indent="-406400" lvl="0" marL="457200" marR="0" rtl="0" algn="l">
              <a:spcBef>
                <a:spcPts val="663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⚫"/>
              <a:defRPr b="0" i="0" sz="35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425450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erdana"/>
              <a:buChar char="◦"/>
              <a:defRPr b="0" i="0" sz="3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93700" lvl="2" marL="13716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●"/>
              <a:defRPr b="0" i="0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68300" lvl="3" marL="1828800" marR="0" rtl="0" algn="l">
              <a:spcBef>
                <a:spcPts val="440"/>
              </a:spcBef>
              <a:spcAft>
                <a:spcPts val="0"/>
              </a:spcAft>
              <a:buClr>
                <a:srgbClr val="C32D2E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68300" lvl="4" marL="2286000" marR="0" rtl="0" algn="l">
              <a:spcBef>
                <a:spcPts val="440"/>
              </a:spcBef>
              <a:spcAft>
                <a:spcPts val="0"/>
              </a:spcAft>
              <a:buClr>
                <a:srgbClr val="84AA33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68300" lvl="5" marL="27432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68300" lvl="6" marL="32004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68300" lvl="7" marL="36576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68300" lvl="8" marL="41148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32" name="Google Shape;132;p14"/>
          <p:cNvSpPr txBox="1"/>
          <p:nvPr>
            <p:ph idx="10" type="dt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marR="0" rtl="0" algn="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133" name="Google Shape;133;p14"/>
          <p:cNvSpPr txBox="1"/>
          <p:nvPr>
            <p:ph idx="11" type="ftr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134" name="Google Shape;134;p14"/>
          <p:cNvSpPr txBox="1"/>
          <p:nvPr>
            <p:ph idx="12" type="sldNum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0" lvl="1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0" lvl="2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0" lvl="3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0" lvl="4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0" lvl="5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0" lvl="6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0" lvl="7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0" lvl="8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6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41" name="Google Shape;141;p16"/>
          <p:cNvSpPr txBox="1"/>
          <p:nvPr>
            <p:ph idx="1" type="body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>
            <a:lvl1pPr indent="-406400" lvl="0" marL="457200" marR="0" rtl="0" algn="l">
              <a:spcBef>
                <a:spcPts val="663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⚫"/>
              <a:defRPr b="0" i="0" sz="35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425450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erdana"/>
              <a:buChar char="◦"/>
              <a:defRPr b="0" i="0" sz="3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93700" lvl="2" marL="13716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●"/>
              <a:defRPr b="0" i="0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68300" lvl="3" marL="1828800" marR="0" rtl="0" algn="l">
              <a:spcBef>
                <a:spcPts val="440"/>
              </a:spcBef>
              <a:spcAft>
                <a:spcPts val="0"/>
              </a:spcAft>
              <a:buClr>
                <a:srgbClr val="C32D2E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68300" lvl="4" marL="2286000" marR="0" rtl="0" algn="l">
              <a:spcBef>
                <a:spcPts val="440"/>
              </a:spcBef>
              <a:spcAft>
                <a:spcPts val="0"/>
              </a:spcAft>
              <a:buClr>
                <a:srgbClr val="84AA33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68300" lvl="5" marL="27432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68300" lvl="6" marL="32004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68300" lvl="7" marL="36576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68300" lvl="8" marL="41148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42" name="Google Shape;142;p16"/>
          <p:cNvSpPr txBox="1"/>
          <p:nvPr>
            <p:ph idx="10" type="dt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marR="0" rtl="0" algn="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143" name="Google Shape;143;p16"/>
          <p:cNvSpPr txBox="1"/>
          <p:nvPr>
            <p:ph idx="11" type="ftr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144" name="Google Shape;144;p16"/>
          <p:cNvSpPr txBox="1"/>
          <p:nvPr>
            <p:ph idx="12" type="sldNum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0" lvl="1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0" lvl="2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0" lvl="3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0" lvl="4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0" lvl="5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0" lvl="6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0" lvl="7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0" lvl="8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8"/>
          <p:cNvSpPr/>
          <p:nvPr/>
        </p:nvSpPr>
        <p:spPr>
          <a:xfrm>
            <a:off x="840052" y="1175950"/>
            <a:ext cx="5040313" cy="5039783"/>
          </a:xfrm>
          <a:prstGeom prst="rect">
            <a:avLst/>
          </a:prstGeom>
          <a:solidFill>
            <a:srgbClr val="FFFFFF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500" rotWithShape="0" algn="tl" dir="5400000" dist="18500">
              <a:srgbClr val="000000">
                <a:alpha val="34901"/>
              </a:srgbClr>
            </a:outerShdw>
          </a:effectLst>
        </p:spPr>
        <p:txBody>
          <a:bodyPr anchorCtr="0" anchor="t" bIns="50375" lIns="100775" spcFirstLastPara="1" rIns="100775" wrap="square" tIns="302375">
            <a:noAutofit/>
          </a:bodyPr>
          <a:lstStyle/>
          <a:p>
            <a:pPr indent="0" lvl="0" marL="0" marR="0" rtl="0" algn="l">
              <a:lnSpc>
                <a:spcPct val="944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t/>
            </a:r>
            <a:endParaRPr b="0" i="0" sz="35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4" name="Google Shape;154;p18"/>
          <p:cNvSpPr/>
          <p:nvPr/>
        </p:nvSpPr>
        <p:spPr>
          <a:xfrm rot="-2160000">
            <a:off x="438150" y="1052512"/>
            <a:ext cx="755650" cy="225425"/>
          </a:xfrm>
          <a:prstGeom prst="flowChartProcess">
            <a:avLst/>
          </a:prstGeom>
          <a:solidFill>
            <a:srgbClr val="FBFBFB">
              <a:alpha val="44705"/>
            </a:srgbClr>
          </a:solidFill>
          <a:ln cap="rnd" cmpd="sng" w="95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sx="96000" dir="3299947" dist="25399" sy="96000">
              <a:srgbClr val="EBDAB1">
                <a:alpha val="39607"/>
              </a:srgbClr>
            </a:outerShdw>
          </a:effectLst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55" name="Google Shape;155;p18"/>
          <p:cNvSpPr/>
          <p:nvPr/>
        </p:nvSpPr>
        <p:spPr>
          <a:xfrm flipH="1" rot="2160000">
            <a:off x="5516562" y="1031875"/>
            <a:ext cx="715962" cy="225425"/>
          </a:xfrm>
          <a:prstGeom prst="flowChartProcess">
            <a:avLst/>
          </a:prstGeom>
          <a:solidFill>
            <a:srgbClr val="FBFBFB">
              <a:alpha val="44705"/>
            </a:srgbClr>
          </a:solidFill>
          <a:ln cap="rnd" cmpd="sng" w="95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sx="96000" dir="3299947" dist="25399" sy="96000">
              <a:schemeClr val="lt2">
                <a:alpha val="19607"/>
              </a:schemeClr>
            </a:outerShdw>
          </a:effectLst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56" name="Google Shape;156;p18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57" name="Google Shape;157;p18"/>
          <p:cNvSpPr txBox="1"/>
          <p:nvPr>
            <p:ph idx="1" type="body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>
            <a:lvl1pPr indent="-406400" lvl="0" marL="457200" marR="0" rtl="0" algn="l">
              <a:spcBef>
                <a:spcPts val="663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⚫"/>
              <a:defRPr b="0" i="0" sz="35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425450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erdana"/>
              <a:buChar char="◦"/>
              <a:defRPr b="0" i="0" sz="3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93700" lvl="2" marL="13716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●"/>
              <a:defRPr b="0" i="0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68300" lvl="3" marL="1828800" marR="0" rtl="0" algn="l">
              <a:spcBef>
                <a:spcPts val="440"/>
              </a:spcBef>
              <a:spcAft>
                <a:spcPts val="0"/>
              </a:spcAft>
              <a:buClr>
                <a:srgbClr val="C32D2E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68300" lvl="4" marL="2286000" marR="0" rtl="0" algn="l">
              <a:spcBef>
                <a:spcPts val="440"/>
              </a:spcBef>
              <a:spcAft>
                <a:spcPts val="0"/>
              </a:spcAft>
              <a:buClr>
                <a:srgbClr val="84AA33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68300" lvl="5" marL="27432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68300" lvl="6" marL="32004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68300" lvl="7" marL="36576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68300" lvl="8" marL="41148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58" name="Google Shape;158;p18"/>
          <p:cNvSpPr txBox="1"/>
          <p:nvPr>
            <p:ph idx="10" type="dt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marR="0" rtl="0" algn="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159" name="Google Shape;159;p18"/>
          <p:cNvSpPr txBox="1"/>
          <p:nvPr>
            <p:ph idx="11" type="ftr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160" name="Google Shape;160;p18"/>
          <p:cNvSpPr txBox="1"/>
          <p:nvPr>
            <p:ph idx="12" type="sldNum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0" lvl="1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0" lvl="2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0" lvl="3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0" lvl="4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0" lvl="5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0" lvl="6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0" lvl="7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0" lvl="8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6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0"/>
          <p:cNvSpPr/>
          <p:nvPr/>
        </p:nvSpPr>
        <p:spPr>
          <a:xfrm>
            <a:off x="-900112" y="-900112"/>
            <a:ext cx="1808162" cy="1806575"/>
          </a:xfrm>
          <a:custGeom>
            <a:rect b="b" l="l" r="r" t="t"/>
            <a:pathLst>
              <a:path extrusionOk="0" h="1806576" w="1808163">
                <a:moveTo>
                  <a:pt x="1808163" y="903288"/>
                </a:moveTo>
                <a:lnTo>
                  <a:pt x="1808163" y="903288"/>
                </a:lnTo>
                <a:cubicBezTo>
                  <a:pt x="1808163" y="1021953"/>
                  <a:pt x="1784758" y="1139464"/>
                  <a:pt x="1739290" y="1249090"/>
                </a:cubicBezTo>
                <a:cubicBezTo>
                  <a:pt x="1693822" y="1358715"/>
                  <a:pt x="1627175" y="1458322"/>
                  <a:pt x="1543166" y="1542206"/>
                </a:cubicBezTo>
                <a:cubicBezTo>
                  <a:pt x="1459157" y="1626089"/>
                  <a:pt x="1359421" y="1692616"/>
                  <a:pt x="1249671" y="1737977"/>
                </a:cubicBezTo>
                <a:cubicBezTo>
                  <a:pt x="1139921" y="1783337"/>
                  <a:pt x="1022292" y="1806649"/>
                  <a:pt x="903523" y="1806575"/>
                </a:cubicBezTo>
                <a:lnTo>
                  <a:pt x="904082" y="903288"/>
                </a:lnTo>
                <a:close/>
              </a:path>
            </a:pathLst>
          </a:custGeom>
          <a:solidFill>
            <a:srgbClr val="FEFAF4">
              <a:alpha val="32549"/>
            </a:srgbClr>
          </a:solidFill>
          <a:ln cap="rnd" cmpd="sng" w="9525">
            <a:solidFill>
              <a:srgbClr val="D2C39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185737" y="23812"/>
            <a:ext cx="1876425" cy="1876425"/>
          </a:xfrm>
          <a:prstGeom prst="ellipse">
            <a:avLst/>
          </a:prstGeom>
          <a:noFill/>
          <a:ln cap="rnd" cmpd="sng" w="27300">
            <a:solidFill>
              <a:srgbClr val="FFF6D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5400">
              <a:srgbClr val="AFA58D">
                <a:alpha val="84705"/>
              </a:srgbClr>
            </a:outerShdw>
          </a:effectLst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1" name="Google Shape;171;p20"/>
          <p:cNvSpPr/>
          <p:nvPr/>
        </p:nvSpPr>
        <p:spPr>
          <a:xfrm rot="2315675">
            <a:off x="201614" y="1163027"/>
            <a:ext cx="1241025" cy="1215439"/>
          </a:xfrm>
          <a:prstGeom prst="donut">
            <a:avLst>
              <a:gd fmla="val 11833" name="adj"/>
            </a:avLst>
          </a:prstGeom>
          <a:gradFill>
            <a:gsLst>
              <a:gs pos="0">
                <a:srgbClr val="FEFBF4">
                  <a:alpha val="69803"/>
                </a:srgbClr>
              </a:gs>
              <a:gs pos="70000">
                <a:srgbClr val="FFFDF8">
                  <a:alpha val="54901"/>
                </a:srgbClr>
              </a:gs>
              <a:gs pos="100000">
                <a:srgbClr val="EDCF8C">
                  <a:alpha val="60000"/>
                </a:srgbClr>
              </a:gs>
            </a:gsLst>
            <a:path path="circle">
              <a:fillToRect b="100%" r="100%"/>
            </a:path>
            <a:tileRect l="-100%" t="-100%"/>
          </a:gradFill>
          <a:ln cap="rnd" cmpd="sng" w="9525">
            <a:solidFill>
              <a:srgbClr val="C5B39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tl" dir="4500000" dist="15000">
              <a:srgbClr val="564E40">
                <a:alpha val="34901"/>
              </a:srgbClr>
            </a:outerShdw>
          </a:effectLst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1116012" y="0"/>
            <a:ext cx="8964612" cy="75596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1119187" y="0"/>
            <a:ext cx="80962" cy="755967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63500" dir="10800000" dist="38000">
              <a:srgbClr val="706B5F">
                <a:alpha val="24705"/>
              </a:srgbClr>
            </a:outerShdw>
          </a:effectLst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4" name="Google Shape;174;p20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75" name="Google Shape;175;p20"/>
          <p:cNvSpPr txBox="1"/>
          <p:nvPr>
            <p:ph idx="1" type="body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>
            <a:lvl1pPr indent="-406400" lvl="0" marL="457200" marR="0" rtl="0" algn="l">
              <a:spcBef>
                <a:spcPts val="663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⚫"/>
              <a:defRPr b="0" i="0" sz="35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425450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erdana"/>
              <a:buChar char="◦"/>
              <a:defRPr b="0" i="0" sz="3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93700" lvl="2" marL="13716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●"/>
              <a:defRPr b="0" i="0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68300" lvl="3" marL="1828800" marR="0" rtl="0" algn="l">
              <a:spcBef>
                <a:spcPts val="440"/>
              </a:spcBef>
              <a:spcAft>
                <a:spcPts val="0"/>
              </a:spcAft>
              <a:buClr>
                <a:srgbClr val="C32D2E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68300" lvl="4" marL="2286000" marR="0" rtl="0" algn="l">
              <a:spcBef>
                <a:spcPts val="440"/>
              </a:spcBef>
              <a:spcAft>
                <a:spcPts val="0"/>
              </a:spcAft>
              <a:buClr>
                <a:srgbClr val="84AA33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68300" lvl="5" marL="27432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68300" lvl="6" marL="32004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68300" lvl="7" marL="36576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68300" lvl="8" marL="41148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76" name="Google Shape;176;p20"/>
          <p:cNvSpPr txBox="1"/>
          <p:nvPr>
            <p:ph idx="10" type="dt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marR="0" rtl="0" algn="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177" name="Google Shape;177;p20"/>
          <p:cNvSpPr txBox="1"/>
          <p:nvPr>
            <p:ph idx="11" type="ftr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178" name="Google Shape;178;p20"/>
          <p:cNvSpPr txBox="1"/>
          <p:nvPr>
            <p:ph idx="12" type="sldNum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0" lvl="1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0" lvl="2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0" lvl="3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0" lvl="4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0" lvl="5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0" lvl="6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0" lvl="7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0" lvl="8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2"/>
          <p:cNvSpPr/>
          <p:nvPr/>
        </p:nvSpPr>
        <p:spPr>
          <a:xfrm>
            <a:off x="-900112" y="-900112"/>
            <a:ext cx="1808162" cy="1806575"/>
          </a:xfrm>
          <a:custGeom>
            <a:rect b="b" l="l" r="r" t="t"/>
            <a:pathLst>
              <a:path extrusionOk="0" h="1806576" w="1808163">
                <a:moveTo>
                  <a:pt x="1808163" y="903288"/>
                </a:moveTo>
                <a:lnTo>
                  <a:pt x="1808163" y="903288"/>
                </a:lnTo>
                <a:cubicBezTo>
                  <a:pt x="1808163" y="1021953"/>
                  <a:pt x="1784758" y="1139464"/>
                  <a:pt x="1739290" y="1249090"/>
                </a:cubicBezTo>
                <a:cubicBezTo>
                  <a:pt x="1693822" y="1358715"/>
                  <a:pt x="1627175" y="1458322"/>
                  <a:pt x="1543166" y="1542206"/>
                </a:cubicBezTo>
                <a:cubicBezTo>
                  <a:pt x="1459157" y="1626089"/>
                  <a:pt x="1359421" y="1692616"/>
                  <a:pt x="1249671" y="1737977"/>
                </a:cubicBezTo>
                <a:cubicBezTo>
                  <a:pt x="1139921" y="1783337"/>
                  <a:pt x="1022292" y="1806649"/>
                  <a:pt x="903523" y="1806575"/>
                </a:cubicBezTo>
                <a:lnTo>
                  <a:pt x="904082" y="903288"/>
                </a:lnTo>
                <a:close/>
              </a:path>
            </a:pathLst>
          </a:custGeom>
          <a:solidFill>
            <a:srgbClr val="FEFAF4">
              <a:alpha val="32549"/>
            </a:srgbClr>
          </a:solidFill>
          <a:ln cap="rnd" cmpd="sng" w="9525">
            <a:solidFill>
              <a:srgbClr val="D2C39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7" name="Google Shape;187;p22"/>
          <p:cNvSpPr/>
          <p:nvPr/>
        </p:nvSpPr>
        <p:spPr>
          <a:xfrm>
            <a:off x="185737" y="23812"/>
            <a:ext cx="1876425" cy="1876425"/>
          </a:xfrm>
          <a:prstGeom prst="ellipse">
            <a:avLst/>
          </a:prstGeom>
          <a:noFill/>
          <a:ln cap="rnd" cmpd="sng" w="27300">
            <a:solidFill>
              <a:srgbClr val="FFF6D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5400">
              <a:srgbClr val="AFA58D">
                <a:alpha val="84705"/>
              </a:srgbClr>
            </a:outerShdw>
          </a:effectLst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8" name="Google Shape;188;p22"/>
          <p:cNvSpPr/>
          <p:nvPr/>
        </p:nvSpPr>
        <p:spPr>
          <a:xfrm rot="2315675">
            <a:off x="201614" y="1163027"/>
            <a:ext cx="1241025" cy="1215439"/>
          </a:xfrm>
          <a:prstGeom prst="donut">
            <a:avLst>
              <a:gd fmla="val 11833" name="adj"/>
            </a:avLst>
          </a:prstGeom>
          <a:gradFill>
            <a:gsLst>
              <a:gs pos="0">
                <a:srgbClr val="FEFBF4">
                  <a:alpha val="69803"/>
                </a:srgbClr>
              </a:gs>
              <a:gs pos="70000">
                <a:srgbClr val="FFFDF8">
                  <a:alpha val="54901"/>
                </a:srgbClr>
              </a:gs>
              <a:gs pos="100000">
                <a:srgbClr val="EDCF8C">
                  <a:alpha val="60000"/>
                </a:srgbClr>
              </a:gs>
            </a:gsLst>
            <a:path path="circle">
              <a:fillToRect b="100%" r="100%"/>
            </a:path>
            <a:tileRect l="-100%" t="-100%"/>
          </a:gradFill>
          <a:ln cap="rnd" cmpd="sng" w="9525">
            <a:solidFill>
              <a:srgbClr val="C5B39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tl" dir="4500000" dist="15000">
              <a:srgbClr val="564E40">
                <a:alpha val="34901"/>
              </a:srgbClr>
            </a:outerShdw>
          </a:effectLst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9" name="Google Shape;189;p22"/>
          <p:cNvSpPr txBox="1"/>
          <p:nvPr/>
        </p:nvSpPr>
        <p:spPr>
          <a:xfrm>
            <a:off x="1116012" y="0"/>
            <a:ext cx="8964612" cy="75596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90" name="Google Shape;190;p22"/>
          <p:cNvSpPr txBox="1"/>
          <p:nvPr/>
        </p:nvSpPr>
        <p:spPr>
          <a:xfrm>
            <a:off x="1119187" y="0"/>
            <a:ext cx="80962" cy="755967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63500" dir="10800000" dist="38000">
              <a:srgbClr val="706B5F">
                <a:alpha val="24705"/>
              </a:srgbClr>
            </a:outerShdw>
          </a:effectLst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91" name="Google Shape;191;p22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92" name="Google Shape;192;p22"/>
          <p:cNvSpPr txBox="1"/>
          <p:nvPr>
            <p:ph idx="1" type="body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>
            <a:lvl1pPr indent="-406400" lvl="0" marL="457200" marR="0" rtl="0" algn="l">
              <a:spcBef>
                <a:spcPts val="663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⚫"/>
              <a:defRPr b="0" i="0" sz="35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425450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erdana"/>
              <a:buChar char="◦"/>
              <a:defRPr b="0" i="0" sz="3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93700" lvl="2" marL="13716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●"/>
              <a:defRPr b="0" i="0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68300" lvl="3" marL="1828800" marR="0" rtl="0" algn="l">
              <a:spcBef>
                <a:spcPts val="440"/>
              </a:spcBef>
              <a:spcAft>
                <a:spcPts val="0"/>
              </a:spcAft>
              <a:buClr>
                <a:srgbClr val="C32D2E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68300" lvl="4" marL="2286000" marR="0" rtl="0" algn="l">
              <a:spcBef>
                <a:spcPts val="440"/>
              </a:spcBef>
              <a:spcAft>
                <a:spcPts val="0"/>
              </a:spcAft>
              <a:buClr>
                <a:srgbClr val="84AA33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68300" lvl="5" marL="27432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68300" lvl="6" marL="32004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68300" lvl="7" marL="36576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68300" lvl="8" marL="41148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93" name="Google Shape;193;p22"/>
          <p:cNvSpPr txBox="1"/>
          <p:nvPr>
            <p:ph idx="10" type="dt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marR="0" rtl="0" algn="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194" name="Google Shape;194;p22"/>
          <p:cNvSpPr txBox="1"/>
          <p:nvPr>
            <p:ph idx="11" type="ftr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195" name="Google Shape;195;p22"/>
          <p:cNvSpPr txBox="1"/>
          <p:nvPr>
            <p:ph idx="12" type="sldNum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0" lvl="1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0" lvl="2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0" lvl="3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0" lvl="4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0" lvl="5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0" lvl="6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0" lvl="7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0" lvl="8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8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/>
          <p:nvPr>
            <p:ph type="title"/>
          </p:nvPr>
        </p:nvSpPr>
        <p:spPr>
          <a:xfrm>
            <a:off x="1230312" y="1112837"/>
            <a:ext cx="8647112" cy="12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200"/>
              <a:buFont typeface="Gill Sans"/>
              <a:buNone/>
            </a:pPr>
            <a:r>
              <a:rPr b="0" i="0" lang="en-US" sz="42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White-box testing techniques</a:t>
            </a:r>
            <a:br>
              <a:rPr b="0" i="0" lang="en-US" sz="42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b="0" i="0" lang="en-US" sz="42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							contd…</a:t>
            </a:r>
            <a:endParaRPr/>
          </a:p>
        </p:txBody>
      </p:sp>
      <p:sp>
        <p:nvSpPr>
          <p:cNvPr id="207" name="Google Shape;207;p24"/>
          <p:cNvSpPr txBox="1"/>
          <p:nvPr>
            <p:ph idx="1" type="body"/>
          </p:nvPr>
        </p:nvSpPr>
        <p:spPr>
          <a:xfrm>
            <a:off x="1306512" y="3551237"/>
            <a:ext cx="8189912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0" lvl="0" marL="9048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Dr. Durga Prasad Mohapatra</a:t>
            </a:r>
            <a:endParaRPr/>
          </a:p>
          <a:p>
            <a:pPr indent="0" lvl="0" marL="90487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Professor, Dept. of CSE</a:t>
            </a:r>
            <a:endParaRPr/>
          </a:p>
          <a:p>
            <a:pPr indent="0" lvl="0" marL="90487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N.I.T Rourkela</a:t>
            </a:r>
            <a:endParaRPr/>
          </a:p>
        </p:txBody>
      </p:sp>
      <p:sp>
        <p:nvSpPr>
          <p:cNvPr id="208" name="Google Shape;208;p24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</a:pPr>
            <a:fld id="{00000000-1234-1234-1234-123412341234}" type="slidenum">
              <a:rPr b="0" i="0" lang="en-US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5"/>
          <p:cNvSpPr txBox="1"/>
          <p:nvPr>
            <p:ph type="title"/>
          </p:nvPr>
        </p:nvSpPr>
        <p:spPr>
          <a:xfrm>
            <a:off x="1306512" y="274637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5400"/>
              <a:buFont typeface="Gill Sans"/>
              <a:buNone/>
            </a:pPr>
            <a:r>
              <a:rPr b="0" i="0" lang="en-US" sz="54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Path Coverage</a:t>
            </a:r>
            <a:endParaRPr/>
          </a:p>
        </p:txBody>
      </p:sp>
      <p:sp>
        <p:nvSpPr>
          <p:cNvPr id="214" name="Google Shape;214;p25"/>
          <p:cNvSpPr txBox="1"/>
          <p:nvPr>
            <p:ph idx="1" type="body"/>
          </p:nvPr>
        </p:nvSpPr>
        <p:spPr>
          <a:xfrm>
            <a:off x="1077912" y="1570037"/>
            <a:ext cx="8839200" cy="554355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-342900" lvl="0" marL="34290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⚫"/>
            </a:pPr>
            <a:r>
              <a:rPr b="0" i="0" lang="en-US" sz="4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Design test cases such that:</a:t>
            </a:r>
            <a:endParaRPr/>
          </a:p>
          <a:p>
            <a:pPr indent="-285750" lvl="1" marL="742950" marR="0" rtl="0" algn="just">
              <a:lnSpc>
                <a:spcPct val="110000"/>
              </a:lnSpc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Verdana"/>
              <a:buChar char="◦"/>
            </a:pPr>
            <a:r>
              <a:rPr b="0" i="0" lang="en-US" sz="3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All linearly independent paths in the program are executed at least once.</a:t>
            </a:r>
            <a:endParaRPr/>
          </a:p>
          <a:p>
            <a:pPr indent="-342900" lvl="0" marL="342900" marR="0" rtl="0" algn="just">
              <a:lnSpc>
                <a:spcPct val="110000"/>
              </a:lnSpc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⚫"/>
            </a:pPr>
            <a:r>
              <a:rPr b="0" i="0" lang="en-US" sz="4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Defined in terms of</a:t>
            </a:r>
            <a:endParaRPr/>
          </a:p>
          <a:p>
            <a:pPr indent="-285750" lvl="1" marL="742950" marR="0" rtl="0" algn="just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Verdana"/>
              <a:buChar char="◦"/>
            </a:pPr>
            <a:r>
              <a:rPr b="0" i="0" lang="en-US" sz="3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Control flow graph (CFG) of a program.</a:t>
            </a:r>
            <a:r>
              <a:rPr b="0" i="0" lang="en-US" sz="4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</p:txBody>
      </p:sp>
      <p:sp>
        <p:nvSpPr>
          <p:cNvPr id="215" name="Google Shape;215;p25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6"/>
          <p:cNvSpPr txBox="1"/>
          <p:nvPr>
            <p:ph type="title"/>
          </p:nvPr>
        </p:nvSpPr>
        <p:spPr>
          <a:xfrm>
            <a:off x="1154112" y="0"/>
            <a:ext cx="9372600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900"/>
              <a:buFont typeface="Gill Sans"/>
              <a:buNone/>
            </a:pPr>
            <a:r>
              <a:rPr b="0" i="0" lang="en-US" sz="49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Path Coverage-Based Testing</a:t>
            </a:r>
            <a:endParaRPr/>
          </a:p>
        </p:txBody>
      </p:sp>
      <p:sp>
        <p:nvSpPr>
          <p:cNvPr id="221" name="Google Shape;221;p26"/>
          <p:cNvSpPr txBox="1"/>
          <p:nvPr>
            <p:ph idx="1" type="body"/>
          </p:nvPr>
        </p:nvSpPr>
        <p:spPr>
          <a:xfrm>
            <a:off x="1001712" y="1265237"/>
            <a:ext cx="9078912" cy="5681662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rm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⚫"/>
            </a:pPr>
            <a:r>
              <a:rPr b="0" i="0" lang="en-US" sz="4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To understand the path coverage-based testing: 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Verdana"/>
              <a:buChar char="◦"/>
            </a:pPr>
            <a:r>
              <a:rPr b="0" i="0" lang="en-US" sz="3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we need to learn how to draw control flow graph of a program.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⚫"/>
            </a:pPr>
            <a:r>
              <a:rPr b="0" i="0" lang="en-US" sz="4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 control flow graph (CFG) describes: 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Verdana"/>
              <a:buChar char="◦"/>
            </a:pPr>
            <a:r>
              <a:rPr b="0" i="0" lang="en-US" sz="3600" u="none" cap="none" strike="noStrike">
                <a:solidFill>
                  <a:srgbClr val="0000CC"/>
                </a:solidFill>
                <a:latin typeface="Gill Sans"/>
                <a:ea typeface="Gill Sans"/>
                <a:cs typeface="Gill Sans"/>
                <a:sym typeface="Gill Sans"/>
              </a:rPr>
              <a:t>The sequence in which different instructions of a program get executed. 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Verdana"/>
              <a:buChar char="◦"/>
            </a:pPr>
            <a:r>
              <a:rPr b="0" i="0" lang="en-US" sz="3600" u="none" cap="none" strike="noStrike">
                <a:solidFill>
                  <a:srgbClr val="0000CC"/>
                </a:solidFill>
                <a:latin typeface="Gill Sans"/>
                <a:ea typeface="Gill Sans"/>
                <a:cs typeface="Gill Sans"/>
                <a:sym typeface="Gill Sans"/>
              </a:rPr>
              <a:t>The way control flows through the program.</a:t>
            </a:r>
            <a:endParaRPr/>
          </a:p>
        </p:txBody>
      </p:sp>
      <p:sp>
        <p:nvSpPr>
          <p:cNvPr id="222" name="Google Shape;222;p26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7"/>
          <p:cNvSpPr txBox="1"/>
          <p:nvPr>
            <p:ph type="title"/>
          </p:nvPr>
        </p:nvSpPr>
        <p:spPr>
          <a:xfrm>
            <a:off x="1001712" y="122237"/>
            <a:ext cx="8886825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500"/>
              <a:buFont typeface="Gill Sans"/>
              <a:buNone/>
            </a:pPr>
            <a:r>
              <a:rPr b="0" i="0" lang="en-US" sz="45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How to Draw Control Flow Graph?</a:t>
            </a:r>
            <a:endParaRPr/>
          </a:p>
        </p:txBody>
      </p:sp>
      <p:sp>
        <p:nvSpPr>
          <p:cNvPr id="228" name="Google Shape;228;p27"/>
          <p:cNvSpPr txBox="1"/>
          <p:nvPr>
            <p:ph idx="1" type="body"/>
          </p:nvPr>
        </p:nvSpPr>
        <p:spPr>
          <a:xfrm>
            <a:off x="1023937" y="1708150"/>
            <a:ext cx="9056687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rmAutofit/>
          </a:bodyPr>
          <a:lstStyle/>
          <a:p>
            <a:pPr indent="-342900" lvl="0" marL="34290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Char char="⚫"/>
            </a:pPr>
            <a:r>
              <a:rPr b="0" i="0" lang="en-US" sz="3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Number all statements of a program. </a:t>
            </a:r>
            <a:endParaRPr/>
          </a:p>
          <a:p>
            <a:pPr indent="-342900" lvl="0" marL="342900" marR="0" rtl="0" algn="just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Char char="⚫"/>
            </a:pPr>
            <a:r>
              <a:rPr b="0" i="0" lang="en-US" sz="3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Numbered statements: </a:t>
            </a:r>
            <a:endParaRPr/>
          </a:p>
          <a:p>
            <a:pPr indent="-285750" lvl="1" marL="742950" marR="0" rtl="0" algn="just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Verdana"/>
              <a:buChar char="◦"/>
            </a:pPr>
            <a:r>
              <a:rPr b="0" i="0" lang="en-US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Represent nodes of control flow graph. </a:t>
            </a:r>
            <a:endParaRPr/>
          </a:p>
          <a:p>
            <a:pPr indent="-342900" lvl="0" marL="342900" marR="0" rtl="0" algn="just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Char char="⚫"/>
            </a:pPr>
            <a:r>
              <a:rPr b="0" i="0" lang="en-US" sz="3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An edge from one node to another node exists: </a:t>
            </a:r>
            <a:endParaRPr/>
          </a:p>
          <a:p>
            <a:pPr indent="-285750" lvl="1" marL="742950" marR="0" rtl="0" algn="just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Verdana"/>
              <a:buChar char="◦"/>
            </a:pPr>
            <a:r>
              <a:rPr b="0" i="0" lang="en-US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If execution of the statement representing the first node </a:t>
            </a:r>
            <a:endParaRPr/>
          </a:p>
          <a:p>
            <a:pPr indent="-228600" lvl="2" marL="1143000" marR="0" rtl="0" algn="just">
              <a:lnSpc>
                <a:spcPct val="95000"/>
              </a:lnSpc>
              <a:spcBef>
                <a:spcPts val="620"/>
              </a:spcBef>
              <a:spcAft>
                <a:spcPts val="0"/>
              </a:spcAft>
              <a:buClr>
                <a:schemeClr val="accent2"/>
              </a:buClr>
              <a:buSzPts val="3100"/>
              <a:buFont typeface="Noto Sans Symbols"/>
              <a:buChar char="●"/>
            </a:pPr>
            <a:r>
              <a:rPr b="0" i="0" lang="en-US" sz="3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Can result in transfer of control to the other node.</a:t>
            </a:r>
            <a:r>
              <a:rPr b="0" i="0" lang="en-US" sz="27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</p:txBody>
      </p:sp>
      <p:sp>
        <p:nvSpPr>
          <p:cNvPr id="229" name="Google Shape;229;p27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8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6700"/>
              <a:buFont typeface="Gill Sans"/>
              <a:buNone/>
            </a:pPr>
            <a:r>
              <a:rPr b="0" i="0" lang="en-US" sz="67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Example</a:t>
            </a:r>
            <a:endParaRPr/>
          </a:p>
        </p:txBody>
      </p:sp>
      <p:sp>
        <p:nvSpPr>
          <p:cNvPr id="235" name="Google Shape;235;p28"/>
          <p:cNvSpPr txBox="1"/>
          <p:nvPr>
            <p:ph idx="1" type="body"/>
          </p:nvPr>
        </p:nvSpPr>
        <p:spPr>
          <a:xfrm>
            <a:off x="2068512" y="1646237"/>
            <a:ext cx="7772400" cy="52927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3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 f1(int x,int y){                    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3500" u="none" cap="none" strike="noStrik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3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while (x != y){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3500" u="none" cap="none" strike="noStrik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3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if (x&gt;y) then 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3500" u="none" cap="none" strike="noStrik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3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x=x-y;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3500" u="none" cap="none" strike="noStrik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-US" sz="3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else y=y-x;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3500" u="none" cap="none" strike="noStrik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0" lang="en-US" sz="3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}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3500" u="none" cap="none" strike="noStrik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0" i="0" lang="en-US" sz="3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return x;        }</a:t>
            </a:r>
            <a:endParaRPr/>
          </a:p>
        </p:txBody>
      </p:sp>
      <p:sp>
        <p:nvSpPr>
          <p:cNvPr id="236" name="Google Shape;236;p28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/>
          <p:nvPr>
            <p:ph type="title"/>
          </p:nvPr>
        </p:nvSpPr>
        <p:spPr>
          <a:xfrm>
            <a:off x="1082675" y="28575"/>
            <a:ext cx="8601075" cy="1255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900"/>
              <a:buFont typeface="Gill Sans"/>
              <a:buNone/>
            </a:pPr>
            <a:r>
              <a:rPr b="0" i="0" lang="en-US" sz="49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Example Control Flow Graph</a:t>
            </a:r>
            <a:endParaRPr/>
          </a:p>
        </p:txBody>
      </p:sp>
      <p:sp>
        <p:nvSpPr>
          <p:cNvPr id="242" name="Google Shape;242;p29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grpSp>
        <p:nvGrpSpPr>
          <p:cNvPr id="243" name="Google Shape;243;p29"/>
          <p:cNvGrpSpPr/>
          <p:nvPr/>
        </p:nvGrpSpPr>
        <p:grpSpPr>
          <a:xfrm>
            <a:off x="1981200" y="1847850"/>
            <a:ext cx="5230812" cy="4979987"/>
            <a:chOff x="1640" y="1164"/>
            <a:chExt cx="1791" cy="2169"/>
          </a:xfrm>
        </p:grpSpPr>
        <p:sp>
          <p:nvSpPr>
            <p:cNvPr id="244" name="Google Shape;244;p29"/>
            <p:cNvSpPr/>
            <p:nvPr/>
          </p:nvSpPr>
          <p:spPr>
            <a:xfrm>
              <a:off x="2328" y="1164"/>
              <a:ext cx="318" cy="31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0375" lIns="100775" spcFirstLastPara="1" rIns="100775" wrap="square" tIns="503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3CC"/>
                </a:buClr>
                <a:buSzPts val="4300"/>
                <a:buFont typeface="Times New Roman"/>
                <a:buNone/>
              </a:pPr>
              <a:r>
                <a:rPr b="1" i="0" lang="en-US" sz="4300" u="none">
                  <a:solidFill>
                    <a:srgbClr val="0033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/>
            </a:p>
          </p:txBody>
        </p:sp>
        <p:sp>
          <p:nvSpPr>
            <p:cNvPr id="245" name="Google Shape;245;p29"/>
            <p:cNvSpPr/>
            <p:nvPr/>
          </p:nvSpPr>
          <p:spPr>
            <a:xfrm>
              <a:off x="2328" y="1640"/>
              <a:ext cx="318" cy="31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0375" lIns="100775" spcFirstLastPara="1" rIns="100775" wrap="square" tIns="503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3CC"/>
                </a:buClr>
                <a:buSzPts val="4300"/>
                <a:buFont typeface="Times New Roman"/>
                <a:buNone/>
              </a:pPr>
              <a:r>
                <a:rPr b="1" i="0" lang="en-US" sz="4300" u="none">
                  <a:solidFill>
                    <a:srgbClr val="0033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/>
            </a:p>
          </p:txBody>
        </p:sp>
        <p:sp>
          <p:nvSpPr>
            <p:cNvPr id="246" name="Google Shape;246;p29"/>
            <p:cNvSpPr/>
            <p:nvPr/>
          </p:nvSpPr>
          <p:spPr>
            <a:xfrm>
              <a:off x="1905" y="2116"/>
              <a:ext cx="318" cy="31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0375" lIns="100775" spcFirstLastPara="1" rIns="100775" wrap="square" tIns="503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3CC"/>
                </a:buClr>
                <a:buSzPts val="4300"/>
                <a:buFont typeface="Times New Roman"/>
                <a:buNone/>
              </a:pPr>
              <a:r>
                <a:rPr b="1" i="0" lang="en-US" sz="4300" u="none">
                  <a:solidFill>
                    <a:srgbClr val="0033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/>
            </a:p>
          </p:txBody>
        </p:sp>
        <p:sp>
          <p:nvSpPr>
            <p:cNvPr id="247" name="Google Shape;247;p29"/>
            <p:cNvSpPr/>
            <p:nvPr/>
          </p:nvSpPr>
          <p:spPr>
            <a:xfrm>
              <a:off x="2699" y="2116"/>
              <a:ext cx="317" cy="31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0375" lIns="100775" spcFirstLastPara="1" rIns="100775" wrap="square" tIns="503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3CC"/>
                </a:buClr>
                <a:buSzPts val="4300"/>
                <a:buFont typeface="Times New Roman"/>
                <a:buNone/>
              </a:pPr>
              <a:r>
                <a:rPr b="1" i="0" lang="en-US" sz="4300" u="none">
                  <a:solidFill>
                    <a:srgbClr val="0033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/>
            </a:p>
          </p:txBody>
        </p:sp>
        <p:sp>
          <p:nvSpPr>
            <p:cNvPr id="248" name="Google Shape;248;p29"/>
            <p:cNvSpPr/>
            <p:nvPr/>
          </p:nvSpPr>
          <p:spPr>
            <a:xfrm>
              <a:off x="2328" y="2540"/>
              <a:ext cx="318" cy="317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0375" lIns="100775" spcFirstLastPara="1" rIns="100775" wrap="square" tIns="503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3CC"/>
                </a:buClr>
                <a:buSzPts val="4300"/>
                <a:buFont typeface="Times New Roman"/>
                <a:buNone/>
              </a:pPr>
              <a:r>
                <a:rPr b="1" i="0" lang="en-US" sz="4300" u="none">
                  <a:solidFill>
                    <a:srgbClr val="0033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/>
            </a:p>
          </p:txBody>
        </p:sp>
        <p:sp>
          <p:nvSpPr>
            <p:cNvPr id="249" name="Google Shape;249;p29"/>
            <p:cNvSpPr/>
            <p:nvPr/>
          </p:nvSpPr>
          <p:spPr>
            <a:xfrm>
              <a:off x="2328" y="3016"/>
              <a:ext cx="318" cy="317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0375" lIns="100775" spcFirstLastPara="1" rIns="100775" wrap="square" tIns="503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3CC"/>
                </a:buClr>
                <a:buSzPts val="4300"/>
                <a:buFont typeface="Times New Roman"/>
                <a:buNone/>
              </a:pPr>
              <a:r>
                <a:rPr b="1" i="0" lang="en-US" sz="4300" u="none">
                  <a:solidFill>
                    <a:srgbClr val="0033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</a:t>
              </a:r>
              <a:endParaRPr/>
            </a:p>
          </p:txBody>
        </p:sp>
        <p:cxnSp>
          <p:nvCxnSpPr>
            <p:cNvPr id="250" name="Google Shape;250;p29"/>
            <p:cNvCxnSpPr/>
            <p:nvPr/>
          </p:nvCxnSpPr>
          <p:spPr>
            <a:xfrm>
              <a:off x="2487" y="1429"/>
              <a:ext cx="0" cy="211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251" name="Google Shape;251;p29"/>
            <p:cNvCxnSpPr/>
            <p:nvPr/>
          </p:nvCxnSpPr>
          <p:spPr>
            <a:xfrm flipH="1">
              <a:off x="2170" y="1905"/>
              <a:ext cx="211" cy="264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252" name="Google Shape;252;p29"/>
            <p:cNvCxnSpPr/>
            <p:nvPr/>
          </p:nvCxnSpPr>
          <p:spPr>
            <a:xfrm>
              <a:off x="2593" y="1905"/>
              <a:ext cx="212" cy="211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253" name="Google Shape;253;p29"/>
            <p:cNvCxnSpPr/>
            <p:nvPr/>
          </p:nvCxnSpPr>
          <p:spPr>
            <a:xfrm>
              <a:off x="2117" y="2434"/>
              <a:ext cx="211" cy="212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254" name="Google Shape;254;p29"/>
            <p:cNvCxnSpPr/>
            <p:nvPr/>
          </p:nvCxnSpPr>
          <p:spPr>
            <a:xfrm flipH="1">
              <a:off x="2646" y="2434"/>
              <a:ext cx="212" cy="264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255" name="Google Shape;255;p29"/>
            <p:cNvCxnSpPr/>
            <p:nvPr/>
          </p:nvCxnSpPr>
          <p:spPr>
            <a:xfrm rot="10800000">
              <a:off x="1640" y="2751"/>
              <a:ext cx="688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256" name="Google Shape;256;p29"/>
            <p:cNvCxnSpPr/>
            <p:nvPr/>
          </p:nvCxnSpPr>
          <p:spPr>
            <a:xfrm rot="10800000">
              <a:off x="1640" y="1323"/>
              <a:ext cx="0" cy="1428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257" name="Google Shape;257;p29"/>
            <p:cNvCxnSpPr/>
            <p:nvPr/>
          </p:nvCxnSpPr>
          <p:spPr>
            <a:xfrm>
              <a:off x="1640" y="1323"/>
              <a:ext cx="688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258" name="Google Shape;258;p29"/>
            <p:cNvSpPr/>
            <p:nvPr/>
          </p:nvSpPr>
          <p:spPr>
            <a:xfrm>
              <a:off x="2646" y="1217"/>
              <a:ext cx="785" cy="1905"/>
            </a:xfrm>
            <a:custGeom>
              <a:rect b="b" l="l" r="r" t="t"/>
              <a:pathLst>
                <a:path extrusionOk="0" h="1296" w="712">
                  <a:moveTo>
                    <a:pt x="0" y="96"/>
                  </a:moveTo>
                  <a:cubicBezTo>
                    <a:pt x="212" y="48"/>
                    <a:pt x="424" y="0"/>
                    <a:pt x="528" y="144"/>
                  </a:cubicBezTo>
                  <a:cubicBezTo>
                    <a:pt x="632" y="288"/>
                    <a:pt x="712" y="768"/>
                    <a:pt x="624" y="960"/>
                  </a:cubicBezTo>
                  <a:cubicBezTo>
                    <a:pt x="536" y="1152"/>
                    <a:pt x="268" y="1224"/>
                    <a:pt x="0" y="1296"/>
                  </a:cubicBezTo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7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0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400"/>
              <a:buFont typeface="Gill Sans"/>
              <a:buNone/>
            </a:pPr>
            <a:r>
              <a:rPr b="0" i="0" lang="en-US" sz="44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How to Draw Control flow Graph?</a:t>
            </a:r>
            <a:endParaRPr/>
          </a:p>
        </p:txBody>
      </p:sp>
      <p:sp>
        <p:nvSpPr>
          <p:cNvPr id="264" name="Google Shape;264;p30"/>
          <p:cNvSpPr txBox="1"/>
          <p:nvPr>
            <p:ph idx="1" type="body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840"/>
              <a:buFont typeface="Noto Sans Symbols"/>
              <a:buChar char="⚫"/>
            </a:pPr>
            <a:r>
              <a:rPr b="1" i="0" lang="en-US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Sequence: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Verdana"/>
              <a:buChar char="◦"/>
            </a:pPr>
            <a:r>
              <a:rPr b="1" i="0" lang="en-US" sz="4500" u="none" cap="none" strike="noStrik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i="0" lang="en-US" sz="4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a=5;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Verdana"/>
              <a:buChar char="◦"/>
            </a:pPr>
            <a:r>
              <a:rPr b="1" i="0" lang="en-US" sz="4500" u="none" cap="none" strike="noStrik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en-US" sz="4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b=a*b-1;</a:t>
            </a:r>
            <a:endParaRPr/>
          </a:p>
        </p:txBody>
      </p:sp>
      <p:sp>
        <p:nvSpPr>
          <p:cNvPr id="265" name="Google Shape;265;p30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grpSp>
        <p:nvGrpSpPr>
          <p:cNvPr id="266" name="Google Shape;266;p30"/>
          <p:cNvGrpSpPr/>
          <p:nvPr/>
        </p:nvGrpSpPr>
        <p:grpSpPr>
          <a:xfrm>
            <a:off x="5727698" y="2365375"/>
            <a:ext cx="1798637" cy="4014787"/>
            <a:chOff x="3387" y="1587"/>
            <a:chExt cx="317" cy="953"/>
          </a:xfrm>
        </p:grpSpPr>
        <p:sp>
          <p:nvSpPr>
            <p:cNvPr id="267" name="Google Shape;267;p30"/>
            <p:cNvSpPr/>
            <p:nvPr/>
          </p:nvSpPr>
          <p:spPr>
            <a:xfrm>
              <a:off x="3387" y="1587"/>
              <a:ext cx="317" cy="31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0375" lIns="100775" spcFirstLastPara="1" rIns="100775" wrap="square" tIns="503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3CC"/>
                </a:buClr>
                <a:buSzPts val="5100"/>
                <a:buFont typeface="Times New Roman"/>
                <a:buNone/>
              </a:pPr>
              <a:r>
                <a:rPr b="1" i="0" lang="en-US" sz="5100" u="none">
                  <a:solidFill>
                    <a:srgbClr val="0033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/>
            </a:p>
          </p:txBody>
        </p:sp>
        <p:sp>
          <p:nvSpPr>
            <p:cNvPr id="268" name="Google Shape;268;p30"/>
            <p:cNvSpPr/>
            <p:nvPr/>
          </p:nvSpPr>
          <p:spPr>
            <a:xfrm>
              <a:off x="3387" y="2222"/>
              <a:ext cx="317" cy="31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0375" lIns="100775" spcFirstLastPara="1" rIns="100775" wrap="square" tIns="503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3CC"/>
                </a:buClr>
                <a:buSzPts val="5100"/>
                <a:buFont typeface="Times New Roman"/>
                <a:buNone/>
              </a:pPr>
              <a:r>
                <a:rPr b="1" i="0" lang="en-US" sz="5100" u="none">
                  <a:solidFill>
                    <a:srgbClr val="0033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/>
            </a:p>
          </p:txBody>
        </p:sp>
        <p:cxnSp>
          <p:nvCxnSpPr>
            <p:cNvPr id="269" name="Google Shape;269;p30"/>
            <p:cNvCxnSpPr/>
            <p:nvPr/>
          </p:nvCxnSpPr>
          <p:spPr>
            <a:xfrm>
              <a:off x="3545" y="1905"/>
              <a:ext cx="0" cy="317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1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400"/>
              <a:buFont typeface="Gill Sans"/>
              <a:buNone/>
            </a:pPr>
            <a:r>
              <a:rPr b="0" i="0" lang="en-US" sz="44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How to Draw Control Flow Graph?</a:t>
            </a:r>
            <a:endParaRPr/>
          </a:p>
        </p:txBody>
      </p:sp>
      <p:sp>
        <p:nvSpPr>
          <p:cNvPr id="275" name="Google Shape;275;p31"/>
          <p:cNvSpPr txBox="1"/>
          <p:nvPr>
            <p:ph idx="1" type="body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20"/>
              <a:buFont typeface="Noto Sans Symbols"/>
              <a:buChar char="⚫"/>
            </a:pPr>
            <a:r>
              <a:rPr b="1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Selection: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Verdana"/>
              <a:buChar char="◦"/>
            </a:pPr>
            <a:r>
              <a:rPr b="1" i="0" lang="en-US" sz="4000" u="none" cap="none" strike="noStrik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if(a&gt;b) then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Verdana"/>
              <a:buChar char="◦"/>
            </a:pPr>
            <a:r>
              <a:rPr b="1" i="0" lang="en-US" sz="4000" u="none" cap="none" strike="noStrik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c=3;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Verdana"/>
              <a:buChar char="◦"/>
            </a:pPr>
            <a:r>
              <a:rPr b="1" i="0" lang="en-US" sz="4000" u="none" cap="none" strike="noStrik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else   c=5;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Verdana"/>
              <a:buChar char="◦"/>
            </a:pPr>
            <a:r>
              <a:rPr b="1" i="0" lang="en-US" sz="4000" u="none" cap="none" strike="noStrik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1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c=c*c;</a:t>
            </a:r>
            <a:endParaRPr/>
          </a:p>
        </p:txBody>
      </p:sp>
      <p:sp>
        <p:nvSpPr>
          <p:cNvPr id="276" name="Google Shape;276;p31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grpSp>
        <p:nvGrpSpPr>
          <p:cNvPr id="277" name="Google Shape;277;p31"/>
          <p:cNvGrpSpPr/>
          <p:nvPr/>
        </p:nvGrpSpPr>
        <p:grpSpPr>
          <a:xfrm>
            <a:off x="5503862" y="2603500"/>
            <a:ext cx="3884612" cy="3544887"/>
            <a:chOff x="3175" y="1640"/>
            <a:chExt cx="1111" cy="1217"/>
          </a:xfrm>
        </p:grpSpPr>
        <p:sp>
          <p:nvSpPr>
            <p:cNvPr id="278" name="Google Shape;278;p31"/>
            <p:cNvSpPr/>
            <p:nvPr/>
          </p:nvSpPr>
          <p:spPr>
            <a:xfrm>
              <a:off x="3598" y="1640"/>
              <a:ext cx="318" cy="31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0375" lIns="100775" spcFirstLastPara="1" rIns="100775" wrap="square" tIns="503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3CC"/>
                </a:buClr>
                <a:buSzPts val="5100"/>
                <a:buFont typeface="Times New Roman"/>
                <a:buNone/>
              </a:pPr>
              <a:r>
                <a:rPr b="1" i="0" lang="en-US" sz="5100" u="none">
                  <a:solidFill>
                    <a:srgbClr val="0033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/>
            </a:p>
          </p:txBody>
        </p:sp>
        <p:sp>
          <p:nvSpPr>
            <p:cNvPr id="279" name="Google Shape;279;p31"/>
            <p:cNvSpPr/>
            <p:nvPr/>
          </p:nvSpPr>
          <p:spPr>
            <a:xfrm>
              <a:off x="3175" y="2116"/>
              <a:ext cx="318" cy="31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0375" lIns="100775" spcFirstLastPara="1" rIns="100775" wrap="square" tIns="503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3CC"/>
                </a:buClr>
                <a:buSzPts val="5100"/>
                <a:buFont typeface="Times New Roman"/>
                <a:buNone/>
              </a:pPr>
              <a:r>
                <a:rPr b="1" i="0" lang="en-US" sz="5100" u="none">
                  <a:solidFill>
                    <a:srgbClr val="0033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/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3969" y="2116"/>
              <a:ext cx="317" cy="31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0375" lIns="100775" spcFirstLastPara="1" rIns="100775" wrap="square" tIns="503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3CC"/>
                </a:buClr>
                <a:buSzPts val="5100"/>
                <a:buFont typeface="Times New Roman"/>
                <a:buNone/>
              </a:pPr>
              <a:r>
                <a:rPr b="1" i="0" lang="en-US" sz="5100" u="none">
                  <a:solidFill>
                    <a:srgbClr val="0033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/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3598" y="2540"/>
              <a:ext cx="318" cy="317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0375" lIns="100775" spcFirstLastPara="1" rIns="100775" wrap="square" tIns="503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3CC"/>
                </a:buClr>
                <a:buSzPts val="5100"/>
                <a:buFont typeface="Times New Roman"/>
                <a:buNone/>
              </a:pPr>
              <a:r>
                <a:rPr b="1" i="0" lang="en-US" sz="5100" u="none">
                  <a:solidFill>
                    <a:srgbClr val="0033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/>
            </a:p>
          </p:txBody>
        </p:sp>
        <p:cxnSp>
          <p:nvCxnSpPr>
            <p:cNvPr id="282" name="Google Shape;282;p31"/>
            <p:cNvCxnSpPr/>
            <p:nvPr/>
          </p:nvCxnSpPr>
          <p:spPr>
            <a:xfrm flipH="1">
              <a:off x="3440" y="1905"/>
              <a:ext cx="211" cy="264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283" name="Google Shape;283;p31"/>
            <p:cNvCxnSpPr/>
            <p:nvPr/>
          </p:nvCxnSpPr>
          <p:spPr>
            <a:xfrm>
              <a:off x="3863" y="1905"/>
              <a:ext cx="212" cy="211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284" name="Google Shape;284;p31"/>
            <p:cNvCxnSpPr/>
            <p:nvPr/>
          </p:nvCxnSpPr>
          <p:spPr>
            <a:xfrm>
              <a:off x="3387" y="2434"/>
              <a:ext cx="211" cy="212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285" name="Google Shape;285;p31"/>
            <p:cNvCxnSpPr/>
            <p:nvPr/>
          </p:nvCxnSpPr>
          <p:spPr>
            <a:xfrm flipH="1">
              <a:off x="3916" y="2434"/>
              <a:ext cx="212" cy="264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2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400"/>
              <a:buFont typeface="Gill Sans"/>
              <a:buNone/>
            </a:pPr>
            <a:r>
              <a:rPr b="0" i="0" lang="en-US" sz="44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How to Draw Control Flow Graph?</a:t>
            </a:r>
            <a:endParaRPr/>
          </a:p>
        </p:txBody>
      </p:sp>
      <p:sp>
        <p:nvSpPr>
          <p:cNvPr id="291" name="Google Shape;291;p32"/>
          <p:cNvSpPr txBox="1"/>
          <p:nvPr>
            <p:ph idx="1" type="body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⚫"/>
            </a:pPr>
            <a:r>
              <a:rPr b="1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Iteration: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Verdana"/>
              <a:buChar char="◦"/>
            </a:pPr>
            <a:r>
              <a:rPr b="1" i="0" lang="en-US" sz="3600" u="none" cap="none" strike="noStrik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while(a&gt;b){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Verdana"/>
              <a:buChar char="◦"/>
            </a:pPr>
            <a:r>
              <a:rPr b="1" i="0" lang="en-US" sz="3600" u="none" cap="none" strike="noStrik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b=b*a;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Verdana"/>
              <a:buChar char="◦"/>
            </a:pPr>
            <a:r>
              <a:rPr b="1" i="0" lang="en-US" sz="3600" u="none" cap="none" strike="noStrik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b=b-1;}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Verdana"/>
              <a:buChar char="◦"/>
            </a:pPr>
            <a:r>
              <a:rPr b="1" i="0" lang="en-US" sz="3600" u="none" cap="none" strike="noStrik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1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c=b+d;</a:t>
            </a:r>
            <a:endParaRPr/>
          </a:p>
        </p:txBody>
      </p:sp>
      <p:sp>
        <p:nvSpPr>
          <p:cNvPr id="292" name="Google Shape;292;p32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grpSp>
        <p:nvGrpSpPr>
          <p:cNvPr id="293" name="Google Shape;293;p32"/>
          <p:cNvGrpSpPr/>
          <p:nvPr/>
        </p:nvGrpSpPr>
        <p:grpSpPr>
          <a:xfrm>
            <a:off x="5649912" y="1570037"/>
            <a:ext cx="3962400" cy="5181600"/>
            <a:chOff x="3237" y="1270"/>
            <a:chExt cx="1790" cy="2169"/>
          </a:xfrm>
        </p:grpSpPr>
        <p:sp>
          <p:nvSpPr>
            <p:cNvPr id="294" name="Google Shape;294;p32"/>
            <p:cNvSpPr/>
            <p:nvPr/>
          </p:nvSpPr>
          <p:spPr>
            <a:xfrm>
              <a:off x="3925" y="1270"/>
              <a:ext cx="317" cy="317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0375" lIns="100775" spcFirstLastPara="1" rIns="100775" wrap="square" tIns="503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3CC"/>
                </a:buClr>
                <a:buSzPts val="4300"/>
                <a:buFont typeface="Times New Roman"/>
                <a:buNone/>
              </a:pPr>
              <a:r>
                <a:rPr b="1" i="0" lang="en-US" sz="4300" u="none">
                  <a:solidFill>
                    <a:srgbClr val="0033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/>
            </a:p>
          </p:txBody>
        </p:sp>
        <p:sp>
          <p:nvSpPr>
            <p:cNvPr id="295" name="Google Shape;295;p32"/>
            <p:cNvSpPr/>
            <p:nvPr/>
          </p:nvSpPr>
          <p:spPr>
            <a:xfrm>
              <a:off x="3925" y="1958"/>
              <a:ext cx="317" cy="317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0375" lIns="100775" spcFirstLastPara="1" rIns="100775" wrap="square" tIns="503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3CC"/>
                </a:buClr>
                <a:buSzPts val="4300"/>
                <a:buFont typeface="Times New Roman"/>
                <a:buNone/>
              </a:pPr>
              <a:r>
                <a:rPr b="1" i="0" lang="en-US" sz="4300" u="none">
                  <a:solidFill>
                    <a:srgbClr val="0033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/>
            </a:p>
          </p:txBody>
        </p:sp>
        <p:sp>
          <p:nvSpPr>
            <p:cNvPr id="296" name="Google Shape;296;p32"/>
            <p:cNvSpPr/>
            <p:nvPr/>
          </p:nvSpPr>
          <p:spPr>
            <a:xfrm>
              <a:off x="3925" y="2646"/>
              <a:ext cx="317" cy="317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0375" lIns="100775" spcFirstLastPara="1" rIns="100775" wrap="square" tIns="503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3CC"/>
                </a:buClr>
                <a:buSzPts val="4300"/>
                <a:buFont typeface="Times New Roman"/>
                <a:buNone/>
              </a:pPr>
              <a:r>
                <a:rPr b="1" i="0" lang="en-US" sz="4300" u="none">
                  <a:solidFill>
                    <a:srgbClr val="0033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/>
            </a:p>
          </p:txBody>
        </p:sp>
        <p:sp>
          <p:nvSpPr>
            <p:cNvPr id="297" name="Google Shape;297;p32"/>
            <p:cNvSpPr/>
            <p:nvPr/>
          </p:nvSpPr>
          <p:spPr>
            <a:xfrm>
              <a:off x="3925" y="3122"/>
              <a:ext cx="317" cy="317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0375" lIns="100775" spcFirstLastPara="1" rIns="100775" wrap="square" tIns="503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3CC"/>
                </a:buClr>
                <a:buSzPts val="4300"/>
                <a:buFont typeface="Times New Roman"/>
                <a:buNone/>
              </a:pPr>
              <a:r>
                <a:rPr b="1" i="0" lang="en-US" sz="4300" u="none">
                  <a:solidFill>
                    <a:srgbClr val="0033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/>
            </a:p>
          </p:txBody>
        </p:sp>
        <p:cxnSp>
          <p:nvCxnSpPr>
            <p:cNvPr id="298" name="Google Shape;298;p32"/>
            <p:cNvCxnSpPr/>
            <p:nvPr/>
          </p:nvCxnSpPr>
          <p:spPr>
            <a:xfrm flipH="1">
              <a:off x="4075" y="1534"/>
              <a:ext cx="8" cy="424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299" name="Google Shape;299;p32"/>
            <p:cNvCxnSpPr/>
            <p:nvPr/>
          </p:nvCxnSpPr>
          <p:spPr>
            <a:xfrm>
              <a:off x="4075" y="2275"/>
              <a:ext cx="0" cy="371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300" name="Google Shape;300;p32"/>
            <p:cNvCxnSpPr/>
            <p:nvPr/>
          </p:nvCxnSpPr>
          <p:spPr>
            <a:xfrm rot="10800000">
              <a:off x="3237" y="2857"/>
              <a:ext cx="688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301" name="Google Shape;301;p32"/>
            <p:cNvCxnSpPr/>
            <p:nvPr/>
          </p:nvCxnSpPr>
          <p:spPr>
            <a:xfrm rot="10800000">
              <a:off x="3237" y="1429"/>
              <a:ext cx="0" cy="1428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302" name="Google Shape;302;p32"/>
            <p:cNvCxnSpPr/>
            <p:nvPr/>
          </p:nvCxnSpPr>
          <p:spPr>
            <a:xfrm>
              <a:off x="3237" y="1429"/>
              <a:ext cx="688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303" name="Google Shape;303;p32"/>
            <p:cNvSpPr/>
            <p:nvPr/>
          </p:nvSpPr>
          <p:spPr>
            <a:xfrm>
              <a:off x="4242" y="1323"/>
              <a:ext cx="785" cy="1905"/>
            </a:xfrm>
            <a:custGeom>
              <a:rect b="b" l="l" r="r" t="t"/>
              <a:pathLst>
                <a:path extrusionOk="0" h="1296" w="712">
                  <a:moveTo>
                    <a:pt x="0" y="96"/>
                  </a:moveTo>
                  <a:cubicBezTo>
                    <a:pt x="212" y="48"/>
                    <a:pt x="424" y="0"/>
                    <a:pt x="528" y="144"/>
                  </a:cubicBezTo>
                  <a:cubicBezTo>
                    <a:pt x="632" y="288"/>
                    <a:pt x="712" y="768"/>
                    <a:pt x="624" y="960"/>
                  </a:cubicBezTo>
                  <a:cubicBezTo>
                    <a:pt x="536" y="1152"/>
                    <a:pt x="268" y="1224"/>
                    <a:pt x="0" y="1296"/>
                  </a:cubicBezTo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7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3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700"/>
              <a:buFont typeface="Gill Sans"/>
              <a:buNone/>
            </a:pPr>
            <a:r>
              <a:rPr b="0" i="0" lang="en-US" sz="47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Example Code Fragment</a:t>
            </a:r>
            <a:endParaRPr/>
          </a:p>
        </p:txBody>
      </p:sp>
      <p:pic>
        <p:nvPicPr>
          <p:cNvPr id="309" name="Google Shape;309;p3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00262" y="1681162"/>
            <a:ext cx="6046787" cy="529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33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4"/>
          <p:cNvSpPr txBox="1"/>
          <p:nvPr>
            <p:ph type="title"/>
          </p:nvPr>
        </p:nvSpPr>
        <p:spPr>
          <a:xfrm>
            <a:off x="1198562" y="0"/>
            <a:ext cx="8264525" cy="96043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000"/>
              <a:buFont typeface="Gill Sans"/>
              <a:buNone/>
            </a:pPr>
            <a:r>
              <a:rPr b="0" i="0" lang="en-US" sz="40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Example Control Flow Graph</a:t>
            </a:r>
            <a:endParaRPr/>
          </a:p>
        </p:txBody>
      </p:sp>
      <p:pic>
        <p:nvPicPr>
          <p:cNvPr id="316" name="Google Shape;316;p3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3575" y="1036637"/>
            <a:ext cx="4503737" cy="610235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34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18" name="Google Shape;318;p34"/>
          <p:cNvSpPr txBox="1"/>
          <p:nvPr/>
        </p:nvSpPr>
        <p:spPr>
          <a:xfrm>
            <a:off x="1077912" y="7138987"/>
            <a:ext cx="4252912" cy="303212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spAutoFit/>
          </a:bodyPr>
          <a:lstStyle/>
          <a:p>
            <a:pPr indent="-377825" lvl="0" marL="3778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0" i="0" lang="en-US" sz="13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Source:  </a:t>
            </a:r>
            <a:r>
              <a:rPr b="0" i="0" lang="en-US" sz="13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Art of Software Testing</a:t>
            </a:r>
            <a:r>
              <a:rPr b="0" i="0" lang="en-US" sz="13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Glenford Myers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5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6900"/>
              <a:buFont typeface="Gill Sans"/>
              <a:buNone/>
            </a:pPr>
            <a:r>
              <a:rPr b="0" i="0" lang="en-US" sz="69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Path</a:t>
            </a:r>
            <a:endParaRPr/>
          </a:p>
        </p:txBody>
      </p:sp>
      <p:sp>
        <p:nvSpPr>
          <p:cNvPr id="324" name="Google Shape;324;p35"/>
          <p:cNvSpPr txBox="1"/>
          <p:nvPr>
            <p:ph idx="1" type="body"/>
          </p:nvPr>
        </p:nvSpPr>
        <p:spPr>
          <a:xfrm>
            <a:off x="1077912" y="1581150"/>
            <a:ext cx="9002712" cy="509905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-342900" lvl="0" marL="34290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840"/>
              <a:buFont typeface="Noto Sans Symbols"/>
              <a:buChar char="⚫"/>
            </a:pPr>
            <a:r>
              <a:rPr b="0" i="0" lang="en-US" sz="4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 path through a program:</a:t>
            </a:r>
            <a:endParaRPr/>
          </a:p>
          <a:p>
            <a:pPr indent="-285750" lvl="1" marL="742950" marR="0" rtl="0" algn="just">
              <a:lnSpc>
                <a:spcPct val="110000"/>
              </a:lnSpc>
              <a:spcBef>
                <a:spcPts val="116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Verdana"/>
              <a:buChar char="◦"/>
            </a:pPr>
            <a:r>
              <a:rPr b="0" i="0" lang="en-US" sz="4400" u="none" cap="none" strike="noStrike">
                <a:solidFill>
                  <a:srgbClr val="0000CC"/>
                </a:solidFill>
                <a:latin typeface="Gill Sans"/>
                <a:ea typeface="Gill Sans"/>
                <a:cs typeface="Gill Sans"/>
                <a:sym typeface="Gill Sans"/>
              </a:rPr>
              <a:t>A node and edge sequence from the starting node to a terminal node of the control flow graph.</a:t>
            </a:r>
            <a:endParaRPr/>
          </a:p>
          <a:p>
            <a:pPr indent="-285750" lvl="1" marL="742950" marR="0" rtl="0" algn="just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Verdana"/>
              <a:buChar char="◦"/>
            </a:pPr>
            <a:r>
              <a:rPr b="0" i="0" lang="en-US" sz="4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There may be several terminal nodes for  program.</a:t>
            </a:r>
            <a:endParaRPr/>
          </a:p>
        </p:txBody>
      </p:sp>
      <p:sp>
        <p:nvSpPr>
          <p:cNvPr id="325" name="Google Shape;325;p35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6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900"/>
              <a:buFont typeface="Gill Sans"/>
              <a:buNone/>
            </a:pPr>
            <a:r>
              <a:rPr b="0" i="0" lang="en-US" sz="49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Linearly Independent Path</a:t>
            </a:r>
            <a:endParaRPr/>
          </a:p>
        </p:txBody>
      </p:sp>
      <p:sp>
        <p:nvSpPr>
          <p:cNvPr id="331" name="Google Shape;331;p36"/>
          <p:cNvSpPr txBox="1"/>
          <p:nvPr>
            <p:ph idx="1" type="body"/>
          </p:nvPr>
        </p:nvSpPr>
        <p:spPr>
          <a:xfrm>
            <a:off x="1079500" y="1763712"/>
            <a:ext cx="9001125" cy="534987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-342900" lvl="0" marL="34290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840"/>
              <a:buFont typeface="Noto Sans Symbols"/>
              <a:buChar char="⚫"/>
            </a:pPr>
            <a:r>
              <a:rPr b="0" i="0" lang="en-US" sz="4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Any path through the program:</a:t>
            </a:r>
            <a:endParaRPr/>
          </a:p>
          <a:p>
            <a:pPr indent="-285750" lvl="1" marL="742950" marR="0" rtl="0" algn="just">
              <a:lnSpc>
                <a:spcPct val="110000"/>
              </a:lnSpc>
              <a:spcBef>
                <a:spcPts val="1155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Verdana"/>
              <a:buChar char="◦"/>
            </a:pPr>
            <a:r>
              <a:rPr b="0" i="0" lang="en-US" sz="4500" u="none" cap="none" strike="noStrike">
                <a:solidFill>
                  <a:srgbClr val="0000CC"/>
                </a:solidFill>
                <a:latin typeface="Gill Sans"/>
                <a:ea typeface="Gill Sans"/>
                <a:cs typeface="Gill Sans"/>
                <a:sym typeface="Gill Sans"/>
              </a:rPr>
              <a:t>Introduces at least one new edge:</a:t>
            </a:r>
            <a:endParaRPr/>
          </a:p>
          <a:p>
            <a:pPr indent="-247650" lvl="2" marL="1143000" marR="0" rtl="0" algn="just">
              <a:lnSpc>
                <a:spcPct val="110000"/>
              </a:lnSpc>
              <a:spcBef>
                <a:spcPts val="1035"/>
              </a:spcBef>
              <a:spcAft>
                <a:spcPts val="0"/>
              </a:spcAft>
              <a:buClr>
                <a:schemeClr val="accent2"/>
              </a:buClr>
              <a:buSzPts val="3900"/>
              <a:buFont typeface="Noto Sans Symbols"/>
              <a:buChar char="●"/>
            </a:pPr>
            <a:r>
              <a:rPr b="0" i="0" lang="en-US" sz="3900" u="none" cap="none" strike="noStrike">
                <a:solidFill>
                  <a:srgbClr val="0000CC"/>
                </a:solidFill>
                <a:latin typeface="Gill Sans"/>
                <a:ea typeface="Gill Sans"/>
                <a:cs typeface="Gill Sans"/>
                <a:sym typeface="Gill Sans"/>
              </a:rPr>
              <a:t>Not included in any other  independent paths.</a:t>
            </a:r>
            <a:r>
              <a:rPr b="0" i="0" lang="en-US" sz="39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</a:t>
            </a:r>
            <a:endParaRPr/>
          </a:p>
        </p:txBody>
      </p:sp>
      <p:sp>
        <p:nvSpPr>
          <p:cNvPr id="332" name="Google Shape;332;p36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7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700"/>
              <a:buFont typeface="Gill Sans"/>
              <a:buNone/>
            </a:pPr>
            <a:r>
              <a:rPr b="0" i="0" lang="en-US" sz="47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Independent path</a:t>
            </a:r>
            <a:endParaRPr/>
          </a:p>
        </p:txBody>
      </p:sp>
      <p:sp>
        <p:nvSpPr>
          <p:cNvPr id="338" name="Google Shape;338;p37"/>
          <p:cNvSpPr txBox="1"/>
          <p:nvPr>
            <p:ph idx="1" type="body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-342900" lvl="0" marL="342900" marR="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20"/>
              <a:buFont typeface="Noto Sans Symbols"/>
              <a:buChar char="⚫"/>
            </a:pPr>
            <a:r>
              <a:rPr b="0" i="0" lang="en-US" sz="4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It is straight forward: </a:t>
            </a:r>
            <a:endParaRPr/>
          </a:p>
          <a:p>
            <a:pPr indent="-285750" lvl="1" marL="742950" marR="0" rtl="0" algn="just">
              <a:lnSpc>
                <a:spcPct val="105000"/>
              </a:lnSpc>
              <a:spcBef>
                <a:spcPts val="84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Verdana"/>
              <a:buChar char="◦"/>
            </a:pPr>
            <a:r>
              <a:rPr b="0" i="0" lang="en-US" sz="4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To identify linearly independent paths of simple programs.</a:t>
            </a:r>
            <a:endParaRPr/>
          </a:p>
          <a:p>
            <a:pPr indent="-342900" lvl="0" marL="342900" marR="0" rtl="0" algn="just">
              <a:lnSpc>
                <a:spcPct val="105000"/>
              </a:lnSpc>
              <a:spcBef>
                <a:spcPts val="840"/>
              </a:spcBef>
              <a:spcAft>
                <a:spcPts val="0"/>
              </a:spcAft>
              <a:buClr>
                <a:schemeClr val="accent1"/>
              </a:buClr>
              <a:buSzPts val="3520"/>
              <a:buFont typeface="Noto Sans Symbols"/>
              <a:buChar char="⚫"/>
            </a:pPr>
            <a:r>
              <a:rPr b="0" i="0" lang="en-US" sz="4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For complicated programs:</a:t>
            </a:r>
            <a:endParaRPr/>
          </a:p>
          <a:p>
            <a:pPr indent="-285750" lvl="1" marL="742950" marR="0" rtl="0" algn="just">
              <a:lnSpc>
                <a:spcPct val="105000"/>
              </a:lnSpc>
              <a:spcBef>
                <a:spcPts val="84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Verdana"/>
              <a:buChar char="◦"/>
            </a:pPr>
            <a:r>
              <a:rPr b="0" i="0" lang="en-US" sz="4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It is not easy to determine the number of independent paths. </a:t>
            </a:r>
            <a:endParaRPr/>
          </a:p>
        </p:txBody>
      </p:sp>
      <p:sp>
        <p:nvSpPr>
          <p:cNvPr id="339" name="Google Shape;339;p37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"/>
                                        <p:tgtEl>
                                          <p:spTgt spid="3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"/>
                                        <p:tgtEl>
                                          <p:spTgt spid="3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"/>
                                        <p:tgtEl>
                                          <p:spTgt spid="3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"/>
                                        <p:tgtEl>
                                          <p:spTgt spid="3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8"/>
          <p:cNvSpPr txBox="1"/>
          <p:nvPr>
            <p:ph type="title"/>
          </p:nvPr>
        </p:nvSpPr>
        <p:spPr>
          <a:xfrm>
            <a:off x="1055687" y="420687"/>
            <a:ext cx="9013825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5500"/>
              <a:buFont typeface="Gill Sans"/>
              <a:buNone/>
            </a:pPr>
            <a:r>
              <a:rPr b="0" i="0" lang="en-US" sz="55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McCabe's Cyclomatic Metric </a:t>
            </a:r>
            <a:endParaRPr/>
          </a:p>
        </p:txBody>
      </p:sp>
      <p:sp>
        <p:nvSpPr>
          <p:cNvPr id="345" name="Google Shape;345;p38"/>
          <p:cNvSpPr txBox="1"/>
          <p:nvPr>
            <p:ph idx="1" type="body"/>
          </p:nvPr>
        </p:nvSpPr>
        <p:spPr>
          <a:xfrm>
            <a:off x="1006475" y="1911350"/>
            <a:ext cx="9074150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rmAutofit/>
          </a:bodyPr>
          <a:lstStyle/>
          <a:p>
            <a:pPr indent="-342900" lvl="0" marL="34290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20"/>
              <a:buFont typeface="Noto Sans Symbols"/>
              <a:buChar char="⚫"/>
            </a:pPr>
            <a:r>
              <a:rPr b="0" i="0" lang="en-US" sz="4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An upper bound: </a:t>
            </a:r>
            <a:endParaRPr/>
          </a:p>
          <a:p>
            <a:pPr indent="-285750" lvl="1" marL="742950" marR="0" rtl="0" algn="just">
              <a:lnSpc>
                <a:spcPct val="95000"/>
              </a:lnSpc>
              <a:spcBef>
                <a:spcPts val="82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Verdana"/>
              <a:buChar char="◦"/>
            </a:pPr>
            <a:r>
              <a:rPr b="0" i="0" lang="en-US" sz="4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For the number of linearly independent paths of a program </a:t>
            </a:r>
            <a:endParaRPr/>
          </a:p>
          <a:p>
            <a:pPr indent="-342900" lvl="0" marL="342900" marR="0" rtl="0" algn="just">
              <a:lnSpc>
                <a:spcPct val="95000"/>
              </a:lnSpc>
              <a:spcBef>
                <a:spcPts val="860"/>
              </a:spcBef>
              <a:spcAft>
                <a:spcPts val="0"/>
              </a:spcAft>
              <a:buClr>
                <a:schemeClr val="accent1"/>
              </a:buClr>
              <a:buSzPts val="3520"/>
              <a:buFont typeface="Noto Sans Symbols"/>
              <a:buChar char="⚫"/>
            </a:pPr>
            <a:r>
              <a:rPr b="0" i="0" lang="en-US" sz="4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Provides a practical way of determining: </a:t>
            </a:r>
            <a:endParaRPr/>
          </a:p>
          <a:p>
            <a:pPr indent="-285750" lvl="1" marL="742950" marR="0" rtl="0" algn="just">
              <a:lnSpc>
                <a:spcPct val="95000"/>
              </a:lnSpc>
              <a:spcBef>
                <a:spcPts val="82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Verdana"/>
              <a:buChar char="◦"/>
            </a:pPr>
            <a:r>
              <a:rPr b="0" i="0" lang="en-US" sz="4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 maximum number of linearly independent paths in a program.</a:t>
            </a:r>
            <a:endParaRPr/>
          </a:p>
        </p:txBody>
      </p:sp>
      <p:sp>
        <p:nvSpPr>
          <p:cNvPr id="346" name="Google Shape;346;p38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9"/>
          <p:cNvSpPr txBox="1"/>
          <p:nvPr>
            <p:ph type="title"/>
          </p:nvPr>
        </p:nvSpPr>
        <p:spPr>
          <a:xfrm>
            <a:off x="1042987" y="420687"/>
            <a:ext cx="8569325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700"/>
              <a:buFont typeface="Gill Sans"/>
              <a:buNone/>
            </a:pPr>
            <a:r>
              <a:rPr b="0" i="0" lang="en-US" sz="47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McCabe's Cyclomatic Metric </a:t>
            </a:r>
            <a:endParaRPr/>
          </a:p>
        </p:txBody>
      </p:sp>
      <p:sp>
        <p:nvSpPr>
          <p:cNvPr id="352" name="Google Shape;352;p39"/>
          <p:cNvSpPr txBox="1"/>
          <p:nvPr>
            <p:ph idx="1" type="body"/>
          </p:nvPr>
        </p:nvSpPr>
        <p:spPr>
          <a:xfrm>
            <a:off x="1087437" y="20002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-342900" lvl="0" marL="3429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20"/>
              <a:buFont typeface="Noto Sans Symbols"/>
              <a:buChar char="⚫"/>
            </a:pPr>
            <a:r>
              <a:rPr b="0" i="0" lang="en-US" sz="4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Given a control flow graph G,</a:t>
            </a:r>
            <a:br>
              <a:rPr b="0" i="0" lang="en-US" sz="4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b="0" i="0" lang="en-US" sz="4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cyclomatic complexity V(G): </a:t>
            </a:r>
            <a:endParaRPr/>
          </a:p>
          <a:p>
            <a:pPr indent="-285750" lvl="1" marL="742950" marR="0" rtl="0" algn="just">
              <a:lnSpc>
                <a:spcPct val="115000"/>
              </a:lnSpc>
              <a:spcBef>
                <a:spcPts val="1055"/>
              </a:spcBef>
              <a:spcAft>
                <a:spcPts val="0"/>
              </a:spcAft>
              <a:buClr>
                <a:schemeClr val="accent1"/>
              </a:buClr>
              <a:buSzPts val="4100"/>
              <a:buFont typeface="Verdana"/>
              <a:buChar char="◦"/>
            </a:pPr>
            <a:r>
              <a:rPr b="0" i="0" lang="en-US" sz="4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b="0" i="0" lang="en-US" sz="4100" u="none" cap="none" strike="noStrike">
                <a:solidFill>
                  <a:srgbClr val="0000CC"/>
                </a:solidFill>
                <a:latin typeface="Gill Sans"/>
                <a:ea typeface="Gill Sans"/>
                <a:cs typeface="Gill Sans"/>
                <a:sym typeface="Gill Sans"/>
              </a:rPr>
              <a:t>V(G)= E-N+2</a:t>
            </a:r>
            <a:endParaRPr/>
          </a:p>
          <a:p>
            <a:pPr indent="-228600" lvl="2" marL="1143000" marR="0" rtl="0" algn="just">
              <a:lnSpc>
                <a:spcPct val="115000"/>
              </a:lnSpc>
              <a:spcBef>
                <a:spcPts val="935"/>
              </a:spcBef>
              <a:spcAft>
                <a:spcPts val="0"/>
              </a:spcAft>
              <a:buClr>
                <a:schemeClr val="accent2"/>
              </a:buClr>
              <a:buSzPts val="3500"/>
              <a:buFont typeface="Noto Sans Symbols"/>
              <a:buChar char="●"/>
            </a:pPr>
            <a:r>
              <a:rPr b="0" i="0" lang="en-US" sz="35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 is the number of  nodes in G</a:t>
            </a:r>
            <a:endParaRPr/>
          </a:p>
          <a:p>
            <a:pPr indent="-228600" lvl="2" marL="1143000" marR="0" rtl="0" algn="just">
              <a:lnSpc>
                <a:spcPct val="115000"/>
              </a:lnSpc>
              <a:spcBef>
                <a:spcPts val="875"/>
              </a:spcBef>
              <a:spcAft>
                <a:spcPts val="0"/>
              </a:spcAft>
              <a:buClr>
                <a:schemeClr val="accent2"/>
              </a:buClr>
              <a:buSzPts val="3500"/>
              <a:buFont typeface="Noto Sans Symbols"/>
              <a:buChar char="●"/>
            </a:pPr>
            <a:r>
              <a:rPr b="0" i="0" lang="en-US" sz="35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 is the number of edges in G</a:t>
            </a:r>
            <a:endParaRPr/>
          </a:p>
        </p:txBody>
      </p:sp>
      <p:sp>
        <p:nvSpPr>
          <p:cNvPr id="353" name="Google Shape;353;p39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0"/>
          <p:cNvSpPr txBox="1"/>
          <p:nvPr>
            <p:ph type="title"/>
          </p:nvPr>
        </p:nvSpPr>
        <p:spPr>
          <a:xfrm>
            <a:off x="1042987" y="420687"/>
            <a:ext cx="8569325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700"/>
              <a:buFont typeface="Gill Sans"/>
              <a:buNone/>
            </a:pPr>
            <a:r>
              <a:rPr b="0" i="0" lang="en-US" sz="47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Example Control Flow Graph </a:t>
            </a:r>
            <a:endParaRPr/>
          </a:p>
        </p:txBody>
      </p:sp>
      <p:sp>
        <p:nvSpPr>
          <p:cNvPr id="359" name="Google Shape;359;p40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grpSp>
        <p:nvGrpSpPr>
          <p:cNvPr id="360" name="Google Shape;360;p40"/>
          <p:cNvGrpSpPr/>
          <p:nvPr/>
        </p:nvGrpSpPr>
        <p:grpSpPr>
          <a:xfrm>
            <a:off x="1217612" y="1835150"/>
            <a:ext cx="4368800" cy="5056187"/>
            <a:chOff x="1640" y="1164"/>
            <a:chExt cx="1791" cy="2169"/>
          </a:xfrm>
        </p:grpSpPr>
        <p:sp>
          <p:nvSpPr>
            <p:cNvPr id="361" name="Google Shape;361;p40"/>
            <p:cNvSpPr/>
            <p:nvPr/>
          </p:nvSpPr>
          <p:spPr>
            <a:xfrm>
              <a:off x="2328" y="1164"/>
              <a:ext cx="318" cy="31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0375" lIns="100775" spcFirstLastPara="1" rIns="100775" wrap="square" tIns="503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3CC"/>
                </a:buClr>
                <a:buSzPts val="3900"/>
                <a:buFont typeface="Times New Roman"/>
                <a:buNone/>
              </a:pPr>
              <a:r>
                <a:rPr b="1" i="0" lang="en-US" sz="3900" u="none">
                  <a:solidFill>
                    <a:srgbClr val="0033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/>
            </a:p>
          </p:txBody>
        </p:sp>
        <p:sp>
          <p:nvSpPr>
            <p:cNvPr id="362" name="Google Shape;362;p40"/>
            <p:cNvSpPr/>
            <p:nvPr/>
          </p:nvSpPr>
          <p:spPr>
            <a:xfrm>
              <a:off x="2328" y="1640"/>
              <a:ext cx="318" cy="31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0375" lIns="100775" spcFirstLastPara="1" rIns="100775" wrap="square" tIns="503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3CC"/>
                </a:buClr>
                <a:buSzPts val="3900"/>
                <a:buFont typeface="Times New Roman"/>
                <a:buNone/>
              </a:pPr>
              <a:r>
                <a:rPr b="1" i="0" lang="en-US" sz="3900" u="none">
                  <a:solidFill>
                    <a:srgbClr val="0033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/>
            </a:p>
          </p:txBody>
        </p:sp>
        <p:sp>
          <p:nvSpPr>
            <p:cNvPr id="363" name="Google Shape;363;p40"/>
            <p:cNvSpPr/>
            <p:nvPr/>
          </p:nvSpPr>
          <p:spPr>
            <a:xfrm>
              <a:off x="1905" y="2116"/>
              <a:ext cx="318" cy="31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0375" lIns="100775" spcFirstLastPara="1" rIns="100775" wrap="square" tIns="503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3CC"/>
                </a:buClr>
                <a:buSzPts val="3900"/>
                <a:buFont typeface="Times New Roman"/>
                <a:buNone/>
              </a:pPr>
              <a:r>
                <a:rPr b="1" i="0" lang="en-US" sz="3900" u="none">
                  <a:solidFill>
                    <a:srgbClr val="0033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/>
            </a:p>
          </p:txBody>
        </p:sp>
        <p:sp>
          <p:nvSpPr>
            <p:cNvPr id="364" name="Google Shape;364;p40"/>
            <p:cNvSpPr/>
            <p:nvPr/>
          </p:nvSpPr>
          <p:spPr>
            <a:xfrm>
              <a:off x="2699" y="2116"/>
              <a:ext cx="317" cy="31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0375" lIns="100775" spcFirstLastPara="1" rIns="100775" wrap="square" tIns="503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3CC"/>
                </a:buClr>
                <a:buSzPts val="3900"/>
                <a:buFont typeface="Times New Roman"/>
                <a:buNone/>
              </a:pPr>
              <a:r>
                <a:rPr b="1" i="0" lang="en-US" sz="3900" u="none">
                  <a:solidFill>
                    <a:srgbClr val="0033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/>
            </a:p>
          </p:txBody>
        </p:sp>
        <p:sp>
          <p:nvSpPr>
            <p:cNvPr id="365" name="Google Shape;365;p40"/>
            <p:cNvSpPr/>
            <p:nvPr/>
          </p:nvSpPr>
          <p:spPr>
            <a:xfrm>
              <a:off x="2328" y="2540"/>
              <a:ext cx="318" cy="317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0375" lIns="100775" spcFirstLastPara="1" rIns="100775" wrap="square" tIns="503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3CC"/>
                </a:buClr>
                <a:buSzPts val="3900"/>
                <a:buFont typeface="Times New Roman"/>
                <a:buNone/>
              </a:pPr>
              <a:r>
                <a:rPr b="1" i="0" lang="en-US" sz="3900" u="none">
                  <a:solidFill>
                    <a:srgbClr val="0033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/>
            </a:p>
          </p:txBody>
        </p:sp>
        <p:sp>
          <p:nvSpPr>
            <p:cNvPr id="366" name="Google Shape;366;p40"/>
            <p:cNvSpPr/>
            <p:nvPr/>
          </p:nvSpPr>
          <p:spPr>
            <a:xfrm>
              <a:off x="2328" y="3016"/>
              <a:ext cx="318" cy="317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0375" lIns="100775" spcFirstLastPara="1" rIns="100775" wrap="square" tIns="503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3CC"/>
                </a:buClr>
                <a:buSzPts val="3900"/>
                <a:buFont typeface="Times New Roman"/>
                <a:buNone/>
              </a:pPr>
              <a:r>
                <a:rPr b="1" i="0" lang="en-US" sz="3900" u="none">
                  <a:solidFill>
                    <a:srgbClr val="0033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</a:t>
              </a:r>
              <a:endParaRPr/>
            </a:p>
          </p:txBody>
        </p:sp>
        <p:cxnSp>
          <p:nvCxnSpPr>
            <p:cNvPr id="367" name="Google Shape;367;p40"/>
            <p:cNvCxnSpPr/>
            <p:nvPr/>
          </p:nvCxnSpPr>
          <p:spPr>
            <a:xfrm>
              <a:off x="2487" y="1429"/>
              <a:ext cx="0" cy="211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368" name="Google Shape;368;p40"/>
            <p:cNvCxnSpPr/>
            <p:nvPr/>
          </p:nvCxnSpPr>
          <p:spPr>
            <a:xfrm flipH="1">
              <a:off x="2170" y="1905"/>
              <a:ext cx="211" cy="264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369" name="Google Shape;369;p40"/>
            <p:cNvCxnSpPr/>
            <p:nvPr/>
          </p:nvCxnSpPr>
          <p:spPr>
            <a:xfrm>
              <a:off x="2593" y="1905"/>
              <a:ext cx="212" cy="211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370" name="Google Shape;370;p40"/>
            <p:cNvCxnSpPr/>
            <p:nvPr/>
          </p:nvCxnSpPr>
          <p:spPr>
            <a:xfrm>
              <a:off x="2117" y="2434"/>
              <a:ext cx="211" cy="212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371" name="Google Shape;371;p40"/>
            <p:cNvCxnSpPr/>
            <p:nvPr/>
          </p:nvCxnSpPr>
          <p:spPr>
            <a:xfrm flipH="1">
              <a:off x="2646" y="2434"/>
              <a:ext cx="212" cy="264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372" name="Google Shape;372;p40"/>
            <p:cNvCxnSpPr/>
            <p:nvPr/>
          </p:nvCxnSpPr>
          <p:spPr>
            <a:xfrm rot="10800000">
              <a:off x="1640" y="2751"/>
              <a:ext cx="688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373" name="Google Shape;373;p40"/>
            <p:cNvCxnSpPr/>
            <p:nvPr/>
          </p:nvCxnSpPr>
          <p:spPr>
            <a:xfrm rot="10800000">
              <a:off x="1640" y="1323"/>
              <a:ext cx="0" cy="1428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374" name="Google Shape;374;p40"/>
            <p:cNvCxnSpPr/>
            <p:nvPr/>
          </p:nvCxnSpPr>
          <p:spPr>
            <a:xfrm>
              <a:off x="1640" y="1323"/>
              <a:ext cx="688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375" name="Google Shape;375;p40"/>
            <p:cNvSpPr/>
            <p:nvPr/>
          </p:nvSpPr>
          <p:spPr>
            <a:xfrm>
              <a:off x="2646" y="1217"/>
              <a:ext cx="785" cy="1905"/>
            </a:xfrm>
            <a:custGeom>
              <a:rect b="b" l="l" r="r" t="t"/>
              <a:pathLst>
                <a:path extrusionOk="0" h="1296" w="712">
                  <a:moveTo>
                    <a:pt x="0" y="96"/>
                  </a:moveTo>
                  <a:cubicBezTo>
                    <a:pt x="212" y="48"/>
                    <a:pt x="424" y="0"/>
                    <a:pt x="528" y="144"/>
                  </a:cubicBezTo>
                  <a:cubicBezTo>
                    <a:pt x="632" y="288"/>
                    <a:pt x="712" y="768"/>
                    <a:pt x="624" y="960"/>
                  </a:cubicBezTo>
                  <a:cubicBezTo>
                    <a:pt x="536" y="1152"/>
                    <a:pt x="268" y="1224"/>
                    <a:pt x="0" y="1296"/>
                  </a:cubicBezTo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7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sp>
        <p:nvSpPr>
          <p:cNvPr id="376" name="Google Shape;376;p40"/>
          <p:cNvSpPr txBox="1"/>
          <p:nvPr/>
        </p:nvSpPr>
        <p:spPr>
          <a:xfrm>
            <a:off x="5954712" y="2289175"/>
            <a:ext cx="3386137" cy="17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1" i="0" lang="en-US" sz="36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Cyclomatic complexity = </a:t>
            </a:r>
            <a:br>
              <a:rPr b="1" i="0" lang="en-US" sz="36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6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7-6+2 = 3.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1"/>
          <p:cNvSpPr txBox="1"/>
          <p:nvPr>
            <p:ph type="title"/>
          </p:nvPr>
        </p:nvSpPr>
        <p:spPr>
          <a:xfrm>
            <a:off x="1230312" y="25400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700"/>
              <a:buFont typeface="Gill Sans"/>
              <a:buNone/>
            </a:pPr>
            <a:r>
              <a:rPr b="0" i="0" lang="en-US" sz="47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Cyclomatic Complexity</a:t>
            </a:r>
            <a:endParaRPr/>
          </a:p>
        </p:txBody>
      </p:sp>
      <p:sp>
        <p:nvSpPr>
          <p:cNvPr id="382" name="Google Shape;382;p41"/>
          <p:cNvSpPr txBox="1"/>
          <p:nvPr>
            <p:ph idx="1" type="body"/>
          </p:nvPr>
        </p:nvSpPr>
        <p:spPr>
          <a:xfrm>
            <a:off x="1001712" y="1417637"/>
            <a:ext cx="9078912" cy="521335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20"/>
              <a:buFont typeface="Noto Sans Symbols"/>
              <a:buChar char="⚫"/>
            </a:pPr>
            <a:r>
              <a:rPr b="0" i="0" lang="en-US" sz="4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Another way of computing cyclomatic complexity: 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Verdana"/>
              <a:buChar char="◦"/>
            </a:pPr>
            <a:r>
              <a:rPr b="0" i="0" lang="en-US" sz="4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inspect control flow graph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Verdana"/>
              <a:buChar char="◦"/>
            </a:pPr>
            <a:r>
              <a:rPr b="0" i="0" lang="en-US" sz="4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determine number of bounded areas in the graph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120"/>
              <a:buFont typeface="Noto Sans Symbols"/>
              <a:buChar char="⚫"/>
            </a:pPr>
            <a:r>
              <a:rPr b="0" i="0" lang="en-US" sz="3900" u="none" cap="none" strike="noStrike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V(G) = Total number of bounded areas + 1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erdana"/>
              <a:buChar char="◦"/>
            </a:pPr>
            <a:r>
              <a:rPr b="0" i="0" lang="en-US" sz="3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Any  region enclosed by a nodes and edge sequence.</a:t>
            </a:r>
            <a:endParaRPr/>
          </a:p>
        </p:txBody>
      </p:sp>
      <p:sp>
        <p:nvSpPr>
          <p:cNvPr id="383" name="Google Shape;383;p41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2"/>
          <p:cNvSpPr txBox="1"/>
          <p:nvPr>
            <p:ph type="title"/>
          </p:nvPr>
        </p:nvSpPr>
        <p:spPr>
          <a:xfrm>
            <a:off x="1042987" y="198437"/>
            <a:ext cx="8569325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900"/>
              <a:buFont typeface="Gill Sans"/>
              <a:buNone/>
            </a:pPr>
            <a:r>
              <a:rPr b="0" i="0" lang="en-US" sz="49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Example Control Flow Graph</a:t>
            </a:r>
            <a:endParaRPr/>
          </a:p>
        </p:txBody>
      </p:sp>
      <p:sp>
        <p:nvSpPr>
          <p:cNvPr id="389" name="Google Shape;389;p42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grpSp>
        <p:nvGrpSpPr>
          <p:cNvPr id="390" name="Google Shape;390;p42"/>
          <p:cNvGrpSpPr/>
          <p:nvPr/>
        </p:nvGrpSpPr>
        <p:grpSpPr>
          <a:xfrm>
            <a:off x="1917700" y="1847850"/>
            <a:ext cx="4367212" cy="5335587"/>
            <a:chOff x="1640" y="1164"/>
            <a:chExt cx="1791" cy="2169"/>
          </a:xfrm>
        </p:grpSpPr>
        <p:sp>
          <p:nvSpPr>
            <p:cNvPr id="391" name="Google Shape;391;p42"/>
            <p:cNvSpPr/>
            <p:nvPr/>
          </p:nvSpPr>
          <p:spPr>
            <a:xfrm>
              <a:off x="2328" y="1164"/>
              <a:ext cx="318" cy="318"/>
            </a:xfrm>
            <a:prstGeom prst="ellipse">
              <a:avLst/>
            </a:prstGeom>
            <a:solidFill>
              <a:srgbClr val="3399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0375" lIns="100775" spcFirstLastPara="1" rIns="100775" wrap="square" tIns="503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900"/>
                <a:buFont typeface="Times New Roman"/>
                <a:buNone/>
              </a:pPr>
              <a:r>
                <a:rPr b="1" i="0" lang="en-US" sz="39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/>
            </a:p>
          </p:txBody>
        </p:sp>
        <p:sp>
          <p:nvSpPr>
            <p:cNvPr id="392" name="Google Shape;392;p42"/>
            <p:cNvSpPr/>
            <p:nvPr/>
          </p:nvSpPr>
          <p:spPr>
            <a:xfrm>
              <a:off x="2328" y="1640"/>
              <a:ext cx="318" cy="318"/>
            </a:xfrm>
            <a:prstGeom prst="ellipse">
              <a:avLst/>
            </a:prstGeom>
            <a:solidFill>
              <a:srgbClr val="3399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0375" lIns="100775" spcFirstLastPara="1" rIns="100775" wrap="square" tIns="503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900"/>
                <a:buFont typeface="Times New Roman"/>
                <a:buNone/>
              </a:pPr>
              <a:r>
                <a:rPr b="1" i="0" lang="en-US" sz="39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/>
            </a:p>
          </p:txBody>
        </p:sp>
        <p:sp>
          <p:nvSpPr>
            <p:cNvPr id="393" name="Google Shape;393;p42"/>
            <p:cNvSpPr/>
            <p:nvPr/>
          </p:nvSpPr>
          <p:spPr>
            <a:xfrm>
              <a:off x="1905" y="2116"/>
              <a:ext cx="318" cy="318"/>
            </a:xfrm>
            <a:prstGeom prst="ellipse">
              <a:avLst/>
            </a:prstGeom>
            <a:solidFill>
              <a:srgbClr val="3399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0375" lIns="100775" spcFirstLastPara="1" rIns="100775" wrap="square" tIns="503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900"/>
                <a:buFont typeface="Times New Roman"/>
                <a:buNone/>
              </a:pPr>
              <a:r>
                <a:rPr b="1" i="0" lang="en-US" sz="39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/>
            </a:p>
          </p:txBody>
        </p:sp>
        <p:sp>
          <p:nvSpPr>
            <p:cNvPr id="394" name="Google Shape;394;p42"/>
            <p:cNvSpPr/>
            <p:nvPr/>
          </p:nvSpPr>
          <p:spPr>
            <a:xfrm>
              <a:off x="2699" y="2116"/>
              <a:ext cx="317" cy="318"/>
            </a:xfrm>
            <a:prstGeom prst="ellipse">
              <a:avLst/>
            </a:prstGeom>
            <a:solidFill>
              <a:srgbClr val="3399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0375" lIns="100775" spcFirstLastPara="1" rIns="100775" wrap="square" tIns="503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900"/>
                <a:buFont typeface="Times New Roman"/>
                <a:buNone/>
              </a:pPr>
              <a:r>
                <a:rPr b="1" i="0" lang="en-US" sz="39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/>
            </a:p>
          </p:txBody>
        </p:sp>
        <p:sp>
          <p:nvSpPr>
            <p:cNvPr id="395" name="Google Shape;395;p42"/>
            <p:cNvSpPr/>
            <p:nvPr/>
          </p:nvSpPr>
          <p:spPr>
            <a:xfrm>
              <a:off x="2328" y="2540"/>
              <a:ext cx="318" cy="317"/>
            </a:xfrm>
            <a:prstGeom prst="ellipse">
              <a:avLst/>
            </a:prstGeom>
            <a:solidFill>
              <a:srgbClr val="3399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0375" lIns="100775" spcFirstLastPara="1" rIns="100775" wrap="square" tIns="503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900"/>
                <a:buFont typeface="Times New Roman"/>
                <a:buNone/>
              </a:pPr>
              <a:r>
                <a:rPr b="1" i="0" lang="en-US" sz="39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/>
            </a:p>
          </p:txBody>
        </p:sp>
        <p:sp>
          <p:nvSpPr>
            <p:cNvPr id="396" name="Google Shape;396;p42"/>
            <p:cNvSpPr/>
            <p:nvPr/>
          </p:nvSpPr>
          <p:spPr>
            <a:xfrm>
              <a:off x="2328" y="3016"/>
              <a:ext cx="318" cy="317"/>
            </a:xfrm>
            <a:prstGeom prst="ellipse">
              <a:avLst/>
            </a:prstGeom>
            <a:solidFill>
              <a:srgbClr val="3399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0375" lIns="100775" spcFirstLastPara="1" rIns="100775" wrap="square" tIns="503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900"/>
                <a:buFont typeface="Times New Roman"/>
                <a:buNone/>
              </a:pPr>
              <a:r>
                <a:rPr b="1" i="0" lang="en-US" sz="39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</a:t>
              </a:r>
              <a:endParaRPr/>
            </a:p>
          </p:txBody>
        </p:sp>
        <p:cxnSp>
          <p:nvCxnSpPr>
            <p:cNvPr id="397" name="Google Shape;397;p42"/>
            <p:cNvCxnSpPr/>
            <p:nvPr/>
          </p:nvCxnSpPr>
          <p:spPr>
            <a:xfrm>
              <a:off x="2487" y="1429"/>
              <a:ext cx="0" cy="211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398" name="Google Shape;398;p42"/>
            <p:cNvCxnSpPr/>
            <p:nvPr/>
          </p:nvCxnSpPr>
          <p:spPr>
            <a:xfrm flipH="1">
              <a:off x="2170" y="1905"/>
              <a:ext cx="211" cy="264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399" name="Google Shape;399;p42"/>
            <p:cNvCxnSpPr/>
            <p:nvPr/>
          </p:nvCxnSpPr>
          <p:spPr>
            <a:xfrm>
              <a:off x="2593" y="1905"/>
              <a:ext cx="212" cy="211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400" name="Google Shape;400;p42"/>
            <p:cNvCxnSpPr/>
            <p:nvPr/>
          </p:nvCxnSpPr>
          <p:spPr>
            <a:xfrm>
              <a:off x="2117" y="2434"/>
              <a:ext cx="211" cy="212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401" name="Google Shape;401;p42"/>
            <p:cNvCxnSpPr/>
            <p:nvPr/>
          </p:nvCxnSpPr>
          <p:spPr>
            <a:xfrm flipH="1">
              <a:off x="2646" y="2434"/>
              <a:ext cx="212" cy="264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402" name="Google Shape;402;p42"/>
            <p:cNvCxnSpPr/>
            <p:nvPr/>
          </p:nvCxnSpPr>
          <p:spPr>
            <a:xfrm rot="10800000">
              <a:off x="1640" y="2751"/>
              <a:ext cx="688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403" name="Google Shape;403;p42"/>
            <p:cNvCxnSpPr/>
            <p:nvPr/>
          </p:nvCxnSpPr>
          <p:spPr>
            <a:xfrm rot="10800000">
              <a:off x="1640" y="1323"/>
              <a:ext cx="0" cy="1428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404" name="Google Shape;404;p42"/>
            <p:cNvCxnSpPr/>
            <p:nvPr/>
          </p:nvCxnSpPr>
          <p:spPr>
            <a:xfrm>
              <a:off x="1640" y="1323"/>
              <a:ext cx="688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405" name="Google Shape;405;p42"/>
            <p:cNvSpPr/>
            <p:nvPr/>
          </p:nvSpPr>
          <p:spPr>
            <a:xfrm>
              <a:off x="2646" y="1217"/>
              <a:ext cx="785" cy="1905"/>
            </a:xfrm>
            <a:custGeom>
              <a:rect b="b" l="l" r="r" t="t"/>
              <a:pathLst>
                <a:path extrusionOk="0" h="1296" w="712">
                  <a:moveTo>
                    <a:pt x="0" y="96"/>
                  </a:moveTo>
                  <a:cubicBezTo>
                    <a:pt x="212" y="48"/>
                    <a:pt x="424" y="0"/>
                    <a:pt x="528" y="144"/>
                  </a:cubicBezTo>
                  <a:cubicBezTo>
                    <a:pt x="632" y="288"/>
                    <a:pt x="712" y="768"/>
                    <a:pt x="624" y="960"/>
                  </a:cubicBezTo>
                  <a:cubicBezTo>
                    <a:pt x="536" y="1152"/>
                    <a:pt x="268" y="1224"/>
                    <a:pt x="0" y="1296"/>
                  </a:cubicBezTo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7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3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6800"/>
              <a:buFont typeface="Gill Sans"/>
              <a:buNone/>
            </a:pPr>
            <a:r>
              <a:rPr b="0" i="0" lang="en-US" sz="68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Example</a:t>
            </a:r>
            <a:endParaRPr/>
          </a:p>
        </p:txBody>
      </p:sp>
      <p:sp>
        <p:nvSpPr>
          <p:cNvPr id="411" name="Google Shape;411;p43"/>
          <p:cNvSpPr txBox="1"/>
          <p:nvPr>
            <p:ph idx="1" type="body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-342900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840"/>
              <a:buFont typeface="Noto Sans Symbols"/>
              <a:buChar char="⚫"/>
            </a:pPr>
            <a:r>
              <a:rPr b="0" i="0" lang="en-US" sz="4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From a visual examination of the CFG:</a:t>
            </a:r>
            <a:endParaRPr/>
          </a:p>
          <a:p>
            <a:pPr indent="-285750" lvl="1" marL="742950" marR="0" rtl="0" algn="l">
              <a:lnSpc>
                <a:spcPct val="110000"/>
              </a:lnSpc>
              <a:spcBef>
                <a:spcPts val="92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Verdana"/>
              <a:buChar char="◦"/>
            </a:pPr>
            <a:r>
              <a:rPr b="0" i="0" lang="en-US" sz="4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Number of bounded areas is 2. </a:t>
            </a:r>
            <a:endParaRPr/>
          </a:p>
          <a:p>
            <a:pPr indent="-285750" lvl="1" marL="742950" marR="0" rtl="0" algn="l">
              <a:lnSpc>
                <a:spcPct val="110000"/>
              </a:lnSpc>
              <a:spcBef>
                <a:spcPts val="88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Verdana"/>
              <a:buChar char="◦"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Cyclomatic complexity = 2+1=3</a:t>
            </a:r>
            <a:r>
              <a:rPr b="0" i="0" lang="en-US" sz="4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.</a:t>
            </a:r>
            <a:endParaRPr/>
          </a:p>
        </p:txBody>
      </p:sp>
      <p:sp>
        <p:nvSpPr>
          <p:cNvPr id="412" name="Google Shape;412;p43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4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5500"/>
              <a:buFont typeface="Gill Sans"/>
              <a:buNone/>
            </a:pPr>
            <a:r>
              <a:rPr b="0" i="0" lang="en-US" sz="55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Cyclomatic Complexity</a:t>
            </a:r>
            <a:endParaRPr/>
          </a:p>
        </p:txBody>
      </p:sp>
      <p:sp>
        <p:nvSpPr>
          <p:cNvPr id="418" name="Google Shape;418;p44"/>
          <p:cNvSpPr txBox="1"/>
          <p:nvPr>
            <p:ph idx="1" type="body"/>
          </p:nvPr>
        </p:nvSpPr>
        <p:spPr>
          <a:xfrm>
            <a:off x="1382712" y="15700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-342900" lvl="0" marL="342900" marR="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20"/>
              <a:buFont typeface="Noto Sans Symbols"/>
              <a:buChar char="⚫"/>
            </a:pPr>
            <a:r>
              <a:rPr b="0" i="0" lang="en-US" sz="4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McCabe's metric provides:</a:t>
            </a:r>
            <a:endParaRPr/>
          </a:p>
          <a:p>
            <a:pPr indent="-228600" lvl="2" marL="1143000" marR="0" rtl="0" algn="just">
              <a:lnSpc>
                <a:spcPct val="105000"/>
              </a:lnSpc>
              <a:spcBef>
                <a:spcPts val="965"/>
              </a:spcBef>
              <a:spcAft>
                <a:spcPts val="0"/>
              </a:spcAft>
              <a:buClr>
                <a:schemeClr val="accent2"/>
              </a:buClr>
              <a:buSzPts val="3500"/>
              <a:buFont typeface="Noto Sans Symbols"/>
              <a:buChar char="●"/>
            </a:pPr>
            <a:r>
              <a:rPr b="0" i="0" lang="en-US" sz="3500" u="none" cap="none" strike="noStrike">
                <a:solidFill>
                  <a:srgbClr val="0033CC"/>
                </a:solidFill>
                <a:latin typeface="Gill Sans"/>
                <a:ea typeface="Gill Sans"/>
                <a:cs typeface="Gill Sans"/>
                <a:sym typeface="Gill Sans"/>
              </a:rPr>
              <a:t>A quantitative measure of  testing difficulty and the ultimate reliability</a:t>
            </a:r>
            <a:r>
              <a:rPr b="0" i="0" lang="en-US" sz="35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  <a:p>
            <a:pPr indent="-342900" lvl="0" marL="342900" marR="0" rtl="0" algn="just">
              <a:lnSpc>
                <a:spcPct val="105000"/>
              </a:lnSpc>
              <a:spcBef>
                <a:spcPts val="1010"/>
              </a:spcBef>
              <a:spcAft>
                <a:spcPts val="0"/>
              </a:spcAft>
              <a:buClr>
                <a:schemeClr val="accent1"/>
              </a:buClr>
              <a:buSzPts val="3520"/>
              <a:buFont typeface="Noto Sans Symbols"/>
              <a:buChar char="⚫"/>
            </a:pPr>
            <a:r>
              <a:rPr b="0" i="0" lang="en-US" sz="4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Intuitively, </a:t>
            </a:r>
            <a:endParaRPr/>
          </a:p>
          <a:p>
            <a:pPr indent="-285750" lvl="1" marL="742950" marR="0" rtl="0" algn="just">
              <a:lnSpc>
                <a:spcPct val="105000"/>
              </a:lnSpc>
              <a:spcBef>
                <a:spcPts val="104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Verdana"/>
              <a:buChar char="◦"/>
            </a:pPr>
            <a:r>
              <a:rPr b="0" i="0" lang="en-US" sz="4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Number of bounded areas increases with the number of decision nodes and loops.</a:t>
            </a:r>
            <a:endParaRPr/>
          </a:p>
        </p:txBody>
      </p:sp>
      <p:sp>
        <p:nvSpPr>
          <p:cNvPr id="419" name="Google Shape;419;p44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5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700"/>
              <a:buFont typeface="Gill Sans"/>
              <a:buNone/>
            </a:pPr>
            <a:r>
              <a:rPr b="0" i="0" lang="en-US" sz="47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Cyclomatic Complexity</a:t>
            </a:r>
            <a:endParaRPr/>
          </a:p>
        </p:txBody>
      </p:sp>
      <p:sp>
        <p:nvSpPr>
          <p:cNvPr id="425" name="Google Shape;425;p45"/>
          <p:cNvSpPr txBox="1"/>
          <p:nvPr>
            <p:ph idx="1" type="body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-342900" lvl="0" marL="34290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20"/>
              <a:buFont typeface="Noto Sans Symbols"/>
              <a:buChar char="⚫"/>
            </a:pPr>
            <a:r>
              <a:rPr b="0" i="0" lang="en-US" sz="4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 first method of computing V(G) is amenable to automation:</a:t>
            </a:r>
            <a:endParaRPr/>
          </a:p>
          <a:p>
            <a:pPr indent="-285750" lvl="1" marL="742950" marR="0" rtl="0" algn="just">
              <a:lnSpc>
                <a:spcPct val="110000"/>
              </a:lnSpc>
              <a:spcBef>
                <a:spcPts val="104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Verdana"/>
              <a:buChar char="◦"/>
            </a:pPr>
            <a:r>
              <a:rPr b="0" i="0" lang="en-US" sz="4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You can write a program which determines the number of nodes and edges of a graph </a:t>
            </a:r>
            <a:endParaRPr/>
          </a:p>
          <a:p>
            <a:pPr indent="-285750" lvl="1" marL="7429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Verdana"/>
              <a:buChar char="◦"/>
            </a:pPr>
            <a:r>
              <a:rPr b="0" i="0" lang="en-US" sz="4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Applies the formula to find V(G).</a:t>
            </a:r>
            <a:endParaRPr/>
          </a:p>
        </p:txBody>
      </p:sp>
      <p:sp>
        <p:nvSpPr>
          <p:cNvPr id="426" name="Google Shape;426;p45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6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700"/>
              <a:buFont typeface="Gill Sans"/>
              <a:buNone/>
            </a:pPr>
            <a:r>
              <a:rPr b="0" i="0" lang="en-US" sz="47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Cyclomatic Complexity</a:t>
            </a:r>
            <a:endParaRPr/>
          </a:p>
        </p:txBody>
      </p:sp>
      <p:sp>
        <p:nvSpPr>
          <p:cNvPr id="432" name="Google Shape;432;p46"/>
          <p:cNvSpPr txBox="1"/>
          <p:nvPr>
            <p:ph idx="1" type="body"/>
          </p:nvPr>
        </p:nvSpPr>
        <p:spPr>
          <a:xfrm>
            <a:off x="1382712" y="16462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-342900" lvl="0" marL="34290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20"/>
              <a:buFont typeface="Noto Sans Symbols"/>
              <a:buChar char="⚫"/>
            </a:pPr>
            <a:r>
              <a:rPr b="0" i="0" lang="en-US" sz="4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 cyclomatic complexity of a program provides:</a:t>
            </a:r>
            <a:endParaRPr/>
          </a:p>
          <a:p>
            <a:pPr indent="-285750" lvl="1" marL="742950" marR="0" rtl="0" algn="just">
              <a:lnSpc>
                <a:spcPct val="110000"/>
              </a:lnSpc>
              <a:spcBef>
                <a:spcPts val="1275"/>
              </a:spcBef>
              <a:spcAft>
                <a:spcPts val="0"/>
              </a:spcAft>
              <a:buClr>
                <a:schemeClr val="accent1"/>
              </a:buClr>
              <a:buSzPts val="4100"/>
              <a:buFont typeface="Verdana"/>
              <a:buChar char="◦"/>
            </a:pPr>
            <a:r>
              <a:rPr b="0" i="0" lang="en-US" sz="4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 lower bound on the number of test cases to be designed</a:t>
            </a:r>
            <a:endParaRPr/>
          </a:p>
          <a:p>
            <a:pPr indent="-285750" lvl="1" marL="742950" marR="0" rtl="0" algn="just">
              <a:lnSpc>
                <a:spcPct val="110000"/>
              </a:lnSpc>
              <a:spcBef>
                <a:spcPts val="1230"/>
              </a:spcBef>
              <a:spcAft>
                <a:spcPts val="0"/>
              </a:spcAft>
              <a:buClr>
                <a:schemeClr val="accent1"/>
              </a:buClr>
              <a:buSzPts val="4100"/>
              <a:buFont typeface="Verdana"/>
              <a:buChar char="◦"/>
            </a:pPr>
            <a:r>
              <a:rPr b="0" i="0" lang="en-US" sz="4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To guarantee coverage of all linearly independent paths.</a:t>
            </a:r>
            <a:endParaRPr/>
          </a:p>
        </p:txBody>
      </p:sp>
      <p:sp>
        <p:nvSpPr>
          <p:cNvPr id="433" name="Google Shape;433;p46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7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700"/>
              <a:buFont typeface="Gill Sans"/>
              <a:buNone/>
            </a:pPr>
            <a:r>
              <a:rPr b="0" i="0" lang="en-US" sz="47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Cyclomatic Complexity</a:t>
            </a:r>
            <a:endParaRPr/>
          </a:p>
        </p:txBody>
      </p:sp>
      <p:sp>
        <p:nvSpPr>
          <p:cNvPr id="439" name="Google Shape;439;p47"/>
          <p:cNvSpPr txBox="1"/>
          <p:nvPr>
            <p:ph idx="1" type="body"/>
          </p:nvPr>
        </p:nvSpPr>
        <p:spPr>
          <a:xfrm>
            <a:off x="1001712" y="1570037"/>
            <a:ext cx="9078912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-342900" lvl="0" marL="34290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840"/>
              <a:buFont typeface="Noto Sans Symbols"/>
              <a:buChar char="⚫"/>
            </a:pPr>
            <a:r>
              <a:rPr b="0" i="0" lang="en-US" sz="4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 measure of the number of independent paths in a program.</a:t>
            </a:r>
            <a:endParaRPr/>
          </a:p>
          <a:p>
            <a:pPr indent="-342900" lvl="0" marL="342900" marR="0" rtl="0" algn="just">
              <a:lnSpc>
                <a:spcPct val="11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3840"/>
              <a:buFont typeface="Noto Sans Symbols"/>
              <a:buChar char="⚫"/>
            </a:pPr>
            <a:r>
              <a:rPr b="0" i="0" lang="en-US" sz="4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Provides a lower bound:</a:t>
            </a:r>
            <a:endParaRPr/>
          </a:p>
          <a:p>
            <a:pPr indent="-285750" lvl="1" marL="742950" marR="0" rtl="0" algn="just">
              <a:lnSpc>
                <a:spcPct val="110000"/>
              </a:lnSpc>
              <a:spcBef>
                <a:spcPts val="465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Verdana"/>
              <a:buChar char="◦"/>
            </a:pPr>
            <a:r>
              <a:rPr b="0" i="0" lang="en-US" sz="45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for the number of test cases for path coverage.  </a:t>
            </a:r>
            <a:endParaRPr/>
          </a:p>
        </p:txBody>
      </p:sp>
      <p:sp>
        <p:nvSpPr>
          <p:cNvPr id="440" name="Google Shape;440;p47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8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700"/>
              <a:buFont typeface="Gill Sans"/>
              <a:buNone/>
            </a:pPr>
            <a:r>
              <a:rPr b="0" i="0" lang="en-US" sz="47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Cyclomatic Complexity</a:t>
            </a:r>
            <a:endParaRPr/>
          </a:p>
        </p:txBody>
      </p:sp>
      <p:sp>
        <p:nvSpPr>
          <p:cNvPr id="446" name="Google Shape;446;p48"/>
          <p:cNvSpPr txBox="1"/>
          <p:nvPr>
            <p:ph idx="1" type="body"/>
          </p:nvPr>
        </p:nvSpPr>
        <p:spPr>
          <a:xfrm>
            <a:off x="1001712" y="1417637"/>
            <a:ext cx="9078912" cy="516255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rmAutofit/>
          </a:bodyPr>
          <a:lstStyle/>
          <a:p>
            <a:pPr indent="-342900" lvl="0" marL="34290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840"/>
              <a:buFont typeface="Noto Sans Symbols"/>
              <a:buChar char="⚫"/>
            </a:pPr>
            <a:r>
              <a:rPr b="0" i="0" lang="en-US" sz="4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Knowing the number of test cases required: </a:t>
            </a:r>
            <a:endParaRPr/>
          </a:p>
          <a:p>
            <a:pPr indent="-285750" lvl="1" marL="742950" marR="0" rtl="0" algn="just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Verdana"/>
              <a:buChar char="◦"/>
            </a:pPr>
            <a:r>
              <a:rPr b="0" i="0" lang="en-US" sz="4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Does not make it any easier to derive the test cases, </a:t>
            </a:r>
            <a:endParaRPr/>
          </a:p>
          <a:p>
            <a:pPr indent="-285750" lvl="1" marL="742950" marR="0" rtl="0" algn="just">
              <a:lnSpc>
                <a:spcPct val="95000"/>
              </a:lnSpc>
              <a:spcBef>
                <a:spcPts val="88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Verdana"/>
              <a:buChar char="◦"/>
            </a:pPr>
            <a:r>
              <a:rPr b="0" i="0" lang="en-US" sz="4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Only gives an indication of the minimum number of test cases required.</a:t>
            </a:r>
            <a:endParaRPr/>
          </a:p>
        </p:txBody>
      </p:sp>
      <p:sp>
        <p:nvSpPr>
          <p:cNvPr id="447" name="Google Shape;447;p48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9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700"/>
              <a:buFont typeface="Gill Sans"/>
              <a:buNone/>
            </a:pPr>
            <a:r>
              <a:rPr b="0" i="0" lang="en-US" sz="47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Practical Path Testing</a:t>
            </a:r>
            <a:endParaRPr/>
          </a:p>
        </p:txBody>
      </p:sp>
      <p:sp>
        <p:nvSpPr>
          <p:cNvPr id="453" name="Google Shape;453;p49"/>
          <p:cNvSpPr txBox="1"/>
          <p:nvPr>
            <p:ph idx="1" type="body"/>
          </p:nvPr>
        </p:nvSpPr>
        <p:spPr>
          <a:xfrm>
            <a:off x="1001712" y="1341437"/>
            <a:ext cx="9078912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-342900" lvl="0" marL="34290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⚫"/>
            </a:pPr>
            <a:r>
              <a:rPr b="0" i="0" lang="en-US" sz="4000" u="none" cap="none" strike="noStrike">
                <a:solidFill>
                  <a:srgbClr val="0000CC"/>
                </a:solidFill>
                <a:latin typeface="Gill Sans"/>
                <a:ea typeface="Gill Sans"/>
                <a:cs typeface="Gill Sans"/>
                <a:sym typeface="Gill Sans"/>
              </a:rPr>
              <a:t>The tester proposes initial set of test data :</a:t>
            </a:r>
            <a:endParaRPr/>
          </a:p>
          <a:p>
            <a:pPr indent="-285750" lvl="1" marL="742950" marR="0" rtl="0" algn="just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Verdana"/>
              <a:buChar char="◦"/>
            </a:pPr>
            <a:r>
              <a:rPr b="0" i="0" lang="en-US" sz="3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Using his experience and judgment. </a:t>
            </a:r>
            <a:endParaRPr/>
          </a:p>
          <a:p>
            <a:pPr indent="-342900" lvl="0" marL="342900" marR="0" rtl="0" algn="just">
              <a:lnSpc>
                <a:spcPct val="11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⚫"/>
            </a:pPr>
            <a:r>
              <a:rPr b="0" i="0" lang="en-US" sz="4000" u="none" cap="none" strike="noStrike">
                <a:solidFill>
                  <a:srgbClr val="0000CC"/>
                </a:solidFill>
                <a:latin typeface="Gill Sans"/>
                <a:ea typeface="Gill Sans"/>
                <a:cs typeface="Gill Sans"/>
                <a:sym typeface="Gill Sans"/>
              </a:rPr>
              <a:t>A dynamic program analyzer used:</a:t>
            </a:r>
            <a:r>
              <a:rPr b="0" i="0" lang="en-US" sz="4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  <a:p>
            <a:pPr indent="-285750" lvl="1" marL="742950" marR="0" rtl="0" algn="just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Verdana"/>
              <a:buChar char="◦"/>
            </a:pPr>
            <a:r>
              <a:rPr b="0" i="0" lang="en-US" sz="3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Measures which parts of the program have been tested</a:t>
            </a:r>
            <a:endParaRPr/>
          </a:p>
          <a:p>
            <a:pPr indent="-285750" lvl="1" marL="742950" marR="0" rtl="0" algn="just">
              <a:lnSpc>
                <a:spcPct val="110000"/>
              </a:lnSpc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Verdana"/>
              <a:buChar char="◦"/>
            </a:pPr>
            <a:r>
              <a:rPr b="0" i="0" lang="en-US" sz="3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Result used to determine when to stop testing.</a:t>
            </a:r>
            <a:endParaRPr/>
          </a:p>
        </p:txBody>
      </p:sp>
      <p:sp>
        <p:nvSpPr>
          <p:cNvPr id="454" name="Google Shape;454;p49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50"/>
          <p:cNvSpPr txBox="1"/>
          <p:nvPr>
            <p:ph type="title"/>
          </p:nvPr>
        </p:nvSpPr>
        <p:spPr>
          <a:xfrm>
            <a:off x="927100" y="9525"/>
            <a:ext cx="9153525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5500"/>
              <a:buFont typeface="Gill Sans"/>
              <a:buNone/>
            </a:pPr>
            <a:r>
              <a:rPr b="0" i="0" lang="en-US" sz="55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Derivation of Test Cases</a:t>
            </a:r>
            <a:endParaRPr/>
          </a:p>
        </p:txBody>
      </p:sp>
      <p:sp>
        <p:nvSpPr>
          <p:cNvPr id="460" name="Google Shape;460;p50"/>
          <p:cNvSpPr txBox="1"/>
          <p:nvPr>
            <p:ph idx="1" type="body"/>
          </p:nvPr>
        </p:nvSpPr>
        <p:spPr>
          <a:xfrm>
            <a:off x="1077912" y="1189037"/>
            <a:ext cx="9363075" cy="540385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-342900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40"/>
              <a:buFont typeface="Noto Sans Symbols"/>
              <a:buChar char="⚫"/>
            </a:pPr>
            <a:r>
              <a:rPr b="0" i="0" lang="en-US" sz="43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Draw control flow graph.</a:t>
            </a:r>
            <a:endParaRPr/>
          </a:p>
          <a:p>
            <a:pPr indent="-342900" lvl="0" marL="342900" marR="0" rtl="0" algn="l">
              <a:lnSpc>
                <a:spcPct val="110000"/>
              </a:lnSpc>
              <a:spcBef>
                <a:spcPts val="860"/>
              </a:spcBef>
              <a:spcAft>
                <a:spcPts val="0"/>
              </a:spcAft>
              <a:buClr>
                <a:schemeClr val="accent1"/>
              </a:buClr>
              <a:buSzPts val="3440"/>
              <a:buFont typeface="Noto Sans Symbols"/>
              <a:buChar char="⚫"/>
            </a:pPr>
            <a:r>
              <a:rPr b="0" i="0" lang="en-US" sz="43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Determine V(G).</a:t>
            </a:r>
            <a:endParaRPr/>
          </a:p>
          <a:p>
            <a:pPr indent="-342900" lvl="0" marL="342900" marR="0" rtl="0" algn="l">
              <a:lnSpc>
                <a:spcPct val="110000"/>
              </a:lnSpc>
              <a:spcBef>
                <a:spcPts val="860"/>
              </a:spcBef>
              <a:spcAft>
                <a:spcPts val="0"/>
              </a:spcAft>
              <a:buClr>
                <a:schemeClr val="accent1"/>
              </a:buClr>
              <a:buSzPts val="3440"/>
              <a:buFont typeface="Noto Sans Symbols"/>
              <a:buChar char="⚫"/>
            </a:pPr>
            <a:r>
              <a:rPr b="0" i="0" lang="en-US" sz="43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Determine the set of linearly independent paths.</a:t>
            </a:r>
            <a:endParaRPr/>
          </a:p>
          <a:p>
            <a:pPr indent="-342900" lvl="0" marL="342900" marR="0" rtl="0" algn="l">
              <a:lnSpc>
                <a:spcPct val="110000"/>
              </a:lnSpc>
              <a:spcBef>
                <a:spcPts val="860"/>
              </a:spcBef>
              <a:spcAft>
                <a:spcPts val="0"/>
              </a:spcAft>
              <a:buClr>
                <a:schemeClr val="accent1"/>
              </a:buClr>
              <a:buSzPts val="3440"/>
              <a:buFont typeface="Noto Sans Symbols"/>
              <a:buChar char="⚫"/>
            </a:pPr>
            <a:r>
              <a:rPr b="0" i="0" lang="en-US" sz="43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Prepare test cases: </a:t>
            </a:r>
            <a:endParaRPr/>
          </a:p>
          <a:p>
            <a:pPr indent="-285750" lvl="1" marL="74295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3900"/>
              <a:buFont typeface="Verdana"/>
              <a:buChar char="◦"/>
            </a:pPr>
            <a:r>
              <a:rPr b="0" i="0" lang="en-US" sz="39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to force execution along each path.</a:t>
            </a:r>
            <a:endParaRPr/>
          </a:p>
        </p:txBody>
      </p:sp>
      <p:sp>
        <p:nvSpPr>
          <p:cNvPr id="461" name="Google Shape;461;p50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1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7400"/>
              <a:buFont typeface="Gill Sans"/>
              <a:buNone/>
            </a:pPr>
            <a:r>
              <a:rPr b="0" i="0" lang="en-US" sz="74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Example</a:t>
            </a:r>
            <a:endParaRPr/>
          </a:p>
        </p:txBody>
      </p:sp>
      <p:sp>
        <p:nvSpPr>
          <p:cNvPr id="467" name="Google Shape;467;p51"/>
          <p:cNvSpPr txBox="1"/>
          <p:nvPr>
            <p:ph idx="1" type="body"/>
          </p:nvPr>
        </p:nvSpPr>
        <p:spPr>
          <a:xfrm>
            <a:off x="2144712" y="1570037"/>
            <a:ext cx="7772400" cy="534987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 f1(int x,int y){                    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65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3500" u="none" cap="none" strike="noStrike">
                <a:solidFill>
                  <a:srgbClr val="3399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while (x != y){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65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3500" u="none" cap="none" strike="noStrike">
                <a:solidFill>
                  <a:srgbClr val="3399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if (x&gt;y) then 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65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3500" u="none" cap="none" strike="noStrike">
                <a:solidFill>
                  <a:srgbClr val="3399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US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x=x-y;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65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3500" u="none" cap="none" strike="noStrike">
                <a:solidFill>
                  <a:srgbClr val="3399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n-US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else y=y-x;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65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3500" u="none" cap="none" strike="noStrike">
                <a:solidFill>
                  <a:srgbClr val="3399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n-US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}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65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3500" u="none" cap="none" strike="noStrike">
                <a:solidFill>
                  <a:srgbClr val="3399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0" i="0" lang="en-US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return x;        }</a:t>
            </a:r>
            <a:endParaRPr/>
          </a:p>
        </p:txBody>
      </p:sp>
      <p:sp>
        <p:nvSpPr>
          <p:cNvPr id="468" name="Google Shape;468;p51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2"/>
          <p:cNvSpPr txBox="1"/>
          <p:nvPr>
            <p:ph type="title"/>
          </p:nvPr>
        </p:nvSpPr>
        <p:spPr>
          <a:xfrm>
            <a:off x="1077912" y="274637"/>
            <a:ext cx="8569325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5000"/>
              <a:buFont typeface="Gill Sans"/>
              <a:buNone/>
            </a:pPr>
            <a:r>
              <a:rPr b="0" i="0" lang="en-US" sz="50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Example Control Flow Diagram</a:t>
            </a:r>
            <a:endParaRPr/>
          </a:p>
        </p:txBody>
      </p:sp>
      <p:sp>
        <p:nvSpPr>
          <p:cNvPr id="474" name="Google Shape;474;p52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grpSp>
        <p:nvGrpSpPr>
          <p:cNvPr id="475" name="Google Shape;475;p52"/>
          <p:cNvGrpSpPr/>
          <p:nvPr/>
        </p:nvGrpSpPr>
        <p:grpSpPr>
          <a:xfrm>
            <a:off x="1981200" y="1847850"/>
            <a:ext cx="3821112" cy="5170487"/>
            <a:chOff x="1640" y="1164"/>
            <a:chExt cx="1791" cy="2169"/>
          </a:xfrm>
        </p:grpSpPr>
        <p:sp>
          <p:nvSpPr>
            <p:cNvPr id="476" name="Google Shape;476;p52"/>
            <p:cNvSpPr/>
            <p:nvPr/>
          </p:nvSpPr>
          <p:spPr>
            <a:xfrm>
              <a:off x="2328" y="1164"/>
              <a:ext cx="318" cy="318"/>
            </a:xfrm>
            <a:prstGeom prst="ellipse">
              <a:avLst/>
            </a:prstGeom>
            <a:solidFill>
              <a:srgbClr val="3399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0375" lIns="100775" spcFirstLastPara="1" rIns="100775" wrap="square" tIns="503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300"/>
                <a:buFont typeface="Times New Roman"/>
                <a:buNone/>
              </a:pPr>
              <a:r>
                <a:rPr b="1" i="0" lang="en-US" sz="43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/>
            </a:p>
          </p:txBody>
        </p:sp>
        <p:sp>
          <p:nvSpPr>
            <p:cNvPr id="477" name="Google Shape;477;p52"/>
            <p:cNvSpPr/>
            <p:nvPr/>
          </p:nvSpPr>
          <p:spPr>
            <a:xfrm>
              <a:off x="2328" y="1640"/>
              <a:ext cx="318" cy="318"/>
            </a:xfrm>
            <a:prstGeom prst="ellipse">
              <a:avLst/>
            </a:prstGeom>
            <a:solidFill>
              <a:srgbClr val="3399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0375" lIns="100775" spcFirstLastPara="1" rIns="100775" wrap="square" tIns="503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300"/>
                <a:buFont typeface="Times New Roman"/>
                <a:buNone/>
              </a:pPr>
              <a:r>
                <a:rPr b="1" i="0" lang="en-US" sz="43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/>
            </a:p>
          </p:txBody>
        </p:sp>
        <p:sp>
          <p:nvSpPr>
            <p:cNvPr id="478" name="Google Shape;478;p52"/>
            <p:cNvSpPr/>
            <p:nvPr/>
          </p:nvSpPr>
          <p:spPr>
            <a:xfrm>
              <a:off x="1905" y="2116"/>
              <a:ext cx="318" cy="318"/>
            </a:xfrm>
            <a:prstGeom prst="ellipse">
              <a:avLst/>
            </a:prstGeom>
            <a:solidFill>
              <a:srgbClr val="3399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0375" lIns="100775" spcFirstLastPara="1" rIns="100775" wrap="square" tIns="503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300"/>
                <a:buFont typeface="Times New Roman"/>
                <a:buNone/>
              </a:pPr>
              <a:r>
                <a:rPr b="1" i="0" lang="en-US" sz="43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/>
            </a:p>
          </p:txBody>
        </p:sp>
        <p:sp>
          <p:nvSpPr>
            <p:cNvPr id="479" name="Google Shape;479;p52"/>
            <p:cNvSpPr/>
            <p:nvPr/>
          </p:nvSpPr>
          <p:spPr>
            <a:xfrm>
              <a:off x="2699" y="2116"/>
              <a:ext cx="317" cy="318"/>
            </a:xfrm>
            <a:prstGeom prst="ellipse">
              <a:avLst/>
            </a:prstGeom>
            <a:solidFill>
              <a:srgbClr val="3399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0375" lIns="100775" spcFirstLastPara="1" rIns="100775" wrap="square" tIns="503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300"/>
                <a:buFont typeface="Times New Roman"/>
                <a:buNone/>
              </a:pPr>
              <a:r>
                <a:rPr b="1" i="0" lang="en-US" sz="43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/>
            </a:p>
          </p:txBody>
        </p:sp>
        <p:sp>
          <p:nvSpPr>
            <p:cNvPr id="480" name="Google Shape;480;p52"/>
            <p:cNvSpPr/>
            <p:nvPr/>
          </p:nvSpPr>
          <p:spPr>
            <a:xfrm>
              <a:off x="2328" y="2540"/>
              <a:ext cx="318" cy="317"/>
            </a:xfrm>
            <a:prstGeom prst="ellipse">
              <a:avLst/>
            </a:prstGeom>
            <a:solidFill>
              <a:srgbClr val="3399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0375" lIns="100775" spcFirstLastPara="1" rIns="100775" wrap="square" tIns="503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300"/>
                <a:buFont typeface="Times New Roman"/>
                <a:buNone/>
              </a:pPr>
              <a:r>
                <a:rPr b="1" i="0" lang="en-US" sz="43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/>
            </a:p>
          </p:txBody>
        </p:sp>
        <p:sp>
          <p:nvSpPr>
            <p:cNvPr id="481" name="Google Shape;481;p52"/>
            <p:cNvSpPr/>
            <p:nvPr/>
          </p:nvSpPr>
          <p:spPr>
            <a:xfrm>
              <a:off x="2328" y="3016"/>
              <a:ext cx="318" cy="317"/>
            </a:xfrm>
            <a:prstGeom prst="ellipse">
              <a:avLst/>
            </a:prstGeom>
            <a:solidFill>
              <a:srgbClr val="3399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0375" lIns="100775" spcFirstLastPara="1" rIns="100775" wrap="square" tIns="503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300"/>
                <a:buFont typeface="Times New Roman"/>
                <a:buNone/>
              </a:pPr>
              <a:r>
                <a:rPr b="1" i="0" lang="en-US" sz="43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</a:t>
              </a:r>
              <a:endParaRPr/>
            </a:p>
          </p:txBody>
        </p:sp>
        <p:cxnSp>
          <p:nvCxnSpPr>
            <p:cNvPr id="482" name="Google Shape;482;p52"/>
            <p:cNvCxnSpPr/>
            <p:nvPr/>
          </p:nvCxnSpPr>
          <p:spPr>
            <a:xfrm>
              <a:off x="2487" y="1429"/>
              <a:ext cx="0" cy="211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483" name="Google Shape;483;p52"/>
            <p:cNvCxnSpPr/>
            <p:nvPr/>
          </p:nvCxnSpPr>
          <p:spPr>
            <a:xfrm flipH="1">
              <a:off x="2170" y="1905"/>
              <a:ext cx="211" cy="264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484" name="Google Shape;484;p52"/>
            <p:cNvCxnSpPr/>
            <p:nvPr/>
          </p:nvCxnSpPr>
          <p:spPr>
            <a:xfrm>
              <a:off x="2593" y="1905"/>
              <a:ext cx="212" cy="211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485" name="Google Shape;485;p52"/>
            <p:cNvCxnSpPr/>
            <p:nvPr/>
          </p:nvCxnSpPr>
          <p:spPr>
            <a:xfrm>
              <a:off x="2117" y="2434"/>
              <a:ext cx="211" cy="212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486" name="Google Shape;486;p52"/>
            <p:cNvCxnSpPr/>
            <p:nvPr/>
          </p:nvCxnSpPr>
          <p:spPr>
            <a:xfrm flipH="1">
              <a:off x="2646" y="2434"/>
              <a:ext cx="212" cy="264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487" name="Google Shape;487;p52"/>
            <p:cNvCxnSpPr/>
            <p:nvPr/>
          </p:nvCxnSpPr>
          <p:spPr>
            <a:xfrm rot="10800000">
              <a:off x="1640" y="2751"/>
              <a:ext cx="688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488" name="Google Shape;488;p52"/>
            <p:cNvCxnSpPr/>
            <p:nvPr/>
          </p:nvCxnSpPr>
          <p:spPr>
            <a:xfrm rot="10800000">
              <a:off x="1640" y="1323"/>
              <a:ext cx="0" cy="1428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489" name="Google Shape;489;p52"/>
            <p:cNvCxnSpPr/>
            <p:nvPr/>
          </p:nvCxnSpPr>
          <p:spPr>
            <a:xfrm>
              <a:off x="1640" y="1323"/>
              <a:ext cx="688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490" name="Google Shape;490;p52"/>
            <p:cNvSpPr/>
            <p:nvPr/>
          </p:nvSpPr>
          <p:spPr>
            <a:xfrm>
              <a:off x="2646" y="1217"/>
              <a:ext cx="785" cy="1905"/>
            </a:xfrm>
            <a:custGeom>
              <a:rect b="b" l="l" r="r" t="t"/>
              <a:pathLst>
                <a:path extrusionOk="0" h="1296" w="712">
                  <a:moveTo>
                    <a:pt x="0" y="96"/>
                  </a:moveTo>
                  <a:cubicBezTo>
                    <a:pt x="212" y="48"/>
                    <a:pt x="424" y="0"/>
                    <a:pt x="528" y="144"/>
                  </a:cubicBezTo>
                  <a:cubicBezTo>
                    <a:pt x="632" y="288"/>
                    <a:pt x="712" y="768"/>
                    <a:pt x="624" y="960"/>
                  </a:cubicBezTo>
                  <a:cubicBezTo>
                    <a:pt x="536" y="1152"/>
                    <a:pt x="268" y="1224"/>
                    <a:pt x="0" y="1296"/>
                  </a:cubicBezTo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7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53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5500"/>
              <a:buFont typeface="Gill Sans"/>
              <a:buNone/>
            </a:pPr>
            <a:r>
              <a:rPr b="0" i="0" lang="en-US" sz="55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Derivation of Test Cases</a:t>
            </a:r>
            <a:endParaRPr/>
          </a:p>
        </p:txBody>
      </p:sp>
      <p:sp>
        <p:nvSpPr>
          <p:cNvPr id="496" name="Google Shape;496;p53"/>
          <p:cNvSpPr txBox="1"/>
          <p:nvPr>
            <p:ph idx="1" type="body"/>
          </p:nvPr>
        </p:nvSpPr>
        <p:spPr>
          <a:xfrm>
            <a:off x="1001712" y="1646237"/>
            <a:ext cx="9078912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-342900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20"/>
              <a:buFont typeface="Noto Sans Symbols"/>
              <a:buChar char="⚫"/>
            </a:pPr>
            <a:r>
              <a:rPr b="1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 of independent paths: 3</a:t>
            </a:r>
            <a:endParaRPr/>
          </a:p>
          <a:p>
            <a:pPr indent="-285750" lvl="1" marL="74295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Verdana"/>
              <a:buChar char="◦"/>
            </a:pPr>
            <a:r>
              <a:rPr b="1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1,6     </a:t>
            </a:r>
            <a:r>
              <a:rPr b="1" i="0" lang="en-US" sz="4000" u="none" cap="none" strike="noStrike">
                <a:solidFill>
                  <a:srgbClr val="3399FF"/>
                </a:solidFill>
                <a:latin typeface="Calibri"/>
                <a:ea typeface="Calibri"/>
                <a:cs typeface="Calibri"/>
                <a:sym typeface="Calibri"/>
              </a:rPr>
              <a:t>test case (x=1, y=1)</a:t>
            </a:r>
            <a:endParaRPr/>
          </a:p>
          <a:p>
            <a:pPr indent="-285750" lvl="1" marL="74295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Verdana"/>
              <a:buChar char="◦"/>
            </a:pPr>
            <a:r>
              <a:rPr b="1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1,2,3,5,1,6 </a:t>
            </a:r>
            <a:r>
              <a:rPr b="1" i="0" lang="en-US" sz="4000" u="none" cap="none" strike="noStrike">
                <a:solidFill>
                  <a:srgbClr val="3399FF"/>
                </a:solidFill>
                <a:latin typeface="Calibri"/>
                <a:ea typeface="Calibri"/>
                <a:cs typeface="Calibri"/>
                <a:sym typeface="Calibri"/>
              </a:rPr>
              <a:t>test case(x=2, y=1)</a:t>
            </a:r>
            <a:endParaRPr/>
          </a:p>
          <a:p>
            <a:pPr indent="-285750" lvl="1" marL="74295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Verdana"/>
              <a:buChar char="◦"/>
            </a:pPr>
            <a:r>
              <a:rPr b="1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1,2,4,5,1,6  </a:t>
            </a:r>
            <a:r>
              <a:rPr b="1" i="0" lang="en-US" sz="4000" u="none" cap="none" strike="noStrike">
                <a:solidFill>
                  <a:srgbClr val="3399FF"/>
                </a:solidFill>
                <a:latin typeface="Calibri"/>
                <a:ea typeface="Calibri"/>
                <a:cs typeface="Calibri"/>
                <a:sym typeface="Calibri"/>
              </a:rPr>
              <a:t>test case(x=1, y=2)</a:t>
            </a:r>
            <a:endParaRPr/>
          </a:p>
        </p:txBody>
      </p:sp>
      <p:sp>
        <p:nvSpPr>
          <p:cNvPr id="497" name="Google Shape;497;p53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54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400"/>
              <a:buFont typeface="Gill Sans"/>
              <a:buNone/>
            </a:pPr>
            <a:r>
              <a:rPr b="0" i="0" lang="en-US" sz="44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An Interesting Application of Cyclomatic Complexity</a:t>
            </a:r>
            <a:endParaRPr/>
          </a:p>
        </p:txBody>
      </p:sp>
      <p:sp>
        <p:nvSpPr>
          <p:cNvPr id="503" name="Google Shape;503;p54"/>
          <p:cNvSpPr txBox="1"/>
          <p:nvPr>
            <p:ph idx="1" type="body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-342900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840"/>
              <a:buFont typeface="Noto Sans Symbols"/>
              <a:buChar char="⚫"/>
            </a:pPr>
            <a:r>
              <a:rPr b="0" i="0" lang="en-US" sz="4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Relationship exists between:</a:t>
            </a:r>
            <a:endParaRPr/>
          </a:p>
          <a:p>
            <a:pPr indent="-285750" lvl="1" marL="742950" marR="0" rtl="0" algn="l">
              <a:lnSpc>
                <a:spcPct val="110000"/>
              </a:lnSpc>
              <a:spcBef>
                <a:spcPts val="465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Verdana"/>
              <a:buChar char="◦"/>
            </a:pPr>
            <a:r>
              <a:rPr b="0" i="0" lang="en-US" sz="45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McCabe's metric</a:t>
            </a:r>
            <a:endParaRPr/>
          </a:p>
          <a:p>
            <a:pPr indent="-285750" lvl="1" marL="742950" marR="0" rtl="0" algn="l">
              <a:lnSpc>
                <a:spcPct val="110000"/>
              </a:lnSpc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Verdana"/>
              <a:buChar char="◦"/>
            </a:pPr>
            <a:r>
              <a:rPr b="0" i="0" lang="en-US" sz="45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 number of errors existing in the code, </a:t>
            </a:r>
            <a:endParaRPr/>
          </a:p>
          <a:p>
            <a:pPr indent="-285750" lvl="1" marL="742950" marR="0" rtl="0" algn="l">
              <a:lnSpc>
                <a:spcPct val="110000"/>
              </a:lnSpc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Verdana"/>
              <a:buChar char="◦"/>
            </a:pPr>
            <a:r>
              <a:rPr b="0" i="0" lang="en-US" sz="45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 time required to find and correct the errors. </a:t>
            </a:r>
            <a:endParaRPr/>
          </a:p>
        </p:txBody>
      </p:sp>
      <p:sp>
        <p:nvSpPr>
          <p:cNvPr id="504" name="Google Shape;504;p54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55"/>
          <p:cNvSpPr txBox="1"/>
          <p:nvPr>
            <p:ph type="title"/>
          </p:nvPr>
        </p:nvSpPr>
        <p:spPr>
          <a:xfrm>
            <a:off x="1077912" y="0"/>
            <a:ext cx="8266112" cy="12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5400"/>
              <a:buFont typeface="Gill Sans"/>
              <a:buNone/>
            </a:pPr>
            <a:r>
              <a:rPr b="0" i="0" lang="en-US" sz="54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Cyclomatic Complexity</a:t>
            </a:r>
            <a:endParaRPr/>
          </a:p>
        </p:txBody>
      </p:sp>
      <p:sp>
        <p:nvSpPr>
          <p:cNvPr id="510" name="Google Shape;510;p55"/>
          <p:cNvSpPr txBox="1"/>
          <p:nvPr>
            <p:ph idx="1" type="body"/>
          </p:nvPr>
        </p:nvSpPr>
        <p:spPr>
          <a:xfrm>
            <a:off x="1001712" y="1570037"/>
            <a:ext cx="9078912" cy="534987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-342900" lvl="0" marL="342900" marR="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840"/>
              <a:buFont typeface="Noto Sans Symbols"/>
              <a:buChar char="⚫"/>
            </a:pPr>
            <a:r>
              <a:rPr b="0" i="0" lang="en-US" sz="4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Cyclomatic complexity of a program: </a:t>
            </a:r>
            <a:endParaRPr/>
          </a:p>
          <a:p>
            <a:pPr indent="-285750" lvl="1" marL="742950" marR="0" rtl="0" algn="just">
              <a:lnSpc>
                <a:spcPct val="105000"/>
              </a:lnSpc>
              <a:spcBef>
                <a:spcPts val="92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Verdana"/>
              <a:buChar char="◦"/>
            </a:pPr>
            <a:r>
              <a:rPr b="0" i="0" lang="en-US" sz="4400" u="none" cap="none" strike="noStrike">
                <a:solidFill>
                  <a:srgbClr val="0033CC"/>
                </a:solidFill>
                <a:latin typeface="Gill Sans"/>
                <a:ea typeface="Gill Sans"/>
                <a:cs typeface="Gill Sans"/>
                <a:sym typeface="Gill Sans"/>
              </a:rPr>
              <a:t>Also indicates the psychological complexity of a program.</a:t>
            </a:r>
            <a:r>
              <a:rPr b="0" i="0" lang="en-US" sz="4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  <a:p>
            <a:pPr indent="-285750" lvl="1" marL="742950" marR="0" rtl="0" algn="just">
              <a:lnSpc>
                <a:spcPct val="105000"/>
              </a:lnSpc>
              <a:spcBef>
                <a:spcPts val="88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Verdana"/>
              <a:buChar char="◦"/>
            </a:pPr>
            <a:r>
              <a:rPr b="0" i="0" lang="en-US" sz="4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Difficulty level of understanding the program. </a:t>
            </a:r>
            <a:endParaRPr/>
          </a:p>
        </p:txBody>
      </p:sp>
      <p:sp>
        <p:nvSpPr>
          <p:cNvPr id="511" name="Google Shape;511;p55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6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700"/>
              <a:buFont typeface="Gill Sans"/>
              <a:buNone/>
            </a:pPr>
            <a:r>
              <a:rPr b="0" i="0" lang="en-US" sz="47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Cyclomatic Complexity</a:t>
            </a:r>
            <a:endParaRPr/>
          </a:p>
        </p:txBody>
      </p:sp>
      <p:sp>
        <p:nvSpPr>
          <p:cNvPr id="517" name="Google Shape;517;p56"/>
          <p:cNvSpPr txBox="1"/>
          <p:nvPr>
            <p:ph idx="1" type="body"/>
          </p:nvPr>
        </p:nvSpPr>
        <p:spPr>
          <a:xfrm>
            <a:off x="1077912" y="1570037"/>
            <a:ext cx="9002712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rmAutofit/>
          </a:bodyPr>
          <a:lstStyle/>
          <a:p>
            <a:pPr indent="-342900" lvl="0" marL="34290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80"/>
              <a:buFont typeface="Noto Sans Symbols"/>
              <a:buChar char="⚫"/>
            </a:pPr>
            <a:r>
              <a:rPr b="0" i="0" lang="en-US" sz="4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From maintenance perspective, </a:t>
            </a:r>
            <a:endParaRPr/>
          </a:p>
          <a:p>
            <a:pPr indent="-285750" lvl="1" marL="742950" marR="0" rtl="0" algn="just">
              <a:lnSpc>
                <a:spcPct val="110000"/>
              </a:lnSpc>
              <a:spcBef>
                <a:spcPts val="945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Verdana"/>
              <a:buChar char="◦"/>
            </a:pPr>
            <a:r>
              <a:rPr b="0" i="0" lang="en-US" sz="37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Limit cyclomatic complexity of modules </a:t>
            </a:r>
            <a:endParaRPr/>
          </a:p>
          <a:p>
            <a:pPr indent="-228600" lvl="2" marL="1143000" marR="0" rtl="0" algn="just">
              <a:lnSpc>
                <a:spcPct val="110000"/>
              </a:lnSpc>
              <a:spcBef>
                <a:spcPts val="825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To some reasonable value. </a:t>
            </a:r>
            <a:endParaRPr/>
          </a:p>
          <a:p>
            <a:pPr indent="-285750" lvl="1" marL="742950" marR="0" rtl="0" algn="just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Verdana"/>
              <a:buChar char="◦"/>
            </a:pPr>
            <a:r>
              <a:rPr b="0" i="0" lang="en-US" sz="37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Good software development organizations: </a:t>
            </a:r>
            <a:endParaRPr/>
          </a:p>
          <a:p>
            <a:pPr indent="-228600" lvl="2" marL="1143000" marR="0" rtl="0" algn="just">
              <a:lnSpc>
                <a:spcPct val="110000"/>
              </a:lnSpc>
              <a:spcBef>
                <a:spcPts val="825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Restrict cyclomatic complexity of functions to a maximum of ten or so.</a:t>
            </a:r>
            <a:endParaRPr/>
          </a:p>
        </p:txBody>
      </p:sp>
      <p:sp>
        <p:nvSpPr>
          <p:cNvPr id="518" name="Google Shape;518;p56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57"/>
          <p:cNvSpPr txBox="1"/>
          <p:nvPr>
            <p:ph type="title"/>
          </p:nvPr>
        </p:nvSpPr>
        <p:spPr>
          <a:xfrm>
            <a:off x="1485900" y="0"/>
            <a:ext cx="8266112" cy="12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100"/>
              <a:buFont typeface="Gill Sans"/>
              <a:buNone/>
            </a:pPr>
            <a:r>
              <a:rPr b="0" i="0" lang="en-US" sz="41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White-Box Testing :  Summary</a:t>
            </a:r>
            <a:endParaRPr/>
          </a:p>
        </p:txBody>
      </p:sp>
      <p:sp>
        <p:nvSpPr>
          <p:cNvPr id="524" name="Google Shape;524;p57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25" name="Google Shape;525;p57"/>
          <p:cNvSpPr txBox="1"/>
          <p:nvPr/>
        </p:nvSpPr>
        <p:spPr>
          <a:xfrm>
            <a:off x="3363912" y="1206500"/>
            <a:ext cx="5867400" cy="6172200"/>
          </a:xfrm>
          <a:prstGeom prst="rect">
            <a:avLst/>
          </a:prstGeom>
          <a:solidFill>
            <a:srgbClr val="964305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26" name="Google Shape;526;p57"/>
          <p:cNvSpPr txBox="1"/>
          <p:nvPr/>
        </p:nvSpPr>
        <p:spPr>
          <a:xfrm>
            <a:off x="4370387" y="1535112"/>
            <a:ext cx="1316037" cy="569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sp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omic Sans MS"/>
              <a:buNone/>
            </a:pPr>
            <a:r>
              <a:rPr b="1" i="0" lang="en-US" sz="18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statement</a:t>
            </a:r>
            <a:endParaRPr/>
          </a:p>
          <a:p>
            <a:pPr indent="0" lvl="0" marL="0" marR="0" rtl="0" algn="ctr">
              <a:lnSpc>
                <a:spcPct val="75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omic Sans MS"/>
              <a:buNone/>
            </a:pPr>
            <a:r>
              <a:rPr b="1" i="0" lang="en-US" sz="18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coverage</a:t>
            </a:r>
            <a:endParaRPr/>
          </a:p>
        </p:txBody>
      </p:sp>
      <p:sp>
        <p:nvSpPr>
          <p:cNvPr id="527" name="Google Shape;527;p57"/>
          <p:cNvSpPr txBox="1"/>
          <p:nvPr/>
        </p:nvSpPr>
        <p:spPr>
          <a:xfrm>
            <a:off x="3141662" y="2425700"/>
            <a:ext cx="1527175" cy="569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sp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omic Sans MS"/>
              <a:buNone/>
            </a:pPr>
            <a:r>
              <a:rPr b="1" i="0" lang="en-US" sz="18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condition</a:t>
            </a:r>
            <a:endParaRPr/>
          </a:p>
          <a:p>
            <a:pPr indent="0" lvl="0" marL="0" marR="0" rtl="0" algn="ctr">
              <a:lnSpc>
                <a:spcPct val="75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omic Sans MS"/>
              <a:buNone/>
            </a:pPr>
            <a:r>
              <a:rPr b="1" i="0" lang="en-US" sz="18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coverage</a:t>
            </a:r>
            <a:endParaRPr/>
          </a:p>
        </p:txBody>
      </p:sp>
      <p:sp>
        <p:nvSpPr>
          <p:cNvPr id="528" name="Google Shape;528;p57"/>
          <p:cNvSpPr txBox="1"/>
          <p:nvPr/>
        </p:nvSpPr>
        <p:spPr>
          <a:xfrm>
            <a:off x="4922837" y="2346325"/>
            <a:ext cx="1893887" cy="831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sp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omic Sans MS"/>
              <a:buNone/>
            </a:pPr>
            <a:r>
              <a:rPr b="1" i="0" lang="en-US" sz="18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branch</a:t>
            </a:r>
            <a:endParaRPr/>
          </a:p>
          <a:p>
            <a:pPr indent="0" lvl="0" marL="0" marR="0" rtl="0" algn="ctr">
              <a:lnSpc>
                <a:spcPct val="75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omic Sans MS"/>
              <a:buNone/>
            </a:pPr>
            <a:r>
              <a:rPr b="1" i="0" lang="en-US" sz="18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(or decision)</a:t>
            </a:r>
            <a:endParaRPr/>
          </a:p>
          <a:p>
            <a:pPr indent="0" lvl="0" marL="0" marR="0" rtl="0" algn="ctr">
              <a:lnSpc>
                <a:spcPct val="75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omic Sans MS"/>
              <a:buNone/>
            </a:pPr>
            <a:r>
              <a:rPr b="1" i="0" lang="en-US" sz="18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coverage</a:t>
            </a:r>
            <a:endParaRPr/>
          </a:p>
        </p:txBody>
      </p:sp>
      <p:sp>
        <p:nvSpPr>
          <p:cNvPr id="529" name="Google Shape;529;p57"/>
          <p:cNvSpPr txBox="1"/>
          <p:nvPr/>
        </p:nvSpPr>
        <p:spPr>
          <a:xfrm>
            <a:off x="3560762" y="3571875"/>
            <a:ext cx="2936875" cy="720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sp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omic Sans MS"/>
              <a:buNone/>
            </a:pPr>
            <a:r>
              <a:rPr b="1" i="0" lang="en-US" sz="18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branch and condition </a:t>
            </a:r>
            <a:br>
              <a:rPr b="1" i="0" lang="en-US" sz="18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b="1" i="0" lang="en-US" sz="18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(or condition /decision) coverage</a:t>
            </a:r>
            <a:endParaRPr/>
          </a:p>
        </p:txBody>
      </p:sp>
      <p:sp>
        <p:nvSpPr>
          <p:cNvPr id="530" name="Google Shape;530;p57"/>
          <p:cNvSpPr txBox="1"/>
          <p:nvPr/>
        </p:nvSpPr>
        <p:spPr>
          <a:xfrm>
            <a:off x="4456112" y="6710362"/>
            <a:ext cx="1163637" cy="569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sp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omic Sans MS"/>
              <a:buNone/>
            </a:pPr>
            <a:r>
              <a:rPr b="1" i="0" lang="en-US" sz="18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path</a:t>
            </a:r>
            <a:endParaRPr/>
          </a:p>
          <a:p>
            <a:pPr indent="0" lvl="0" marL="0" marR="0" rtl="0" algn="ctr">
              <a:lnSpc>
                <a:spcPct val="75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omic Sans MS"/>
              <a:buNone/>
            </a:pPr>
            <a:r>
              <a:rPr b="1" i="0" lang="en-US" sz="18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coverage</a:t>
            </a:r>
            <a:endParaRPr/>
          </a:p>
        </p:txBody>
      </p:sp>
      <p:sp>
        <p:nvSpPr>
          <p:cNvPr id="531" name="Google Shape;531;p57"/>
          <p:cNvSpPr txBox="1"/>
          <p:nvPr/>
        </p:nvSpPr>
        <p:spPr>
          <a:xfrm>
            <a:off x="3702050" y="4721225"/>
            <a:ext cx="26479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sp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omic Sans MS"/>
              <a:buNone/>
            </a:pPr>
            <a:r>
              <a:rPr b="1" i="0" lang="en-US" sz="18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modified condition / decision coverage</a:t>
            </a:r>
            <a:endParaRPr/>
          </a:p>
        </p:txBody>
      </p:sp>
      <p:cxnSp>
        <p:nvCxnSpPr>
          <p:cNvPr id="532" name="Google Shape;532;p57"/>
          <p:cNvCxnSpPr/>
          <p:nvPr/>
        </p:nvCxnSpPr>
        <p:spPr>
          <a:xfrm flipH="1">
            <a:off x="3905250" y="2105025"/>
            <a:ext cx="1123950" cy="320675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533" name="Google Shape;533;p57"/>
          <p:cNvCxnSpPr/>
          <p:nvPr/>
        </p:nvCxnSpPr>
        <p:spPr>
          <a:xfrm>
            <a:off x="5029200" y="2105025"/>
            <a:ext cx="841375" cy="241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534" name="Google Shape;534;p57"/>
          <p:cNvCxnSpPr/>
          <p:nvPr/>
        </p:nvCxnSpPr>
        <p:spPr>
          <a:xfrm>
            <a:off x="3905250" y="2995612"/>
            <a:ext cx="1123950" cy="576262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535" name="Google Shape;535;p57"/>
          <p:cNvCxnSpPr/>
          <p:nvPr/>
        </p:nvCxnSpPr>
        <p:spPr>
          <a:xfrm flipH="1">
            <a:off x="5029200" y="3178175"/>
            <a:ext cx="841375" cy="393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536" name="Google Shape;536;p57"/>
          <p:cNvCxnSpPr/>
          <p:nvPr/>
        </p:nvCxnSpPr>
        <p:spPr>
          <a:xfrm flipH="1">
            <a:off x="5026025" y="4292600"/>
            <a:ext cx="3175" cy="428625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537" name="Google Shape;537;p57"/>
          <p:cNvCxnSpPr/>
          <p:nvPr/>
        </p:nvCxnSpPr>
        <p:spPr>
          <a:xfrm flipH="1">
            <a:off x="5021262" y="5235575"/>
            <a:ext cx="4762" cy="346075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538" name="Google Shape;538;p57"/>
          <p:cNvSpPr txBox="1"/>
          <p:nvPr/>
        </p:nvSpPr>
        <p:spPr>
          <a:xfrm>
            <a:off x="1263650" y="6623050"/>
            <a:ext cx="1754187" cy="433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Trebuchet MS"/>
              <a:buNone/>
            </a:pPr>
            <a:r>
              <a:rPr b="1" i="0" lang="en-US" sz="3200" u="none">
                <a:solidFill>
                  <a:srgbClr val="0000CC"/>
                </a:solidFill>
                <a:latin typeface="Trebuchet MS"/>
                <a:ea typeface="Trebuchet MS"/>
                <a:cs typeface="Trebuchet MS"/>
                <a:sym typeface="Trebuchet MS"/>
              </a:rPr>
              <a:t>strongest</a:t>
            </a:r>
            <a:endParaRPr/>
          </a:p>
        </p:txBody>
      </p:sp>
      <p:sp>
        <p:nvSpPr>
          <p:cNvPr id="539" name="Google Shape;539;p57"/>
          <p:cNvSpPr txBox="1"/>
          <p:nvPr/>
        </p:nvSpPr>
        <p:spPr>
          <a:xfrm>
            <a:off x="1263650" y="1541462"/>
            <a:ext cx="1560512" cy="433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Trebuchet MS"/>
              <a:buNone/>
            </a:pPr>
            <a:r>
              <a:rPr b="1" i="0" lang="en-US" sz="3200" u="none">
                <a:solidFill>
                  <a:srgbClr val="0000CC"/>
                </a:solidFill>
                <a:latin typeface="Trebuchet MS"/>
                <a:ea typeface="Trebuchet MS"/>
                <a:cs typeface="Trebuchet MS"/>
                <a:sym typeface="Trebuchet MS"/>
              </a:rPr>
              <a:t>weakest</a:t>
            </a:r>
            <a:endParaRPr/>
          </a:p>
        </p:txBody>
      </p:sp>
      <p:sp>
        <p:nvSpPr>
          <p:cNvPr id="540" name="Google Shape;540;p57"/>
          <p:cNvSpPr txBox="1"/>
          <p:nvPr/>
        </p:nvSpPr>
        <p:spPr>
          <a:xfrm>
            <a:off x="6610350" y="4616450"/>
            <a:ext cx="2097087" cy="776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sp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omic Sans MS"/>
              <a:buNone/>
            </a:pPr>
            <a:r>
              <a:rPr b="1" i="0" lang="en-US" sz="18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independent path (or basis path)</a:t>
            </a:r>
            <a:endParaRPr/>
          </a:p>
          <a:p>
            <a:pPr indent="0" lvl="0" marL="0" marR="0" rtl="0" algn="ctr">
              <a:lnSpc>
                <a:spcPct val="75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omic Sans MS"/>
              <a:buNone/>
            </a:pPr>
            <a:r>
              <a:rPr b="1" i="0" lang="en-US" sz="18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coverage</a:t>
            </a:r>
            <a:endParaRPr/>
          </a:p>
        </p:txBody>
      </p:sp>
      <p:cxnSp>
        <p:nvCxnSpPr>
          <p:cNvPr id="541" name="Google Shape;541;p57"/>
          <p:cNvCxnSpPr/>
          <p:nvPr/>
        </p:nvCxnSpPr>
        <p:spPr>
          <a:xfrm flipH="1">
            <a:off x="5038725" y="5392737"/>
            <a:ext cx="2620962" cy="1317625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542" name="Google Shape;542;p57"/>
          <p:cNvCxnSpPr/>
          <p:nvPr/>
        </p:nvCxnSpPr>
        <p:spPr>
          <a:xfrm>
            <a:off x="5870575" y="3178175"/>
            <a:ext cx="1789112" cy="1438275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543" name="Google Shape;543;p57"/>
          <p:cNvSpPr txBox="1"/>
          <p:nvPr/>
        </p:nvSpPr>
        <p:spPr>
          <a:xfrm>
            <a:off x="3463925" y="5581650"/>
            <a:ext cx="3114675" cy="569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sp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omic Sans MS"/>
              <a:buNone/>
            </a:pPr>
            <a:r>
              <a:rPr b="1" i="0" lang="en-US" sz="18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multiple- condition</a:t>
            </a:r>
            <a:endParaRPr/>
          </a:p>
          <a:p>
            <a:pPr indent="0" lvl="0" marL="0" marR="0" rtl="0" algn="ctr">
              <a:lnSpc>
                <a:spcPct val="75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omic Sans MS"/>
              <a:buNone/>
            </a:pPr>
            <a:r>
              <a:rPr b="1" i="0" lang="en-US" sz="18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coverage</a:t>
            </a:r>
            <a:endParaRPr/>
          </a:p>
        </p:txBody>
      </p:sp>
      <p:cxnSp>
        <p:nvCxnSpPr>
          <p:cNvPr id="544" name="Google Shape;544;p57"/>
          <p:cNvCxnSpPr/>
          <p:nvPr/>
        </p:nvCxnSpPr>
        <p:spPr>
          <a:xfrm>
            <a:off x="5021262" y="6151562"/>
            <a:ext cx="17462" cy="55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545" name="Google Shape;545;p57"/>
          <p:cNvSpPr txBox="1"/>
          <p:nvPr/>
        </p:nvSpPr>
        <p:spPr>
          <a:xfrm>
            <a:off x="1276350" y="5873750"/>
            <a:ext cx="222250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rebuchet MS"/>
              <a:buNone/>
            </a:pPr>
            <a:r>
              <a:rPr b="1" i="0" lang="en-US" sz="1600" u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only if paths across </a:t>
            </a:r>
            <a:endParaRPr/>
          </a:p>
          <a:p>
            <a:pPr indent="0" lvl="0" marL="0" marR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rebuchet MS"/>
              <a:buNone/>
            </a:pPr>
            <a:r>
              <a:rPr b="1" i="0" lang="en-US" sz="1600" u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composite conditions</a:t>
            </a:r>
            <a:endParaRPr/>
          </a:p>
          <a:p>
            <a:pPr indent="0" lvl="0" marL="0" marR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rebuchet MS"/>
              <a:buNone/>
            </a:pPr>
            <a:r>
              <a:rPr b="1" i="0" lang="en-US" sz="1600" u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are distinguished</a:t>
            </a:r>
            <a:endParaRPr/>
          </a:p>
        </p:txBody>
      </p:sp>
      <p:cxnSp>
        <p:nvCxnSpPr>
          <p:cNvPr id="546" name="Google Shape;546;p57"/>
          <p:cNvCxnSpPr/>
          <p:nvPr/>
        </p:nvCxnSpPr>
        <p:spPr>
          <a:xfrm>
            <a:off x="3695700" y="6351587"/>
            <a:ext cx="992187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800000"/>
            <a:headEnd len="med" w="med" type="none"/>
            <a:tailEnd len="sm" w="sm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58"/>
          <p:cNvSpPr txBox="1"/>
          <p:nvPr>
            <p:ph type="title"/>
          </p:nvPr>
        </p:nvSpPr>
        <p:spPr>
          <a:xfrm>
            <a:off x="1079500" y="-182562"/>
            <a:ext cx="9066212" cy="19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7300"/>
              <a:buFont typeface="Gill Sans"/>
              <a:buNone/>
            </a:pPr>
            <a:r>
              <a:rPr b="0" i="0" lang="en-US" sz="7300" u="none">
                <a:solidFill>
                  <a:srgbClr val="0000CC"/>
                </a:solidFill>
                <a:latin typeface="Gill Sans"/>
                <a:ea typeface="Gill Sans"/>
                <a:cs typeface="Gill Sans"/>
                <a:sym typeface="Gill Sans"/>
              </a:rPr>
              <a:t>Summary</a:t>
            </a:r>
            <a:endParaRPr/>
          </a:p>
        </p:txBody>
      </p:sp>
      <p:sp>
        <p:nvSpPr>
          <p:cNvPr id="552" name="Google Shape;552;p58"/>
          <p:cNvSpPr txBox="1"/>
          <p:nvPr>
            <p:ph idx="1" type="body"/>
          </p:nvPr>
        </p:nvSpPr>
        <p:spPr>
          <a:xfrm>
            <a:off x="1154112" y="1479550"/>
            <a:ext cx="9274175" cy="520065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⚫"/>
            </a:pPr>
            <a:r>
              <a:rPr b="0" i="0" lang="en-US" sz="35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There are two approaches to testing: </a:t>
            </a:r>
            <a:endParaRPr/>
          </a:p>
          <a:p>
            <a:pPr indent="-285750" lvl="1" marL="742950" marR="0" rtl="0" algn="l">
              <a:lnSpc>
                <a:spcPct val="105000"/>
              </a:lnSpc>
              <a:spcBef>
                <a:spcPts val="33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erdana"/>
              <a:buChar char="◦"/>
            </a:pPr>
            <a:r>
              <a:rPr b="0" i="0" lang="en-US" sz="3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black-box testing and </a:t>
            </a:r>
            <a:endParaRPr/>
          </a:p>
          <a:p>
            <a:pPr indent="-285750" lvl="1" marL="742950" marR="0" rtl="0" algn="l">
              <a:lnSpc>
                <a:spcPct val="105000"/>
              </a:lnSpc>
              <a:spcBef>
                <a:spcPts val="31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erdana"/>
              <a:buChar char="◦"/>
            </a:pPr>
            <a:r>
              <a:rPr b="0" i="0" lang="en-US" sz="3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white-box testing.</a:t>
            </a:r>
            <a:endParaRPr/>
          </a:p>
          <a:p>
            <a:pPr indent="-342900" lvl="0" marL="342900" marR="0" rtl="0" algn="l">
              <a:lnSpc>
                <a:spcPct val="105000"/>
              </a:lnSpc>
              <a:spcBef>
                <a:spcPts val="33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⚫"/>
            </a:pPr>
            <a:r>
              <a:rPr b="0" i="0" lang="en-US" sz="35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Designing test cases for black box testing:</a:t>
            </a:r>
            <a:endParaRPr/>
          </a:p>
          <a:p>
            <a:pPr indent="-285750" lvl="1" marL="742950" marR="0" rtl="0" algn="l">
              <a:lnSpc>
                <a:spcPct val="105000"/>
              </a:lnSpc>
              <a:spcBef>
                <a:spcPts val="33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erdana"/>
              <a:buChar char="◦"/>
            </a:pPr>
            <a:r>
              <a:rPr b="0" i="0" lang="en-US" sz="3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does not require any knowledge of how the functions have been designed and implemented. </a:t>
            </a:r>
            <a:endParaRPr/>
          </a:p>
          <a:p>
            <a:pPr indent="-285750" lvl="1" marL="742950" marR="0" rtl="0" algn="l">
              <a:lnSpc>
                <a:spcPct val="105000"/>
              </a:lnSpc>
              <a:spcBef>
                <a:spcPts val="31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erdana"/>
              <a:buChar char="◦"/>
            </a:pPr>
            <a:r>
              <a:rPr b="0" i="0" lang="en-US" sz="3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Test cases can be designed by examining only SRS document.</a:t>
            </a:r>
            <a:endParaRPr/>
          </a:p>
        </p:txBody>
      </p:sp>
      <p:sp>
        <p:nvSpPr>
          <p:cNvPr id="553" name="Google Shape;553;p58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59"/>
          <p:cNvSpPr txBox="1"/>
          <p:nvPr>
            <p:ph type="title"/>
          </p:nvPr>
        </p:nvSpPr>
        <p:spPr>
          <a:xfrm>
            <a:off x="1003300" y="-334962"/>
            <a:ext cx="9066212" cy="19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7400"/>
              <a:buFont typeface="Gill Sans"/>
              <a:buNone/>
            </a:pPr>
            <a:r>
              <a:rPr b="0" i="0" lang="en-US" sz="7400" u="none">
                <a:solidFill>
                  <a:srgbClr val="0000CC"/>
                </a:solidFill>
                <a:latin typeface="Gill Sans"/>
                <a:ea typeface="Gill Sans"/>
                <a:cs typeface="Gill Sans"/>
                <a:sym typeface="Gill Sans"/>
              </a:rPr>
              <a:t>Summary</a:t>
            </a:r>
            <a:endParaRPr/>
          </a:p>
        </p:txBody>
      </p:sp>
      <p:sp>
        <p:nvSpPr>
          <p:cNvPr id="559" name="Google Shape;559;p59"/>
          <p:cNvSpPr txBox="1"/>
          <p:nvPr>
            <p:ph idx="1" type="body"/>
          </p:nvPr>
        </p:nvSpPr>
        <p:spPr>
          <a:xfrm>
            <a:off x="1011237" y="1341437"/>
            <a:ext cx="9069387" cy="59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-342900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⚫"/>
            </a:pPr>
            <a:r>
              <a:rPr b="0" i="0" lang="en-US" sz="35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White box testing: </a:t>
            </a:r>
            <a:endParaRPr/>
          </a:p>
          <a:p>
            <a:pPr indent="-285750" lvl="1" marL="742950" marR="0" rtl="0" algn="l">
              <a:lnSpc>
                <a:spcPct val="110000"/>
              </a:lnSpc>
              <a:spcBef>
                <a:spcPts val="66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erdana"/>
              <a:buChar char="◦"/>
            </a:pPr>
            <a:r>
              <a:rPr b="0" i="0" lang="en-US" sz="3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Requires knowledge about internals of the software.</a:t>
            </a:r>
            <a:endParaRPr/>
          </a:p>
          <a:p>
            <a:pPr indent="-285750" lvl="1" marL="742950" marR="0" rtl="0" algn="l">
              <a:lnSpc>
                <a:spcPct val="110000"/>
              </a:lnSpc>
              <a:spcBef>
                <a:spcPts val="62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erdana"/>
              <a:buChar char="◦"/>
            </a:pPr>
            <a:r>
              <a:rPr b="0" i="0" lang="en-US" sz="3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Design and code is required.</a:t>
            </a:r>
            <a:endParaRPr/>
          </a:p>
          <a:p>
            <a:pPr indent="-342900" lvl="0" marL="342900" marR="0" rtl="0" algn="l">
              <a:lnSpc>
                <a:spcPct val="110000"/>
              </a:lnSpc>
              <a:spcBef>
                <a:spcPts val="620"/>
              </a:spcBef>
              <a:spcAft>
                <a:spcPts val="0"/>
              </a:spcAft>
              <a:buClr>
                <a:schemeClr val="accent1"/>
              </a:buClr>
              <a:buSzPts val="2480"/>
              <a:buFont typeface="Noto Sans Symbols"/>
              <a:buChar char="⚫"/>
            </a:pPr>
            <a:r>
              <a:rPr b="0" i="0" lang="en-US" sz="3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We have discussed a few white-box test strategies.</a:t>
            </a:r>
            <a:endParaRPr/>
          </a:p>
          <a:p>
            <a:pPr indent="-285750" lvl="1" marL="742950" marR="0" rtl="0" algn="l">
              <a:lnSpc>
                <a:spcPct val="11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Verdana"/>
              <a:buChar char="◦"/>
            </a:pPr>
            <a:r>
              <a:rPr b="0" i="0" lang="en-US" sz="27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Statement coverage</a:t>
            </a:r>
            <a:endParaRPr/>
          </a:p>
          <a:p>
            <a:pPr indent="-285750" lvl="1" marL="742950" marR="0" rtl="0" algn="l">
              <a:lnSpc>
                <a:spcPct val="110000"/>
              </a:lnSpc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Verdana"/>
              <a:buChar char="◦"/>
            </a:pPr>
            <a:r>
              <a:rPr b="0" i="0" lang="en-US" sz="27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Branch coverage</a:t>
            </a:r>
            <a:endParaRPr/>
          </a:p>
          <a:p>
            <a:pPr indent="-285750" lvl="1" marL="742950" marR="0" rtl="0" algn="l">
              <a:lnSpc>
                <a:spcPct val="110000"/>
              </a:lnSpc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Verdana"/>
              <a:buChar char="◦"/>
            </a:pPr>
            <a:r>
              <a:rPr b="0" i="0" lang="en-US" sz="27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Condition coverage</a:t>
            </a:r>
            <a:endParaRPr/>
          </a:p>
          <a:p>
            <a:pPr indent="-285750" lvl="1" marL="742950" marR="0" rtl="0" algn="l">
              <a:lnSpc>
                <a:spcPct val="110000"/>
              </a:lnSpc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Verdana"/>
              <a:buChar char="◦"/>
            </a:pPr>
            <a:r>
              <a:rPr b="0" i="0" lang="en-US" sz="27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MC/DC coverage</a:t>
            </a:r>
            <a:endParaRPr/>
          </a:p>
          <a:p>
            <a:pPr indent="-285750" lvl="1" marL="742950" marR="0" rtl="0" algn="l">
              <a:lnSpc>
                <a:spcPct val="110000"/>
              </a:lnSpc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Verdana"/>
              <a:buChar char="◦"/>
            </a:pPr>
            <a:r>
              <a:rPr b="0" i="0" lang="en-US" sz="27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Path coverage</a:t>
            </a:r>
            <a:endParaRPr/>
          </a:p>
        </p:txBody>
      </p:sp>
      <p:sp>
        <p:nvSpPr>
          <p:cNvPr id="560" name="Google Shape;560;p59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60"/>
          <p:cNvSpPr txBox="1"/>
          <p:nvPr>
            <p:ph type="title"/>
          </p:nvPr>
        </p:nvSpPr>
        <p:spPr>
          <a:xfrm>
            <a:off x="1079500" y="-334962"/>
            <a:ext cx="9066212" cy="19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7300"/>
              <a:buFont typeface="Gill Sans"/>
              <a:buNone/>
            </a:pPr>
            <a:r>
              <a:rPr b="0" i="0" lang="en-US" sz="7300" u="none">
                <a:solidFill>
                  <a:srgbClr val="0000CC"/>
                </a:solidFill>
                <a:latin typeface="Gill Sans"/>
                <a:ea typeface="Gill Sans"/>
                <a:cs typeface="Gill Sans"/>
                <a:sym typeface="Gill Sans"/>
              </a:rPr>
              <a:t>Summary</a:t>
            </a:r>
            <a:endParaRPr/>
          </a:p>
        </p:txBody>
      </p:sp>
      <p:sp>
        <p:nvSpPr>
          <p:cNvPr id="566" name="Google Shape;566;p60"/>
          <p:cNvSpPr txBox="1"/>
          <p:nvPr>
            <p:ph idx="1" type="body"/>
          </p:nvPr>
        </p:nvSpPr>
        <p:spPr>
          <a:xfrm>
            <a:off x="1062037" y="1441450"/>
            <a:ext cx="9018587" cy="523875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80"/>
              <a:buFont typeface="Noto Sans Symbols"/>
              <a:buChar char="⚫"/>
            </a:pPr>
            <a:r>
              <a:rPr b="0" i="0" lang="en-US" sz="3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 stronger testing strategy:</a:t>
            </a:r>
            <a:endParaRPr/>
          </a:p>
          <a:p>
            <a:pPr indent="-285750" lvl="1" marL="742950" marR="0" rtl="0" algn="l">
              <a:lnSpc>
                <a:spcPct val="105000"/>
              </a:lnSpc>
              <a:spcBef>
                <a:spcPts val="135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Verdana"/>
              <a:buChar char="◦"/>
            </a:pPr>
            <a:r>
              <a:rPr b="0" i="0" lang="en-US" sz="27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Provides more number of significant test cases than a weaker one.</a:t>
            </a:r>
            <a:endParaRPr/>
          </a:p>
          <a:p>
            <a:pPr indent="-285750" lvl="1" marL="742950" marR="0" rtl="0" algn="l">
              <a:lnSpc>
                <a:spcPct val="105000"/>
              </a:lnSpc>
              <a:spcBef>
                <a:spcPts val="135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Verdana"/>
              <a:buChar char="◦"/>
            </a:pPr>
            <a:r>
              <a:rPr b="0" i="0" lang="en-US" sz="27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Condition coverage is strongest among strategies we discussed.</a:t>
            </a:r>
            <a:endParaRPr/>
          </a:p>
          <a:p>
            <a:pPr indent="-342900" lvl="0" marL="342900" marR="0" rtl="0" algn="l">
              <a:lnSpc>
                <a:spcPct val="105000"/>
              </a:lnSpc>
              <a:spcBef>
                <a:spcPts val="155"/>
              </a:spcBef>
              <a:spcAft>
                <a:spcPts val="0"/>
              </a:spcAft>
              <a:buClr>
                <a:schemeClr val="accent1"/>
              </a:buClr>
              <a:buSzPts val="2480"/>
              <a:buFont typeface="Noto Sans Symbols"/>
              <a:buChar char="⚫"/>
            </a:pPr>
            <a:r>
              <a:rPr b="0" i="0" lang="en-US" sz="3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We discussed McCabe’s Cyclomatic complexity metric:</a:t>
            </a:r>
            <a:endParaRPr/>
          </a:p>
          <a:p>
            <a:pPr indent="-285750" lvl="1" marL="742950" marR="0" rtl="0" algn="l">
              <a:lnSpc>
                <a:spcPct val="105000"/>
              </a:lnSpc>
              <a:spcBef>
                <a:spcPts val="135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Verdana"/>
              <a:buChar char="◦"/>
            </a:pPr>
            <a:r>
              <a:rPr b="0" i="0" lang="en-US" sz="27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Provides an upper bound for linearly independent paths</a:t>
            </a:r>
            <a:endParaRPr/>
          </a:p>
          <a:p>
            <a:pPr indent="-285750" lvl="1" marL="742950" marR="0" rtl="0" algn="l">
              <a:lnSpc>
                <a:spcPct val="105000"/>
              </a:lnSpc>
              <a:spcBef>
                <a:spcPts val="135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Verdana"/>
              <a:buChar char="◦"/>
            </a:pPr>
            <a:r>
              <a:rPr b="0" i="0" lang="en-US" sz="27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Correlates with understanding, testing, and debugging difficulty of a program.</a:t>
            </a:r>
            <a:endParaRPr/>
          </a:p>
        </p:txBody>
      </p:sp>
      <p:sp>
        <p:nvSpPr>
          <p:cNvPr id="567" name="Google Shape;567;p60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61"/>
          <p:cNvSpPr txBox="1"/>
          <p:nvPr/>
        </p:nvSpPr>
        <p:spPr>
          <a:xfrm>
            <a:off x="1243012" y="307975"/>
            <a:ext cx="8669337" cy="949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3325" lIns="16650" spcFirstLastPara="1" rIns="16650" wrap="square" tIns="4332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5300"/>
              <a:buFont typeface="Gill Sans"/>
              <a:buNone/>
            </a:pPr>
            <a:r>
              <a:rPr b="0" i="0" lang="en-US" sz="53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References </a:t>
            </a:r>
            <a:endParaRPr/>
          </a:p>
        </p:txBody>
      </p:sp>
      <p:sp>
        <p:nvSpPr>
          <p:cNvPr id="573" name="Google Shape;573;p61"/>
          <p:cNvSpPr txBox="1"/>
          <p:nvPr/>
        </p:nvSpPr>
        <p:spPr>
          <a:xfrm>
            <a:off x="1260475" y="1539875"/>
            <a:ext cx="8651875" cy="2938462"/>
          </a:xfrm>
          <a:prstGeom prst="rect">
            <a:avLst/>
          </a:prstGeom>
          <a:noFill/>
          <a:ln>
            <a:noFill/>
          </a:ln>
        </p:spPr>
        <p:txBody>
          <a:bodyPr anchorCtr="0" anchor="t" bIns="56425" lIns="112875" spcFirstLastPara="1" rIns="112875" wrap="square" tIns="56425">
            <a:spAutoFit/>
          </a:bodyPr>
          <a:lstStyle/>
          <a:p>
            <a:pPr indent="-422275" lvl="0" marL="422275" marR="0" rtl="0" algn="just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Gill Sans"/>
              <a:buAutoNum type="arabicPeriod"/>
            </a:pPr>
            <a:r>
              <a:rPr b="0" i="0" lang="en-US" sz="31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Rajib Mall, Fundamentals of Software Engineering, (Chapter – 10), Fifth Edition, PHI Learning Pvt. Ltd., 2018.</a:t>
            </a:r>
            <a:endParaRPr/>
          </a:p>
          <a:p>
            <a:pPr indent="-422275" lvl="0" marL="422275" marR="0" rtl="0" algn="just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Gill Sans"/>
              <a:buAutoNum type="arabicPeriod"/>
            </a:pPr>
            <a:r>
              <a:rPr b="0" i="0" lang="en-US" sz="31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Naresh Chauhan, Software Testing: Principles and Practices, (Chapter – 5), Second Edition, Oxford University Press,  2016.</a:t>
            </a:r>
            <a:endParaRPr/>
          </a:p>
          <a:p>
            <a:pPr indent="-225425" lvl="0" marL="422275" marR="0" rtl="0" algn="just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Gill Sans"/>
              <a:buNone/>
            </a:pPr>
            <a:r>
              <a:t/>
            </a:r>
            <a:endParaRPr b="0" i="0" sz="310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0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62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700">
              <a:solidFill>
                <a:srgbClr val="572314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79" name="Google Shape;579;p62"/>
          <p:cNvSpPr txBox="1"/>
          <p:nvPr>
            <p:ph idx="1" type="body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0" lvl="0" marL="9048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Noto Sans Symbols"/>
              <a:buNone/>
            </a:pPr>
            <a:r>
              <a:t/>
            </a:r>
            <a:endParaRPr b="0" i="0" sz="60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90487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Noto Sans Symbols"/>
              <a:buNone/>
            </a:pPr>
            <a:r>
              <a:rPr b="0" i="0" lang="en-US" sz="6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Thank you</a:t>
            </a:r>
            <a:endParaRPr/>
          </a:p>
        </p:txBody>
      </p:sp>
      <p:sp>
        <p:nvSpPr>
          <p:cNvPr id="580" name="Google Shape;580;p62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</a:pPr>
            <a:fld id="{00000000-1234-1234-1234-123412341234}" type="slidenum">
              <a:rPr b="0" i="0" lang="en-US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7_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0_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_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3_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9_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8_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5_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11_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4_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6_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