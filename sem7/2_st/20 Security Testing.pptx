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7.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8.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 id="2147483699" r:id="rId2"/>
    <p:sldMasterId id="2147483700" r:id="rId3"/>
    <p:sldMasterId id="2147483701" r:id="rId4"/>
    <p:sldMasterId id="2147483702" r:id="rId5"/>
    <p:sldMasterId id="2147483703" r:id="rId6"/>
    <p:sldMasterId id="2147483704" r:id="rId7"/>
    <p:sldMasterId id="2147483705" r:id="rId8"/>
    <p:sldMasterId id="2147483706" r:id="rId9"/>
  </p:sldMasterIdLst>
  <p:notesMasterIdLst>
    <p:notesMasterId r:id="rId81"/>
  </p:notesMasterIdLst>
  <p:sldIdLst>
    <p:sldId id="256" r:id="rId10"/>
    <p:sldId id="257" r:id="rId11"/>
    <p:sldId id="258" r:id="rId12"/>
    <p:sldId id="259" r:id="rId13"/>
    <p:sldId id="260" r:id="rId14"/>
    <p:sldId id="261" r:id="rId15"/>
    <p:sldId id="262" r:id="rId16"/>
    <p:sldId id="263" r:id="rId17"/>
    <p:sldId id="264" r:id="rId18"/>
    <p:sldId id="265" r:id="rId19"/>
    <p:sldId id="314" r:id="rId20"/>
    <p:sldId id="315" r:id="rId21"/>
    <p:sldId id="316" r:id="rId22"/>
    <p:sldId id="266" r:id="rId23"/>
    <p:sldId id="267" r:id="rId24"/>
    <p:sldId id="31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323" r:id="rId53"/>
    <p:sldId id="324" r:id="rId54"/>
    <p:sldId id="325" r:id="rId55"/>
    <p:sldId id="326" r:id="rId56"/>
    <p:sldId id="327" r:id="rId57"/>
    <p:sldId id="321" r:id="rId58"/>
    <p:sldId id="322" r:id="rId59"/>
    <p:sldId id="295" r:id="rId60"/>
    <p:sldId id="296" r:id="rId61"/>
    <p:sldId id="297" r:id="rId62"/>
    <p:sldId id="298" r:id="rId63"/>
    <p:sldId id="299" r:id="rId64"/>
    <p:sldId id="300" r:id="rId65"/>
    <p:sldId id="318" r:id="rId66"/>
    <p:sldId id="319" r:id="rId67"/>
    <p:sldId id="320" r:id="rId68"/>
    <p:sldId id="301" r:id="rId69"/>
    <p:sldId id="302" r:id="rId70"/>
    <p:sldId id="303" r:id="rId71"/>
    <p:sldId id="304" r:id="rId72"/>
    <p:sldId id="306" r:id="rId73"/>
    <p:sldId id="307" r:id="rId74"/>
    <p:sldId id="308" r:id="rId75"/>
    <p:sldId id="309" r:id="rId76"/>
    <p:sldId id="310" r:id="rId77"/>
    <p:sldId id="311" r:id="rId78"/>
    <p:sldId id="312" r:id="rId79"/>
    <p:sldId id="313" r:id="rId80"/>
  </p:sldIdLst>
  <p:sldSz cx="9144000" cy="5143500" type="screen16x9"/>
  <p:notesSz cx="6858000" cy="9144000"/>
  <p:embeddedFontLst>
    <p:embeddedFont>
      <p:font typeface="Gill Sans" panose="020B0604020202020204" charset="0"/>
      <p:regular r:id="rId82"/>
      <p:bold r:id="rId83"/>
    </p:embeddedFont>
    <p:embeddedFont>
      <p:font typeface="Verdana" panose="020B0604030504040204" pitchFamily="34" charset="0"/>
      <p:regular r:id="rId84"/>
      <p:bold r:id="rId85"/>
      <p:italic r:id="rId86"/>
      <p:boldItalic r:id="rId87"/>
    </p:embeddedFont>
    <p:embeddedFont>
      <p:font typeface="Calibri" panose="020F0502020204030204" pitchFamily="34" charset="0"/>
      <p:regular r:id="rId88"/>
      <p:bold r:id="rId89"/>
      <p:italic r:id="rId90"/>
      <p:boldItalic r:id="rId91"/>
    </p:embeddedFont>
    <p:embeddedFont>
      <p:font typeface="Arial Black" panose="020B0A04020102020204" pitchFamily="34" charset="0"/>
      <p:bold r:id="rId92"/>
    </p:embeddedFont>
    <p:embeddedFont>
      <p:font typeface="Elephant" panose="02020904090505020303" pitchFamily="18" charset="0"/>
      <p:regular r:id="rId93"/>
      <p: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6" d="100"/>
          <a:sy n="96" d="100"/>
        </p:scale>
        <p:origin x="-636" y="-21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63" Type="http://schemas.openxmlformats.org/officeDocument/2006/relationships/slide" Target="slides/slide54.xml"/><Relationship Id="rId68" Type="http://schemas.openxmlformats.org/officeDocument/2006/relationships/slide" Target="slides/slide59.xml"/><Relationship Id="rId76"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97"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font" Target="fonts/font11.fntdata"/><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slide" Target="slides/slide65.xml"/><Relationship Id="rId79" Type="http://schemas.openxmlformats.org/officeDocument/2006/relationships/slide" Target="slides/slide70.xml"/><Relationship Id="rId87" Type="http://schemas.openxmlformats.org/officeDocument/2006/relationships/font" Target="fonts/font6.fntdata"/><Relationship Id="rId5" Type="http://schemas.openxmlformats.org/officeDocument/2006/relationships/slideMaster" Target="slideMasters/slideMaster5.xml"/><Relationship Id="rId61" Type="http://schemas.openxmlformats.org/officeDocument/2006/relationships/slide" Target="slides/slide52.xml"/><Relationship Id="rId82" Type="http://schemas.openxmlformats.org/officeDocument/2006/relationships/font" Target="fonts/font1.fntdata"/><Relationship Id="rId90" Type="http://schemas.openxmlformats.org/officeDocument/2006/relationships/font" Target="fonts/font9.fntdata"/><Relationship Id="rId95" Type="http://schemas.openxmlformats.org/officeDocument/2006/relationships/presProps" Target="presProp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slide" Target="slides/slide68.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slide" Target="slides/slide71.xml"/><Relationship Id="rId85" Type="http://schemas.openxmlformats.org/officeDocument/2006/relationships/font" Target="fonts/font4.fntdata"/><Relationship Id="rId93" Type="http://schemas.openxmlformats.org/officeDocument/2006/relationships/font" Target="fonts/font12.fntdata"/><Relationship Id="rId98"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font" Target="fonts/font13.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78658633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1</a:t>
            </a:fld>
            <a:endParaRPr sz="1200" b="0" i="0" u="none" strike="noStrike" cap="none">
              <a:solidFill>
                <a:srgbClr val="000000"/>
              </a:solidFill>
              <a:latin typeface="Times New Roman"/>
              <a:ea typeface="Times New Roman"/>
              <a:cs typeface="Times New Roman"/>
              <a:sym typeface="Times New Roman"/>
            </a:endParaRPr>
          </a:p>
        </p:txBody>
      </p:sp>
      <p:sp>
        <p:nvSpPr>
          <p:cNvPr id="447" name="Google Shape;447;p1: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48" name="Google Shape;448;p1: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9" name="Google Shape;449;p1: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a:t>
            </a:fld>
            <a:endParaRPr sz="1200" b="0" i="0" u="none" strike="noStrike" cap="none">
              <a:solidFill>
                <a:srgbClr val="000000"/>
              </a:solidFill>
              <a:latin typeface="Times New Roman"/>
              <a:ea typeface="Times New Roman"/>
              <a:cs typeface="Times New Roman"/>
              <a:sym typeface="Times New Roman"/>
            </a:endParaRPr>
          </a:p>
        </p:txBody>
      </p:sp>
      <p:sp>
        <p:nvSpPr>
          <p:cNvPr id="462" name="Google Shape;462;p3: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63" name="Google Shape;463;p3: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3: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2" name="Google Shape;472;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5: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a:t>
            </a:fld>
            <a:endParaRPr sz="1200" b="0" i="0" u="none" strike="noStrike" cap="none">
              <a:solidFill>
                <a:srgbClr val="000000"/>
              </a:solidFill>
              <a:latin typeface="Times New Roman"/>
              <a:ea typeface="Times New Roman"/>
              <a:cs typeface="Times New Roman"/>
              <a:sym typeface="Times New Roman"/>
            </a:endParaRPr>
          </a:p>
        </p:txBody>
      </p:sp>
      <p:sp>
        <p:nvSpPr>
          <p:cNvPr id="477" name="Google Shape;477;p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78" name="Google Shape;478;p5: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9" name="Google Shape;479;p5: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6: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6</a:t>
            </a:fld>
            <a:endParaRPr sz="1200" b="0" i="0" u="none" strike="noStrike" cap="none">
              <a:solidFill>
                <a:srgbClr val="000000"/>
              </a:solidFill>
              <a:latin typeface="Times New Roman"/>
              <a:ea typeface="Times New Roman"/>
              <a:cs typeface="Times New Roman"/>
              <a:sym typeface="Times New Roman"/>
            </a:endParaRPr>
          </a:p>
        </p:txBody>
      </p:sp>
      <p:sp>
        <p:nvSpPr>
          <p:cNvPr id="485" name="Google Shape;485;p6: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86" name="Google Shape;486;p6: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7" name="Google Shape;487;p6: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3" name="Google Shape;49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0" name="Google Shape;500;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7" name="Google Shape;507;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5" name="Google Shape;51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2" name="Google Shape;52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9" name="Google Shape;529;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3" name="Google Shape;54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0" name="Google Shape;55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7" name="Google Shape;557;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3" name="Google Shape;56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8: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22</a:t>
            </a:fld>
            <a:endParaRPr sz="1200" b="0" i="0" u="none" strike="noStrike" cap="none">
              <a:solidFill>
                <a:srgbClr val="000000"/>
              </a:solidFill>
              <a:latin typeface="Times New Roman"/>
              <a:ea typeface="Times New Roman"/>
              <a:cs typeface="Times New Roman"/>
              <a:sym typeface="Times New Roman"/>
            </a:endParaRPr>
          </a:p>
        </p:txBody>
      </p:sp>
      <p:sp>
        <p:nvSpPr>
          <p:cNvPr id="571" name="Google Shape;571;p18: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72" name="Google Shape;572;p18: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3" name="Google Shape;573;p18: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19: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23</a:t>
            </a:fld>
            <a:endParaRPr sz="1200" b="0" i="0" u="none" strike="noStrike" cap="none">
              <a:solidFill>
                <a:srgbClr val="000000"/>
              </a:solidFill>
              <a:latin typeface="Times New Roman"/>
              <a:ea typeface="Times New Roman"/>
              <a:cs typeface="Times New Roman"/>
              <a:sym typeface="Times New Roman"/>
            </a:endParaRPr>
          </a:p>
        </p:txBody>
      </p:sp>
      <p:sp>
        <p:nvSpPr>
          <p:cNvPr id="580" name="Google Shape;580;p19: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81" name="Google Shape;581;p19: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2" name="Google Shape;582;p19: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20: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24</a:t>
            </a:fld>
            <a:endParaRPr sz="1200" b="0" i="0" u="none" strike="noStrike" cap="none">
              <a:solidFill>
                <a:srgbClr val="000000"/>
              </a:solidFill>
              <a:latin typeface="Times New Roman"/>
              <a:ea typeface="Times New Roman"/>
              <a:cs typeface="Times New Roman"/>
              <a:sym typeface="Times New Roman"/>
            </a:endParaRPr>
          </a:p>
        </p:txBody>
      </p:sp>
      <p:sp>
        <p:nvSpPr>
          <p:cNvPr id="591" name="Google Shape;591;p20: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592" name="Google Shape;592;p20: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3" name="Google Shape;593;p20: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1: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25</a:t>
            </a:fld>
            <a:endParaRPr sz="1200" b="0" i="0" u="none" strike="noStrike" cap="none">
              <a:solidFill>
                <a:srgbClr val="000000"/>
              </a:solidFill>
              <a:latin typeface="Times New Roman"/>
              <a:ea typeface="Times New Roman"/>
              <a:cs typeface="Times New Roman"/>
              <a:sym typeface="Times New Roman"/>
            </a:endParaRPr>
          </a:p>
        </p:txBody>
      </p:sp>
      <p:sp>
        <p:nvSpPr>
          <p:cNvPr id="599" name="Google Shape;599;p21: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00" name="Google Shape;600;p21: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1" name="Google Shape;601;p21: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22: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26</a:t>
            </a:fld>
            <a:endParaRPr sz="1200" b="0" i="0" u="none" strike="noStrike" cap="none">
              <a:solidFill>
                <a:srgbClr val="000000"/>
              </a:solidFill>
              <a:latin typeface="Times New Roman"/>
              <a:ea typeface="Times New Roman"/>
              <a:cs typeface="Times New Roman"/>
              <a:sym typeface="Times New Roman"/>
            </a:endParaRPr>
          </a:p>
        </p:txBody>
      </p:sp>
      <p:sp>
        <p:nvSpPr>
          <p:cNvPr id="607" name="Google Shape;607;p22: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08" name="Google Shape;608;p22: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09" name="Google Shape;609;p22: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23: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27</a:t>
            </a:fld>
            <a:endParaRPr sz="1200" b="0" i="0" u="none" strike="noStrike" cap="none">
              <a:solidFill>
                <a:srgbClr val="000000"/>
              </a:solidFill>
              <a:latin typeface="Times New Roman"/>
              <a:ea typeface="Times New Roman"/>
              <a:cs typeface="Times New Roman"/>
              <a:sym typeface="Times New Roman"/>
            </a:endParaRPr>
          </a:p>
        </p:txBody>
      </p:sp>
      <p:sp>
        <p:nvSpPr>
          <p:cNvPr id="615" name="Google Shape;615;p23: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16" name="Google Shape;616;p23: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7" name="Google Shape;617;p23: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4: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28</a:t>
            </a:fld>
            <a:endParaRPr sz="1200" b="0" i="0" u="none" strike="noStrike" cap="none">
              <a:solidFill>
                <a:srgbClr val="000000"/>
              </a:solidFill>
              <a:latin typeface="Times New Roman"/>
              <a:ea typeface="Times New Roman"/>
              <a:cs typeface="Times New Roman"/>
              <a:sym typeface="Times New Roman"/>
            </a:endParaRPr>
          </a:p>
        </p:txBody>
      </p:sp>
      <p:sp>
        <p:nvSpPr>
          <p:cNvPr id="624" name="Google Shape;624;p24: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25" name="Google Shape;625;p24: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6" name="Google Shape;626;p24: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25: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29</a:t>
            </a:fld>
            <a:endParaRPr sz="1200" b="0" i="0" u="none" strike="noStrike" cap="none">
              <a:solidFill>
                <a:srgbClr val="000000"/>
              </a:solidFill>
              <a:latin typeface="Times New Roman"/>
              <a:ea typeface="Times New Roman"/>
              <a:cs typeface="Times New Roman"/>
              <a:sym typeface="Times New Roman"/>
            </a:endParaRPr>
          </a:p>
        </p:txBody>
      </p:sp>
      <p:sp>
        <p:nvSpPr>
          <p:cNvPr id="633" name="Google Shape;633;p2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34" name="Google Shape;634;p25: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5" name="Google Shape;635;p25: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29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26: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30</a:t>
            </a:fld>
            <a:endParaRPr sz="1200" b="0" i="0" u="none" strike="noStrike" cap="none">
              <a:solidFill>
                <a:srgbClr val="000000"/>
              </a:solidFill>
              <a:latin typeface="Times New Roman"/>
              <a:ea typeface="Times New Roman"/>
              <a:cs typeface="Times New Roman"/>
              <a:sym typeface="Times New Roman"/>
            </a:endParaRPr>
          </a:p>
        </p:txBody>
      </p:sp>
      <p:sp>
        <p:nvSpPr>
          <p:cNvPr id="644" name="Google Shape;644;p26: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45" name="Google Shape;645;p26: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6" name="Google Shape;646;p26: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27: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31</a:t>
            </a:fld>
            <a:endParaRPr sz="1200" b="0" i="0" u="none" strike="noStrike" cap="none">
              <a:solidFill>
                <a:srgbClr val="000000"/>
              </a:solidFill>
              <a:latin typeface="Times New Roman"/>
              <a:ea typeface="Times New Roman"/>
              <a:cs typeface="Times New Roman"/>
              <a:sym typeface="Times New Roman"/>
            </a:endParaRPr>
          </a:p>
        </p:txBody>
      </p:sp>
      <p:sp>
        <p:nvSpPr>
          <p:cNvPr id="652" name="Google Shape;652;p27: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53" name="Google Shape;653;p27: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4" name="Google Shape;654;p27: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28: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32</a:t>
            </a:fld>
            <a:endParaRPr sz="1200" b="0" i="0" u="none" strike="noStrike" cap="none">
              <a:solidFill>
                <a:srgbClr val="000000"/>
              </a:solidFill>
              <a:latin typeface="Times New Roman"/>
              <a:ea typeface="Times New Roman"/>
              <a:cs typeface="Times New Roman"/>
              <a:sym typeface="Times New Roman"/>
            </a:endParaRPr>
          </a:p>
        </p:txBody>
      </p:sp>
      <p:sp>
        <p:nvSpPr>
          <p:cNvPr id="682" name="Google Shape;682;p28: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83" name="Google Shape;683;p28: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4" name="Google Shape;684;p28: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29: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33</a:t>
            </a:fld>
            <a:endParaRPr sz="1200" b="0" i="0" u="none" strike="noStrike" cap="none">
              <a:solidFill>
                <a:srgbClr val="000000"/>
              </a:solidFill>
              <a:latin typeface="Times New Roman"/>
              <a:ea typeface="Times New Roman"/>
              <a:cs typeface="Times New Roman"/>
              <a:sym typeface="Times New Roman"/>
            </a:endParaRPr>
          </a:p>
        </p:txBody>
      </p:sp>
      <p:sp>
        <p:nvSpPr>
          <p:cNvPr id="690" name="Google Shape;690;p29: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91" name="Google Shape;691;p29: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2" name="Google Shape;692;p29: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30: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34</a:t>
            </a:fld>
            <a:endParaRPr sz="1200" b="0" i="0" u="none" strike="noStrike" cap="none">
              <a:solidFill>
                <a:srgbClr val="000000"/>
              </a:solidFill>
              <a:latin typeface="Times New Roman"/>
              <a:ea typeface="Times New Roman"/>
              <a:cs typeface="Times New Roman"/>
              <a:sym typeface="Times New Roman"/>
            </a:endParaRPr>
          </a:p>
        </p:txBody>
      </p:sp>
      <p:sp>
        <p:nvSpPr>
          <p:cNvPr id="698" name="Google Shape;698;p30: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699" name="Google Shape;699;p30: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0" name="Google Shape;700;p30: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31: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35</a:t>
            </a:fld>
            <a:endParaRPr sz="1200" b="0" i="0" u="none" strike="noStrike" cap="none">
              <a:solidFill>
                <a:srgbClr val="000000"/>
              </a:solidFill>
              <a:latin typeface="Times New Roman"/>
              <a:ea typeface="Times New Roman"/>
              <a:cs typeface="Times New Roman"/>
              <a:sym typeface="Times New Roman"/>
            </a:endParaRPr>
          </a:p>
        </p:txBody>
      </p:sp>
      <p:sp>
        <p:nvSpPr>
          <p:cNvPr id="706" name="Google Shape;706;p31: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07" name="Google Shape;707;p31: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8" name="Google Shape;708;p31: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32: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36</a:t>
            </a:fld>
            <a:endParaRPr sz="1200" b="0" i="0" u="none" strike="noStrike" cap="none">
              <a:solidFill>
                <a:srgbClr val="000000"/>
              </a:solidFill>
              <a:latin typeface="Times New Roman"/>
              <a:ea typeface="Times New Roman"/>
              <a:cs typeface="Times New Roman"/>
              <a:sym typeface="Times New Roman"/>
            </a:endParaRPr>
          </a:p>
        </p:txBody>
      </p:sp>
      <p:sp>
        <p:nvSpPr>
          <p:cNvPr id="714" name="Google Shape;714;p32: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15" name="Google Shape;715;p32: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6" name="Google Shape;716;p32: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33: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37</a:t>
            </a:fld>
            <a:endParaRPr sz="1200" b="0" i="0" u="none" strike="noStrike" cap="none">
              <a:solidFill>
                <a:srgbClr val="000000"/>
              </a:solidFill>
              <a:latin typeface="Times New Roman"/>
              <a:ea typeface="Times New Roman"/>
              <a:cs typeface="Times New Roman"/>
              <a:sym typeface="Times New Roman"/>
            </a:endParaRPr>
          </a:p>
        </p:txBody>
      </p:sp>
      <p:sp>
        <p:nvSpPr>
          <p:cNvPr id="722" name="Google Shape;722;p33: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23" name="Google Shape;723;p33: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4" name="Google Shape;724;p33: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34: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38</a:t>
            </a:fld>
            <a:endParaRPr sz="1200" b="0" i="0" u="none" strike="noStrike" cap="none">
              <a:solidFill>
                <a:srgbClr val="000000"/>
              </a:solidFill>
              <a:latin typeface="Times New Roman"/>
              <a:ea typeface="Times New Roman"/>
              <a:cs typeface="Times New Roman"/>
              <a:sym typeface="Times New Roman"/>
            </a:endParaRPr>
          </a:p>
        </p:txBody>
      </p:sp>
      <p:sp>
        <p:nvSpPr>
          <p:cNvPr id="730" name="Google Shape;730;p34: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31" name="Google Shape;731;p34: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2" name="Google Shape;732;p34: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38</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35: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39</a:t>
            </a:fld>
            <a:endParaRPr sz="1200" b="0" i="0" u="none" strike="noStrike" cap="none">
              <a:solidFill>
                <a:srgbClr val="000000"/>
              </a:solidFill>
              <a:latin typeface="Times New Roman"/>
              <a:ea typeface="Times New Roman"/>
              <a:cs typeface="Times New Roman"/>
              <a:sym typeface="Times New Roman"/>
            </a:endParaRPr>
          </a:p>
        </p:txBody>
      </p:sp>
      <p:sp>
        <p:nvSpPr>
          <p:cNvPr id="738" name="Google Shape;738;p35: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39" name="Google Shape;739;p35: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0" name="Google Shape;740;p35: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39</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36: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40</a:t>
            </a:fld>
            <a:endParaRPr sz="1200" b="0" i="0" u="none" strike="noStrike" cap="none">
              <a:solidFill>
                <a:srgbClr val="000000"/>
              </a:solidFill>
              <a:latin typeface="Times New Roman"/>
              <a:ea typeface="Times New Roman"/>
              <a:cs typeface="Times New Roman"/>
              <a:sym typeface="Times New Roman"/>
            </a:endParaRPr>
          </a:p>
        </p:txBody>
      </p:sp>
      <p:sp>
        <p:nvSpPr>
          <p:cNvPr id="746" name="Google Shape;746;p36: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47" name="Google Shape;747;p36: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8" name="Google Shape;748;p36: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40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37: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41</a:t>
            </a:fld>
            <a:endParaRPr sz="1200" b="0" i="0" u="none" strike="noStrike" cap="none">
              <a:solidFill>
                <a:srgbClr val="000000"/>
              </a:solidFill>
              <a:latin typeface="Times New Roman"/>
              <a:ea typeface="Times New Roman"/>
              <a:cs typeface="Times New Roman"/>
              <a:sym typeface="Times New Roman"/>
            </a:endParaRPr>
          </a:p>
        </p:txBody>
      </p:sp>
      <p:sp>
        <p:nvSpPr>
          <p:cNvPr id="754" name="Google Shape;754;p37: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55" name="Google Shape;755;p37: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6" name="Google Shape;756;p37: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41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38: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42</a:t>
            </a:fld>
            <a:endParaRPr sz="1200" b="0" i="0" u="none" strike="noStrike" cap="none">
              <a:solidFill>
                <a:srgbClr val="000000"/>
              </a:solidFill>
              <a:latin typeface="Times New Roman"/>
              <a:ea typeface="Times New Roman"/>
              <a:cs typeface="Times New Roman"/>
              <a:sym typeface="Times New Roman"/>
            </a:endParaRPr>
          </a:p>
        </p:txBody>
      </p:sp>
      <p:sp>
        <p:nvSpPr>
          <p:cNvPr id="797" name="Google Shape;797;p38: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798" name="Google Shape;798;p38: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9" name="Google Shape;799;p38: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42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39: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43</a:t>
            </a:fld>
            <a:endParaRPr sz="1200" b="0" i="0" u="none" strike="noStrike" cap="none">
              <a:solidFill>
                <a:srgbClr val="000000"/>
              </a:solidFill>
              <a:latin typeface="Times New Roman"/>
              <a:ea typeface="Times New Roman"/>
              <a:cs typeface="Times New Roman"/>
              <a:sym typeface="Times New Roman"/>
            </a:endParaRPr>
          </a:p>
        </p:txBody>
      </p:sp>
      <p:sp>
        <p:nvSpPr>
          <p:cNvPr id="805" name="Google Shape;805;p39: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06" name="Google Shape;806;p39: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07" name="Google Shape;807;p39: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43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p40: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51</a:t>
            </a:fld>
            <a:endParaRPr sz="1200" b="0" i="0" u="none" strike="noStrike" cap="none">
              <a:solidFill>
                <a:srgbClr val="000000"/>
              </a:solidFill>
              <a:latin typeface="Times New Roman"/>
              <a:ea typeface="Times New Roman"/>
              <a:cs typeface="Times New Roman"/>
              <a:sym typeface="Times New Roman"/>
            </a:endParaRPr>
          </a:p>
        </p:txBody>
      </p:sp>
      <p:sp>
        <p:nvSpPr>
          <p:cNvPr id="813" name="Google Shape;813;p40: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14" name="Google Shape;814;p40: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5" name="Google Shape;815;p40: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41: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52</a:t>
            </a:fld>
            <a:endParaRPr sz="1200" b="0" i="0" u="none" strike="noStrike" cap="none">
              <a:solidFill>
                <a:srgbClr val="000000"/>
              </a:solidFill>
              <a:latin typeface="Times New Roman"/>
              <a:ea typeface="Times New Roman"/>
              <a:cs typeface="Times New Roman"/>
              <a:sym typeface="Times New Roman"/>
            </a:endParaRPr>
          </a:p>
        </p:txBody>
      </p:sp>
      <p:sp>
        <p:nvSpPr>
          <p:cNvPr id="821" name="Google Shape;821;p41: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22" name="Google Shape;822;p41: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3" name="Google Shape;823;p41: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p42: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53</a:t>
            </a:fld>
            <a:endParaRPr sz="1200" b="0" i="0" u="none" strike="noStrike" cap="none">
              <a:solidFill>
                <a:srgbClr val="000000"/>
              </a:solidFill>
              <a:latin typeface="Times New Roman"/>
              <a:ea typeface="Times New Roman"/>
              <a:cs typeface="Times New Roman"/>
              <a:sym typeface="Times New Roman"/>
            </a:endParaRPr>
          </a:p>
        </p:txBody>
      </p:sp>
      <p:sp>
        <p:nvSpPr>
          <p:cNvPr id="829" name="Google Shape;829;p42: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30" name="Google Shape;830;p42: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1" name="Google Shape;831;p42: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p43: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54</a:t>
            </a:fld>
            <a:endParaRPr sz="1200" b="0" i="0" u="none" strike="noStrike" cap="none">
              <a:solidFill>
                <a:srgbClr val="000000"/>
              </a:solidFill>
              <a:latin typeface="Times New Roman"/>
              <a:ea typeface="Times New Roman"/>
              <a:cs typeface="Times New Roman"/>
              <a:sym typeface="Times New Roman"/>
            </a:endParaRPr>
          </a:p>
        </p:txBody>
      </p:sp>
      <p:sp>
        <p:nvSpPr>
          <p:cNvPr id="837" name="Google Shape;837;p43: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38" name="Google Shape;838;p43: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9" name="Google Shape;839;p43: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44: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55</a:t>
            </a:fld>
            <a:endParaRPr sz="1200" b="0" i="0" u="none" strike="noStrike" cap="none">
              <a:solidFill>
                <a:srgbClr val="000000"/>
              </a:solidFill>
              <a:latin typeface="Times New Roman"/>
              <a:ea typeface="Times New Roman"/>
              <a:cs typeface="Times New Roman"/>
              <a:sym typeface="Times New Roman"/>
            </a:endParaRPr>
          </a:p>
        </p:txBody>
      </p:sp>
      <p:sp>
        <p:nvSpPr>
          <p:cNvPr id="845" name="Google Shape;845;p44: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46" name="Google Shape;846;p44: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47" name="Google Shape;847;p44: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55</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45: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56</a:t>
            </a:fld>
            <a:endParaRPr sz="1200" b="0" i="0" u="none" strike="noStrike" cap="none">
              <a:solidFill>
                <a:srgbClr val="000000"/>
              </a:solidFill>
              <a:latin typeface="Times New Roman"/>
              <a:ea typeface="Times New Roman"/>
              <a:cs typeface="Times New Roman"/>
              <a:sym typeface="Times New Roman"/>
            </a:endParaRPr>
          </a:p>
        </p:txBody>
      </p:sp>
      <p:sp>
        <p:nvSpPr>
          <p:cNvPr id="853" name="Google Shape;853;p4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54" name="Google Shape;854;p45: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5" name="Google Shape;855;p45: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56</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45: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57</a:t>
            </a:fld>
            <a:endParaRPr sz="1200" b="0" i="0" u="none" strike="noStrike" cap="none">
              <a:solidFill>
                <a:srgbClr val="000000"/>
              </a:solidFill>
              <a:latin typeface="Times New Roman"/>
              <a:ea typeface="Times New Roman"/>
              <a:cs typeface="Times New Roman"/>
              <a:sym typeface="Times New Roman"/>
            </a:endParaRPr>
          </a:p>
        </p:txBody>
      </p:sp>
      <p:sp>
        <p:nvSpPr>
          <p:cNvPr id="853" name="Google Shape;853;p45:notes"/>
          <p:cNvSpPr>
            <a:spLocks noGrp="1" noRot="1" noChangeAspect="1"/>
          </p:cNvSpPr>
          <p:nvPr>
            <p:ph type="sldImg" idx="2"/>
          </p:nvPr>
        </p:nvSpPr>
        <p:spPr>
          <a:xfrm>
            <a:off x="404813" y="696913"/>
            <a:ext cx="6188075"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54" name="Google Shape;854;p45: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5" name="Google Shape;855;p45: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57</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46: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60</a:t>
            </a:fld>
            <a:endParaRPr sz="1200" b="0" i="0" u="none" strike="noStrike" cap="none">
              <a:solidFill>
                <a:srgbClr val="000000"/>
              </a:solidFill>
              <a:latin typeface="Times New Roman"/>
              <a:ea typeface="Times New Roman"/>
              <a:cs typeface="Times New Roman"/>
              <a:sym typeface="Times New Roman"/>
            </a:endParaRPr>
          </a:p>
        </p:txBody>
      </p:sp>
      <p:sp>
        <p:nvSpPr>
          <p:cNvPr id="861" name="Google Shape;861;p46: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62" name="Google Shape;862;p46: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3" name="Google Shape;863;p46: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60</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7:notes"/>
          <p:cNvSpPr txBox="1">
            <a:spLocks noGrp="1"/>
          </p:cNvSpPr>
          <p:nvPr>
            <p:ph type="sldNum" idx="12"/>
          </p:nvPr>
        </p:nvSpPr>
        <p:spPr>
          <a:xfrm>
            <a:off x="4278960" y="10157400"/>
            <a:ext cx="3280680" cy="534240"/>
          </a:xfrm>
          <a:prstGeom prst="rect">
            <a:avLst/>
          </a:prstGeom>
          <a:noFill/>
          <a:ln>
            <a:noFill/>
          </a:ln>
        </p:spPr>
        <p:txBody>
          <a:bodyPr spcFirstLastPara="1" wrap="square" lIns="0" tIns="0" rIns="0" bIns="0" anchor="b" anchorCtr="0">
            <a:noAutofit/>
          </a:bodyPr>
          <a:lstStyle/>
          <a:p>
            <a:pPr marL="215900" marR="0" lvl="0" indent="-215900" algn="l" rtl="0">
              <a:spcBef>
                <a:spcPts val="0"/>
              </a:spcBef>
              <a:spcAft>
                <a:spcPts val="0"/>
              </a:spcAft>
              <a:buClr>
                <a:srgbClr val="000000"/>
              </a:buClr>
              <a:buSzPts val="540"/>
              <a:buFont typeface="Noto Sans Symbols"/>
              <a:buNone/>
            </a:pPr>
            <a:fld id="{00000000-1234-1234-1234-123412341234}" type="slidenum">
              <a:rPr lang="en-US" sz="1200" b="0" i="0" u="none" strike="noStrike" cap="none">
                <a:solidFill>
                  <a:srgbClr val="000000"/>
                </a:solidFill>
                <a:latin typeface="Times New Roman"/>
                <a:ea typeface="Times New Roman"/>
                <a:cs typeface="Times New Roman"/>
                <a:sym typeface="Times New Roman"/>
              </a:rPr>
              <a:t>61</a:t>
            </a:fld>
            <a:endParaRPr sz="1200" b="0" i="0" u="none" strike="noStrike" cap="none">
              <a:solidFill>
                <a:srgbClr val="000000"/>
              </a:solidFill>
              <a:latin typeface="Times New Roman"/>
              <a:ea typeface="Times New Roman"/>
              <a:cs typeface="Times New Roman"/>
              <a:sym typeface="Times New Roman"/>
            </a:endParaRPr>
          </a:p>
        </p:txBody>
      </p:sp>
      <p:sp>
        <p:nvSpPr>
          <p:cNvPr id="869" name="Google Shape;869;p47:notes"/>
          <p:cNvSpPr>
            <a:spLocks noGrp="1" noRot="1" noChangeAspect="1"/>
          </p:cNvSpPr>
          <p:nvPr>
            <p:ph type="sldImg" idx="2"/>
          </p:nvPr>
        </p:nvSpPr>
        <p:spPr>
          <a:xfrm>
            <a:off x="1177925" y="696913"/>
            <a:ext cx="4641850" cy="3481387"/>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870" name="Google Shape;870;p47:notes"/>
          <p:cNvSpPr txBox="1">
            <a:spLocks noGrp="1"/>
          </p:cNvSpPr>
          <p:nvPr>
            <p:ph type="body" idx="1"/>
          </p:nvPr>
        </p:nvSpPr>
        <p:spPr>
          <a:xfrm>
            <a:off x="700088" y="4410075"/>
            <a:ext cx="5597525" cy="4176713"/>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1" name="Google Shape;871;p47:notes"/>
          <p:cNvSpPr txBox="1"/>
          <p:nvPr/>
        </p:nvSpPr>
        <p:spPr>
          <a:xfrm>
            <a:off x="3963988" y="8818563"/>
            <a:ext cx="3032125" cy="463550"/>
          </a:xfrm>
          <a:prstGeom prst="rect">
            <a:avLst/>
          </a:prstGeom>
          <a:noFill/>
          <a:ln>
            <a:noFill/>
          </a:ln>
        </p:spPr>
        <p:txBody>
          <a:bodyPr spcFirstLastPara="1" wrap="square" lIns="90000" tIns="46800" rIns="90000" bIns="46800" anchor="b" anchorCtr="0">
            <a:noAutofit/>
          </a:bodyPr>
          <a:lstStyle/>
          <a:p>
            <a:pPr marL="0" marR="0" lvl="0" indent="0" algn="r" rtl="0">
              <a:spcBef>
                <a:spcPts val="0"/>
              </a:spcBef>
              <a:spcAft>
                <a:spcPts val="0"/>
              </a:spcAft>
              <a:buClr>
                <a:srgbClr val="000000"/>
              </a:buClr>
              <a:buSzPts val="1200"/>
              <a:buFont typeface="Times New Roman"/>
              <a:buNone/>
            </a:pPr>
            <a:fld id="{00000000-1234-1234-1234-123412341234}" type="slidenum">
              <a:rPr lang="en-US" sz="1200" b="0" i="0" u="none" strike="noStrike" cap="none">
                <a:solidFill>
                  <a:srgbClr val="000000"/>
                </a:solidFill>
                <a:latin typeface="Arial"/>
                <a:ea typeface="Arial"/>
                <a:cs typeface="Arial"/>
                <a:sym typeface="Arial"/>
              </a:rPr>
              <a:t>61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48:notes"/>
          <p:cNvSpPr>
            <a:spLocks noGrp="1" noRot="1" noChangeAspect="1"/>
          </p:cNvSpPr>
          <p:nvPr>
            <p:ph type="sldImg" idx="2"/>
          </p:nvPr>
        </p:nvSpPr>
        <p:spPr>
          <a:xfrm>
            <a:off x="195721" y="302978"/>
            <a:ext cx="6466558" cy="3657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7" name="Google Shape;877;p48: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2400" b="0" i="0" u="none" strike="noStrike" cap="none">
              <a:solidFill>
                <a:schemeClr val="dk1"/>
              </a:solidFill>
              <a:latin typeface="Arial Black"/>
              <a:ea typeface="Arial Black"/>
              <a:cs typeface="Arial Black"/>
              <a:sym typeface="Arial Black"/>
            </a:endParaRPr>
          </a:p>
        </p:txBody>
      </p:sp>
      <p:sp>
        <p:nvSpPr>
          <p:cNvPr id="878" name="Google Shape;878;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49:notes"/>
          <p:cNvSpPr>
            <a:spLocks noGrp="1" noRot="1" noChangeAspect="1"/>
          </p:cNvSpPr>
          <p:nvPr>
            <p:ph type="sldImg" idx="2"/>
          </p:nvPr>
        </p:nvSpPr>
        <p:spPr>
          <a:xfrm>
            <a:off x="195721" y="302978"/>
            <a:ext cx="6466558" cy="3657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4" name="Google Shape;884;p49: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2400" b="0" i="0" u="none" strike="noStrike" cap="none">
              <a:solidFill>
                <a:schemeClr val="dk1"/>
              </a:solidFill>
              <a:latin typeface="Arial Black"/>
              <a:ea typeface="Arial Black"/>
              <a:cs typeface="Arial Black"/>
              <a:sym typeface="Arial Black"/>
            </a:endParaRPr>
          </a:p>
        </p:txBody>
      </p:sp>
      <p:sp>
        <p:nvSpPr>
          <p:cNvPr id="885" name="Google Shape;885;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50:notes"/>
          <p:cNvSpPr>
            <a:spLocks noGrp="1" noRot="1" noChangeAspect="1"/>
          </p:cNvSpPr>
          <p:nvPr>
            <p:ph type="sldImg" idx="2"/>
          </p:nvPr>
        </p:nvSpPr>
        <p:spPr>
          <a:xfrm>
            <a:off x="195721" y="302978"/>
            <a:ext cx="6466558" cy="3657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7" name="Google Shape;897;p50: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2400" b="0" i="0" u="none" strike="noStrike" cap="none">
              <a:solidFill>
                <a:schemeClr val="dk1"/>
              </a:solidFill>
              <a:latin typeface="Arial Black"/>
              <a:ea typeface="Arial Black"/>
              <a:cs typeface="Arial Black"/>
              <a:sym typeface="Arial Black"/>
            </a:endParaRPr>
          </a:p>
        </p:txBody>
      </p:sp>
      <p:sp>
        <p:nvSpPr>
          <p:cNvPr id="898" name="Google Shape;898;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p51:notes"/>
          <p:cNvSpPr>
            <a:spLocks noGrp="1" noRot="1" noChangeAspect="1"/>
          </p:cNvSpPr>
          <p:nvPr>
            <p:ph type="sldImg" idx="2"/>
          </p:nvPr>
        </p:nvSpPr>
        <p:spPr>
          <a:xfrm>
            <a:off x="195721" y="302978"/>
            <a:ext cx="6466558" cy="3657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4" name="Google Shape;904;p51: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2400" b="0" i="0" u="none" strike="noStrike" cap="none">
              <a:solidFill>
                <a:schemeClr val="dk1"/>
              </a:solidFill>
              <a:latin typeface="Arial Black"/>
              <a:ea typeface="Arial Black"/>
              <a:cs typeface="Arial Black"/>
              <a:sym typeface="Arial Black"/>
            </a:endParaRPr>
          </a:p>
        </p:txBody>
      </p:sp>
      <p:sp>
        <p:nvSpPr>
          <p:cNvPr id="905" name="Google Shape;905;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52:notes"/>
          <p:cNvSpPr>
            <a:spLocks noGrp="1" noRot="1" noChangeAspect="1"/>
          </p:cNvSpPr>
          <p:nvPr>
            <p:ph type="sldImg" idx="2"/>
          </p:nvPr>
        </p:nvSpPr>
        <p:spPr>
          <a:xfrm>
            <a:off x="195721" y="302978"/>
            <a:ext cx="6466558" cy="3657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1" name="Google Shape;911;p52: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2400" b="0" i="0" u="none" strike="noStrike" cap="none">
              <a:solidFill>
                <a:schemeClr val="dk1"/>
              </a:solidFill>
              <a:latin typeface="Arial Black"/>
              <a:ea typeface="Arial Black"/>
              <a:cs typeface="Arial Black"/>
              <a:sym typeface="Arial Black"/>
            </a:endParaRPr>
          </a:p>
        </p:txBody>
      </p:sp>
      <p:sp>
        <p:nvSpPr>
          <p:cNvPr id="912" name="Google Shape;912;p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53:notes"/>
          <p:cNvSpPr>
            <a:spLocks noGrp="1" noRot="1" noChangeAspect="1"/>
          </p:cNvSpPr>
          <p:nvPr>
            <p:ph type="sldImg" idx="2"/>
          </p:nvPr>
        </p:nvSpPr>
        <p:spPr>
          <a:xfrm>
            <a:off x="177800" y="303213"/>
            <a:ext cx="6502400" cy="3657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8" name="Google Shape;918;p53: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2400" b="0" i="0" u="none" strike="noStrike" cap="none">
              <a:solidFill>
                <a:schemeClr val="dk1"/>
              </a:solidFill>
              <a:latin typeface="Arial Black"/>
              <a:ea typeface="Arial Black"/>
              <a:cs typeface="Arial Black"/>
              <a:sym typeface="Arial Black"/>
            </a:endParaRPr>
          </a:p>
        </p:txBody>
      </p:sp>
      <p:sp>
        <p:nvSpPr>
          <p:cNvPr id="919" name="Google Shape;919;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5" name="Google Shape;925;p5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1" name="Google Shape;931;p55:notes"/>
          <p:cNvSpPr txBox="1"/>
          <p:nvPr/>
        </p:nvSpPr>
        <p:spPr>
          <a:xfrm>
            <a:off x="503282" y="4316655"/>
            <a:ext cx="5854542" cy="405896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2" name="Google Shape;932;p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9" name="Google Shape;939;p5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5" name="Google Shape;945;p5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6"/>
        <p:cNvGrpSpPr/>
        <p:nvPr/>
      </p:nvGrpSpPr>
      <p:grpSpPr>
        <a:xfrm>
          <a:off x="0" y="0"/>
          <a:ext cx="0" cy="0"/>
          <a:chOff x="0" y="0"/>
          <a:chExt cx="0" cy="0"/>
        </a:xfrm>
      </p:grpSpPr>
      <p:sp>
        <p:nvSpPr>
          <p:cNvPr id="17" name="Google Shape;17;p2"/>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8" name="Google Shape;18;p2"/>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1" name="Google Shape;21;p2"/>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2"/>
        <p:cNvGrpSpPr/>
        <p:nvPr/>
      </p:nvGrpSpPr>
      <p:grpSpPr>
        <a:xfrm>
          <a:off x="0" y="0"/>
          <a:ext cx="0" cy="0"/>
          <a:chOff x="0" y="0"/>
          <a:chExt cx="0" cy="0"/>
        </a:xfrm>
      </p:grpSpPr>
      <p:sp>
        <p:nvSpPr>
          <p:cNvPr id="23" name="Google Shape;23;p3"/>
          <p:cNvSpPr/>
          <p:nvPr/>
        </p:nvSpPr>
        <p:spPr>
          <a:xfrm>
            <a:off x="2282890" y="-40"/>
            <a:ext cx="6858000"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4" name="Google Shape;24;p3"/>
          <p:cNvSpPr txBox="1">
            <a:spLocks noGrp="1"/>
          </p:cNvSpPr>
          <p:nvPr>
            <p:ph type="title"/>
          </p:nvPr>
        </p:nvSpPr>
        <p:spPr>
          <a:xfrm>
            <a:off x="2578392" y="1950244"/>
            <a:ext cx="6400800" cy="17145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562214"/>
              </a:buClr>
              <a:buSzPts val="4000"/>
              <a:buFont typeface="Gill Sans"/>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2578392" y="800100"/>
            <a:ext cx="6400800" cy="1132284"/>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 name="Google Shape;26;p3"/>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9" name="Google Shape;29;p3"/>
          <p:cNvSpPr/>
          <p:nvPr/>
        </p:nvSpPr>
        <p:spPr>
          <a:xfrm>
            <a:off x="2286000" y="1"/>
            <a:ext cx="76200"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30" name="Google Shape;30;p3"/>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31" name="Google Shape;31;p3"/>
          <p:cNvSpPr/>
          <p:nvPr/>
        </p:nvSpPr>
        <p:spPr>
          <a:xfrm>
            <a:off x="2408064" y="2059403"/>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4"/>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5" name="Google Shape;35;p4"/>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8"/>
        <p:cNvGrpSpPr/>
        <p:nvPr/>
      </p:nvGrpSpPr>
      <p:grpSpPr>
        <a:xfrm>
          <a:off x="0" y="0"/>
          <a:ext cx="0" cy="0"/>
          <a:chOff x="0" y="0"/>
          <a:chExt cx="0" cy="0"/>
        </a:xfrm>
      </p:grpSpPr>
      <p:sp>
        <p:nvSpPr>
          <p:cNvPr id="39" name="Google Shape;39;p5"/>
          <p:cNvSpPr txBox="1">
            <a:spLocks noGrp="1"/>
          </p:cNvSpPr>
          <p:nvPr>
            <p:ph type="ctrTitle"/>
          </p:nvPr>
        </p:nvSpPr>
        <p:spPr>
          <a:xfrm>
            <a:off x="1432560" y="269923"/>
            <a:ext cx="7406640" cy="11041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
          <p:cNvSpPr txBox="1">
            <a:spLocks noGrp="1"/>
          </p:cNvSpPr>
          <p:nvPr>
            <p:ph type="subTitle" idx="1"/>
          </p:nvPr>
        </p:nvSpPr>
        <p:spPr>
          <a:xfrm>
            <a:off x="1432560" y="1387548"/>
            <a:ext cx="7406640" cy="131445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41" name="Google Shape;41;p5"/>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44" name="Google Shape;44;p5"/>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
        <p:nvSpPr>
          <p:cNvPr id="45" name="Google Shape;45;p5"/>
          <p:cNvSpPr/>
          <p:nvPr/>
        </p:nvSpPr>
        <p:spPr>
          <a:xfrm>
            <a:off x="1157176" y="1008762"/>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Gill Sans"/>
              <a:ea typeface="Gill Sans"/>
              <a:cs typeface="Gill Sans"/>
              <a:sym typeface="Gill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6"/>
          <p:cNvSpPr txBox="1">
            <a:spLocks noGrp="1"/>
          </p:cNvSpPr>
          <p:nvPr>
            <p:ph type="body" idx="1"/>
          </p:nvPr>
        </p:nvSpPr>
        <p:spPr>
          <a:xfrm>
            <a:off x="143560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9" name="Google Shape;49;p6"/>
          <p:cNvSpPr txBox="1">
            <a:spLocks noGrp="1"/>
          </p:cNvSpPr>
          <p:nvPr>
            <p:ph type="body" idx="2"/>
          </p:nvPr>
        </p:nvSpPr>
        <p:spPr>
          <a:xfrm>
            <a:off x="527608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0" name="Google Shape;50;p6"/>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6"/>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3"/>
        <p:cNvGrpSpPr/>
        <p:nvPr/>
      </p:nvGrpSpPr>
      <p:grpSpPr>
        <a:xfrm>
          <a:off x="0" y="0"/>
          <a:ext cx="0" cy="0"/>
          <a:chOff x="0" y="0"/>
          <a:chExt cx="0" cy="0"/>
        </a:xfrm>
      </p:grpSpPr>
      <p:sp>
        <p:nvSpPr>
          <p:cNvPr id="54" name="Google Shape;54;p7"/>
          <p:cNvSpPr txBox="1">
            <a:spLocks noGrp="1"/>
          </p:cNvSpPr>
          <p:nvPr>
            <p:ph type="title"/>
          </p:nvPr>
        </p:nvSpPr>
        <p:spPr>
          <a:xfrm>
            <a:off x="457200" y="3870252"/>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4500"/>
              <a:buFont typeface="Gill Sans"/>
              <a:buNone/>
              <a:defRPr sz="45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45720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6" name="Google Shape;56;p7"/>
          <p:cNvSpPr txBox="1">
            <a:spLocks noGrp="1"/>
          </p:cNvSpPr>
          <p:nvPr>
            <p:ph type="body" idx="2"/>
          </p:nvPr>
        </p:nvSpPr>
        <p:spPr>
          <a:xfrm>
            <a:off x="466344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7" name="Google Shape;57;p7"/>
          <p:cNvSpPr txBox="1">
            <a:spLocks noGrp="1"/>
          </p:cNvSpPr>
          <p:nvPr>
            <p:ph type="body" idx="3"/>
          </p:nvPr>
        </p:nvSpPr>
        <p:spPr>
          <a:xfrm>
            <a:off x="45720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8" name="Google Shape;58;p7"/>
          <p:cNvSpPr txBox="1">
            <a:spLocks noGrp="1"/>
          </p:cNvSpPr>
          <p:nvPr>
            <p:ph type="body" idx="4"/>
          </p:nvPr>
        </p:nvSpPr>
        <p:spPr>
          <a:xfrm>
            <a:off x="466344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59" name="Google Shape;59;p7"/>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7"/>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8"/>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8"/>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7"/>
        <p:cNvGrpSpPr/>
        <p:nvPr/>
      </p:nvGrpSpPr>
      <p:grpSpPr>
        <a:xfrm>
          <a:off x="0" y="0"/>
          <a:ext cx="0" cy="0"/>
          <a:chOff x="0" y="0"/>
          <a:chExt cx="0" cy="0"/>
        </a:xfrm>
      </p:grpSpPr>
      <p:sp>
        <p:nvSpPr>
          <p:cNvPr id="68" name="Google Shape;68;p9"/>
          <p:cNvSpPr txBox="1">
            <a:spLocks noGrp="1"/>
          </p:cNvSpPr>
          <p:nvPr>
            <p:ph type="title"/>
          </p:nvPr>
        </p:nvSpPr>
        <p:spPr>
          <a:xfrm>
            <a:off x="457200" y="162583"/>
            <a:ext cx="3810000" cy="871538"/>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562214"/>
              </a:buClr>
              <a:buSzPts val="2200"/>
              <a:buFont typeface="Gill Sans"/>
              <a:buNone/>
              <a:defRPr sz="2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9"/>
          <p:cNvSpPr txBox="1">
            <a:spLocks noGrp="1"/>
          </p:cNvSpPr>
          <p:nvPr>
            <p:ph type="body" idx="1"/>
          </p:nvPr>
        </p:nvSpPr>
        <p:spPr>
          <a:xfrm>
            <a:off x="457200" y="1055224"/>
            <a:ext cx="3810000" cy="52387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0" name="Google Shape;70;p9"/>
          <p:cNvSpPr txBox="1">
            <a:spLocks noGrp="1"/>
          </p:cNvSpPr>
          <p:nvPr>
            <p:ph type="body" idx="2"/>
          </p:nvPr>
        </p:nvSpPr>
        <p:spPr>
          <a:xfrm>
            <a:off x="457200" y="1600201"/>
            <a:ext cx="8153400" cy="2994422"/>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1" name="Google Shape;71;p9"/>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4"/>
        <p:cNvGrpSpPr/>
        <p:nvPr/>
      </p:nvGrpSpPr>
      <p:grpSpPr>
        <a:xfrm>
          <a:off x="0" y="0"/>
          <a:ext cx="0" cy="0"/>
          <a:chOff x="0" y="0"/>
          <a:chExt cx="0" cy="0"/>
        </a:xfrm>
      </p:grpSpPr>
      <p:sp>
        <p:nvSpPr>
          <p:cNvPr id="75" name="Google Shape;75;p10"/>
          <p:cNvSpPr txBox="1">
            <a:spLocks noGrp="1"/>
          </p:cNvSpPr>
          <p:nvPr>
            <p:ph type="title"/>
          </p:nvPr>
        </p:nvSpPr>
        <p:spPr>
          <a:xfrm>
            <a:off x="5886896" y="800100"/>
            <a:ext cx="2743200" cy="1485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562214"/>
              </a:buClr>
              <a:buSzPts val="2100"/>
              <a:buFont typeface="Gill Sans"/>
              <a:buNone/>
              <a:defRPr sz="2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0"/>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0"/>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79" name="Google Shape;79;p10"/>
          <p:cNvSpPr/>
          <p:nvPr/>
        </p:nvSpPr>
        <p:spPr>
          <a:xfrm>
            <a:off x="762000" y="800100"/>
            <a:ext cx="4572000" cy="3429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901"/>
              </a:srgbClr>
            </a:outerShdw>
          </a:effectLst>
        </p:spPr>
        <p:txBody>
          <a:bodyPr spcFirstLastPara="1" wrap="square" lIns="91425" tIns="274300" rIns="91425" bIns="45700" anchor="t" anchorCtr="0">
            <a:noAutofit/>
          </a:bodyPr>
          <a:lstStyle/>
          <a:p>
            <a:pPr marL="0" marR="0" lvl="0" indent="0" algn="l" rtl="0">
              <a:lnSpc>
                <a:spcPct val="93750"/>
              </a:lnSpc>
              <a:spcBef>
                <a:spcPts val="0"/>
              </a:spcBef>
              <a:spcAft>
                <a:spcPts val="0"/>
              </a:spcAft>
              <a:buClr>
                <a:schemeClr val="accent1"/>
              </a:buClr>
              <a:buSzPts val="2560"/>
              <a:buFont typeface="Noto Sans Symbols"/>
              <a:buNone/>
            </a:pPr>
            <a:endParaRPr sz="3200">
              <a:solidFill>
                <a:schemeClr val="dk1"/>
              </a:solidFill>
              <a:latin typeface="Gill Sans"/>
              <a:ea typeface="Gill Sans"/>
              <a:cs typeface="Gill Sans"/>
              <a:sym typeface="Gill Sans"/>
            </a:endParaRPr>
          </a:p>
        </p:txBody>
      </p:sp>
      <p:sp>
        <p:nvSpPr>
          <p:cNvPr id="80" name="Google Shape;80;p10"/>
          <p:cNvSpPr>
            <a:spLocks noGrp="1"/>
          </p:cNvSpPr>
          <p:nvPr>
            <p:ph type="pic" idx="2"/>
          </p:nvPr>
        </p:nvSpPr>
        <p:spPr>
          <a:xfrm>
            <a:off x="838200" y="857253"/>
            <a:ext cx="4419600" cy="2635898"/>
          </a:xfrm>
          <a:prstGeom prst="roundRect">
            <a:avLst>
              <a:gd name="adj" fmla="val 783"/>
            </a:avLst>
          </a:prstGeom>
          <a:solidFill>
            <a:schemeClr val="lt2"/>
          </a:solidFill>
          <a:ln>
            <a:noFill/>
          </a:ln>
        </p:spPr>
        <p:txBody>
          <a:bodyPr spcFirstLastPara="1" wrap="square" lIns="91425" tIns="274300" rIns="91425" bIns="45700" anchor="t" anchorCtr="0">
            <a:noAutofit/>
          </a:bodyPr>
          <a:lstStyle>
            <a:lvl1pPr marR="0" lvl="0" algn="l" rtl="0">
              <a:lnSpc>
                <a:spcPct val="100000"/>
              </a:lnSpc>
              <a:spcBef>
                <a:spcPts val="600"/>
              </a:spcBef>
              <a:spcAft>
                <a:spcPts val="0"/>
              </a:spcAft>
              <a:buClr>
                <a:schemeClr val="accent1"/>
              </a:buClr>
              <a:buSzPts val="2560"/>
              <a:buFont typeface="Noto Sans Symbols"/>
              <a:buNone/>
              <a:defRPr sz="3200" b="0" i="0" u="none" strike="noStrike" cap="none">
                <a:solidFill>
                  <a:schemeClr val="dk1"/>
                </a:solidFill>
                <a:latin typeface="Gill Sans"/>
                <a:ea typeface="Gill Sans"/>
                <a:cs typeface="Gill Sans"/>
                <a:sym typeface="Gill Sans"/>
              </a:defRPr>
            </a:lvl1pPr>
            <a:lvl2pPr marR="0" lvl="1"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R="0" lvl="2"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R="0" lvl="3"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R="0" lvl="4"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R="0" lvl="5"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R="0" lvl="6"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R="0" lvl="7"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R="0" lvl="8"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81" name="Google Shape;81;p10"/>
          <p:cNvSpPr/>
          <p:nvPr/>
        </p:nvSpPr>
        <p:spPr>
          <a:xfrm rot="-2131329">
            <a:off x="396725" y="715757"/>
            <a:ext cx="685800"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2" name="Google Shape;82;p10"/>
          <p:cNvSpPr/>
          <p:nvPr/>
        </p:nvSpPr>
        <p:spPr>
          <a:xfrm rot="2103354" flipH="1">
            <a:off x="5003667" y="702590"/>
            <a:ext cx="649224"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3" name="Google Shape;83;p10"/>
          <p:cNvSpPr txBox="1">
            <a:spLocks noGrp="1"/>
          </p:cNvSpPr>
          <p:nvPr>
            <p:ph type="body" idx="1"/>
          </p:nvPr>
        </p:nvSpPr>
        <p:spPr>
          <a:xfrm>
            <a:off x="838200" y="3600450"/>
            <a:ext cx="4419600" cy="5715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1"/>
          <p:cNvSpPr txBox="1">
            <a:spLocks noGrp="1"/>
          </p:cNvSpPr>
          <p:nvPr>
            <p:ph type="body" idx="1"/>
          </p:nvPr>
        </p:nvSpPr>
        <p:spPr>
          <a:xfrm rot="5400000">
            <a:off x="3384423" y="-862965"/>
            <a:ext cx="3600450" cy="749808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7" name="Google Shape;87;p11"/>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1"/>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01"/>
        <p:cNvGrpSpPr/>
        <p:nvPr/>
      </p:nvGrpSpPr>
      <p:grpSpPr>
        <a:xfrm>
          <a:off x="0" y="0"/>
          <a:ext cx="0" cy="0"/>
          <a:chOff x="0" y="0"/>
          <a:chExt cx="0" cy="0"/>
        </a:xfrm>
      </p:grpSpPr>
      <p:sp>
        <p:nvSpPr>
          <p:cNvPr id="102" name="Google Shape;102;p13"/>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3"/>
          <p:cNvSpPr txBox="1">
            <a:spLocks noGrp="1"/>
          </p:cNvSpPr>
          <p:nvPr>
            <p:ph type="body" idx="1"/>
          </p:nvPr>
        </p:nvSpPr>
        <p:spPr>
          <a:xfrm>
            <a:off x="1435608" y="1143000"/>
            <a:ext cx="7555992"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04"/>
        <p:cNvGrpSpPr/>
        <p:nvPr/>
      </p:nvGrpSpPr>
      <p:grpSpPr>
        <a:xfrm>
          <a:off x="0" y="0"/>
          <a:ext cx="0" cy="0"/>
          <a:chOff x="0" y="0"/>
          <a:chExt cx="0" cy="0"/>
        </a:xfrm>
      </p:grpSpPr>
      <p:sp>
        <p:nvSpPr>
          <p:cNvPr id="105" name="Google Shape;105;p14"/>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06" name="Google Shape;106;p14"/>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4"/>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4"/>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09" name="Google Shape;109;p14"/>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1"/>
        <p:cNvGrpSpPr/>
        <p:nvPr/>
      </p:nvGrpSpPr>
      <p:grpSpPr>
        <a:xfrm>
          <a:off x="0" y="0"/>
          <a:ext cx="0" cy="0"/>
          <a:chOff x="0" y="0"/>
          <a:chExt cx="0" cy="0"/>
        </a:xfrm>
      </p:grpSpPr>
      <p:sp>
        <p:nvSpPr>
          <p:cNvPr id="122" name="Google Shape;122;p16"/>
          <p:cNvSpPr txBox="1">
            <a:spLocks noGrp="1"/>
          </p:cNvSpPr>
          <p:nvPr>
            <p:ph type="ctrTitle"/>
          </p:nvPr>
        </p:nvSpPr>
        <p:spPr>
          <a:xfrm>
            <a:off x="1432560" y="269923"/>
            <a:ext cx="7406640" cy="11041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16"/>
          <p:cNvSpPr txBox="1">
            <a:spLocks noGrp="1"/>
          </p:cNvSpPr>
          <p:nvPr>
            <p:ph type="subTitle" idx="1"/>
          </p:nvPr>
        </p:nvSpPr>
        <p:spPr>
          <a:xfrm>
            <a:off x="1432560" y="1387548"/>
            <a:ext cx="7406640" cy="131445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124" name="Google Shape;124;p16"/>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6"/>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27" name="Google Shape;127;p16"/>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28" name="Google Shape;128;p16"/>
          <p:cNvSpPr/>
          <p:nvPr/>
        </p:nvSpPr>
        <p:spPr>
          <a:xfrm>
            <a:off x="1157176" y="1008762"/>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17"/>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32" name="Google Shape;132;p17"/>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7"/>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7"/>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35"/>
        <p:cNvGrpSpPr/>
        <p:nvPr/>
      </p:nvGrpSpPr>
      <p:grpSpPr>
        <a:xfrm>
          <a:off x="0" y="0"/>
          <a:ext cx="0" cy="0"/>
          <a:chOff x="0" y="0"/>
          <a:chExt cx="0" cy="0"/>
        </a:xfrm>
      </p:grpSpPr>
      <p:sp>
        <p:nvSpPr>
          <p:cNvPr id="136" name="Google Shape;136;p18"/>
          <p:cNvSpPr/>
          <p:nvPr/>
        </p:nvSpPr>
        <p:spPr>
          <a:xfrm>
            <a:off x="2282890" y="-40"/>
            <a:ext cx="6858000"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37" name="Google Shape;137;p18"/>
          <p:cNvSpPr txBox="1">
            <a:spLocks noGrp="1"/>
          </p:cNvSpPr>
          <p:nvPr>
            <p:ph type="title"/>
          </p:nvPr>
        </p:nvSpPr>
        <p:spPr>
          <a:xfrm>
            <a:off x="2578392" y="1950244"/>
            <a:ext cx="6400800" cy="17145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562214"/>
              </a:buClr>
              <a:buSzPts val="4000"/>
              <a:buFont typeface="Gill Sans"/>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18"/>
          <p:cNvSpPr txBox="1">
            <a:spLocks noGrp="1"/>
          </p:cNvSpPr>
          <p:nvPr>
            <p:ph type="body" idx="1"/>
          </p:nvPr>
        </p:nvSpPr>
        <p:spPr>
          <a:xfrm>
            <a:off x="2578392" y="800100"/>
            <a:ext cx="6400800" cy="1132284"/>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39" name="Google Shape;139;p18"/>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8"/>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8"/>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2" name="Google Shape;142;p18"/>
          <p:cNvSpPr/>
          <p:nvPr/>
        </p:nvSpPr>
        <p:spPr>
          <a:xfrm>
            <a:off x="2286000" y="1"/>
            <a:ext cx="76200"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43" name="Google Shape;143;p18"/>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144" name="Google Shape;144;p18"/>
          <p:cNvSpPr/>
          <p:nvPr/>
        </p:nvSpPr>
        <p:spPr>
          <a:xfrm>
            <a:off x="2408064" y="2059403"/>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5"/>
        <p:cNvGrpSpPr/>
        <p:nvPr/>
      </p:nvGrpSpPr>
      <p:grpSpPr>
        <a:xfrm>
          <a:off x="0" y="0"/>
          <a:ext cx="0" cy="0"/>
          <a:chOff x="0" y="0"/>
          <a:chExt cx="0" cy="0"/>
        </a:xfrm>
      </p:grpSpPr>
      <p:sp>
        <p:nvSpPr>
          <p:cNvPr id="146" name="Google Shape;146;p19"/>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19"/>
          <p:cNvSpPr txBox="1">
            <a:spLocks noGrp="1"/>
          </p:cNvSpPr>
          <p:nvPr>
            <p:ph type="body" idx="1"/>
          </p:nvPr>
        </p:nvSpPr>
        <p:spPr>
          <a:xfrm>
            <a:off x="143560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48" name="Google Shape;148;p19"/>
          <p:cNvSpPr txBox="1">
            <a:spLocks noGrp="1"/>
          </p:cNvSpPr>
          <p:nvPr>
            <p:ph type="body" idx="2"/>
          </p:nvPr>
        </p:nvSpPr>
        <p:spPr>
          <a:xfrm>
            <a:off x="527608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49" name="Google Shape;149;p19"/>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9"/>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9"/>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457200" y="3870252"/>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4500"/>
              <a:buFont typeface="Gill Sans"/>
              <a:buNone/>
              <a:defRPr sz="45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4" name="Google Shape;154;p20"/>
          <p:cNvSpPr txBox="1">
            <a:spLocks noGrp="1"/>
          </p:cNvSpPr>
          <p:nvPr>
            <p:ph type="body" idx="1"/>
          </p:nvPr>
        </p:nvSpPr>
        <p:spPr>
          <a:xfrm>
            <a:off x="45720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55" name="Google Shape;155;p20"/>
          <p:cNvSpPr txBox="1">
            <a:spLocks noGrp="1"/>
          </p:cNvSpPr>
          <p:nvPr>
            <p:ph type="body" idx="2"/>
          </p:nvPr>
        </p:nvSpPr>
        <p:spPr>
          <a:xfrm>
            <a:off x="466344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56" name="Google Shape;156;p20"/>
          <p:cNvSpPr txBox="1">
            <a:spLocks noGrp="1"/>
          </p:cNvSpPr>
          <p:nvPr>
            <p:ph type="body" idx="3"/>
          </p:nvPr>
        </p:nvSpPr>
        <p:spPr>
          <a:xfrm>
            <a:off x="45720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57" name="Google Shape;157;p20"/>
          <p:cNvSpPr txBox="1">
            <a:spLocks noGrp="1"/>
          </p:cNvSpPr>
          <p:nvPr>
            <p:ph type="body" idx="4"/>
          </p:nvPr>
        </p:nvSpPr>
        <p:spPr>
          <a:xfrm>
            <a:off x="466344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58" name="Google Shape;158;p20"/>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20"/>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20"/>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3" name="Google Shape;163;p21"/>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p21"/>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21"/>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66"/>
        <p:cNvGrpSpPr/>
        <p:nvPr/>
      </p:nvGrpSpPr>
      <p:grpSpPr>
        <a:xfrm>
          <a:off x="0" y="0"/>
          <a:ext cx="0" cy="0"/>
          <a:chOff x="0" y="0"/>
          <a:chExt cx="0" cy="0"/>
        </a:xfrm>
      </p:grpSpPr>
      <p:sp>
        <p:nvSpPr>
          <p:cNvPr id="167" name="Google Shape;167;p22"/>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68" name="Google Shape;168;p22"/>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22"/>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22"/>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22"/>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72"/>
        <p:cNvGrpSpPr/>
        <p:nvPr/>
      </p:nvGrpSpPr>
      <p:grpSpPr>
        <a:xfrm>
          <a:off x="0" y="0"/>
          <a:ext cx="0" cy="0"/>
          <a:chOff x="0" y="0"/>
          <a:chExt cx="0" cy="0"/>
        </a:xfrm>
      </p:grpSpPr>
      <p:sp>
        <p:nvSpPr>
          <p:cNvPr id="173" name="Google Shape;173;p23"/>
          <p:cNvSpPr txBox="1">
            <a:spLocks noGrp="1"/>
          </p:cNvSpPr>
          <p:nvPr>
            <p:ph type="title"/>
          </p:nvPr>
        </p:nvSpPr>
        <p:spPr>
          <a:xfrm>
            <a:off x="457200" y="162583"/>
            <a:ext cx="3810000" cy="871538"/>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562214"/>
              </a:buClr>
              <a:buSzPts val="2200"/>
              <a:buFont typeface="Gill Sans"/>
              <a:buNone/>
              <a:defRPr sz="2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23"/>
          <p:cNvSpPr txBox="1">
            <a:spLocks noGrp="1"/>
          </p:cNvSpPr>
          <p:nvPr>
            <p:ph type="body" idx="1"/>
          </p:nvPr>
        </p:nvSpPr>
        <p:spPr>
          <a:xfrm>
            <a:off x="457200" y="1055224"/>
            <a:ext cx="3810000" cy="52387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75" name="Google Shape;175;p23"/>
          <p:cNvSpPr txBox="1">
            <a:spLocks noGrp="1"/>
          </p:cNvSpPr>
          <p:nvPr>
            <p:ph type="body" idx="2"/>
          </p:nvPr>
        </p:nvSpPr>
        <p:spPr>
          <a:xfrm>
            <a:off x="457200" y="1600201"/>
            <a:ext cx="8153400" cy="2994422"/>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76" name="Google Shape;176;p23"/>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3"/>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23"/>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79"/>
        <p:cNvGrpSpPr/>
        <p:nvPr/>
      </p:nvGrpSpPr>
      <p:grpSpPr>
        <a:xfrm>
          <a:off x="0" y="0"/>
          <a:ext cx="0" cy="0"/>
          <a:chOff x="0" y="0"/>
          <a:chExt cx="0" cy="0"/>
        </a:xfrm>
      </p:grpSpPr>
      <p:sp>
        <p:nvSpPr>
          <p:cNvPr id="180" name="Google Shape;180;p24"/>
          <p:cNvSpPr txBox="1">
            <a:spLocks noGrp="1"/>
          </p:cNvSpPr>
          <p:nvPr>
            <p:ph type="title"/>
          </p:nvPr>
        </p:nvSpPr>
        <p:spPr>
          <a:xfrm>
            <a:off x="5886896" y="800100"/>
            <a:ext cx="2743200" cy="1485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562214"/>
              </a:buClr>
              <a:buSzPts val="2100"/>
              <a:buFont typeface="Gill Sans"/>
              <a:buNone/>
              <a:defRPr sz="2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4"/>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p24"/>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24"/>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84" name="Google Shape;184;p24"/>
          <p:cNvSpPr/>
          <p:nvPr/>
        </p:nvSpPr>
        <p:spPr>
          <a:xfrm>
            <a:off x="762000" y="800100"/>
            <a:ext cx="4572000" cy="3429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901"/>
              </a:srgbClr>
            </a:outerShdw>
          </a:effectLst>
        </p:spPr>
        <p:txBody>
          <a:bodyPr spcFirstLastPara="1" wrap="square" lIns="91425" tIns="274300" rIns="91425" bIns="45700" anchor="t" anchorCtr="0">
            <a:noAutofit/>
          </a:bodyPr>
          <a:lstStyle/>
          <a:p>
            <a:pPr marL="0" marR="0" lvl="0" indent="0" algn="l" rtl="0">
              <a:lnSpc>
                <a:spcPct val="93750"/>
              </a:lnSpc>
              <a:spcBef>
                <a:spcPts val="0"/>
              </a:spcBef>
              <a:spcAft>
                <a:spcPts val="0"/>
              </a:spcAft>
              <a:buClr>
                <a:schemeClr val="accent1"/>
              </a:buClr>
              <a:buSzPts val="2560"/>
              <a:buFont typeface="Noto Sans Symbols"/>
              <a:buNone/>
            </a:pPr>
            <a:endParaRPr sz="3200">
              <a:solidFill>
                <a:schemeClr val="dk1"/>
              </a:solidFill>
              <a:latin typeface="Gill Sans"/>
              <a:ea typeface="Gill Sans"/>
              <a:cs typeface="Gill Sans"/>
              <a:sym typeface="Gill Sans"/>
            </a:endParaRPr>
          </a:p>
        </p:txBody>
      </p:sp>
      <p:sp>
        <p:nvSpPr>
          <p:cNvPr id="185" name="Google Shape;185;p24"/>
          <p:cNvSpPr>
            <a:spLocks noGrp="1"/>
          </p:cNvSpPr>
          <p:nvPr>
            <p:ph type="pic" idx="2"/>
          </p:nvPr>
        </p:nvSpPr>
        <p:spPr>
          <a:xfrm>
            <a:off x="838200" y="857253"/>
            <a:ext cx="4419600" cy="2635898"/>
          </a:xfrm>
          <a:prstGeom prst="roundRect">
            <a:avLst>
              <a:gd name="adj" fmla="val 783"/>
            </a:avLst>
          </a:prstGeom>
          <a:solidFill>
            <a:schemeClr val="lt2"/>
          </a:solidFill>
          <a:ln>
            <a:noFill/>
          </a:ln>
        </p:spPr>
        <p:txBody>
          <a:bodyPr spcFirstLastPara="1" wrap="square" lIns="91425" tIns="274300" rIns="91425" bIns="45700" anchor="t" anchorCtr="0">
            <a:noAutofit/>
          </a:bodyPr>
          <a:lstStyle>
            <a:lvl1pPr marR="0" lvl="0" algn="l" rtl="0">
              <a:lnSpc>
                <a:spcPct val="100000"/>
              </a:lnSpc>
              <a:spcBef>
                <a:spcPts val="600"/>
              </a:spcBef>
              <a:spcAft>
                <a:spcPts val="0"/>
              </a:spcAft>
              <a:buClr>
                <a:schemeClr val="accent1"/>
              </a:buClr>
              <a:buSzPts val="2560"/>
              <a:buFont typeface="Noto Sans Symbols"/>
              <a:buNone/>
              <a:defRPr sz="3200" b="0" i="0" u="none" strike="noStrike" cap="none">
                <a:solidFill>
                  <a:schemeClr val="dk1"/>
                </a:solidFill>
                <a:latin typeface="Gill Sans"/>
                <a:ea typeface="Gill Sans"/>
                <a:cs typeface="Gill Sans"/>
                <a:sym typeface="Gill Sans"/>
              </a:defRPr>
            </a:lvl1pPr>
            <a:lvl2pPr marR="0" lvl="1"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R="0" lvl="2"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R="0" lvl="3"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R="0" lvl="4"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R="0" lvl="5"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R="0" lvl="6"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R="0" lvl="7"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R="0" lvl="8"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86" name="Google Shape;186;p24"/>
          <p:cNvSpPr/>
          <p:nvPr/>
        </p:nvSpPr>
        <p:spPr>
          <a:xfrm rot="-2131329">
            <a:off x="396725" y="715757"/>
            <a:ext cx="685800"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87" name="Google Shape;187;p24"/>
          <p:cNvSpPr/>
          <p:nvPr/>
        </p:nvSpPr>
        <p:spPr>
          <a:xfrm rot="2103354" flipH="1">
            <a:off x="5003667" y="702590"/>
            <a:ext cx="649224"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88" name="Google Shape;188;p24"/>
          <p:cNvSpPr txBox="1">
            <a:spLocks noGrp="1"/>
          </p:cNvSpPr>
          <p:nvPr>
            <p:ph type="body" idx="1"/>
          </p:nvPr>
        </p:nvSpPr>
        <p:spPr>
          <a:xfrm>
            <a:off x="838200" y="3600450"/>
            <a:ext cx="4419600" cy="5715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9"/>
        <p:cNvGrpSpPr/>
        <p:nvPr/>
      </p:nvGrpSpPr>
      <p:grpSpPr>
        <a:xfrm>
          <a:off x="0" y="0"/>
          <a:ext cx="0" cy="0"/>
          <a:chOff x="0" y="0"/>
          <a:chExt cx="0" cy="0"/>
        </a:xfrm>
      </p:grpSpPr>
      <p:sp>
        <p:nvSpPr>
          <p:cNvPr id="190" name="Google Shape;190;p25"/>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25"/>
          <p:cNvSpPr txBox="1">
            <a:spLocks noGrp="1"/>
          </p:cNvSpPr>
          <p:nvPr>
            <p:ph type="body" idx="1"/>
          </p:nvPr>
        </p:nvSpPr>
        <p:spPr>
          <a:xfrm rot="5400000">
            <a:off x="3384423" y="-862965"/>
            <a:ext cx="3600450" cy="749808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192" name="Google Shape;192;p25"/>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25"/>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25"/>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06"/>
        <p:cNvGrpSpPr/>
        <p:nvPr/>
      </p:nvGrpSpPr>
      <p:grpSpPr>
        <a:xfrm>
          <a:off x="0" y="0"/>
          <a:ext cx="0" cy="0"/>
          <a:chOff x="0" y="0"/>
          <a:chExt cx="0" cy="0"/>
        </a:xfrm>
      </p:grpSpPr>
      <p:sp>
        <p:nvSpPr>
          <p:cNvPr id="207" name="Google Shape;207;p27"/>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8" name="Google Shape;208;p27"/>
          <p:cNvSpPr txBox="1">
            <a:spLocks noGrp="1"/>
          </p:cNvSpPr>
          <p:nvPr>
            <p:ph type="body" idx="1"/>
          </p:nvPr>
        </p:nvSpPr>
        <p:spPr>
          <a:xfrm>
            <a:off x="1435608" y="1143000"/>
            <a:ext cx="7555992"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09"/>
        <p:cNvGrpSpPr/>
        <p:nvPr/>
      </p:nvGrpSpPr>
      <p:grpSpPr>
        <a:xfrm>
          <a:off x="0" y="0"/>
          <a:ext cx="0" cy="0"/>
          <a:chOff x="0" y="0"/>
          <a:chExt cx="0" cy="0"/>
        </a:xfrm>
      </p:grpSpPr>
      <p:sp>
        <p:nvSpPr>
          <p:cNvPr id="210" name="Google Shape;210;p28"/>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11" name="Google Shape;211;p28"/>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28"/>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28"/>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14" name="Google Shape;214;p28"/>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6"/>
        <p:cNvGrpSpPr/>
        <p:nvPr/>
      </p:nvGrpSpPr>
      <p:grpSpPr>
        <a:xfrm>
          <a:off x="0" y="0"/>
          <a:ext cx="0" cy="0"/>
          <a:chOff x="0" y="0"/>
          <a:chExt cx="0" cy="0"/>
        </a:xfrm>
      </p:grpSpPr>
      <p:sp>
        <p:nvSpPr>
          <p:cNvPr id="227" name="Google Shape;227;p30"/>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8" name="Google Shape;228;p30"/>
          <p:cNvSpPr txBox="1">
            <a:spLocks noGrp="1"/>
          </p:cNvSpPr>
          <p:nvPr>
            <p:ph type="body" idx="1"/>
          </p:nvPr>
        </p:nvSpPr>
        <p:spPr>
          <a:xfrm>
            <a:off x="1435608" y="1143000"/>
            <a:ext cx="7555992"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29"/>
        <p:cNvGrpSpPr/>
        <p:nvPr/>
      </p:nvGrpSpPr>
      <p:grpSpPr>
        <a:xfrm>
          <a:off x="0" y="0"/>
          <a:ext cx="0" cy="0"/>
          <a:chOff x="0" y="0"/>
          <a:chExt cx="0" cy="0"/>
        </a:xfrm>
      </p:grpSpPr>
      <p:sp>
        <p:nvSpPr>
          <p:cNvPr id="230" name="Google Shape;230;p31"/>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1" name="Google Shape;231;p31"/>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2" name="Google Shape;232;p31"/>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31"/>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34" name="Google Shape;234;p31"/>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6"/>
        <p:cNvGrpSpPr/>
        <p:nvPr/>
      </p:nvGrpSpPr>
      <p:grpSpPr>
        <a:xfrm>
          <a:off x="0" y="0"/>
          <a:ext cx="0" cy="0"/>
          <a:chOff x="0" y="0"/>
          <a:chExt cx="0" cy="0"/>
        </a:xfrm>
      </p:grpSpPr>
      <p:sp>
        <p:nvSpPr>
          <p:cNvPr id="247" name="Google Shape;247;p33"/>
          <p:cNvSpPr txBox="1">
            <a:spLocks noGrp="1"/>
          </p:cNvSpPr>
          <p:nvPr>
            <p:ph type="ctrTitle"/>
          </p:nvPr>
        </p:nvSpPr>
        <p:spPr>
          <a:xfrm>
            <a:off x="1432560" y="269923"/>
            <a:ext cx="7406640" cy="11041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8" name="Google Shape;248;p33"/>
          <p:cNvSpPr txBox="1">
            <a:spLocks noGrp="1"/>
          </p:cNvSpPr>
          <p:nvPr>
            <p:ph type="subTitle" idx="1"/>
          </p:nvPr>
        </p:nvSpPr>
        <p:spPr>
          <a:xfrm>
            <a:off x="1432560" y="1387548"/>
            <a:ext cx="7406640" cy="131445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249" name="Google Shape;249;p33"/>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33"/>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33"/>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52" name="Google Shape;252;p33"/>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53" name="Google Shape;253;p33"/>
          <p:cNvSpPr/>
          <p:nvPr/>
        </p:nvSpPr>
        <p:spPr>
          <a:xfrm>
            <a:off x="1157176" y="1008762"/>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4"/>
        <p:cNvGrpSpPr/>
        <p:nvPr/>
      </p:nvGrpSpPr>
      <p:grpSpPr>
        <a:xfrm>
          <a:off x="0" y="0"/>
          <a:ext cx="0" cy="0"/>
          <a:chOff x="0" y="0"/>
          <a:chExt cx="0" cy="0"/>
        </a:xfrm>
      </p:grpSpPr>
      <p:sp>
        <p:nvSpPr>
          <p:cNvPr id="255" name="Google Shape;255;p34"/>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34"/>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57" name="Google Shape;257;p34"/>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34"/>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34"/>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60"/>
        <p:cNvGrpSpPr/>
        <p:nvPr/>
      </p:nvGrpSpPr>
      <p:grpSpPr>
        <a:xfrm>
          <a:off x="0" y="0"/>
          <a:ext cx="0" cy="0"/>
          <a:chOff x="0" y="0"/>
          <a:chExt cx="0" cy="0"/>
        </a:xfrm>
      </p:grpSpPr>
      <p:sp>
        <p:nvSpPr>
          <p:cNvPr id="261" name="Google Shape;261;p35"/>
          <p:cNvSpPr/>
          <p:nvPr/>
        </p:nvSpPr>
        <p:spPr>
          <a:xfrm>
            <a:off x="2282890" y="-40"/>
            <a:ext cx="6858000"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2" name="Google Shape;262;p35"/>
          <p:cNvSpPr txBox="1">
            <a:spLocks noGrp="1"/>
          </p:cNvSpPr>
          <p:nvPr>
            <p:ph type="title"/>
          </p:nvPr>
        </p:nvSpPr>
        <p:spPr>
          <a:xfrm>
            <a:off x="2578392" y="1950244"/>
            <a:ext cx="6400800" cy="17145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562214"/>
              </a:buClr>
              <a:buSzPts val="4000"/>
              <a:buFont typeface="Gill Sans"/>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35"/>
          <p:cNvSpPr txBox="1">
            <a:spLocks noGrp="1"/>
          </p:cNvSpPr>
          <p:nvPr>
            <p:ph type="body" idx="1"/>
          </p:nvPr>
        </p:nvSpPr>
        <p:spPr>
          <a:xfrm>
            <a:off x="2578392" y="800100"/>
            <a:ext cx="6400800" cy="1132284"/>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4" name="Google Shape;264;p35"/>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5" name="Google Shape;265;p35"/>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6" name="Google Shape;266;p35"/>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67" name="Google Shape;267;p35"/>
          <p:cNvSpPr/>
          <p:nvPr/>
        </p:nvSpPr>
        <p:spPr>
          <a:xfrm>
            <a:off x="2286000" y="1"/>
            <a:ext cx="76200"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8" name="Google Shape;268;p35"/>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269" name="Google Shape;269;p35"/>
          <p:cNvSpPr/>
          <p:nvPr/>
        </p:nvSpPr>
        <p:spPr>
          <a:xfrm>
            <a:off x="2408064" y="2059403"/>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0"/>
        <p:cNvGrpSpPr/>
        <p:nvPr/>
      </p:nvGrpSpPr>
      <p:grpSpPr>
        <a:xfrm>
          <a:off x="0" y="0"/>
          <a:ext cx="0" cy="0"/>
          <a:chOff x="0" y="0"/>
          <a:chExt cx="0" cy="0"/>
        </a:xfrm>
      </p:grpSpPr>
      <p:sp>
        <p:nvSpPr>
          <p:cNvPr id="271" name="Google Shape;271;p36"/>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2" name="Google Shape;272;p36"/>
          <p:cNvSpPr txBox="1">
            <a:spLocks noGrp="1"/>
          </p:cNvSpPr>
          <p:nvPr>
            <p:ph type="body" idx="1"/>
          </p:nvPr>
        </p:nvSpPr>
        <p:spPr>
          <a:xfrm>
            <a:off x="143560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73" name="Google Shape;273;p36"/>
          <p:cNvSpPr txBox="1">
            <a:spLocks noGrp="1"/>
          </p:cNvSpPr>
          <p:nvPr>
            <p:ph type="body" idx="2"/>
          </p:nvPr>
        </p:nvSpPr>
        <p:spPr>
          <a:xfrm>
            <a:off x="527608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74" name="Google Shape;274;p36"/>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5" name="Google Shape;275;p36"/>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6" name="Google Shape;276;p36"/>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277"/>
        <p:cNvGrpSpPr/>
        <p:nvPr/>
      </p:nvGrpSpPr>
      <p:grpSpPr>
        <a:xfrm>
          <a:off x="0" y="0"/>
          <a:ext cx="0" cy="0"/>
          <a:chOff x="0" y="0"/>
          <a:chExt cx="0" cy="0"/>
        </a:xfrm>
      </p:grpSpPr>
      <p:sp>
        <p:nvSpPr>
          <p:cNvPr id="278" name="Google Shape;278;p37"/>
          <p:cNvSpPr txBox="1">
            <a:spLocks noGrp="1"/>
          </p:cNvSpPr>
          <p:nvPr>
            <p:ph type="title"/>
          </p:nvPr>
        </p:nvSpPr>
        <p:spPr>
          <a:xfrm>
            <a:off x="457200" y="3870252"/>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4500"/>
              <a:buFont typeface="Gill Sans"/>
              <a:buNone/>
              <a:defRPr sz="45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9" name="Google Shape;279;p37"/>
          <p:cNvSpPr txBox="1">
            <a:spLocks noGrp="1"/>
          </p:cNvSpPr>
          <p:nvPr>
            <p:ph type="body" idx="1"/>
          </p:nvPr>
        </p:nvSpPr>
        <p:spPr>
          <a:xfrm>
            <a:off x="45720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0" name="Google Shape;280;p37"/>
          <p:cNvSpPr txBox="1">
            <a:spLocks noGrp="1"/>
          </p:cNvSpPr>
          <p:nvPr>
            <p:ph type="body" idx="2"/>
          </p:nvPr>
        </p:nvSpPr>
        <p:spPr>
          <a:xfrm>
            <a:off x="466344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1" name="Google Shape;281;p37"/>
          <p:cNvSpPr txBox="1">
            <a:spLocks noGrp="1"/>
          </p:cNvSpPr>
          <p:nvPr>
            <p:ph type="body" idx="3"/>
          </p:nvPr>
        </p:nvSpPr>
        <p:spPr>
          <a:xfrm>
            <a:off x="45720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2" name="Google Shape;282;p37"/>
          <p:cNvSpPr txBox="1">
            <a:spLocks noGrp="1"/>
          </p:cNvSpPr>
          <p:nvPr>
            <p:ph type="body" idx="4"/>
          </p:nvPr>
        </p:nvSpPr>
        <p:spPr>
          <a:xfrm>
            <a:off x="466344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83" name="Google Shape;283;p37"/>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37"/>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37"/>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6"/>
        <p:cNvGrpSpPr/>
        <p:nvPr/>
      </p:nvGrpSpPr>
      <p:grpSpPr>
        <a:xfrm>
          <a:off x="0" y="0"/>
          <a:ext cx="0" cy="0"/>
          <a:chOff x="0" y="0"/>
          <a:chExt cx="0" cy="0"/>
        </a:xfrm>
      </p:grpSpPr>
      <p:sp>
        <p:nvSpPr>
          <p:cNvPr id="287" name="Google Shape;287;p38"/>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38"/>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38"/>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0" name="Google Shape;290;p38"/>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91"/>
        <p:cNvGrpSpPr/>
        <p:nvPr/>
      </p:nvGrpSpPr>
      <p:grpSpPr>
        <a:xfrm>
          <a:off x="0" y="0"/>
          <a:ext cx="0" cy="0"/>
          <a:chOff x="0" y="0"/>
          <a:chExt cx="0" cy="0"/>
        </a:xfrm>
      </p:grpSpPr>
      <p:sp>
        <p:nvSpPr>
          <p:cNvPr id="292" name="Google Shape;292;p39"/>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93" name="Google Shape;293;p39"/>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4" name="Google Shape;294;p39"/>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p39"/>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96" name="Google Shape;296;p39"/>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297"/>
        <p:cNvGrpSpPr/>
        <p:nvPr/>
      </p:nvGrpSpPr>
      <p:grpSpPr>
        <a:xfrm>
          <a:off x="0" y="0"/>
          <a:ext cx="0" cy="0"/>
          <a:chOff x="0" y="0"/>
          <a:chExt cx="0" cy="0"/>
        </a:xfrm>
      </p:grpSpPr>
      <p:sp>
        <p:nvSpPr>
          <p:cNvPr id="298" name="Google Shape;298;p40"/>
          <p:cNvSpPr txBox="1">
            <a:spLocks noGrp="1"/>
          </p:cNvSpPr>
          <p:nvPr>
            <p:ph type="title"/>
          </p:nvPr>
        </p:nvSpPr>
        <p:spPr>
          <a:xfrm>
            <a:off x="457200" y="162583"/>
            <a:ext cx="3810000" cy="871538"/>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562214"/>
              </a:buClr>
              <a:buSzPts val="2200"/>
              <a:buFont typeface="Gill Sans"/>
              <a:buNone/>
              <a:defRPr sz="2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9" name="Google Shape;299;p40"/>
          <p:cNvSpPr txBox="1">
            <a:spLocks noGrp="1"/>
          </p:cNvSpPr>
          <p:nvPr>
            <p:ph type="body" idx="1"/>
          </p:nvPr>
        </p:nvSpPr>
        <p:spPr>
          <a:xfrm>
            <a:off x="457200" y="1055224"/>
            <a:ext cx="3810000" cy="52387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00" name="Google Shape;300;p40"/>
          <p:cNvSpPr txBox="1">
            <a:spLocks noGrp="1"/>
          </p:cNvSpPr>
          <p:nvPr>
            <p:ph type="body" idx="2"/>
          </p:nvPr>
        </p:nvSpPr>
        <p:spPr>
          <a:xfrm>
            <a:off x="457200" y="1600201"/>
            <a:ext cx="8153400" cy="2994422"/>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01" name="Google Shape;301;p40"/>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40"/>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3" name="Google Shape;303;p40"/>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304"/>
        <p:cNvGrpSpPr/>
        <p:nvPr/>
      </p:nvGrpSpPr>
      <p:grpSpPr>
        <a:xfrm>
          <a:off x="0" y="0"/>
          <a:ext cx="0" cy="0"/>
          <a:chOff x="0" y="0"/>
          <a:chExt cx="0" cy="0"/>
        </a:xfrm>
      </p:grpSpPr>
      <p:sp>
        <p:nvSpPr>
          <p:cNvPr id="305" name="Google Shape;305;p41"/>
          <p:cNvSpPr txBox="1">
            <a:spLocks noGrp="1"/>
          </p:cNvSpPr>
          <p:nvPr>
            <p:ph type="title"/>
          </p:nvPr>
        </p:nvSpPr>
        <p:spPr>
          <a:xfrm>
            <a:off x="5886896" y="800100"/>
            <a:ext cx="2743200" cy="1485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562214"/>
              </a:buClr>
              <a:buSzPts val="2100"/>
              <a:buFont typeface="Gill Sans"/>
              <a:buNone/>
              <a:defRPr sz="2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41"/>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41"/>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41"/>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09" name="Google Shape;309;p41"/>
          <p:cNvSpPr/>
          <p:nvPr/>
        </p:nvSpPr>
        <p:spPr>
          <a:xfrm>
            <a:off x="762000" y="800100"/>
            <a:ext cx="4572000" cy="3429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901"/>
              </a:srgbClr>
            </a:outerShdw>
          </a:effectLst>
        </p:spPr>
        <p:txBody>
          <a:bodyPr spcFirstLastPara="1" wrap="square" lIns="91425" tIns="274300" rIns="91425" bIns="45700" anchor="t" anchorCtr="0">
            <a:noAutofit/>
          </a:bodyPr>
          <a:lstStyle/>
          <a:p>
            <a:pPr marL="0" marR="0" lvl="0" indent="0" algn="l" rtl="0">
              <a:lnSpc>
                <a:spcPct val="93750"/>
              </a:lnSpc>
              <a:spcBef>
                <a:spcPts val="0"/>
              </a:spcBef>
              <a:spcAft>
                <a:spcPts val="0"/>
              </a:spcAft>
              <a:buClr>
                <a:schemeClr val="accent1"/>
              </a:buClr>
              <a:buSzPts val="2560"/>
              <a:buFont typeface="Noto Sans Symbols"/>
              <a:buNone/>
            </a:pPr>
            <a:endParaRPr sz="3200">
              <a:solidFill>
                <a:schemeClr val="dk1"/>
              </a:solidFill>
              <a:latin typeface="Gill Sans"/>
              <a:ea typeface="Gill Sans"/>
              <a:cs typeface="Gill Sans"/>
              <a:sym typeface="Gill Sans"/>
            </a:endParaRPr>
          </a:p>
        </p:txBody>
      </p:sp>
      <p:sp>
        <p:nvSpPr>
          <p:cNvPr id="310" name="Google Shape;310;p41"/>
          <p:cNvSpPr>
            <a:spLocks noGrp="1"/>
          </p:cNvSpPr>
          <p:nvPr>
            <p:ph type="pic" idx="2"/>
          </p:nvPr>
        </p:nvSpPr>
        <p:spPr>
          <a:xfrm>
            <a:off x="838200" y="857253"/>
            <a:ext cx="4419600" cy="2635898"/>
          </a:xfrm>
          <a:prstGeom prst="roundRect">
            <a:avLst>
              <a:gd name="adj" fmla="val 783"/>
            </a:avLst>
          </a:prstGeom>
          <a:solidFill>
            <a:schemeClr val="lt2"/>
          </a:solidFill>
          <a:ln>
            <a:noFill/>
          </a:ln>
        </p:spPr>
        <p:txBody>
          <a:bodyPr spcFirstLastPara="1" wrap="square" lIns="91425" tIns="274300" rIns="91425" bIns="45700" anchor="t" anchorCtr="0">
            <a:noAutofit/>
          </a:bodyPr>
          <a:lstStyle>
            <a:lvl1pPr marR="0" lvl="0" algn="l" rtl="0">
              <a:lnSpc>
                <a:spcPct val="100000"/>
              </a:lnSpc>
              <a:spcBef>
                <a:spcPts val="600"/>
              </a:spcBef>
              <a:spcAft>
                <a:spcPts val="0"/>
              </a:spcAft>
              <a:buClr>
                <a:schemeClr val="accent1"/>
              </a:buClr>
              <a:buSzPts val="2560"/>
              <a:buFont typeface="Noto Sans Symbols"/>
              <a:buNone/>
              <a:defRPr sz="3200" b="0" i="0" u="none" strike="noStrike" cap="none">
                <a:solidFill>
                  <a:schemeClr val="dk1"/>
                </a:solidFill>
                <a:latin typeface="Gill Sans"/>
                <a:ea typeface="Gill Sans"/>
                <a:cs typeface="Gill Sans"/>
                <a:sym typeface="Gill Sans"/>
              </a:defRPr>
            </a:lvl1pPr>
            <a:lvl2pPr marR="0" lvl="1"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R="0" lvl="2"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R="0" lvl="3"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R="0" lvl="4"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R="0" lvl="5"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R="0" lvl="6"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R="0" lvl="7"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R="0" lvl="8"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311" name="Google Shape;311;p41"/>
          <p:cNvSpPr/>
          <p:nvPr/>
        </p:nvSpPr>
        <p:spPr>
          <a:xfrm rot="-2131329">
            <a:off x="396725" y="715757"/>
            <a:ext cx="685800"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12" name="Google Shape;312;p41"/>
          <p:cNvSpPr/>
          <p:nvPr/>
        </p:nvSpPr>
        <p:spPr>
          <a:xfrm rot="2103354" flipH="1">
            <a:off x="5003667" y="702590"/>
            <a:ext cx="649224"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13" name="Google Shape;313;p41"/>
          <p:cNvSpPr txBox="1">
            <a:spLocks noGrp="1"/>
          </p:cNvSpPr>
          <p:nvPr>
            <p:ph type="body" idx="1"/>
          </p:nvPr>
        </p:nvSpPr>
        <p:spPr>
          <a:xfrm>
            <a:off x="838200" y="3600450"/>
            <a:ext cx="4419600" cy="5715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14"/>
        <p:cNvGrpSpPr/>
        <p:nvPr/>
      </p:nvGrpSpPr>
      <p:grpSpPr>
        <a:xfrm>
          <a:off x="0" y="0"/>
          <a:ext cx="0" cy="0"/>
          <a:chOff x="0" y="0"/>
          <a:chExt cx="0" cy="0"/>
        </a:xfrm>
      </p:grpSpPr>
      <p:sp>
        <p:nvSpPr>
          <p:cNvPr id="315" name="Google Shape;315;p42"/>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6" name="Google Shape;316;p42"/>
          <p:cNvSpPr txBox="1">
            <a:spLocks noGrp="1"/>
          </p:cNvSpPr>
          <p:nvPr>
            <p:ph type="body" idx="1"/>
          </p:nvPr>
        </p:nvSpPr>
        <p:spPr>
          <a:xfrm rot="5400000">
            <a:off x="3384423" y="-862965"/>
            <a:ext cx="3600450" cy="749808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17" name="Google Shape;317;p42"/>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42"/>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42"/>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31"/>
        <p:cNvGrpSpPr/>
        <p:nvPr/>
      </p:nvGrpSpPr>
      <p:grpSpPr>
        <a:xfrm>
          <a:off x="0" y="0"/>
          <a:ext cx="0" cy="0"/>
          <a:chOff x="0" y="0"/>
          <a:chExt cx="0" cy="0"/>
        </a:xfrm>
      </p:grpSpPr>
      <p:sp>
        <p:nvSpPr>
          <p:cNvPr id="332" name="Google Shape;332;p44"/>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3" name="Google Shape;333;p44"/>
          <p:cNvSpPr txBox="1">
            <a:spLocks noGrp="1"/>
          </p:cNvSpPr>
          <p:nvPr>
            <p:ph type="body" idx="1"/>
          </p:nvPr>
        </p:nvSpPr>
        <p:spPr>
          <a:xfrm>
            <a:off x="1435608" y="1143000"/>
            <a:ext cx="7555992"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34"/>
        <p:cNvGrpSpPr/>
        <p:nvPr/>
      </p:nvGrpSpPr>
      <p:grpSpPr>
        <a:xfrm>
          <a:off x="0" y="0"/>
          <a:ext cx="0" cy="0"/>
          <a:chOff x="0" y="0"/>
          <a:chExt cx="0" cy="0"/>
        </a:xfrm>
      </p:grpSpPr>
      <p:sp>
        <p:nvSpPr>
          <p:cNvPr id="335" name="Google Shape;335;p45"/>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36" name="Google Shape;336;p45"/>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45"/>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45"/>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39" name="Google Shape;339;p45"/>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1"/>
        <p:cNvGrpSpPr/>
        <p:nvPr/>
      </p:nvGrpSpPr>
      <p:grpSpPr>
        <a:xfrm>
          <a:off x="0" y="0"/>
          <a:ext cx="0" cy="0"/>
          <a:chOff x="0" y="0"/>
          <a:chExt cx="0" cy="0"/>
        </a:xfrm>
      </p:grpSpPr>
      <p:sp>
        <p:nvSpPr>
          <p:cNvPr id="352" name="Google Shape;352;p47"/>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3" name="Google Shape;353;p47"/>
          <p:cNvSpPr txBox="1">
            <a:spLocks noGrp="1"/>
          </p:cNvSpPr>
          <p:nvPr>
            <p:ph type="body" idx="1"/>
          </p:nvPr>
        </p:nvSpPr>
        <p:spPr>
          <a:xfrm>
            <a:off x="1435608" y="1143000"/>
            <a:ext cx="7555992"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54"/>
        <p:cNvGrpSpPr/>
        <p:nvPr/>
      </p:nvGrpSpPr>
      <p:grpSpPr>
        <a:xfrm>
          <a:off x="0" y="0"/>
          <a:ext cx="0" cy="0"/>
          <a:chOff x="0" y="0"/>
          <a:chExt cx="0" cy="0"/>
        </a:xfrm>
      </p:grpSpPr>
      <p:sp>
        <p:nvSpPr>
          <p:cNvPr id="355" name="Google Shape;355;p48"/>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56" name="Google Shape;356;p48"/>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7" name="Google Shape;357;p48"/>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8" name="Google Shape;358;p48"/>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59" name="Google Shape;359;p48"/>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1"/>
        <p:cNvGrpSpPr/>
        <p:nvPr/>
      </p:nvGrpSpPr>
      <p:grpSpPr>
        <a:xfrm>
          <a:off x="0" y="0"/>
          <a:ext cx="0" cy="0"/>
          <a:chOff x="0" y="0"/>
          <a:chExt cx="0" cy="0"/>
        </a:xfrm>
      </p:grpSpPr>
      <p:sp>
        <p:nvSpPr>
          <p:cNvPr id="372" name="Google Shape;372;p50"/>
          <p:cNvSpPr txBox="1">
            <a:spLocks noGrp="1"/>
          </p:cNvSpPr>
          <p:nvPr>
            <p:ph type="ctrTitle"/>
          </p:nvPr>
        </p:nvSpPr>
        <p:spPr>
          <a:xfrm>
            <a:off x="1432560" y="269923"/>
            <a:ext cx="7406640" cy="11041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3" name="Google Shape;373;p50"/>
          <p:cNvSpPr txBox="1">
            <a:spLocks noGrp="1"/>
          </p:cNvSpPr>
          <p:nvPr>
            <p:ph type="subTitle" idx="1"/>
          </p:nvPr>
        </p:nvSpPr>
        <p:spPr>
          <a:xfrm>
            <a:off x="1432560" y="1387548"/>
            <a:ext cx="7406640" cy="1314450"/>
          </a:xfrm>
          <a:prstGeom prst="rect">
            <a:avLst/>
          </a:prstGeom>
          <a:noFill/>
          <a:ln>
            <a:noFill/>
          </a:ln>
        </p:spPr>
        <p:txBody>
          <a:bodyPr spcFirstLastPara="1" wrap="square" lIns="91425" tIns="0" rIns="91425" bIns="45700" anchor="t" anchorCtr="0">
            <a:normAutofit/>
          </a:bodyPr>
          <a:lstStyle>
            <a:lvl1pPr lvl="0" algn="l">
              <a:lnSpc>
                <a:spcPct val="100000"/>
              </a:lnSpc>
              <a:spcBef>
                <a:spcPts val="600"/>
              </a:spcBef>
              <a:spcAft>
                <a:spcPts val="0"/>
              </a:spcAft>
              <a:buSzPts val="2080"/>
              <a:buNone/>
              <a:defRPr sz="2600">
                <a:solidFill>
                  <a:srgbClr val="341108"/>
                </a:solidFill>
              </a:defRPr>
            </a:lvl1pPr>
            <a:lvl2pPr lvl="1" algn="ctr">
              <a:lnSpc>
                <a:spcPct val="100000"/>
              </a:lnSpc>
              <a:spcBef>
                <a:spcPts val="550"/>
              </a:spcBef>
              <a:spcAft>
                <a:spcPts val="0"/>
              </a:spcAft>
              <a:buSzPts val="1800"/>
              <a:buNone/>
              <a:defRPr/>
            </a:lvl2pPr>
            <a:lvl3pPr lvl="2" algn="ctr">
              <a:lnSpc>
                <a:spcPct val="100000"/>
              </a:lnSpc>
              <a:spcBef>
                <a:spcPts val="360"/>
              </a:spcBef>
              <a:spcAft>
                <a:spcPts val="0"/>
              </a:spcAft>
              <a:buSzPts val="1800"/>
              <a:buNone/>
              <a:defRPr/>
            </a:lvl3pPr>
            <a:lvl4pPr lvl="3" algn="ctr">
              <a:lnSpc>
                <a:spcPct val="100000"/>
              </a:lnSpc>
              <a:spcBef>
                <a:spcPts val="360"/>
              </a:spcBef>
              <a:spcAft>
                <a:spcPts val="0"/>
              </a:spcAft>
              <a:buSzPts val="1800"/>
              <a:buNone/>
              <a:defRPr/>
            </a:lvl4pPr>
            <a:lvl5pPr lvl="4" algn="ctr">
              <a:lnSpc>
                <a:spcPct val="100000"/>
              </a:lnSpc>
              <a:spcBef>
                <a:spcPts val="360"/>
              </a:spcBef>
              <a:spcAft>
                <a:spcPts val="0"/>
              </a:spcAft>
              <a:buSzPts val="1800"/>
              <a:buNone/>
              <a:defRPr/>
            </a:lvl5pPr>
            <a:lvl6pPr lvl="5" algn="ctr">
              <a:lnSpc>
                <a:spcPct val="100000"/>
              </a:lnSpc>
              <a:spcBef>
                <a:spcPts val="360"/>
              </a:spcBef>
              <a:spcAft>
                <a:spcPts val="0"/>
              </a:spcAft>
              <a:buSzPts val="1800"/>
              <a:buNone/>
              <a:defRPr/>
            </a:lvl6pPr>
            <a:lvl7pPr lvl="6" algn="ctr">
              <a:lnSpc>
                <a:spcPct val="100000"/>
              </a:lnSpc>
              <a:spcBef>
                <a:spcPts val="360"/>
              </a:spcBef>
              <a:spcAft>
                <a:spcPts val="0"/>
              </a:spcAft>
              <a:buSzPts val="180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a:endParaRPr/>
          </a:p>
        </p:txBody>
      </p:sp>
      <p:sp>
        <p:nvSpPr>
          <p:cNvPr id="374" name="Google Shape;374;p50"/>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5" name="Google Shape;375;p50"/>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6" name="Google Shape;376;p50"/>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77" name="Google Shape;377;p50"/>
          <p:cNvSpPr/>
          <p:nvPr/>
        </p:nvSpPr>
        <p:spPr>
          <a:xfrm>
            <a:off x="921433" y="106035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378" name="Google Shape;378;p50"/>
          <p:cNvSpPr/>
          <p:nvPr/>
        </p:nvSpPr>
        <p:spPr>
          <a:xfrm>
            <a:off x="1157176" y="1008762"/>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79"/>
        <p:cNvGrpSpPr/>
        <p:nvPr/>
      </p:nvGrpSpPr>
      <p:grpSpPr>
        <a:xfrm>
          <a:off x="0" y="0"/>
          <a:ext cx="0" cy="0"/>
          <a:chOff x="0" y="0"/>
          <a:chExt cx="0" cy="0"/>
        </a:xfrm>
      </p:grpSpPr>
      <p:sp>
        <p:nvSpPr>
          <p:cNvPr id="380" name="Google Shape;380;p51"/>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1" name="Google Shape;381;p51"/>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82" name="Google Shape;382;p51"/>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3" name="Google Shape;383;p51"/>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4" name="Google Shape;384;p51"/>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85"/>
        <p:cNvGrpSpPr/>
        <p:nvPr/>
      </p:nvGrpSpPr>
      <p:grpSpPr>
        <a:xfrm>
          <a:off x="0" y="0"/>
          <a:ext cx="0" cy="0"/>
          <a:chOff x="0" y="0"/>
          <a:chExt cx="0" cy="0"/>
        </a:xfrm>
      </p:grpSpPr>
      <p:sp>
        <p:nvSpPr>
          <p:cNvPr id="386" name="Google Shape;386;p52"/>
          <p:cNvSpPr/>
          <p:nvPr/>
        </p:nvSpPr>
        <p:spPr>
          <a:xfrm>
            <a:off x="2282890" y="-40"/>
            <a:ext cx="6858000"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87" name="Google Shape;387;p52"/>
          <p:cNvSpPr txBox="1">
            <a:spLocks noGrp="1"/>
          </p:cNvSpPr>
          <p:nvPr>
            <p:ph type="title"/>
          </p:nvPr>
        </p:nvSpPr>
        <p:spPr>
          <a:xfrm>
            <a:off x="2578392" y="1950244"/>
            <a:ext cx="6400800" cy="1714500"/>
          </a:xfrm>
          <a:prstGeom prst="rect">
            <a:avLst/>
          </a:prstGeom>
          <a:noFill/>
          <a:ln>
            <a:noFill/>
          </a:ln>
        </p:spPr>
        <p:txBody>
          <a:bodyPr spcFirstLastPara="1" wrap="square" lIns="91425" tIns="45700" rIns="91425" bIns="45700" anchor="t" anchorCtr="0">
            <a:normAutofit/>
          </a:bodyPr>
          <a:lstStyle>
            <a:lvl1pPr lvl="0" algn="l">
              <a:lnSpc>
                <a:spcPct val="112500"/>
              </a:lnSpc>
              <a:spcBef>
                <a:spcPts val="0"/>
              </a:spcBef>
              <a:spcAft>
                <a:spcPts val="0"/>
              </a:spcAft>
              <a:buClr>
                <a:srgbClr val="562214"/>
              </a:buClr>
              <a:buSzPts val="4000"/>
              <a:buFont typeface="Gill Sans"/>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8" name="Google Shape;388;p52"/>
          <p:cNvSpPr txBox="1">
            <a:spLocks noGrp="1"/>
          </p:cNvSpPr>
          <p:nvPr>
            <p:ph type="body" idx="1"/>
          </p:nvPr>
        </p:nvSpPr>
        <p:spPr>
          <a:xfrm>
            <a:off x="2578392" y="800100"/>
            <a:ext cx="6400800" cy="1132284"/>
          </a:xfrm>
          <a:prstGeom prst="rect">
            <a:avLst/>
          </a:prstGeom>
          <a:noFill/>
          <a:ln>
            <a:noFill/>
          </a:ln>
        </p:spPr>
        <p:txBody>
          <a:bodyPr spcFirstLastPara="1" wrap="square" lIns="91425" tIns="45700" rIns="91425" bIns="45700" anchor="b" anchorCtr="0">
            <a:normAutofit/>
          </a:bodyPr>
          <a:lstStyle>
            <a:lvl1pPr marL="457200" lvl="0" indent="-228600" algn="l">
              <a:lnSpc>
                <a:spcPct val="115000"/>
              </a:lnSpc>
              <a:spcBef>
                <a:spcPts val="0"/>
              </a:spcBef>
              <a:spcAft>
                <a:spcPts val="0"/>
              </a:spcAft>
              <a:buSzPts val="1600"/>
              <a:buNone/>
              <a:defRPr sz="2000">
                <a:solidFill>
                  <a:srgbClr val="341108"/>
                </a:solidFill>
              </a:defRPr>
            </a:lvl1pPr>
            <a:lvl2pPr marL="914400" lvl="1" indent="-228600" algn="l">
              <a:lnSpc>
                <a:spcPct val="100000"/>
              </a:lnSpc>
              <a:spcBef>
                <a:spcPts val="550"/>
              </a:spcBef>
              <a:spcAft>
                <a:spcPts val="0"/>
              </a:spcAft>
              <a:buSzPts val="1800"/>
              <a:buNone/>
              <a:defRPr sz="1800">
                <a:solidFill>
                  <a:srgbClr val="888888"/>
                </a:solidFill>
              </a:defRPr>
            </a:lvl2pPr>
            <a:lvl3pPr marL="1371600" lvl="2" indent="-228600" algn="l">
              <a:lnSpc>
                <a:spcPct val="100000"/>
              </a:lnSpc>
              <a:spcBef>
                <a:spcPts val="320"/>
              </a:spcBef>
              <a:spcAft>
                <a:spcPts val="0"/>
              </a:spcAft>
              <a:buSzPts val="1600"/>
              <a:buNone/>
              <a:defRPr sz="1600">
                <a:solidFill>
                  <a:srgbClr val="888888"/>
                </a:solidFill>
              </a:defRPr>
            </a:lvl3pPr>
            <a:lvl4pPr marL="1828800" lvl="3" indent="-228600" algn="l">
              <a:lnSpc>
                <a:spcPct val="100000"/>
              </a:lnSpc>
              <a:spcBef>
                <a:spcPts val="280"/>
              </a:spcBef>
              <a:spcAft>
                <a:spcPts val="0"/>
              </a:spcAft>
              <a:buSzPts val="1400"/>
              <a:buNone/>
              <a:defRPr sz="1400">
                <a:solidFill>
                  <a:srgbClr val="888888"/>
                </a:solidFill>
              </a:defRPr>
            </a:lvl4pPr>
            <a:lvl5pPr marL="2286000" lvl="4" indent="-228600" algn="l">
              <a:lnSpc>
                <a:spcPct val="100000"/>
              </a:lnSpc>
              <a:spcBef>
                <a:spcPts val="280"/>
              </a:spcBef>
              <a:spcAft>
                <a:spcPts val="0"/>
              </a:spcAft>
              <a:buSzPts val="1400"/>
              <a:buNone/>
              <a:defRPr sz="1400">
                <a:solidFill>
                  <a:srgbClr val="888888"/>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89" name="Google Shape;389;p52"/>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0" name="Google Shape;390;p52"/>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1" name="Google Shape;391;p52"/>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92" name="Google Shape;392;p52"/>
          <p:cNvSpPr/>
          <p:nvPr/>
        </p:nvSpPr>
        <p:spPr>
          <a:xfrm>
            <a:off x="2286000" y="1"/>
            <a:ext cx="76200"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93" name="Google Shape;393;p52"/>
          <p:cNvSpPr/>
          <p:nvPr/>
        </p:nvSpPr>
        <p:spPr>
          <a:xfrm>
            <a:off x="2172321" y="2110992"/>
            <a:ext cx="210312" cy="157734"/>
          </a:xfrm>
          <a:prstGeom prst="ellipse">
            <a:avLst/>
          </a:prstGeom>
          <a:gradFill>
            <a:gsLst>
              <a:gs pos="0">
                <a:srgbClr val="D7F6FF">
                  <a:alpha val="94901"/>
                </a:srgbClr>
              </a:gs>
              <a:gs pos="50000">
                <a:srgbClr val="C0E3F0">
                  <a:alpha val="89803"/>
                </a:srgbClr>
              </a:gs>
              <a:gs pos="95000">
                <a:srgbClr val="65C6EA">
                  <a:alpha val="87843"/>
                </a:srgbClr>
              </a:gs>
              <a:gs pos="100000">
                <a:srgbClr val="00BBF1">
                  <a:alpha val="84705"/>
                </a:srgbClr>
              </a:gs>
            </a:gsLst>
            <a:path path="circle">
              <a:fillToRect r="100000" b="100000"/>
            </a:path>
            <a:tileRect l="-100000" t="-100000"/>
          </a:gradFill>
          <a:ln w="9525" cap="rnd" cmpd="sng">
            <a:solidFill>
              <a:srgbClr val="2F8DA4">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
        <p:nvSpPr>
          <p:cNvPr id="394" name="Google Shape;394;p52"/>
          <p:cNvSpPr/>
          <p:nvPr/>
        </p:nvSpPr>
        <p:spPr>
          <a:xfrm>
            <a:off x="2408064" y="2059403"/>
            <a:ext cx="64008" cy="48006"/>
          </a:xfrm>
          <a:prstGeom prst="ellipse">
            <a:avLst/>
          </a:prstGeom>
          <a:noFill/>
          <a:ln w="12700" cap="rnd" cmpd="sng">
            <a:solidFill>
              <a:srgbClr val="317F92">
                <a:alpha val="6000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5"/>
        <p:cNvGrpSpPr/>
        <p:nvPr/>
      </p:nvGrpSpPr>
      <p:grpSpPr>
        <a:xfrm>
          <a:off x="0" y="0"/>
          <a:ext cx="0" cy="0"/>
          <a:chOff x="0" y="0"/>
          <a:chExt cx="0" cy="0"/>
        </a:xfrm>
      </p:grpSpPr>
      <p:sp>
        <p:nvSpPr>
          <p:cNvPr id="396" name="Google Shape;396;p53"/>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7" name="Google Shape;397;p53"/>
          <p:cNvSpPr txBox="1">
            <a:spLocks noGrp="1"/>
          </p:cNvSpPr>
          <p:nvPr>
            <p:ph type="body" idx="1"/>
          </p:nvPr>
        </p:nvSpPr>
        <p:spPr>
          <a:xfrm>
            <a:off x="143560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98" name="Google Shape;398;p53"/>
          <p:cNvSpPr txBox="1">
            <a:spLocks noGrp="1"/>
          </p:cNvSpPr>
          <p:nvPr>
            <p:ph type="body" idx="2"/>
          </p:nvPr>
        </p:nvSpPr>
        <p:spPr>
          <a:xfrm>
            <a:off x="5276088" y="1143000"/>
            <a:ext cx="3657600" cy="3497580"/>
          </a:xfrm>
          <a:prstGeom prst="rect">
            <a:avLst/>
          </a:prstGeom>
          <a:noFill/>
          <a:ln>
            <a:noFill/>
          </a:ln>
        </p:spPr>
        <p:txBody>
          <a:bodyPr spcFirstLastPara="1" wrap="square" lIns="91425" tIns="45700" rIns="91425" bIns="45700" anchor="t" anchorCtr="0">
            <a:normAutofit/>
          </a:bodyPr>
          <a:lstStyle>
            <a:lvl1pPr marL="457200" lvl="0" indent="-370840" algn="l">
              <a:lnSpc>
                <a:spcPct val="100000"/>
              </a:lnSpc>
              <a:spcBef>
                <a:spcPts val="600"/>
              </a:spcBef>
              <a:spcAft>
                <a:spcPts val="0"/>
              </a:spcAft>
              <a:buSzPts val="2240"/>
              <a:buChar char="⚫"/>
              <a:defRPr sz="2800"/>
            </a:lvl1pPr>
            <a:lvl2pPr marL="914400" lvl="1" indent="-381000" algn="l">
              <a:lnSpc>
                <a:spcPct val="100000"/>
              </a:lnSpc>
              <a:spcBef>
                <a:spcPts val="55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99" name="Google Shape;399;p53"/>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0" name="Google Shape;400;p53"/>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53"/>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402"/>
        <p:cNvGrpSpPr/>
        <p:nvPr/>
      </p:nvGrpSpPr>
      <p:grpSpPr>
        <a:xfrm>
          <a:off x="0" y="0"/>
          <a:ext cx="0" cy="0"/>
          <a:chOff x="0" y="0"/>
          <a:chExt cx="0" cy="0"/>
        </a:xfrm>
      </p:grpSpPr>
      <p:sp>
        <p:nvSpPr>
          <p:cNvPr id="403" name="Google Shape;403;p54"/>
          <p:cNvSpPr txBox="1">
            <a:spLocks noGrp="1"/>
          </p:cNvSpPr>
          <p:nvPr>
            <p:ph type="title"/>
          </p:nvPr>
        </p:nvSpPr>
        <p:spPr>
          <a:xfrm>
            <a:off x="457200" y="3870252"/>
            <a:ext cx="8229600" cy="85725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562214"/>
              </a:buClr>
              <a:buSzPts val="4500"/>
              <a:buFont typeface="Gill Sans"/>
              <a:buNone/>
              <a:defRPr sz="45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4" name="Google Shape;404;p54"/>
          <p:cNvSpPr txBox="1">
            <a:spLocks noGrp="1"/>
          </p:cNvSpPr>
          <p:nvPr>
            <p:ph type="body" idx="1"/>
          </p:nvPr>
        </p:nvSpPr>
        <p:spPr>
          <a:xfrm>
            <a:off x="45720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05" name="Google Shape;405;p54"/>
          <p:cNvSpPr txBox="1">
            <a:spLocks noGrp="1"/>
          </p:cNvSpPr>
          <p:nvPr>
            <p:ph type="body" idx="2"/>
          </p:nvPr>
        </p:nvSpPr>
        <p:spPr>
          <a:xfrm>
            <a:off x="4663440" y="246209"/>
            <a:ext cx="4023360" cy="480060"/>
          </a:xfrm>
          <a:prstGeom prst="rect">
            <a:avLst/>
          </a:prstGeom>
          <a:solidFill>
            <a:schemeClr val="lt1"/>
          </a:solidFill>
          <a:ln w="10775" cap="flat" cmpd="sng">
            <a:solidFill>
              <a:schemeClr val="lt1"/>
            </a:solidFill>
            <a:prstDash val="solid"/>
            <a:miter lim="800000"/>
            <a:headEnd type="none" w="sm" len="sm"/>
            <a:tailEnd type="none" w="sm" len="sm"/>
          </a:ln>
        </p:spPr>
        <p:txBody>
          <a:bodyPr spcFirstLastPara="1" wrap="square" lIns="91425" tIns="45700" rIns="91425" bIns="45700" anchor="ctr" anchorCtr="0">
            <a:normAutofit/>
          </a:bodyPr>
          <a:lstStyle>
            <a:lvl1pPr marL="457200" lvl="0" indent="-228600" algn="l">
              <a:lnSpc>
                <a:spcPct val="100000"/>
              </a:lnSpc>
              <a:spcBef>
                <a:spcPts val="100"/>
              </a:spcBef>
              <a:spcAft>
                <a:spcPts val="0"/>
              </a:spcAft>
              <a:buSzPts val="1520"/>
              <a:buNone/>
              <a:defRPr sz="1900" b="0">
                <a:solidFill>
                  <a:schemeClr val="dk1"/>
                </a:solidFill>
              </a:defRPr>
            </a:lvl1pPr>
            <a:lvl2pPr marL="914400" lvl="1" indent="-228600" algn="l">
              <a:lnSpc>
                <a:spcPct val="100000"/>
              </a:lnSpc>
              <a:spcBef>
                <a:spcPts val="55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06" name="Google Shape;406;p54"/>
          <p:cNvSpPr txBox="1">
            <a:spLocks noGrp="1"/>
          </p:cNvSpPr>
          <p:nvPr>
            <p:ph type="body" idx="3"/>
          </p:nvPr>
        </p:nvSpPr>
        <p:spPr>
          <a:xfrm>
            <a:off x="45720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07" name="Google Shape;407;p54"/>
          <p:cNvSpPr txBox="1">
            <a:spLocks noGrp="1"/>
          </p:cNvSpPr>
          <p:nvPr>
            <p:ph type="body" idx="4"/>
          </p:nvPr>
        </p:nvSpPr>
        <p:spPr>
          <a:xfrm>
            <a:off x="4663440" y="727002"/>
            <a:ext cx="4023360" cy="3086100"/>
          </a:xfrm>
          <a:prstGeom prst="rect">
            <a:avLst/>
          </a:prstGeom>
          <a:noFill/>
          <a:ln w="10775" cap="flat" cmpd="sng">
            <a:solidFill>
              <a:schemeClr val="lt1"/>
            </a:solidFill>
            <a:prstDash val="dash"/>
            <a:miter lim="800000"/>
            <a:headEnd type="none" w="sm" len="sm"/>
            <a:tailEnd type="none" w="sm" len="sm"/>
          </a:ln>
        </p:spPr>
        <p:txBody>
          <a:bodyPr spcFirstLastPara="1" wrap="square" lIns="91425" tIns="45700" rIns="91425" bIns="45700" anchor="t" anchorCtr="0">
            <a:normAutofit/>
          </a:bodyPr>
          <a:lstStyle>
            <a:lvl1pPr marL="457200" lvl="0" indent="-350520" algn="l">
              <a:lnSpc>
                <a:spcPct val="100000"/>
              </a:lnSpc>
              <a:spcBef>
                <a:spcPts val="700"/>
              </a:spcBef>
              <a:spcAft>
                <a:spcPts val="0"/>
              </a:spcAft>
              <a:buSzPts val="1920"/>
              <a:buChar char="⚫"/>
              <a:defRPr sz="2400"/>
            </a:lvl1pPr>
            <a:lvl2pPr marL="914400" lvl="1" indent="-355600" algn="l">
              <a:lnSpc>
                <a:spcPct val="100000"/>
              </a:lnSpc>
              <a:spcBef>
                <a:spcPts val="700"/>
              </a:spcBef>
              <a:spcAft>
                <a:spcPts val="0"/>
              </a:spcAft>
              <a:buSzPts val="2000"/>
              <a:buChar char="◦"/>
              <a:defRPr sz="2000"/>
            </a:lvl2pPr>
            <a:lvl3pPr marL="1371600" lvl="2" indent="-342900" algn="l">
              <a:lnSpc>
                <a:spcPct val="100000"/>
              </a:lnSpc>
              <a:spcBef>
                <a:spcPts val="700"/>
              </a:spcBef>
              <a:spcAft>
                <a:spcPts val="0"/>
              </a:spcAft>
              <a:buSzPts val="1800"/>
              <a:buChar char="●"/>
              <a:defRPr sz="1800"/>
            </a:lvl3pPr>
            <a:lvl4pPr marL="1828800" lvl="3" indent="-330200" algn="l">
              <a:lnSpc>
                <a:spcPct val="100000"/>
              </a:lnSpc>
              <a:spcBef>
                <a:spcPts val="700"/>
              </a:spcBef>
              <a:spcAft>
                <a:spcPts val="0"/>
              </a:spcAft>
              <a:buSzPts val="1600"/>
              <a:buChar char="●"/>
              <a:defRPr sz="1600"/>
            </a:lvl4pPr>
            <a:lvl5pPr marL="2286000" lvl="4" indent="-330200" algn="l">
              <a:lnSpc>
                <a:spcPct val="100000"/>
              </a:lnSpc>
              <a:spcBef>
                <a:spcPts val="700"/>
              </a:spcBef>
              <a:spcAft>
                <a:spcPts val="0"/>
              </a:spcAft>
              <a:buSzPts val="1600"/>
              <a:buChar char="●"/>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08" name="Google Shape;408;p54"/>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9" name="Google Shape;409;p54"/>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0" name="Google Shape;410;p54"/>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1"/>
        <p:cNvGrpSpPr/>
        <p:nvPr/>
      </p:nvGrpSpPr>
      <p:grpSpPr>
        <a:xfrm>
          <a:off x="0" y="0"/>
          <a:ext cx="0" cy="0"/>
          <a:chOff x="0" y="0"/>
          <a:chExt cx="0" cy="0"/>
        </a:xfrm>
      </p:grpSpPr>
      <p:sp>
        <p:nvSpPr>
          <p:cNvPr id="412" name="Google Shape;412;p55"/>
          <p:cNvSpPr txBox="1">
            <a:spLocks noGrp="1"/>
          </p:cNvSpPr>
          <p:nvPr>
            <p:ph type="title"/>
          </p:nvPr>
        </p:nvSpPr>
        <p:spPr>
          <a:xfrm>
            <a:off x="1435608" y="205740"/>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55"/>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4" name="Google Shape;414;p55"/>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5" name="Google Shape;415;p55"/>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16"/>
        <p:cNvGrpSpPr/>
        <p:nvPr/>
      </p:nvGrpSpPr>
      <p:grpSpPr>
        <a:xfrm>
          <a:off x="0" y="0"/>
          <a:ext cx="0" cy="0"/>
          <a:chOff x="0" y="0"/>
          <a:chExt cx="0" cy="0"/>
        </a:xfrm>
      </p:grpSpPr>
      <p:sp>
        <p:nvSpPr>
          <p:cNvPr id="417" name="Google Shape;417;p56"/>
          <p:cNvSpPr/>
          <p:nvPr/>
        </p:nvSpPr>
        <p:spPr>
          <a:xfrm>
            <a:off x="1014984" y="0"/>
            <a:ext cx="8129016" cy="514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18" name="Google Shape;418;p56"/>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9" name="Google Shape;419;p56"/>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0" name="Google Shape;420;p56"/>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21" name="Google Shape;421;p56"/>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422"/>
        <p:cNvGrpSpPr/>
        <p:nvPr/>
      </p:nvGrpSpPr>
      <p:grpSpPr>
        <a:xfrm>
          <a:off x="0" y="0"/>
          <a:ext cx="0" cy="0"/>
          <a:chOff x="0" y="0"/>
          <a:chExt cx="0" cy="0"/>
        </a:xfrm>
      </p:grpSpPr>
      <p:sp>
        <p:nvSpPr>
          <p:cNvPr id="423" name="Google Shape;423;p57"/>
          <p:cNvSpPr txBox="1">
            <a:spLocks noGrp="1"/>
          </p:cNvSpPr>
          <p:nvPr>
            <p:ph type="title"/>
          </p:nvPr>
        </p:nvSpPr>
        <p:spPr>
          <a:xfrm>
            <a:off x="457200" y="162583"/>
            <a:ext cx="3810000" cy="871538"/>
          </a:xfrm>
          <a:prstGeom prst="rect">
            <a:avLst/>
          </a:prstGeom>
          <a:noFill/>
          <a:ln>
            <a:noFill/>
          </a:ln>
        </p:spPr>
        <p:txBody>
          <a:bodyPr spcFirstLastPara="1" wrap="square" lIns="91425" tIns="45700" rIns="91425" bIns="45700" anchor="b" anchorCtr="0">
            <a:normAutofit/>
          </a:bodyPr>
          <a:lstStyle>
            <a:lvl1pPr lvl="0" algn="l">
              <a:lnSpc>
                <a:spcPct val="90909"/>
              </a:lnSpc>
              <a:spcBef>
                <a:spcPts val="0"/>
              </a:spcBef>
              <a:spcAft>
                <a:spcPts val="0"/>
              </a:spcAft>
              <a:buClr>
                <a:srgbClr val="562214"/>
              </a:buClr>
              <a:buSzPts val="2200"/>
              <a:buFont typeface="Gill Sans"/>
              <a:buNone/>
              <a:defRPr sz="22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4" name="Google Shape;424;p57"/>
          <p:cNvSpPr txBox="1">
            <a:spLocks noGrp="1"/>
          </p:cNvSpPr>
          <p:nvPr>
            <p:ph type="body" idx="1"/>
          </p:nvPr>
        </p:nvSpPr>
        <p:spPr>
          <a:xfrm>
            <a:off x="457200" y="1055224"/>
            <a:ext cx="3810000" cy="523875"/>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0"/>
              </a:spcBef>
              <a:spcAft>
                <a:spcPts val="0"/>
              </a:spcAft>
              <a:buSzPts val="1120"/>
              <a:buNone/>
              <a:defRPr sz="1400"/>
            </a:lvl1pPr>
            <a:lvl2pPr marL="914400" lvl="1" indent="-228600" algn="l">
              <a:lnSpc>
                <a:spcPct val="100000"/>
              </a:lnSpc>
              <a:spcBef>
                <a:spcPts val="55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25" name="Google Shape;425;p57"/>
          <p:cNvSpPr txBox="1">
            <a:spLocks noGrp="1"/>
          </p:cNvSpPr>
          <p:nvPr>
            <p:ph type="body" idx="2"/>
          </p:nvPr>
        </p:nvSpPr>
        <p:spPr>
          <a:xfrm>
            <a:off x="457200" y="1600201"/>
            <a:ext cx="8153400" cy="2994422"/>
          </a:xfrm>
          <a:prstGeom prst="rect">
            <a:avLst/>
          </a:prstGeom>
          <a:noFill/>
          <a:ln>
            <a:noFill/>
          </a:ln>
        </p:spPr>
        <p:txBody>
          <a:bodyPr spcFirstLastPara="1" wrap="square" lIns="91425" tIns="45700" rIns="91425" bIns="45700" anchor="t" anchorCtr="0">
            <a:normAutofit/>
          </a:bodyPr>
          <a:lstStyle>
            <a:lvl1pPr marL="457200" lvl="0" indent="-391160" algn="l">
              <a:lnSpc>
                <a:spcPct val="100000"/>
              </a:lnSpc>
              <a:spcBef>
                <a:spcPts val="600"/>
              </a:spcBef>
              <a:spcAft>
                <a:spcPts val="0"/>
              </a:spcAft>
              <a:buSzPts val="2560"/>
              <a:buChar char="⚫"/>
              <a:defRPr sz="3200"/>
            </a:lvl1pPr>
            <a:lvl2pPr marL="914400" lvl="1" indent="-406400" algn="l">
              <a:lnSpc>
                <a:spcPct val="100000"/>
              </a:lnSpc>
              <a:spcBef>
                <a:spcPts val="550"/>
              </a:spcBef>
              <a:spcAft>
                <a:spcPts val="0"/>
              </a:spcAft>
              <a:buSzPts val="2800"/>
              <a:buChar char="◦"/>
              <a:defRPr sz="2800"/>
            </a:lvl2pPr>
            <a:lvl3pPr marL="1371600" lvl="2" indent="-381000" algn="l">
              <a:lnSpc>
                <a:spcPct val="100000"/>
              </a:lnSpc>
              <a:spcBef>
                <a:spcPts val="480"/>
              </a:spcBef>
              <a:spcAft>
                <a:spcPts val="0"/>
              </a:spcAft>
              <a:buSzPts val="2400"/>
              <a:buChar char="●"/>
              <a:defRPr sz="2400"/>
            </a:lvl3pPr>
            <a:lvl4pPr marL="1828800" lvl="3" indent="-355600" algn="l">
              <a:lnSpc>
                <a:spcPct val="100000"/>
              </a:lnSpc>
              <a:spcBef>
                <a:spcPts val="400"/>
              </a:spcBef>
              <a:spcAft>
                <a:spcPts val="0"/>
              </a:spcAft>
              <a:buSzPts val="2000"/>
              <a:buChar char="●"/>
              <a:defRPr sz="2000"/>
            </a:lvl4pPr>
            <a:lvl5pPr marL="2286000" lvl="4" indent="-355600" algn="l">
              <a:lnSpc>
                <a:spcPct val="100000"/>
              </a:lnSpc>
              <a:spcBef>
                <a:spcPts val="400"/>
              </a:spcBef>
              <a:spcAft>
                <a:spcPts val="0"/>
              </a:spcAft>
              <a:buSzPts val="2000"/>
              <a:buChar char="●"/>
              <a:defRPr sz="20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26" name="Google Shape;426;p57"/>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7" name="Google Shape;427;p57"/>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8" name="Google Shape;428;p57"/>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429"/>
        <p:cNvGrpSpPr/>
        <p:nvPr/>
      </p:nvGrpSpPr>
      <p:grpSpPr>
        <a:xfrm>
          <a:off x="0" y="0"/>
          <a:ext cx="0" cy="0"/>
          <a:chOff x="0" y="0"/>
          <a:chExt cx="0" cy="0"/>
        </a:xfrm>
      </p:grpSpPr>
      <p:sp>
        <p:nvSpPr>
          <p:cNvPr id="430" name="Google Shape;430;p58"/>
          <p:cNvSpPr txBox="1">
            <a:spLocks noGrp="1"/>
          </p:cNvSpPr>
          <p:nvPr>
            <p:ph type="title"/>
          </p:nvPr>
        </p:nvSpPr>
        <p:spPr>
          <a:xfrm>
            <a:off x="5886896" y="800100"/>
            <a:ext cx="2743200" cy="1485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562214"/>
              </a:buClr>
              <a:buSzPts val="2100"/>
              <a:buFont typeface="Gill Sans"/>
              <a:buNone/>
              <a:defRPr sz="21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1" name="Google Shape;431;p58"/>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2" name="Google Shape;432;p58"/>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3" name="Google Shape;433;p58"/>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434" name="Google Shape;434;p58"/>
          <p:cNvSpPr/>
          <p:nvPr/>
        </p:nvSpPr>
        <p:spPr>
          <a:xfrm>
            <a:off x="762000" y="800100"/>
            <a:ext cx="4572000" cy="3429000"/>
          </a:xfrm>
          <a:prstGeom prst="rect">
            <a:avLst/>
          </a:prstGeom>
          <a:solidFill>
            <a:srgbClr val="FFFFFF"/>
          </a:solidFill>
          <a:ln w="88900" cap="sq" cmpd="sng">
            <a:solidFill>
              <a:srgbClr val="FFFFFF"/>
            </a:solidFill>
            <a:prstDash val="solid"/>
            <a:miter lim="800000"/>
            <a:headEnd type="none" w="sm" len="sm"/>
            <a:tailEnd type="none" w="sm" len="sm"/>
          </a:ln>
          <a:effectLst>
            <a:outerShdw blurRad="55500" dist="18500" dir="5400000" algn="tl" rotWithShape="0">
              <a:srgbClr val="000000">
                <a:alpha val="34901"/>
              </a:srgbClr>
            </a:outerShdw>
          </a:effectLst>
        </p:spPr>
        <p:txBody>
          <a:bodyPr spcFirstLastPara="1" wrap="square" lIns="91425" tIns="274300" rIns="91425" bIns="45700" anchor="t" anchorCtr="0">
            <a:noAutofit/>
          </a:bodyPr>
          <a:lstStyle/>
          <a:p>
            <a:pPr marL="0" marR="0" lvl="0" indent="0" algn="l" rtl="0">
              <a:lnSpc>
                <a:spcPct val="93750"/>
              </a:lnSpc>
              <a:spcBef>
                <a:spcPts val="0"/>
              </a:spcBef>
              <a:spcAft>
                <a:spcPts val="0"/>
              </a:spcAft>
              <a:buClr>
                <a:schemeClr val="accent1"/>
              </a:buClr>
              <a:buSzPts val="2560"/>
              <a:buFont typeface="Noto Sans Symbols"/>
              <a:buNone/>
            </a:pPr>
            <a:endParaRPr sz="3200">
              <a:solidFill>
                <a:schemeClr val="dk1"/>
              </a:solidFill>
              <a:latin typeface="Gill Sans"/>
              <a:ea typeface="Gill Sans"/>
              <a:cs typeface="Gill Sans"/>
              <a:sym typeface="Gill Sans"/>
            </a:endParaRPr>
          </a:p>
        </p:txBody>
      </p:sp>
      <p:sp>
        <p:nvSpPr>
          <p:cNvPr id="435" name="Google Shape;435;p58"/>
          <p:cNvSpPr>
            <a:spLocks noGrp="1"/>
          </p:cNvSpPr>
          <p:nvPr>
            <p:ph type="pic" idx="2"/>
          </p:nvPr>
        </p:nvSpPr>
        <p:spPr>
          <a:xfrm>
            <a:off x="838200" y="857253"/>
            <a:ext cx="4419600" cy="2635898"/>
          </a:xfrm>
          <a:prstGeom prst="roundRect">
            <a:avLst>
              <a:gd name="adj" fmla="val 783"/>
            </a:avLst>
          </a:prstGeom>
          <a:solidFill>
            <a:schemeClr val="lt2"/>
          </a:solidFill>
          <a:ln>
            <a:noFill/>
          </a:ln>
        </p:spPr>
        <p:txBody>
          <a:bodyPr spcFirstLastPara="1" wrap="square" lIns="91425" tIns="274300" rIns="91425" bIns="45700" anchor="t" anchorCtr="0">
            <a:noAutofit/>
          </a:bodyPr>
          <a:lstStyle>
            <a:lvl1pPr marR="0" lvl="0" algn="l" rtl="0">
              <a:lnSpc>
                <a:spcPct val="100000"/>
              </a:lnSpc>
              <a:spcBef>
                <a:spcPts val="600"/>
              </a:spcBef>
              <a:spcAft>
                <a:spcPts val="0"/>
              </a:spcAft>
              <a:buClr>
                <a:schemeClr val="accent1"/>
              </a:buClr>
              <a:buSzPts val="2560"/>
              <a:buFont typeface="Noto Sans Symbols"/>
              <a:buNone/>
              <a:defRPr sz="3200" b="0" i="0" u="none" strike="noStrike" cap="none">
                <a:solidFill>
                  <a:schemeClr val="dk1"/>
                </a:solidFill>
                <a:latin typeface="Gill Sans"/>
                <a:ea typeface="Gill Sans"/>
                <a:cs typeface="Gill Sans"/>
                <a:sym typeface="Gill Sans"/>
              </a:defRPr>
            </a:lvl1pPr>
            <a:lvl2pPr marR="0" lvl="1"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R="0" lvl="2"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R="0" lvl="3"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R="0" lvl="4"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R="0" lvl="5"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R="0" lvl="6"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R="0" lvl="7"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R="0" lvl="8"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436" name="Google Shape;436;p58"/>
          <p:cNvSpPr/>
          <p:nvPr/>
        </p:nvSpPr>
        <p:spPr>
          <a:xfrm rot="-2131329">
            <a:off x="396725" y="715757"/>
            <a:ext cx="685800"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rgbClr val="EAD8B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37" name="Google Shape;437;p58"/>
          <p:cNvSpPr/>
          <p:nvPr/>
        </p:nvSpPr>
        <p:spPr>
          <a:xfrm rot="2103354" flipH="1">
            <a:off x="5003667" y="702590"/>
            <a:ext cx="649224" cy="153233"/>
          </a:xfrm>
          <a:prstGeom prst="flowChartProcess">
            <a:avLst/>
          </a:prstGeom>
          <a:solidFill>
            <a:srgbClr val="FBFBFB">
              <a:alpha val="44705"/>
            </a:srgbClr>
          </a:solidFill>
          <a:ln w="9525" cap="rnd" cmpd="sng">
            <a:solidFill>
              <a:srgbClr val="FFFFFF"/>
            </a:solidFill>
            <a:prstDash val="solid"/>
            <a:round/>
            <a:headEnd type="none" w="sm" len="sm"/>
            <a:tailEnd type="none" w="sm" len="sm"/>
          </a:ln>
          <a:effectLst>
            <a:outerShdw blurRad="25400" dist="25400" dir="3300000" sx="96000" sy="96000" algn="tl" rotWithShape="0">
              <a:schemeClr val="lt2">
                <a:alpha val="20000"/>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38" name="Google Shape;438;p58"/>
          <p:cNvSpPr txBox="1">
            <a:spLocks noGrp="1"/>
          </p:cNvSpPr>
          <p:nvPr>
            <p:ph type="body" idx="1"/>
          </p:nvPr>
        </p:nvSpPr>
        <p:spPr>
          <a:xfrm>
            <a:off x="838200" y="3600450"/>
            <a:ext cx="4419600" cy="571500"/>
          </a:xfrm>
          <a:prstGeom prst="rect">
            <a:avLst/>
          </a:prstGeom>
          <a:noFill/>
          <a:ln>
            <a:noFill/>
          </a:ln>
        </p:spPr>
        <p:txBody>
          <a:bodyPr spcFirstLastPara="1" wrap="square" lIns="91425" tIns="45700" rIns="91425" bIns="45700" anchor="ctr" anchorCtr="0">
            <a:normAutofit/>
          </a:bodyPr>
          <a:lstStyle>
            <a:lvl1pPr marL="457200" lvl="0" indent="-228600" algn="l">
              <a:lnSpc>
                <a:spcPct val="114285"/>
              </a:lnSpc>
              <a:spcBef>
                <a:spcPts val="0"/>
              </a:spcBef>
              <a:spcAft>
                <a:spcPts val="0"/>
              </a:spcAft>
              <a:buSzPts val="1120"/>
              <a:buNone/>
              <a:defRPr sz="1400">
                <a:solidFill>
                  <a:srgbClr val="777777"/>
                </a:solidFill>
              </a:defRPr>
            </a:lvl1pPr>
            <a:lvl2pPr marL="914400" lvl="1" indent="-304800" algn="l">
              <a:lnSpc>
                <a:spcPct val="100000"/>
              </a:lnSpc>
              <a:spcBef>
                <a:spcPts val="550"/>
              </a:spcBef>
              <a:spcAft>
                <a:spcPts val="0"/>
              </a:spcAft>
              <a:buSzPts val="1200"/>
              <a:buChar char="◦"/>
              <a:defRPr sz="1200"/>
            </a:lvl2pPr>
            <a:lvl3pPr marL="1371600" lvl="2" indent="-292100" algn="l">
              <a:lnSpc>
                <a:spcPct val="100000"/>
              </a:lnSpc>
              <a:spcBef>
                <a:spcPts val="200"/>
              </a:spcBef>
              <a:spcAft>
                <a:spcPts val="0"/>
              </a:spcAft>
              <a:buSzPts val="1000"/>
              <a:buChar char="●"/>
              <a:defRPr sz="1000"/>
            </a:lvl3pPr>
            <a:lvl4pPr marL="1828800" lvl="3" indent="-285750" algn="l">
              <a:lnSpc>
                <a:spcPct val="100000"/>
              </a:lnSpc>
              <a:spcBef>
                <a:spcPts val="180"/>
              </a:spcBef>
              <a:spcAft>
                <a:spcPts val="0"/>
              </a:spcAft>
              <a:buSzPts val="900"/>
              <a:buChar char="●"/>
              <a:defRPr sz="900"/>
            </a:lvl4pPr>
            <a:lvl5pPr marL="2286000" lvl="4" indent="-285750" algn="l">
              <a:lnSpc>
                <a:spcPct val="100000"/>
              </a:lnSpc>
              <a:spcBef>
                <a:spcPts val="180"/>
              </a:spcBef>
              <a:spcAft>
                <a:spcPts val="0"/>
              </a:spcAft>
              <a:buSzPts val="900"/>
              <a:buChar char="●"/>
              <a:defRPr sz="9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39"/>
        <p:cNvGrpSpPr/>
        <p:nvPr/>
      </p:nvGrpSpPr>
      <p:grpSpPr>
        <a:xfrm>
          <a:off x="0" y="0"/>
          <a:ext cx="0" cy="0"/>
          <a:chOff x="0" y="0"/>
          <a:chExt cx="0" cy="0"/>
        </a:xfrm>
      </p:grpSpPr>
      <p:sp>
        <p:nvSpPr>
          <p:cNvPr id="440" name="Google Shape;440;p59"/>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562214"/>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1" name="Google Shape;441;p59"/>
          <p:cNvSpPr txBox="1">
            <a:spLocks noGrp="1"/>
          </p:cNvSpPr>
          <p:nvPr>
            <p:ph type="body" idx="1"/>
          </p:nvPr>
        </p:nvSpPr>
        <p:spPr>
          <a:xfrm rot="5400000">
            <a:off x="3384423" y="-862965"/>
            <a:ext cx="3600450" cy="749808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600"/>
              </a:spcBef>
              <a:spcAft>
                <a:spcPts val="0"/>
              </a:spcAft>
              <a:buSzPts val="1440"/>
              <a:buChar char="⚫"/>
              <a:defRPr/>
            </a:lvl1pPr>
            <a:lvl2pPr marL="914400" lvl="1" indent="-342900" algn="l">
              <a:lnSpc>
                <a:spcPct val="100000"/>
              </a:lnSpc>
              <a:spcBef>
                <a:spcPts val="55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42" name="Google Shape;442;p59"/>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3" name="Google Shape;443;p59"/>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4" name="Google Shape;444;p59"/>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lvl="0" indent="0" algn="r">
              <a:lnSpc>
                <a:spcPct val="100000"/>
              </a:lnSpc>
              <a:spcBef>
                <a:spcPts val="0"/>
              </a:spcBef>
              <a:buNone/>
              <a:defRPr sz="1200">
                <a:solidFill>
                  <a:srgbClr val="8B8B8B"/>
                </a:solidFill>
                <a:latin typeface="Calibri"/>
                <a:ea typeface="Calibri"/>
                <a:cs typeface="Calibri"/>
                <a:sym typeface="Calibri"/>
              </a:defRPr>
            </a:lvl1pPr>
            <a:lvl2pPr marL="0" lvl="1" indent="0" algn="r">
              <a:lnSpc>
                <a:spcPct val="100000"/>
              </a:lnSpc>
              <a:spcBef>
                <a:spcPts val="0"/>
              </a:spcBef>
              <a:buNone/>
              <a:defRPr sz="1200">
                <a:solidFill>
                  <a:srgbClr val="8B8B8B"/>
                </a:solidFill>
                <a:latin typeface="Calibri"/>
                <a:ea typeface="Calibri"/>
                <a:cs typeface="Calibri"/>
                <a:sym typeface="Calibri"/>
              </a:defRPr>
            </a:lvl2pPr>
            <a:lvl3pPr marL="0" lvl="2" indent="0" algn="r">
              <a:lnSpc>
                <a:spcPct val="100000"/>
              </a:lnSpc>
              <a:spcBef>
                <a:spcPts val="0"/>
              </a:spcBef>
              <a:buNone/>
              <a:defRPr sz="1200">
                <a:solidFill>
                  <a:srgbClr val="8B8B8B"/>
                </a:solidFill>
                <a:latin typeface="Calibri"/>
                <a:ea typeface="Calibri"/>
                <a:cs typeface="Calibri"/>
                <a:sym typeface="Calibri"/>
              </a:defRPr>
            </a:lvl3pPr>
            <a:lvl4pPr marL="0" lvl="3" indent="0" algn="r">
              <a:lnSpc>
                <a:spcPct val="100000"/>
              </a:lnSpc>
              <a:spcBef>
                <a:spcPts val="0"/>
              </a:spcBef>
              <a:buNone/>
              <a:defRPr sz="1200">
                <a:solidFill>
                  <a:srgbClr val="8B8B8B"/>
                </a:solidFill>
                <a:latin typeface="Calibri"/>
                <a:ea typeface="Calibri"/>
                <a:cs typeface="Calibri"/>
                <a:sym typeface="Calibri"/>
              </a:defRPr>
            </a:lvl4pPr>
            <a:lvl5pPr marL="0" lvl="4" indent="0" algn="r">
              <a:lnSpc>
                <a:spcPct val="100000"/>
              </a:lnSpc>
              <a:spcBef>
                <a:spcPts val="0"/>
              </a:spcBef>
              <a:buNone/>
              <a:defRPr sz="1200">
                <a:solidFill>
                  <a:srgbClr val="8B8B8B"/>
                </a:solidFill>
                <a:latin typeface="Calibri"/>
                <a:ea typeface="Calibri"/>
                <a:cs typeface="Calibri"/>
                <a:sym typeface="Calibri"/>
              </a:defRPr>
            </a:lvl5pPr>
            <a:lvl6pPr marL="0" lvl="5" indent="0" algn="r">
              <a:lnSpc>
                <a:spcPct val="100000"/>
              </a:lnSpc>
              <a:spcBef>
                <a:spcPts val="0"/>
              </a:spcBef>
              <a:buNone/>
              <a:defRPr sz="1200">
                <a:solidFill>
                  <a:srgbClr val="8B8B8B"/>
                </a:solidFill>
                <a:latin typeface="Calibri"/>
                <a:ea typeface="Calibri"/>
                <a:cs typeface="Calibri"/>
                <a:sym typeface="Calibri"/>
              </a:defRPr>
            </a:lvl6pPr>
            <a:lvl7pPr marL="0" lvl="6" indent="0" algn="r">
              <a:lnSpc>
                <a:spcPct val="100000"/>
              </a:lnSpc>
              <a:spcBef>
                <a:spcPts val="0"/>
              </a:spcBef>
              <a:buNone/>
              <a:defRPr sz="1200">
                <a:solidFill>
                  <a:srgbClr val="8B8B8B"/>
                </a:solidFill>
                <a:latin typeface="Calibri"/>
                <a:ea typeface="Calibri"/>
                <a:cs typeface="Calibri"/>
                <a:sym typeface="Calibri"/>
              </a:defRPr>
            </a:lvl7pPr>
            <a:lvl8pPr marL="0" lvl="7" indent="0" algn="r">
              <a:lnSpc>
                <a:spcPct val="100000"/>
              </a:lnSpc>
              <a:spcBef>
                <a:spcPts val="0"/>
              </a:spcBef>
              <a:buNone/>
              <a:defRPr sz="1200">
                <a:solidFill>
                  <a:srgbClr val="8B8B8B"/>
                </a:solidFill>
                <a:latin typeface="Calibri"/>
                <a:ea typeface="Calibri"/>
                <a:cs typeface="Calibri"/>
                <a:sym typeface="Calibri"/>
              </a:defRPr>
            </a:lvl8pPr>
            <a:lvl9pPr marL="0" lvl="8" indent="0" algn="r">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1.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theme" Target="../theme/theme6.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38.xml"/><Relationship Id="rId1" Type="http://schemas.openxmlformats.org/officeDocument/2006/relationships/slideLayout" Target="../slideLayouts/slideLayout37.xml"/><Relationship Id="rId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40.xml"/><Relationship Id="rId1" Type="http://schemas.openxmlformats.org/officeDocument/2006/relationships/slideLayout" Target="../slideLayouts/slideLayout39.xml"/><Relationship Id="rId4" Type="http://schemas.openxmlformats.org/officeDocument/2006/relationships/image" Target="../media/image1.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image" Target="../media/image1.png"/><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theme" Target="../theme/theme9.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alphaModFix/>
          </a:blip>
          <a:tile tx="0" ty="0" sx="90000" sy="90000" flip="xy" algn="tl"/>
        </a:blipFill>
        <a:effectLst/>
      </p:bgPr>
    </p:bg>
    <p:spTree>
      <p:nvGrpSpPr>
        <p:cNvPr id="1" name="Shape 5"/>
        <p:cNvGrpSpPr/>
        <p:nvPr/>
      </p:nvGrpSpPr>
      <p:grpSpPr>
        <a:xfrm>
          <a:off x="0" y="0"/>
          <a:ext cx="0" cy="0"/>
          <a:chOff x="0" y="0"/>
          <a:chExt cx="0" cy="0"/>
        </a:xfrm>
      </p:grpSpPr>
      <p:sp>
        <p:nvSpPr>
          <p:cNvPr id="6" name="Google Shape;6;p1"/>
          <p:cNvSpPr/>
          <p:nvPr/>
        </p:nvSpPr>
        <p:spPr>
          <a:xfrm>
            <a:off x="-815927" y="-611940"/>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7" name="Google Shape;7;p1"/>
          <p:cNvSpPr/>
          <p:nvPr/>
        </p:nvSpPr>
        <p:spPr>
          <a:xfrm>
            <a:off x="168818" y="15828"/>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8" name="Google Shape;8;p1"/>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9" name="Google Shape;9;p1"/>
          <p:cNvSpPr/>
          <p:nvPr/>
        </p:nvSpPr>
        <p:spPr>
          <a:xfrm>
            <a:off x="1012873" y="-40"/>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0" name="Google Shape;10;p1"/>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2" name="Google Shape;12;p1"/>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b="0" i="0" u="none" strike="noStrike" cap="none">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1"/>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1"/>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b="0" i="0" u="none" strike="noStrike" cap="none">
                <a:solidFill>
                  <a:srgbClr val="8B8B8B"/>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B8B8B"/>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B8B8B"/>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B8B8B"/>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B8B8B"/>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B8B8B"/>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B8B8B"/>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B8B8B"/>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15" name="Google Shape;15;p1"/>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4">
            <a:alphaModFix/>
          </a:blip>
          <a:tile tx="0" ty="0" sx="90000" sy="90000" flip="xy" algn="tl"/>
        </a:blipFill>
        <a:effectLst/>
      </p:bgPr>
    </p:bg>
    <p:spTree>
      <p:nvGrpSpPr>
        <p:cNvPr id="1" name="Shape 90"/>
        <p:cNvGrpSpPr/>
        <p:nvPr/>
      </p:nvGrpSpPr>
      <p:grpSpPr>
        <a:xfrm>
          <a:off x="0" y="0"/>
          <a:ext cx="0" cy="0"/>
          <a:chOff x="0" y="0"/>
          <a:chExt cx="0" cy="0"/>
        </a:xfrm>
      </p:grpSpPr>
      <p:sp>
        <p:nvSpPr>
          <p:cNvPr id="91" name="Google Shape;91;p12"/>
          <p:cNvSpPr/>
          <p:nvPr/>
        </p:nvSpPr>
        <p:spPr>
          <a:xfrm>
            <a:off x="-815927" y="-611941"/>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92" name="Google Shape;92;p12"/>
          <p:cNvSpPr/>
          <p:nvPr/>
        </p:nvSpPr>
        <p:spPr>
          <a:xfrm>
            <a:off x="168817" y="15827"/>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93" name="Google Shape;93;p12"/>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94" name="Google Shape;94;p12"/>
          <p:cNvSpPr/>
          <p:nvPr/>
        </p:nvSpPr>
        <p:spPr>
          <a:xfrm>
            <a:off x="1012873" y="-41"/>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95" name="Google Shape;95;p12"/>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3600"/>
              <a:buFont typeface="Gill Sans"/>
              <a:buNone/>
              <a:defRPr sz="36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6" name="Google Shape;96;p12"/>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00000"/>
              </a:lnSpc>
              <a:spcBef>
                <a:spcPts val="600"/>
              </a:spcBef>
              <a:spcAft>
                <a:spcPts val="0"/>
              </a:spcAft>
              <a:buClr>
                <a:schemeClr val="accent1"/>
              </a:buClr>
              <a:buSzPts val="2240"/>
              <a:buFont typeface="Noto Sans Symbols"/>
              <a:buChar char="⚫"/>
              <a:defRPr sz="2800" b="0" i="0" u="none" strike="noStrike" cap="none">
                <a:solidFill>
                  <a:schemeClr val="dk1"/>
                </a:solidFill>
                <a:latin typeface="Gill Sans"/>
                <a:ea typeface="Gill Sans"/>
                <a:cs typeface="Gill Sans"/>
                <a:sym typeface="Gill Sans"/>
              </a:defRPr>
            </a:lvl1pPr>
            <a:lvl2pPr marL="914400" marR="0" lvl="1" indent="-381000" algn="l" rtl="0">
              <a:lnSpc>
                <a:spcPct val="100000"/>
              </a:lnSpc>
              <a:spcBef>
                <a:spcPts val="550"/>
              </a:spcBef>
              <a:spcAft>
                <a:spcPts val="0"/>
              </a:spcAft>
              <a:buClr>
                <a:schemeClr val="accent1"/>
              </a:buClr>
              <a:buSzPts val="2400"/>
              <a:buFont typeface="Verdana"/>
              <a:buChar char="◦"/>
              <a:defRPr sz="2400" b="0" i="0" u="none" strike="noStrike" cap="none">
                <a:solidFill>
                  <a:schemeClr val="dk1"/>
                </a:solidFill>
                <a:latin typeface="Gill Sans"/>
                <a:ea typeface="Gill Sans"/>
                <a:cs typeface="Gill Sans"/>
                <a:sym typeface="Gill Sans"/>
              </a:defRPr>
            </a:lvl2pPr>
            <a:lvl3pPr marL="1371600" marR="0" lvl="2" indent="-355600" algn="l" rtl="0">
              <a:lnSpc>
                <a:spcPct val="100000"/>
              </a:lnSpc>
              <a:spcBef>
                <a:spcPts val="400"/>
              </a:spcBef>
              <a:spcAft>
                <a:spcPts val="0"/>
              </a:spcAft>
              <a:buClr>
                <a:schemeClr val="accent2"/>
              </a:buClr>
              <a:buSzPts val="200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42900" algn="l" rtl="0">
              <a:lnSpc>
                <a:spcPct val="100000"/>
              </a:lnSpc>
              <a:spcBef>
                <a:spcPts val="360"/>
              </a:spcBef>
              <a:spcAft>
                <a:spcPts val="0"/>
              </a:spcAft>
              <a:buClr>
                <a:schemeClr val="accent4"/>
              </a:buClr>
              <a:buSzPts val="1800"/>
              <a:buFont typeface="Noto Sans Symbols"/>
              <a:buChar char="●"/>
              <a:defRPr sz="18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97" name="Google Shape;97;p12"/>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8" name="Google Shape;98;p12"/>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99" name="Google Shape;99;p12"/>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100" name="Google Shape;100;p12"/>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2">
            <a:alphaModFix/>
          </a:blip>
          <a:tile tx="0" ty="0" sx="90000" sy="90000" flip="xy" algn="tl"/>
        </a:blipFill>
        <a:effectLst/>
      </p:bgPr>
    </p:bg>
    <p:spTree>
      <p:nvGrpSpPr>
        <p:cNvPr id="1" name="Shape 110"/>
        <p:cNvGrpSpPr/>
        <p:nvPr/>
      </p:nvGrpSpPr>
      <p:grpSpPr>
        <a:xfrm>
          <a:off x="0" y="0"/>
          <a:ext cx="0" cy="0"/>
          <a:chOff x="0" y="0"/>
          <a:chExt cx="0" cy="0"/>
        </a:xfrm>
      </p:grpSpPr>
      <p:sp>
        <p:nvSpPr>
          <p:cNvPr id="111" name="Google Shape;111;p15"/>
          <p:cNvSpPr/>
          <p:nvPr/>
        </p:nvSpPr>
        <p:spPr>
          <a:xfrm>
            <a:off x="-815927" y="-611940"/>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12" name="Google Shape;112;p15"/>
          <p:cNvSpPr/>
          <p:nvPr/>
        </p:nvSpPr>
        <p:spPr>
          <a:xfrm>
            <a:off x="168818" y="15828"/>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13" name="Google Shape;113;p15"/>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14" name="Google Shape;114;p15"/>
          <p:cNvSpPr/>
          <p:nvPr/>
        </p:nvSpPr>
        <p:spPr>
          <a:xfrm>
            <a:off x="1012873" y="-40"/>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15" name="Google Shape;115;p15"/>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6" name="Google Shape;116;p15"/>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117" name="Google Shape;117;p15"/>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18" name="Google Shape;118;p15"/>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19" name="Google Shape;119;p15"/>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120" name="Google Shape;120;p15"/>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4">
            <a:alphaModFix/>
          </a:blip>
          <a:tile tx="0" ty="0" sx="90000" sy="90000" flip="xy" algn="tl"/>
        </a:blipFill>
        <a:effectLst/>
      </p:bgPr>
    </p:bg>
    <p:spTree>
      <p:nvGrpSpPr>
        <p:cNvPr id="1" name="Shape 195"/>
        <p:cNvGrpSpPr/>
        <p:nvPr/>
      </p:nvGrpSpPr>
      <p:grpSpPr>
        <a:xfrm>
          <a:off x="0" y="0"/>
          <a:ext cx="0" cy="0"/>
          <a:chOff x="0" y="0"/>
          <a:chExt cx="0" cy="0"/>
        </a:xfrm>
      </p:grpSpPr>
      <p:sp>
        <p:nvSpPr>
          <p:cNvPr id="196" name="Google Shape;196;p26"/>
          <p:cNvSpPr/>
          <p:nvPr/>
        </p:nvSpPr>
        <p:spPr>
          <a:xfrm>
            <a:off x="-815927" y="-611941"/>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97" name="Google Shape;197;p26"/>
          <p:cNvSpPr/>
          <p:nvPr/>
        </p:nvSpPr>
        <p:spPr>
          <a:xfrm>
            <a:off x="168817" y="15827"/>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98" name="Google Shape;198;p26"/>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99" name="Google Shape;199;p26"/>
          <p:cNvSpPr/>
          <p:nvPr/>
        </p:nvSpPr>
        <p:spPr>
          <a:xfrm>
            <a:off x="1012873" y="-41"/>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00" name="Google Shape;200;p26"/>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3600"/>
              <a:buFont typeface="Gill Sans"/>
              <a:buNone/>
              <a:defRPr sz="36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1" name="Google Shape;201;p26"/>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00000"/>
              </a:lnSpc>
              <a:spcBef>
                <a:spcPts val="600"/>
              </a:spcBef>
              <a:spcAft>
                <a:spcPts val="0"/>
              </a:spcAft>
              <a:buClr>
                <a:schemeClr val="accent1"/>
              </a:buClr>
              <a:buSzPts val="2240"/>
              <a:buFont typeface="Noto Sans Symbols"/>
              <a:buChar char="⚫"/>
              <a:defRPr sz="2800" b="0" i="0" u="none" strike="noStrike" cap="none">
                <a:solidFill>
                  <a:schemeClr val="dk1"/>
                </a:solidFill>
                <a:latin typeface="Gill Sans"/>
                <a:ea typeface="Gill Sans"/>
                <a:cs typeface="Gill Sans"/>
                <a:sym typeface="Gill Sans"/>
              </a:defRPr>
            </a:lvl1pPr>
            <a:lvl2pPr marL="914400" marR="0" lvl="1" indent="-381000" algn="l" rtl="0">
              <a:lnSpc>
                <a:spcPct val="100000"/>
              </a:lnSpc>
              <a:spcBef>
                <a:spcPts val="550"/>
              </a:spcBef>
              <a:spcAft>
                <a:spcPts val="0"/>
              </a:spcAft>
              <a:buClr>
                <a:schemeClr val="accent1"/>
              </a:buClr>
              <a:buSzPts val="2400"/>
              <a:buFont typeface="Verdana"/>
              <a:buChar char="◦"/>
              <a:defRPr sz="2400" b="0" i="0" u="none" strike="noStrike" cap="none">
                <a:solidFill>
                  <a:schemeClr val="dk1"/>
                </a:solidFill>
                <a:latin typeface="Gill Sans"/>
                <a:ea typeface="Gill Sans"/>
                <a:cs typeface="Gill Sans"/>
                <a:sym typeface="Gill Sans"/>
              </a:defRPr>
            </a:lvl2pPr>
            <a:lvl3pPr marL="1371600" marR="0" lvl="2" indent="-355600" algn="l" rtl="0">
              <a:lnSpc>
                <a:spcPct val="100000"/>
              </a:lnSpc>
              <a:spcBef>
                <a:spcPts val="400"/>
              </a:spcBef>
              <a:spcAft>
                <a:spcPts val="0"/>
              </a:spcAft>
              <a:buClr>
                <a:schemeClr val="accent2"/>
              </a:buClr>
              <a:buSzPts val="200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42900" algn="l" rtl="0">
              <a:lnSpc>
                <a:spcPct val="100000"/>
              </a:lnSpc>
              <a:spcBef>
                <a:spcPts val="360"/>
              </a:spcBef>
              <a:spcAft>
                <a:spcPts val="0"/>
              </a:spcAft>
              <a:buClr>
                <a:schemeClr val="accent4"/>
              </a:buClr>
              <a:buSzPts val="1800"/>
              <a:buFont typeface="Noto Sans Symbols"/>
              <a:buChar char="●"/>
              <a:defRPr sz="18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202" name="Google Shape;202;p26"/>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03" name="Google Shape;203;p26"/>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04" name="Google Shape;204;p26"/>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205" name="Google Shape;205;p26"/>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1">
          <a:blip r:embed="rId4">
            <a:alphaModFix/>
          </a:blip>
          <a:tile tx="0" ty="0" sx="90000" sy="90000" flip="xy" algn="tl"/>
        </a:blipFill>
        <a:effectLst/>
      </p:bgPr>
    </p:bg>
    <p:spTree>
      <p:nvGrpSpPr>
        <p:cNvPr id="1" name="Shape 215"/>
        <p:cNvGrpSpPr/>
        <p:nvPr/>
      </p:nvGrpSpPr>
      <p:grpSpPr>
        <a:xfrm>
          <a:off x="0" y="0"/>
          <a:ext cx="0" cy="0"/>
          <a:chOff x="0" y="0"/>
          <a:chExt cx="0" cy="0"/>
        </a:xfrm>
      </p:grpSpPr>
      <p:sp>
        <p:nvSpPr>
          <p:cNvPr id="216" name="Google Shape;216;p29"/>
          <p:cNvSpPr/>
          <p:nvPr/>
        </p:nvSpPr>
        <p:spPr>
          <a:xfrm>
            <a:off x="-815927" y="-611941"/>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17" name="Google Shape;217;p29"/>
          <p:cNvSpPr/>
          <p:nvPr/>
        </p:nvSpPr>
        <p:spPr>
          <a:xfrm>
            <a:off x="168817" y="15827"/>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18" name="Google Shape;218;p29"/>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19" name="Google Shape;219;p29"/>
          <p:cNvSpPr/>
          <p:nvPr/>
        </p:nvSpPr>
        <p:spPr>
          <a:xfrm>
            <a:off x="1012873" y="-41"/>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20" name="Google Shape;220;p29"/>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3600"/>
              <a:buFont typeface="Gill Sans"/>
              <a:buNone/>
              <a:defRPr sz="36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1" name="Google Shape;221;p29"/>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00000"/>
              </a:lnSpc>
              <a:spcBef>
                <a:spcPts val="600"/>
              </a:spcBef>
              <a:spcAft>
                <a:spcPts val="0"/>
              </a:spcAft>
              <a:buClr>
                <a:schemeClr val="accent1"/>
              </a:buClr>
              <a:buSzPts val="2240"/>
              <a:buFont typeface="Noto Sans Symbols"/>
              <a:buChar char="⚫"/>
              <a:defRPr sz="2800" b="0" i="0" u="none" strike="noStrike" cap="none">
                <a:solidFill>
                  <a:schemeClr val="dk1"/>
                </a:solidFill>
                <a:latin typeface="Gill Sans"/>
                <a:ea typeface="Gill Sans"/>
                <a:cs typeface="Gill Sans"/>
                <a:sym typeface="Gill Sans"/>
              </a:defRPr>
            </a:lvl1pPr>
            <a:lvl2pPr marL="914400" marR="0" lvl="1" indent="-381000" algn="l" rtl="0">
              <a:lnSpc>
                <a:spcPct val="100000"/>
              </a:lnSpc>
              <a:spcBef>
                <a:spcPts val="550"/>
              </a:spcBef>
              <a:spcAft>
                <a:spcPts val="0"/>
              </a:spcAft>
              <a:buClr>
                <a:schemeClr val="accent1"/>
              </a:buClr>
              <a:buSzPts val="2400"/>
              <a:buFont typeface="Verdana"/>
              <a:buChar char="◦"/>
              <a:defRPr sz="2400" b="0" i="0" u="none" strike="noStrike" cap="none">
                <a:solidFill>
                  <a:schemeClr val="dk1"/>
                </a:solidFill>
                <a:latin typeface="Gill Sans"/>
                <a:ea typeface="Gill Sans"/>
                <a:cs typeface="Gill Sans"/>
                <a:sym typeface="Gill Sans"/>
              </a:defRPr>
            </a:lvl2pPr>
            <a:lvl3pPr marL="1371600" marR="0" lvl="2" indent="-355600" algn="l" rtl="0">
              <a:lnSpc>
                <a:spcPct val="100000"/>
              </a:lnSpc>
              <a:spcBef>
                <a:spcPts val="400"/>
              </a:spcBef>
              <a:spcAft>
                <a:spcPts val="0"/>
              </a:spcAft>
              <a:buClr>
                <a:schemeClr val="accent2"/>
              </a:buClr>
              <a:buSzPts val="200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42900" algn="l" rtl="0">
              <a:lnSpc>
                <a:spcPct val="100000"/>
              </a:lnSpc>
              <a:spcBef>
                <a:spcPts val="360"/>
              </a:spcBef>
              <a:spcAft>
                <a:spcPts val="0"/>
              </a:spcAft>
              <a:buClr>
                <a:schemeClr val="accent4"/>
              </a:buClr>
              <a:buSzPts val="1800"/>
              <a:buFont typeface="Noto Sans Symbols"/>
              <a:buChar char="●"/>
              <a:defRPr sz="18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222" name="Google Shape;222;p29"/>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23" name="Google Shape;223;p29"/>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24" name="Google Shape;224;p29"/>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225" name="Google Shape;225;p29"/>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72" r:id="rId1"/>
    <p:sldLayoutId id="214748367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1">
          <a:blip r:embed="rId12">
            <a:alphaModFix/>
          </a:blip>
          <a:tile tx="0" ty="0" sx="90000" sy="90000" flip="xy" algn="tl"/>
        </a:blipFill>
        <a:effectLst/>
      </p:bgPr>
    </p:bg>
    <p:spTree>
      <p:nvGrpSpPr>
        <p:cNvPr id="1" name="Shape 235"/>
        <p:cNvGrpSpPr/>
        <p:nvPr/>
      </p:nvGrpSpPr>
      <p:grpSpPr>
        <a:xfrm>
          <a:off x="0" y="0"/>
          <a:ext cx="0" cy="0"/>
          <a:chOff x="0" y="0"/>
          <a:chExt cx="0" cy="0"/>
        </a:xfrm>
      </p:grpSpPr>
      <p:sp>
        <p:nvSpPr>
          <p:cNvPr id="236" name="Google Shape;236;p32"/>
          <p:cNvSpPr/>
          <p:nvPr/>
        </p:nvSpPr>
        <p:spPr>
          <a:xfrm>
            <a:off x="-815927" y="-611940"/>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7" name="Google Shape;237;p32"/>
          <p:cNvSpPr/>
          <p:nvPr/>
        </p:nvSpPr>
        <p:spPr>
          <a:xfrm>
            <a:off x="168818" y="15828"/>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8" name="Google Shape;238;p32"/>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9" name="Google Shape;239;p32"/>
          <p:cNvSpPr/>
          <p:nvPr/>
        </p:nvSpPr>
        <p:spPr>
          <a:xfrm>
            <a:off x="1012873" y="-40"/>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40" name="Google Shape;240;p32"/>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41" name="Google Shape;241;p32"/>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242" name="Google Shape;242;p32"/>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43" name="Google Shape;243;p32"/>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44" name="Google Shape;244;p32"/>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245" name="Google Shape;245;p32"/>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1">
          <a:blip r:embed="rId4">
            <a:alphaModFix/>
          </a:blip>
          <a:tile tx="0" ty="0" sx="90000" sy="90000" flip="xy" algn="tl"/>
        </a:blipFill>
        <a:effectLst/>
      </p:bgPr>
    </p:bg>
    <p:spTree>
      <p:nvGrpSpPr>
        <p:cNvPr id="1" name="Shape 320"/>
        <p:cNvGrpSpPr/>
        <p:nvPr/>
      </p:nvGrpSpPr>
      <p:grpSpPr>
        <a:xfrm>
          <a:off x="0" y="0"/>
          <a:ext cx="0" cy="0"/>
          <a:chOff x="0" y="0"/>
          <a:chExt cx="0" cy="0"/>
        </a:xfrm>
      </p:grpSpPr>
      <p:sp>
        <p:nvSpPr>
          <p:cNvPr id="321" name="Google Shape;321;p43"/>
          <p:cNvSpPr/>
          <p:nvPr/>
        </p:nvSpPr>
        <p:spPr>
          <a:xfrm>
            <a:off x="-815927" y="-611941"/>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22" name="Google Shape;322;p43"/>
          <p:cNvSpPr/>
          <p:nvPr/>
        </p:nvSpPr>
        <p:spPr>
          <a:xfrm>
            <a:off x="168817" y="15827"/>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23" name="Google Shape;323;p43"/>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24" name="Google Shape;324;p43"/>
          <p:cNvSpPr/>
          <p:nvPr/>
        </p:nvSpPr>
        <p:spPr>
          <a:xfrm>
            <a:off x="1012873" y="-41"/>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25" name="Google Shape;325;p43"/>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3600"/>
              <a:buFont typeface="Gill Sans"/>
              <a:buNone/>
              <a:defRPr sz="36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6" name="Google Shape;326;p43"/>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00000"/>
              </a:lnSpc>
              <a:spcBef>
                <a:spcPts val="600"/>
              </a:spcBef>
              <a:spcAft>
                <a:spcPts val="0"/>
              </a:spcAft>
              <a:buClr>
                <a:schemeClr val="accent1"/>
              </a:buClr>
              <a:buSzPts val="2240"/>
              <a:buFont typeface="Noto Sans Symbols"/>
              <a:buChar char="⚫"/>
              <a:defRPr sz="2800" b="0" i="0" u="none" strike="noStrike" cap="none">
                <a:solidFill>
                  <a:schemeClr val="dk1"/>
                </a:solidFill>
                <a:latin typeface="Gill Sans"/>
                <a:ea typeface="Gill Sans"/>
                <a:cs typeface="Gill Sans"/>
                <a:sym typeface="Gill Sans"/>
              </a:defRPr>
            </a:lvl1pPr>
            <a:lvl2pPr marL="914400" marR="0" lvl="1" indent="-381000" algn="l" rtl="0">
              <a:lnSpc>
                <a:spcPct val="100000"/>
              </a:lnSpc>
              <a:spcBef>
                <a:spcPts val="550"/>
              </a:spcBef>
              <a:spcAft>
                <a:spcPts val="0"/>
              </a:spcAft>
              <a:buClr>
                <a:schemeClr val="accent1"/>
              </a:buClr>
              <a:buSzPts val="2400"/>
              <a:buFont typeface="Verdana"/>
              <a:buChar char="◦"/>
              <a:defRPr sz="2400" b="0" i="0" u="none" strike="noStrike" cap="none">
                <a:solidFill>
                  <a:schemeClr val="dk1"/>
                </a:solidFill>
                <a:latin typeface="Gill Sans"/>
                <a:ea typeface="Gill Sans"/>
                <a:cs typeface="Gill Sans"/>
                <a:sym typeface="Gill Sans"/>
              </a:defRPr>
            </a:lvl2pPr>
            <a:lvl3pPr marL="1371600" marR="0" lvl="2" indent="-355600" algn="l" rtl="0">
              <a:lnSpc>
                <a:spcPct val="100000"/>
              </a:lnSpc>
              <a:spcBef>
                <a:spcPts val="400"/>
              </a:spcBef>
              <a:spcAft>
                <a:spcPts val="0"/>
              </a:spcAft>
              <a:buClr>
                <a:schemeClr val="accent2"/>
              </a:buClr>
              <a:buSzPts val="200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42900" algn="l" rtl="0">
              <a:lnSpc>
                <a:spcPct val="100000"/>
              </a:lnSpc>
              <a:spcBef>
                <a:spcPts val="360"/>
              </a:spcBef>
              <a:spcAft>
                <a:spcPts val="0"/>
              </a:spcAft>
              <a:buClr>
                <a:schemeClr val="accent4"/>
              </a:buClr>
              <a:buSzPts val="1800"/>
              <a:buFont typeface="Noto Sans Symbols"/>
              <a:buChar char="●"/>
              <a:defRPr sz="18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327" name="Google Shape;327;p43"/>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28" name="Google Shape;328;p43"/>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29" name="Google Shape;329;p43"/>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330" name="Google Shape;330;p43"/>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blipFill rotWithShape="1">
          <a:blip r:embed="rId4">
            <a:alphaModFix/>
          </a:blip>
          <a:tile tx="0" ty="0" sx="90000" sy="90000" flip="xy" algn="tl"/>
        </a:blipFill>
        <a:effectLst/>
      </p:bgPr>
    </p:bg>
    <p:spTree>
      <p:nvGrpSpPr>
        <p:cNvPr id="1" name="Shape 340"/>
        <p:cNvGrpSpPr/>
        <p:nvPr/>
      </p:nvGrpSpPr>
      <p:grpSpPr>
        <a:xfrm>
          <a:off x="0" y="0"/>
          <a:ext cx="0" cy="0"/>
          <a:chOff x="0" y="0"/>
          <a:chExt cx="0" cy="0"/>
        </a:xfrm>
      </p:grpSpPr>
      <p:sp>
        <p:nvSpPr>
          <p:cNvPr id="341" name="Google Shape;341;p46"/>
          <p:cNvSpPr/>
          <p:nvPr/>
        </p:nvSpPr>
        <p:spPr>
          <a:xfrm>
            <a:off x="-815927" y="-611941"/>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42" name="Google Shape;342;p46"/>
          <p:cNvSpPr/>
          <p:nvPr/>
        </p:nvSpPr>
        <p:spPr>
          <a:xfrm>
            <a:off x="168817" y="15827"/>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43" name="Google Shape;343;p46"/>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44" name="Google Shape;344;p46"/>
          <p:cNvSpPr/>
          <p:nvPr/>
        </p:nvSpPr>
        <p:spPr>
          <a:xfrm>
            <a:off x="1012873" y="-41"/>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45" name="Google Shape;345;p46"/>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3600"/>
              <a:buFont typeface="Gill Sans"/>
              <a:buNone/>
              <a:defRPr sz="36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6" name="Google Shape;346;p46"/>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70840" algn="l" rtl="0">
              <a:lnSpc>
                <a:spcPct val="100000"/>
              </a:lnSpc>
              <a:spcBef>
                <a:spcPts val="600"/>
              </a:spcBef>
              <a:spcAft>
                <a:spcPts val="0"/>
              </a:spcAft>
              <a:buClr>
                <a:schemeClr val="accent1"/>
              </a:buClr>
              <a:buSzPts val="2240"/>
              <a:buFont typeface="Noto Sans Symbols"/>
              <a:buChar char="⚫"/>
              <a:defRPr sz="2800" b="0" i="0" u="none" strike="noStrike" cap="none">
                <a:solidFill>
                  <a:schemeClr val="dk1"/>
                </a:solidFill>
                <a:latin typeface="Gill Sans"/>
                <a:ea typeface="Gill Sans"/>
                <a:cs typeface="Gill Sans"/>
                <a:sym typeface="Gill Sans"/>
              </a:defRPr>
            </a:lvl1pPr>
            <a:lvl2pPr marL="914400" marR="0" lvl="1" indent="-381000" algn="l" rtl="0">
              <a:lnSpc>
                <a:spcPct val="100000"/>
              </a:lnSpc>
              <a:spcBef>
                <a:spcPts val="550"/>
              </a:spcBef>
              <a:spcAft>
                <a:spcPts val="0"/>
              </a:spcAft>
              <a:buClr>
                <a:schemeClr val="accent1"/>
              </a:buClr>
              <a:buSzPts val="2400"/>
              <a:buFont typeface="Verdana"/>
              <a:buChar char="◦"/>
              <a:defRPr sz="2400" b="0" i="0" u="none" strike="noStrike" cap="none">
                <a:solidFill>
                  <a:schemeClr val="dk1"/>
                </a:solidFill>
                <a:latin typeface="Gill Sans"/>
                <a:ea typeface="Gill Sans"/>
                <a:cs typeface="Gill Sans"/>
                <a:sym typeface="Gill Sans"/>
              </a:defRPr>
            </a:lvl2pPr>
            <a:lvl3pPr marL="1371600" marR="0" lvl="2" indent="-355600" algn="l" rtl="0">
              <a:lnSpc>
                <a:spcPct val="100000"/>
              </a:lnSpc>
              <a:spcBef>
                <a:spcPts val="400"/>
              </a:spcBef>
              <a:spcAft>
                <a:spcPts val="0"/>
              </a:spcAft>
              <a:buClr>
                <a:schemeClr val="accent2"/>
              </a:buClr>
              <a:buSzPts val="200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42900" algn="l" rtl="0">
              <a:lnSpc>
                <a:spcPct val="100000"/>
              </a:lnSpc>
              <a:spcBef>
                <a:spcPts val="360"/>
              </a:spcBef>
              <a:spcAft>
                <a:spcPts val="0"/>
              </a:spcAft>
              <a:buClr>
                <a:schemeClr val="accent3"/>
              </a:buClr>
              <a:buSzPts val="180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342900" algn="l" rtl="0">
              <a:lnSpc>
                <a:spcPct val="100000"/>
              </a:lnSpc>
              <a:spcBef>
                <a:spcPts val="360"/>
              </a:spcBef>
              <a:spcAft>
                <a:spcPts val="0"/>
              </a:spcAft>
              <a:buClr>
                <a:schemeClr val="accent4"/>
              </a:buClr>
              <a:buSzPts val="1800"/>
              <a:buFont typeface="Noto Sans Symbols"/>
              <a:buChar char="●"/>
              <a:defRPr sz="18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347" name="Google Shape;347;p46"/>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48" name="Google Shape;348;p46"/>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49" name="Google Shape;349;p46"/>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350" name="Google Shape;350;p46"/>
          <p:cNvSpPr/>
          <p:nvPr/>
        </p:nvSpPr>
        <p:spPr>
          <a:xfrm>
            <a:off x="1014984" y="-41"/>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blipFill rotWithShape="1">
          <a:blip r:embed="rId12">
            <a:alphaModFix/>
          </a:blip>
          <a:tile tx="0" ty="0" sx="90000" sy="90000" flip="xy" algn="tl"/>
        </a:blipFill>
        <a:effectLst/>
      </p:bgPr>
    </p:bg>
    <p:spTree>
      <p:nvGrpSpPr>
        <p:cNvPr id="1" name="Shape 360"/>
        <p:cNvGrpSpPr/>
        <p:nvPr/>
      </p:nvGrpSpPr>
      <p:grpSpPr>
        <a:xfrm>
          <a:off x="0" y="0"/>
          <a:ext cx="0" cy="0"/>
          <a:chOff x="0" y="0"/>
          <a:chExt cx="0" cy="0"/>
        </a:xfrm>
      </p:grpSpPr>
      <p:sp>
        <p:nvSpPr>
          <p:cNvPr id="361" name="Google Shape;361;p49"/>
          <p:cNvSpPr/>
          <p:nvPr/>
        </p:nvSpPr>
        <p:spPr>
          <a:xfrm>
            <a:off x="-815927" y="-611940"/>
            <a:ext cx="1638887" cy="1229165"/>
          </a:xfrm>
          <a:prstGeom prst="pie">
            <a:avLst>
              <a:gd name="adj1" fmla="val 0"/>
              <a:gd name="adj2" fmla="val 5402120"/>
            </a:avLst>
          </a:prstGeom>
          <a:solidFill>
            <a:srgbClr val="FEF9F3">
              <a:alpha val="32941"/>
            </a:srgbClr>
          </a:solidFill>
          <a:ln w="9525" cap="rnd" cmpd="sng">
            <a:solidFill>
              <a:srgbClr val="D1C19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62" name="Google Shape;362;p49"/>
          <p:cNvSpPr/>
          <p:nvPr/>
        </p:nvSpPr>
        <p:spPr>
          <a:xfrm>
            <a:off x="168818" y="15828"/>
            <a:ext cx="1702191" cy="1276643"/>
          </a:xfrm>
          <a:prstGeom prst="ellipse">
            <a:avLst/>
          </a:prstGeom>
          <a:noFill/>
          <a:ln w="27300" cap="rnd" cmpd="sng">
            <a:solidFill>
              <a:srgbClr val="FFF5DB"/>
            </a:solidFill>
            <a:prstDash val="solid"/>
            <a:round/>
            <a:headEnd type="none" w="sm" len="sm"/>
            <a:tailEnd type="none" w="sm" len="sm"/>
          </a:ln>
          <a:effectLst>
            <a:outerShdw blurRad="25400" dist="25400" dir="5400000" algn="tl" rotWithShape="0">
              <a:srgbClr val="ADA48C">
                <a:alpha val="8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63" name="Google Shape;363;p49"/>
          <p:cNvSpPr/>
          <p:nvPr/>
        </p:nvSpPr>
        <p:spPr>
          <a:xfrm rot="2315675">
            <a:off x="182881" y="791308"/>
            <a:ext cx="1125717" cy="826968"/>
          </a:xfrm>
          <a:prstGeom prst="donut">
            <a:avLst>
              <a:gd name="adj" fmla="val 11833"/>
            </a:avLst>
          </a:prstGeom>
          <a:gradFill>
            <a:gsLst>
              <a:gs pos="0">
                <a:srgbClr val="FEFBF4">
                  <a:alpha val="69803"/>
                </a:srgbClr>
              </a:gs>
              <a:gs pos="70000">
                <a:srgbClr val="FFFDF8">
                  <a:alpha val="54901"/>
                </a:srgbClr>
              </a:gs>
              <a:gs pos="100000">
                <a:srgbClr val="EDCF8C">
                  <a:alpha val="60000"/>
                </a:srgbClr>
              </a:gs>
            </a:gsLst>
            <a:path path="circle">
              <a:fillToRect r="100000" b="100000"/>
            </a:path>
            <a:tileRect l="-100000" t="-100000"/>
          </a:gradFill>
          <a:ln w="9525" cap="rnd" cmpd="sng">
            <a:solidFill>
              <a:srgbClr val="C5B390"/>
            </a:solidFill>
            <a:prstDash val="solid"/>
            <a:round/>
            <a:headEnd type="none" w="sm" len="sm"/>
            <a:tailEnd type="none" w="sm" len="sm"/>
          </a:ln>
          <a:effectLst>
            <a:outerShdw blurRad="12700" dist="15000" dir="4500000" algn="tl" rotWithShape="0">
              <a:srgbClr val="564E4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64" name="Google Shape;364;p49"/>
          <p:cNvSpPr/>
          <p:nvPr/>
        </p:nvSpPr>
        <p:spPr>
          <a:xfrm>
            <a:off x="1012873" y="-40"/>
            <a:ext cx="8131127" cy="5143541"/>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65" name="Google Shape;365;p49"/>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562214"/>
              </a:buClr>
              <a:buSzPts val="4300"/>
              <a:buFont typeface="Gill Sans"/>
              <a:buNone/>
              <a:defRPr sz="4300" b="0" i="0" u="none" strike="noStrike" cap="none">
                <a:solidFill>
                  <a:srgbClr val="562214"/>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6" name="Google Shape;366;p49"/>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lvl1pPr marL="457200" marR="0" lvl="0" indent="-391160" algn="l" rtl="0">
              <a:lnSpc>
                <a:spcPct val="100000"/>
              </a:lnSpc>
              <a:spcBef>
                <a:spcPts val="600"/>
              </a:spcBef>
              <a:spcAft>
                <a:spcPts val="0"/>
              </a:spcAft>
              <a:buClr>
                <a:schemeClr val="accent1"/>
              </a:buClr>
              <a:buSzPts val="2560"/>
              <a:buFont typeface="Noto Sans Symbols"/>
              <a:buChar char="⚫"/>
              <a:defRPr sz="3200" b="0" i="0" u="none" strike="noStrike" cap="none">
                <a:solidFill>
                  <a:schemeClr val="dk1"/>
                </a:solidFill>
                <a:latin typeface="Gill Sans"/>
                <a:ea typeface="Gill Sans"/>
                <a:cs typeface="Gill Sans"/>
                <a:sym typeface="Gill Sans"/>
              </a:defRPr>
            </a:lvl1pPr>
            <a:lvl2pPr marL="914400" marR="0" lvl="1" indent="-406400" algn="l" rtl="0">
              <a:lnSpc>
                <a:spcPct val="100000"/>
              </a:lnSpc>
              <a:spcBef>
                <a:spcPts val="550"/>
              </a:spcBef>
              <a:spcAft>
                <a:spcPts val="0"/>
              </a:spcAft>
              <a:buClr>
                <a:schemeClr val="accent1"/>
              </a:buClr>
              <a:buSzPts val="2800"/>
              <a:buFont typeface="Verdana"/>
              <a:buChar char="◦"/>
              <a:defRPr sz="2800" b="0" i="0" u="none" strike="noStrike" cap="none">
                <a:solidFill>
                  <a:schemeClr val="dk1"/>
                </a:solidFill>
                <a:latin typeface="Gill Sans"/>
                <a:ea typeface="Gill Sans"/>
                <a:cs typeface="Gill Sans"/>
                <a:sym typeface="Gill Sans"/>
              </a:defRPr>
            </a:lvl2pPr>
            <a:lvl3pPr marL="1371600" marR="0" lvl="2" indent="-381000" algn="l" rtl="0">
              <a:lnSpc>
                <a:spcPct val="100000"/>
              </a:lnSpc>
              <a:spcBef>
                <a:spcPts val="480"/>
              </a:spcBef>
              <a:spcAft>
                <a:spcPts val="0"/>
              </a:spcAft>
              <a:buClr>
                <a:schemeClr val="accent2"/>
              </a:buClr>
              <a:buSzPts val="2400"/>
              <a:buFont typeface="Noto Sans Symbols"/>
              <a:buChar char="●"/>
              <a:defRPr sz="2400" b="0" i="0" u="none" strike="noStrike" cap="none">
                <a:solidFill>
                  <a:schemeClr val="dk1"/>
                </a:solidFill>
                <a:latin typeface="Gill Sans"/>
                <a:ea typeface="Gill Sans"/>
                <a:cs typeface="Gill Sans"/>
                <a:sym typeface="Gill Sans"/>
              </a:defRPr>
            </a:lvl3pPr>
            <a:lvl4pPr marL="1828800" marR="0" lvl="3" indent="-355600" algn="l" rtl="0">
              <a:lnSpc>
                <a:spcPct val="100000"/>
              </a:lnSpc>
              <a:spcBef>
                <a:spcPts val="400"/>
              </a:spcBef>
              <a:spcAft>
                <a:spcPts val="0"/>
              </a:spcAft>
              <a:buClr>
                <a:schemeClr val="accent3"/>
              </a:buClr>
              <a:buSzPts val="2000"/>
              <a:buFont typeface="Noto Sans Symbols"/>
              <a:buChar char="●"/>
              <a:defRPr sz="2000" b="0" i="0" u="none" strike="noStrike" cap="none">
                <a:solidFill>
                  <a:schemeClr val="dk1"/>
                </a:solidFill>
                <a:latin typeface="Gill Sans"/>
                <a:ea typeface="Gill Sans"/>
                <a:cs typeface="Gill Sans"/>
                <a:sym typeface="Gill Sans"/>
              </a:defRPr>
            </a:lvl4pPr>
            <a:lvl5pPr marL="2286000" marR="0" lvl="4" indent="-355600" algn="l" rtl="0">
              <a:lnSpc>
                <a:spcPct val="100000"/>
              </a:lnSpc>
              <a:spcBef>
                <a:spcPts val="400"/>
              </a:spcBef>
              <a:spcAft>
                <a:spcPts val="0"/>
              </a:spcAft>
              <a:buClr>
                <a:schemeClr val="accent4"/>
              </a:buClr>
              <a:buSzPts val="2000"/>
              <a:buFont typeface="Noto Sans Symbols"/>
              <a:buChar char="●"/>
              <a:defRPr sz="2000" b="0" i="0" u="none" strike="noStrike" cap="none">
                <a:solidFill>
                  <a:schemeClr val="dk1"/>
                </a:solidFill>
                <a:latin typeface="Gill Sans"/>
                <a:ea typeface="Gill Sans"/>
                <a:cs typeface="Gill Sans"/>
                <a:sym typeface="Gill Sans"/>
              </a:defRPr>
            </a:lvl5pPr>
            <a:lvl6pPr marL="2743200" marR="0" lvl="5" indent="-355600" algn="l" rtl="0">
              <a:lnSpc>
                <a:spcPct val="100000"/>
              </a:lnSpc>
              <a:spcBef>
                <a:spcPts val="400"/>
              </a:spcBef>
              <a:spcAft>
                <a:spcPts val="0"/>
              </a:spcAft>
              <a:buClr>
                <a:schemeClr val="accent5"/>
              </a:buClr>
              <a:buSzPts val="2000"/>
              <a:buFont typeface="Noto Sans Symbols"/>
              <a:buChar char="●"/>
              <a:defRPr sz="2000" b="0" i="0" u="none" strike="noStrike" cap="none">
                <a:solidFill>
                  <a:schemeClr val="dk1"/>
                </a:solidFill>
                <a:latin typeface="Gill Sans"/>
                <a:ea typeface="Gill Sans"/>
                <a:cs typeface="Gill Sans"/>
                <a:sym typeface="Gill Sans"/>
              </a:defRPr>
            </a:lvl6pPr>
            <a:lvl7pPr marL="3200400" marR="0" lvl="6"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7pPr>
            <a:lvl8pPr marL="3657600" marR="0" lvl="7"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8pPr>
            <a:lvl9pPr marL="4114800" marR="0" lvl="8" indent="-355600" algn="l" rtl="0">
              <a:lnSpc>
                <a:spcPct val="100000"/>
              </a:lnSpc>
              <a:spcBef>
                <a:spcPts val="400"/>
              </a:spcBef>
              <a:spcAft>
                <a:spcPts val="0"/>
              </a:spcAft>
              <a:buClr>
                <a:schemeClr val="accent6"/>
              </a:buClr>
              <a:buSzPts val="2000"/>
              <a:buFont typeface="Noto Sans Symbols"/>
              <a:buChar char="●"/>
              <a:defRPr sz="2000" b="0" i="0" u="none" strike="noStrike" cap="none">
                <a:solidFill>
                  <a:schemeClr val="dk1"/>
                </a:solidFill>
                <a:latin typeface="Gill Sans"/>
                <a:ea typeface="Gill Sans"/>
                <a:cs typeface="Gill Sans"/>
                <a:sym typeface="Gill Sans"/>
              </a:defRPr>
            </a:lvl9pPr>
          </a:lstStyle>
          <a:p>
            <a:endParaRPr/>
          </a:p>
        </p:txBody>
      </p:sp>
      <p:sp>
        <p:nvSpPr>
          <p:cNvPr id="367" name="Google Shape;367;p49"/>
          <p:cNvSpPr txBox="1">
            <a:spLocks noGrp="1"/>
          </p:cNvSpPr>
          <p:nvPr>
            <p:ph type="dt" idx="10"/>
          </p:nvPr>
        </p:nvSpPr>
        <p:spPr>
          <a:xfrm>
            <a:off x="3581400" y="4729162"/>
            <a:ext cx="2133600" cy="357188"/>
          </a:xfrm>
          <a:prstGeom prst="rect">
            <a:avLst/>
          </a:prstGeom>
          <a:noFill/>
          <a:ln>
            <a:noFill/>
          </a:ln>
        </p:spPr>
        <p:txBody>
          <a:bodyPr spcFirstLastPara="1" wrap="square" lIns="91425" tIns="45700" rIns="91425" bIns="45700" anchor="b" anchorCtr="0">
            <a:noAutofit/>
          </a:bodyPr>
          <a:lstStyle>
            <a:lvl1pPr marR="0" lvl="0" algn="r"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68" name="Google Shape;368;p49"/>
          <p:cNvSpPr txBox="1">
            <a:spLocks noGrp="1"/>
          </p:cNvSpPr>
          <p:nvPr>
            <p:ph type="ftr" idx="11"/>
          </p:nvPr>
        </p:nvSpPr>
        <p:spPr>
          <a:xfrm>
            <a:off x="5715000" y="4729162"/>
            <a:ext cx="2895600" cy="35718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a:solidFill>
                  <a:srgbClr val="B3A787"/>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69" name="Google Shape;369;p49"/>
          <p:cNvSpPr txBox="1">
            <a:spLocks noGrp="1"/>
          </p:cNvSpPr>
          <p:nvPr>
            <p:ph type="sldNum" idx="12"/>
          </p:nvPr>
        </p:nvSpPr>
        <p:spPr>
          <a:xfrm>
            <a:off x="8613648" y="4729162"/>
            <a:ext cx="457200" cy="357188"/>
          </a:xfrm>
          <a:prstGeom prst="rect">
            <a:avLst/>
          </a:prstGeom>
          <a:noFill/>
          <a:ln>
            <a:noFill/>
          </a:ln>
        </p:spPr>
        <p:txBody>
          <a:bodyPr spcFirstLastPara="1" wrap="square" lIns="91425" tIns="45700" rIns="91425" bIns="45700" anchor="b" anchorCtr="0">
            <a:noAutofit/>
          </a:bodyPr>
          <a:lstStyle>
            <a:lvl1pPr marL="0" marR="0" lvl="0" indent="0" algn="r" rtl="0">
              <a:lnSpc>
                <a:spcPct val="100000"/>
              </a:lnSpc>
              <a:spcBef>
                <a:spcPts val="0"/>
              </a:spcBef>
              <a:buNone/>
              <a:defRPr sz="1200">
                <a:solidFill>
                  <a:srgbClr val="8B8B8B"/>
                </a:solidFill>
                <a:latin typeface="Calibri"/>
                <a:ea typeface="Calibri"/>
                <a:cs typeface="Calibri"/>
                <a:sym typeface="Calibri"/>
              </a:defRPr>
            </a:lvl1pPr>
            <a:lvl2pPr marL="0" marR="0" lvl="1" indent="0" algn="r" rtl="0">
              <a:lnSpc>
                <a:spcPct val="100000"/>
              </a:lnSpc>
              <a:spcBef>
                <a:spcPts val="0"/>
              </a:spcBef>
              <a:buNone/>
              <a:defRPr sz="1200">
                <a:solidFill>
                  <a:srgbClr val="8B8B8B"/>
                </a:solidFill>
                <a:latin typeface="Calibri"/>
                <a:ea typeface="Calibri"/>
                <a:cs typeface="Calibri"/>
                <a:sym typeface="Calibri"/>
              </a:defRPr>
            </a:lvl2pPr>
            <a:lvl3pPr marL="0" marR="0" lvl="2" indent="0" algn="r" rtl="0">
              <a:lnSpc>
                <a:spcPct val="100000"/>
              </a:lnSpc>
              <a:spcBef>
                <a:spcPts val="0"/>
              </a:spcBef>
              <a:buNone/>
              <a:defRPr sz="1200">
                <a:solidFill>
                  <a:srgbClr val="8B8B8B"/>
                </a:solidFill>
                <a:latin typeface="Calibri"/>
                <a:ea typeface="Calibri"/>
                <a:cs typeface="Calibri"/>
                <a:sym typeface="Calibri"/>
              </a:defRPr>
            </a:lvl3pPr>
            <a:lvl4pPr marL="0" marR="0" lvl="3" indent="0" algn="r" rtl="0">
              <a:lnSpc>
                <a:spcPct val="100000"/>
              </a:lnSpc>
              <a:spcBef>
                <a:spcPts val="0"/>
              </a:spcBef>
              <a:buNone/>
              <a:defRPr sz="1200">
                <a:solidFill>
                  <a:srgbClr val="8B8B8B"/>
                </a:solidFill>
                <a:latin typeface="Calibri"/>
                <a:ea typeface="Calibri"/>
                <a:cs typeface="Calibri"/>
                <a:sym typeface="Calibri"/>
              </a:defRPr>
            </a:lvl4pPr>
            <a:lvl5pPr marL="0" marR="0" lvl="4" indent="0" algn="r" rtl="0">
              <a:lnSpc>
                <a:spcPct val="100000"/>
              </a:lnSpc>
              <a:spcBef>
                <a:spcPts val="0"/>
              </a:spcBef>
              <a:buNone/>
              <a:defRPr sz="1200">
                <a:solidFill>
                  <a:srgbClr val="8B8B8B"/>
                </a:solidFill>
                <a:latin typeface="Calibri"/>
                <a:ea typeface="Calibri"/>
                <a:cs typeface="Calibri"/>
                <a:sym typeface="Calibri"/>
              </a:defRPr>
            </a:lvl5pPr>
            <a:lvl6pPr marL="0" marR="0" lvl="5" indent="0" algn="r" rtl="0">
              <a:lnSpc>
                <a:spcPct val="100000"/>
              </a:lnSpc>
              <a:spcBef>
                <a:spcPts val="0"/>
              </a:spcBef>
              <a:buNone/>
              <a:defRPr sz="1200">
                <a:solidFill>
                  <a:srgbClr val="8B8B8B"/>
                </a:solidFill>
                <a:latin typeface="Calibri"/>
                <a:ea typeface="Calibri"/>
                <a:cs typeface="Calibri"/>
                <a:sym typeface="Calibri"/>
              </a:defRPr>
            </a:lvl6pPr>
            <a:lvl7pPr marL="0" marR="0" lvl="6" indent="0" algn="r" rtl="0">
              <a:lnSpc>
                <a:spcPct val="100000"/>
              </a:lnSpc>
              <a:spcBef>
                <a:spcPts val="0"/>
              </a:spcBef>
              <a:buNone/>
              <a:defRPr sz="1200">
                <a:solidFill>
                  <a:srgbClr val="8B8B8B"/>
                </a:solidFill>
                <a:latin typeface="Calibri"/>
                <a:ea typeface="Calibri"/>
                <a:cs typeface="Calibri"/>
                <a:sym typeface="Calibri"/>
              </a:defRPr>
            </a:lvl7pPr>
            <a:lvl8pPr marL="0" marR="0" lvl="7" indent="0" algn="r" rtl="0">
              <a:lnSpc>
                <a:spcPct val="100000"/>
              </a:lnSpc>
              <a:spcBef>
                <a:spcPts val="0"/>
              </a:spcBef>
              <a:buNone/>
              <a:defRPr sz="1200">
                <a:solidFill>
                  <a:srgbClr val="8B8B8B"/>
                </a:solidFill>
                <a:latin typeface="Calibri"/>
                <a:ea typeface="Calibri"/>
                <a:cs typeface="Calibri"/>
                <a:sym typeface="Calibri"/>
              </a:defRPr>
            </a:lvl8pPr>
            <a:lvl9pPr marL="0" marR="0" lvl="8" indent="0" algn="r" rtl="0">
              <a:lnSpc>
                <a:spcPct val="100000"/>
              </a:lnSpc>
              <a:spcBef>
                <a:spcPts val="0"/>
              </a:spcBef>
              <a:buNone/>
              <a:defRPr sz="1200">
                <a:solidFill>
                  <a:srgbClr val="8B8B8B"/>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B3A787"/>
              </a:solidFill>
              <a:latin typeface="Gill Sans"/>
              <a:ea typeface="Gill Sans"/>
              <a:cs typeface="Gill Sans"/>
              <a:sym typeface="Gill Sans"/>
            </a:endParaRPr>
          </a:p>
        </p:txBody>
      </p:sp>
      <p:sp>
        <p:nvSpPr>
          <p:cNvPr id="370" name="Google Shape;370;p49"/>
          <p:cNvSpPr/>
          <p:nvPr/>
        </p:nvSpPr>
        <p:spPr>
          <a:xfrm>
            <a:off x="1014984" y="-40"/>
            <a:ext cx="73152" cy="5143541"/>
          </a:xfrm>
          <a:prstGeom prst="rect">
            <a:avLst/>
          </a:prstGeom>
          <a:solidFill>
            <a:schemeClr val="lt1"/>
          </a:solidFill>
          <a:ln>
            <a:noFill/>
          </a:ln>
          <a:effectLst>
            <a:outerShdw blurRad="38550" dist="38000" dir="10800000" algn="tl" rotWithShape="0">
              <a:srgbClr val="6F6A5F">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0"/>
          <p:cNvSpPr/>
          <p:nvPr/>
        </p:nvSpPr>
        <p:spPr>
          <a:xfrm>
            <a:off x="2743200" y="2228850"/>
            <a:ext cx="4972050" cy="97155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452" name="Google Shape;452;p60"/>
          <p:cNvSpPr/>
          <p:nvPr/>
        </p:nvSpPr>
        <p:spPr>
          <a:xfrm>
            <a:off x="1314450" y="2714625"/>
            <a:ext cx="7448550" cy="1642690"/>
          </a:xfrm>
          <a:prstGeom prst="rect">
            <a:avLst/>
          </a:prstGeom>
          <a:noFill/>
          <a:ln>
            <a:noFill/>
          </a:ln>
        </p:spPr>
        <p:txBody>
          <a:bodyPr spcFirstLastPara="1" wrap="square" lIns="67500" tIns="35100" rIns="67500" bIns="35100" anchor="ctr" anchorCtr="0">
            <a:noAutofit/>
          </a:bodyPr>
          <a:lstStyle/>
          <a:p>
            <a:pPr marL="0" marR="0" lvl="0" indent="0" algn="ctr" rtl="0">
              <a:spcBef>
                <a:spcPts val="0"/>
              </a:spcBef>
              <a:spcAft>
                <a:spcPts val="0"/>
              </a:spcAft>
              <a:buClr>
                <a:schemeClr val="accent5"/>
              </a:buClr>
              <a:buSzPts val="4000"/>
              <a:buFont typeface="Times New Roman"/>
              <a:buNone/>
            </a:pPr>
            <a:r>
              <a:rPr lang="en-US" sz="4000" b="1" i="0" u="none" strike="noStrike" cap="none">
                <a:solidFill>
                  <a:schemeClr val="accent5"/>
                </a:solidFill>
                <a:latin typeface="Gill Sans"/>
                <a:ea typeface="Gill Sans"/>
                <a:cs typeface="Gill Sans"/>
                <a:sym typeface="Gill Sans"/>
              </a:rPr>
              <a:t>System Testing    cont…</a:t>
            </a:r>
            <a:endParaRPr/>
          </a:p>
          <a:p>
            <a:pPr marL="0" marR="0" lvl="0" indent="0" algn="ctr" rtl="0">
              <a:spcBef>
                <a:spcPts val="0"/>
              </a:spcBef>
              <a:spcAft>
                <a:spcPts val="0"/>
              </a:spcAft>
              <a:buClr>
                <a:srgbClr val="000000"/>
              </a:buClr>
              <a:buSzPts val="2700"/>
              <a:buFont typeface="Times New Roman"/>
              <a:buNone/>
            </a:pPr>
            <a:endParaRPr sz="2700" b="1" i="0" u="none" strike="noStrike" cap="none">
              <a:solidFill>
                <a:schemeClr val="accent5"/>
              </a:solidFill>
              <a:latin typeface="Arial"/>
              <a:ea typeface="Arial"/>
              <a:cs typeface="Arial"/>
              <a:sym typeface="Arial"/>
            </a:endParaRPr>
          </a:p>
          <a:p>
            <a:pPr marL="0" marR="0" lvl="0" indent="0" algn="ctr" rtl="0">
              <a:spcBef>
                <a:spcPts val="0"/>
              </a:spcBef>
              <a:spcAft>
                <a:spcPts val="0"/>
              </a:spcAft>
              <a:buClr>
                <a:srgbClr val="000000"/>
              </a:buClr>
              <a:buSzPts val="2700"/>
              <a:buFont typeface="Times New Roman"/>
              <a:buNone/>
            </a:pPr>
            <a:endParaRPr sz="2700" b="1" i="0" u="none" strike="noStrike" cap="none">
              <a:solidFill>
                <a:schemeClr val="accent5"/>
              </a:solidFill>
              <a:latin typeface="Arial"/>
              <a:ea typeface="Arial"/>
              <a:cs typeface="Arial"/>
              <a:sym typeface="Arial"/>
            </a:endParaRPr>
          </a:p>
          <a:p>
            <a:pPr marL="0" marR="0" lvl="0" indent="0" algn="ctr" rtl="0">
              <a:spcBef>
                <a:spcPts val="0"/>
              </a:spcBef>
              <a:spcAft>
                <a:spcPts val="0"/>
              </a:spcAft>
              <a:buClr>
                <a:schemeClr val="accent5"/>
              </a:buClr>
              <a:buSzPts val="1800"/>
              <a:buFont typeface="Times New Roman"/>
              <a:buNone/>
            </a:pPr>
            <a:r>
              <a:rPr lang="en-US" sz="1800" b="1" i="0" u="none" strike="noStrike" cap="none">
                <a:solidFill>
                  <a:schemeClr val="accent5"/>
                </a:solidFill>
                <a:latin typeface="Gill Sans"/>
                <a:ea typeface="Gill Sans"/>
                <a:cs typeface="Gill Sans"/>
                <a:sym typeface="Gill Sans"/>
              </a:rPr>
              <a:t>Dr. Durga Prasad Mohapatra</a:t>
            </a:r>
            <a:endParaRPr sz="1800" b="1" i="0" u="none" strike="noStrike" cap="none">
              <a:solidFill>
                <a:schemeClr val="accent5"/>
              </a:solidFill>
              <a:latin typeface="Gill Sans"/>
              <a:ea typeface="Gill Sans"/>
              <a:cs typeface="Gill Sans"/>
              <a:sym typeface="Gill Sans"/>
            </a:endParaRPr>
          </a:p>
          <a:p>
            <a:pPr marL="0" marR="0" lvl="0" indent="0" algn="ctr" rtl="0">
              <a:spcBef>
                <a:spcPts val="0"/>
              </a:spcBef>
              <a:spcAft>
                <a:spcPts val="0"/>
              </a:spcAft>
              <a:buClr>
                <a:schemeClr val="accent5"/>
              </a:buClr>
              <a:buSzPts val="1800"/>
              <a:buFont typeface="Times New Roman"/>
              <a:buNone/>
            </a:pPr>
            <a:r>
              <a:rPr lang="en-US" sz="1800" b="1" i="0" u="none" strike="noStrike" cap="none">
                <a:solidFill>
                  <a:schemeClr val="accent5"/>
                </a:solidFill>
                <a:latin typeface="Gill Sans"/>
                <a:ea typeface="Gill Sans"/>
                <a:cs typeface="Gill Sans"/>
                <a:sym typeface="Gill Sans"/>
              </a:rPr>
              <a:t>Professor, Dept. of CSE, </a:t>
            </a:r>
            <a:endParaRPr/>
          </a:p>
          <a:p>
            <a:pPr marL="0" marR="0" lvl="0" indent="0" algn="ctr" rtl="0">
              <a:spcBef>
                <a:spcPts val="0"/>
              </a:spcBef>
              <a:spcAft>
                <a:spcPts val="0"/>
              </a:spcAft>
              <a:buClr>
                <a:schemeClr val="accent5"/>
              </a:buClr>
              <a:buSzPts val="1800"/>
              <a:buFont typeface="Times New Roman"/>
              <a:buNone/>
            </a:pPr>
            <a:r>
              <a:rPr lang="en-US" sz="1800" b="1" i="0" u="none" strike="noStrike" cap="none">
                <a:solidFill>
                  <a:schemeClr val="accent5"/>
                </a:solidFill>
                <a:latin typeface="Gill Sans"/>
                <a:ea typeface="Gill Sans"/>
                <a:cs typeface="Gill Sans"/>
                <a:sym typeface="Gill Sans"/>
              </a:rPr>
              <a:t>NIT Rourkela  </a:t>
            </a:r>
            <a:r>
              <a:rPr lang="en-US" sz="3000" b="1" i="0" u="none" strike="noStrike" cap="none">
                <a:solidFill>
                  <a:schemeClr val="accent5"/>
                </a:solidFill>
                <a:latin typeface="Arial"/>
                <a:ea typeface="Arial"/>
                <a:cs typeface="Arial"/>
                <a:sym typeface="Arial"/>
              </a:rPr>
              <a:t/>
            </a:r>
            <a:br>
              <a:rPr lang="en-US" sz="3000" b="1" i="0" u="none" strike="noStrike" cap="none">
                <a:solidFill>
                  <a:schemeClr val="accent5"/>
                </a:solidFill>
                <a:latin typeface="Arial"/>
                <a:ea typeface="Arial"/>
                <a:cs typeface="Arial"/>
                <a:sym typeface="Arial"/>
              </a:rPr>
            </a:br>
            <a:endParaRPr sz="3000" b="1" i="0" u="none" strike="noStrike" cap="none">
              <a:solidFill>
                <a:schemeClr val="accent5"/>
              </a:solidFill>
              <a:latin typeface="Arial"/>
              <a:ea typeface="Arial"/>
              <a:cs typeface="Arial"/>
              <a:sym typeface="Arial"/>
            </a:endParaRPr>
          </a:p>
        </p:txBody>
      </p:sp>
      <p:sp>
        <p:nvSpPr>
          <p:cNvPr id="453" name="Google Shape;453;p60"/>
          <p:cNvSpPr/>
          <p:nvPr/>
        </p:nvSpPr>
        <p:spPr>
          <a:xfrm>
            <a:off x="3086100" y="3086101"/>
            <a:ext cx="3429000" cy="1271214"/>
          </a:xfrm>
          <a:prstGeom prst="rect">
            <a:avLst/>
          </a:prstGeom>
          <a:noFill/>
          <a:ln>
            <a:noFill/>
          </a:ln>
        </p:spPr>
        <p:txBody>
          <a:bodyPr spcFirstLastPara="1" wrap="square" lIns="67500" tIns="35100" rIns="67500" bIns="35100" anchor="t" anchorCtr="0">
            <a:noAutofit/>
          </a:bodyPr>
          <a:lstStyle/>
          <a:p>
            <a:pPr marL="0" marR="0" lvl="0" indent="0" algn="r" rtl="0">
              <a:spcBef>
                <a:spcPts val="0"/>
              </a:spcBef>
              <a:spcAft>
                <a:spcPts val="0"/>
              </a:spcAft>
              <a:buClr>
                <a:srgbClr val="330066"/>
              </a:buClr>
              <a:buSzPts val="2700"/>
              <a:buFont typeface="Times New Roman"/>
              <a:buNone/>
            </a:pPr>
            <a:r>
              <a:rPr lang="en-US" sz="2700" b="1" i="0" u="none" strike="noStrike" cap="none">
                <a:solidFill>
                  <a:srgbClr val="330066"/>
                </a:solidFill>
                <a:latin typeface="Arial"/>
                <a:ea typeface="Arial"/>
                <a:cs typeface="Arial"/>
                <a:sym typeface="Arial"/>
              </a:rPr>
              <a:t/>
            </a:r>
            <a:br>
              <a:rPr lang="en-US" sz="2700" b="1" i="0" u="none" strike="noStrike" cap="none">
                <a:solidFill>
                  <a:srgbClr val="330066"/>
                </a:solidFill>
                <a:latin typeface="Arial"/>
                <a:ea typeface="Arial"/>
                <a:cs typeface="Arial"/>
                <a:sym typeface="Arial"/>
              </a:rPr>
            </a:br>
            <a:endParaRPr sz="2700" b="1" i="0" u="none" strike="noStrike" cap="none">
              <a:solidFill>
                <a:srgbClr val="330066"/>
              </a:solidFill>
              <a:latin typeface="Arial"/>
              <a:ea typeface="Arial"/>
              <a:cs typeface="Arial"/>
              <a:sym typeface="Arial"/>
            </a:endParaRPr>
          </a:p>
          <a:p>
            <a:pPr marL="0" marR="0" lvl="0" indent="0" algn="r" rtl="0">
              <a:spcBef>
                <a:spcPts val="0"/>
              </a:spcBef>
              <a:spcAft>
                <a:spcPts val="0"/>
              </a:spcAft>
              <a:buClr>
                <a:srgbClr val="330066"/>
              </a:buClr>
              <a:buSzPts val="2400"/>
              <a:buFont typeface="Times New Roman"/>
              <a:buNone/>
            </a:pPr>
            <a:r>
              <a:rPr lang="en-US" sz="2400" b="1" i="0" u="none" strike="noStrike" cap="none">
                <a:solidFill>
                  <a:srgbClr val="330066"/>
                </a:solidFill>
                <a:latin typeface="Arial"/>
                <a:ea typeface="Arial"/>
                <a:cs typeface="Arial"/>
                <a:sym typeface="Arial"/>
              </a:rPr>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1"/>
          <p:cNvSpPr txBox="1">
            <a:spLocks noGrp="1"/>
          </p:cNvSpPr>
          <p:nvPr>
            <p:ph type="title"/>
          </p:nvPr>
        </p:nvSpPr>
        <p:spPr>
          <a:xfrm>
            <a:off x="2578392" y="1950244"/>
            <a:ext cx="6400800" cy="1714500"/>
          </a:xfrm>
          <a:prstGeom prst="rect">
            <a:avLst/>
          </a:prstGeom>
          <a:noFill/>
          <a:ln>
            <a:noFill/>
          </a:ln>
        </p:spPr>
        <p:txBody>
          <a:bodyPr spcFirstLastPara="1" wrap="square" lIns="91425" tIns="45700" rIns="91425" bIns="45700" anchor="t" anchorCtr="0">
            <a:normAutofit/>
          </a:bodyPr>
          <a:lstStyle/>
          <a:p>
            <a:pPr marL="0" lvl="0" indent="0" algn="l" rtl="0">
              <a:lnSpc>
                <a:spcPct val="112500"/>
              </a:lnSpc>
              <a:spcBef>
                <a:spcPts val="0"/>
              </a:spcBef>
              <a:spcAft>
                <a:spcPts val="0"/>
              </a:spcAft>
              <a:buClr>
                <a:srgbClr val="562214"/>
              </a:buClr>
              <a:buSzPts val="4000"/>
              <a:buFont typeface="Gill Sans"/>
              <a:buNone/>
            </a:pPr>
            <a:r>
              <a:rPr lang="en-US"/>
              <a:t>SECURITY TESTING</a:t>
            </a:r>
            <a:endParaRPr/>
          </a:p>
        </p:txBody>
      </p:sp>
      <p:sp>
        <p:nvSpPr>
          <p:cNvPr id="459" name="Google Shape;459;p61"/>
          <p:cNvSpPr txBox="1">
            <a:spLocks noGrp="1"/>
          </p:cNvSpPr>
          <p:nvPr>
            <p:ph type="body" idx="1"/>
          </p:nvPr>
        </p:nvSpPr>
        <p:spPr>
          <a:xfrm>
            <a:off x="2578392" y="800100"/>
            <a:ext cx="6400800" cy="1132284"/>
          </a:xfrm>
          <a:prstGeom prst="rect">
            <a:avLst/>
          </a:prstGeom>
          <a:noFill/>
          <a:ln>
            <a:noFill/>
          </a:ln>
        </p:spPr>
        <p:txBody>
          <a:bodyPr spcFirstLastPara="1" wrap="square" lIns="91425" tIns="45700" rIns="91425" bIns="45700" anchor="b" anchorCtr="0">
            <a:normAutofit/>
          </a:bodyPr>
          <a:lstStyle/>
          <a:p>
            <a:pPr marL="18288" lvl="0" indent="0" algn="l" rtl="0">
              <a:lnSpc>
                <a:spcPct val="115000"/>
              </a:lnSpc>
              <a:spcBef>
                <a:spcPts val="0"/>
              </a:spcBef>
              <a:spcAft>
                <a:spcPts val="0"/>
              </a:spcAft>
              <a:buSzPts val="1600"/>
              <a:buNone/>
            </a:pPr>
            <a:r>
              <a:rPr lang="en-US"/>
              <a: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62"/>
          <p:cNvSpPr txBox="1"/>
          <p:nvPr/>
        </p:nvSpPr>
        <p:spPr>
          <a:xfrm>
            <a:off x="1428750" y="-186097"/>
            <a:ext cx="5657850" cy="692915"/>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3600" b="0" i="0" u="none" strike="noStrike" cap="none">
                <a:solidFill>
                  <a:srgbClr val="562214"/>
                </a:solidFill>
                <a:latin typeface="Gill Sans"/>
                <a:ea typeface="Gill Sans"/>
                <a:cs typeface="Gill Sans"/>
                <a:sym typeface="Gill Sans"/>
              </a:rPr>
              <a:t>Software Problem</a:t>
            </a:r>
            <a:endParaRPr sz="3600" b="0" i="0" u="none" strike="noStrike" cap="none">
              <a:solidFill>
                <a:srgbClr val="562214"/>
              </a:solidFill>
              <a:latin typeface="Gill Sans"/>
              <a:ea typeface="Gill Sans"/>
              <a:cs typeface="Gill Sans"/>
              <a:sym typeface="Gill Sans"/>
            </a:endParaRPr>
          </a:p>
        </p:txBody>
      </p:sp>
      <p:sp>
        <p:nvSpPr>
          <p:cNvPr id="467" name="Google Shape;467;p62"/>
          <p:cNvSpPr txBox="1"/>
          <p:nvPr/>
        </p:nvSpPr>
        <p:spPr>
          <a:xfrm>
            <a:off x="1428750" y="3543300"/>
            <a:ext cx="7562850" cy="1226344"/>
          </a:xfrm>
          <a:prstGeom prst="rect">
            <a:avLst/>
          </a:prstGeom>
          <a:noFill/>
          <a:ln>
            <a:noFill/>
          </a:ln>
        </p:spPr>
        <p:txBody>
          <a:bodyPr spcFirstLastPara="1" wrap="square" lIns="91425" tIns="45700" rIns="91425" bIns="45700" anchor="t" anchorCtr="0">
            <a:noAutofit/>
          </a:bodyPr>
          <a:lstStyle/>
          <a:p>
            <a:pPr marL="341313" marR="0" lvl="0" indent="-234633" algn="just" rtl="0">
              <a:lnSpc>
                <a:spcPct val="90000"/>
              </a:lnSpc>
              <a:spcBef>
                <a:spcPts val="0"/>
              </a:spcBef>
              <a:spcAft>
                <a:spcPts val="0"/>
              </a:spcAft>
              <a:buClr>
                <a:srgbClr val="330066"/>
              </a:buClr>
              <a:buSzPts val="1680"/>
              <a:buFont typeface="Noto Sans Symbols"/>
              <a:buNone/>
            </a:pPr>
            <a:endParaRPr sz="2400" b="0" i="0" u="none" strike="noStrike" cap="none">
              <a:solidFill>
                <a:srgbClr val="000000"/>
              </a:solidFill>
              <a:latin typeface="Gill Sans"/>
              <a:ea typeface="Gill Sans"/>
              <a:cs typeface="Gill Sans"/>
              <a:sym typeface="Gill Sans"/>
            </a:endParaRPr>
          </a:p>
        </p:txBody>
      </p:sp>
      <p:pic>
        <p:nvPicPr>
          <p:cNvPr id="468" name="Google Shape;468;p62"/>
          <p:cNvPicPr preferRelativeResize="0"/>
          <p:nvPr/>
        </p:nvPicPr>
        <p:blipFill rotWithShape="1">
          <a:blip r:embed="rId3">
            <a:alphaModFix/>
          </a:blip>
          <a:srcRect/>
          <a:stretch/>
        </p:blipFill>
        <p:spPr>
          <a:xfrm>
            <a:off x="1492283" y="590550"/>
            <a:ext cx="6682151" cy="4262826"/>
          </a:xfrm>
          <a:prstGeom prst="rect">
            <a:avLst/>
          </a:prstGeom>
          <a:noFill/>
          <a:ln>
            <a:noFill/>
          </a:ln>
        </p:spPr>
      </p:pic>
      <p:sp>
        <p:nvSpPr>
          <p:cNvPr id="469" name="Google Shape;469;p62"/>
          <p:cNvSpPr txBox="1"/>
          <p:nvPr/>
        </p:nvSpPr>
        <p:spPr>
          <a:xfrm>
            <a:off x="3048000" y="4853376"/>
            <a:ext cx="5114188"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7E9CE8"/>
              </a:buClr>
              <a:buSzPts val="1350"/>
              <a:buFont typeface="Times New Roman"/>
              <a:buNone/>
            </a:pPr>
            <a:r>
              <a:rPr lang="en-US" sz="1350" b="0" i="0" u="none" strike="noStrike" cap="none">
                <a:solidFill>
                  <a:srgbClr val="7E9CE8"/>
                </a:solidFill>
                <a:latin typeface="Arial"/>
                <a:ea typeface="Arial"/>
                <a:cs typeface="Arial"/>
                <a:sym typeface="Arial"/>
              </a:rPr>
              <a:t># vulnerabilities  Reported by CERT/CC</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8"/>
                                        </p:tgtEl>
                                        <p:attrNameLst>
                                          <p:attrName>style.visibility</p:attrName>
                                        </p:attrNameLst>
                                      </p:cBhvr>
                                      <p:to>
                                        <p:strVal val="visible"/>
                                      </p:to>
                                    </p:set>
                                    <p:animEffect transition="in" filter="fade">
                                      <p:cBhvr>
                                        <p:cTn id="7" dur="500"/>
                                        <p:tgtEl>
                                          <p:spTgt spid="468"/>
                                        </p:tgtEl>
                                      </p:cBhvr>
                                    </p:animEffect>
                                  </p:childTnLst>
                                </p:cTn>
                              </p:par>
                              <p:par>
                                <p:cTn id="8" presetID="10" presetClass="entr" presetSubtype="0" fill="hold" nodeType="withEffect">
                                  <p:stCondLst>
                                    <p:cond delay="0"/>
                                  </p:stCondLst>
                                  <p:childTnLst>
                                    <p:set>
                                      <p:cBhvr>
                                        <p:cTn id="9" dur="1" fill="hold">
                                          <p:stCondLst>
                                            <p:cond delay="0"/>
                                          </p:stCondLst>
                                        </p:cTn>
                                        <p:tgtEl>
                                          <p:spTgt spid="469"/>
                                        </p:tgtEl>
                                        <p:attrNameLst>
                                          <p:attrName>style.visibility</p:attrName>
                                        </p:attrNameLst>
                                      </p:cBhvr>
                                      <p:to>
                                        <p:strVal val="visible"/>
                                      </p:to>
                                    </p:set>
                                    <p:animEffect transition="in" filter="fade">
                                      <p:cBhvr>
                                        <p:cTn id="10" dur="5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3"/>
          <p:cNvSpPr/>
          <p:nvPr/>
        </p:nvSpPr>
        <p:spPr>
          <a:xfrm>
            <a:off x="1219200" y="666750"/>
            <a:ext cx="7772400" cy="2159566"/>
          </a:xfrm>
          <a:prstGeom prst="rect">
            <a:avLst/>
          </a:prstGeom>
          <a:noFill/>
          <a:ln>
            <a:noFill/>
          </a:ln>
        </p:spPr>
        <p:txBody>
          <a:bodyPr spcFirstLastPara="1" wrap="square" lIns="91425" tIns="45700" rIns="91425" bIns="45700" anchor="t" anchorCtr="0">
            <a:noAutofit/>
          </a:bodyPr>
          <a:lstStyle/>
          <a:p>
            <a:pPr marL="457200" marR="0" lvl="0" indent="-457200" algn="just" rtl="0">
              <a:lnSpc>
                <a:spcPct val="90000"/>
              </a:lnSpc>
              <a:spcBef>
                <a:spcPts val="0"/>
              </a:spcBef>
              <a:spcAft>
                <a:spcPts val="0"/>
              </a:spcAft>
              <a:buClr>
                <a:srgbClr val="330066"/>
              </a:buClr>
              <a:buSzPts val="1960"/>
              <a:buFont typeface="Arial"/>
              <a:buChar char="•"/>
            </a:pPr>
            <a:r>
              <a:rPr lang="en-US" sz="2800" b="0" i="0" u="none" strike="noStrike" cap="none">
                <a:solidFill>
                  <a:schemeClr val="dk1"/>
                </a:solidFill>
                <a:latin typeface="Gill Sans"/>
                <a:ea typeface="Gill Sans"/>
                <a:cs typeface="Gill Sans"/>
                <a:sym typeface="Gill Sans"/>
              </a:rPr>
              <a:t>More than half of the vulnerabilities are due to buffer overruns.</a:t>
            </a:r>
            <a:endParaRPr/>
          </a:p>
          <a:p>
            <a:pPr marL="457200" marR="0" lvl="0" indent="-332740" algn="just" rtl="0">
              <a:lnSpc>
                <a:spcPct val="90000"/>
              </a:lnSpc>
              <a:spcBef>
                <a:spcPts val="488"/>
              </a:spcBef>
              <a:spcAft>
                <a:spcPts val="0"/>
              </a:spcAft>
              <a:buClr>
                <a:srgbClr val="330066"/>
              </a:buClr>
              <a:buSzPts val="1960"/>
              <a:buFont typeface="Arial"/>
              <a:buNone/>
            </a:pPr>
            <a:endParaRPr sz="2800" b="0" i="0" u="none" strike="noStrike" cap="none">
              <a:solidFill>
                <a:schemeClr val="dk1"/>
              </a:solidFill>
              <a:latin typeface="Gill Sans"/>
              <a:ea typeface="Gill Sans"/>
              <a:cs typeface="Gill Sans"/>
              <a:sym typeface="Gill Sans"/>
            </a:endParaRPr>
          </a:p>
          <a:p>
            <a:pPr marL="457200" marR="0" lvl="0" indent="-457200" algn="just" rtl="0">
              <a:lnSpc>
                <a:spcPct val="90000"/>
              </a:lnSpc>
              <a:spcBef>
                <a:spcPts val="488"/>
              </a:spcBef>
              <a:spcAft>
                <a:spcPts val="0"/>
              </a:spcAft>
              <a:buClr>
                <a:srgbClr val="330066"/>
              </a:buClr>
              <a:buSzPts val="1960"/>
              <a:buFont typeface="Arial"/>
              <a:buChar char="•"/>
            </a:pPr>
            <a:r>
              <a:rPr lang="en-US" sz="2800" b="0" i="0" u="none" strike="noStrike" cap="none">
                <a:solidFill>
                  <a:schemeClr val="dk1"/>
                </a:solidFill>
                <a:latin typeface="Gill Sans"/>
                <a:ea typeface="Gill Sans"/>
                <a:cs typeface="Gill Sans"/>
                <a:sym typeface="Gill Sans"/>
              </a:rPr>
              <a:t>Others such as race conditions, design flaws are equally prevalent.</a:t>
            </a:r>
            <a:endParaRPr sz="2800" b="0" i="0" u="none" strike="noStrike" cap="none">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4"/>
          <p:cNvSpPr txBox="1"/>
          <p:nvPr/>
        </p:nvSpPr>
        <p:spPr>
          <a:xfrm>
            <a:off x="1485900" y="91679"/>
            <a:ext cx="5657850" cy="651271"/>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Clr>
                <a:srgbClr val="562214"/>
              </a:buClr>
              <a:buSzPts val="3600"/>
              <a:buFont typeface="Times New Roman"/>
              <a:buNone/>
            </a:pPr>
            <a:r>
              <a:rPr lang="en-US" sz="3600" b="0" i="0" u="none" strike="noStrike" cap="none">
                <a:solidFill>
                  <a:srgbClr val="562214"/>
                </a:solidFill>
                <a:latin typeface="Gill Sans"/>
                <a:ea typeface="Gill Sans"/>
                <a:cs typeface="Gill Sans"/>
                <a:sym typeface="Gill Sans"/>
              </a:rPr>
              <a:t>Software security	</a:t>
            </a:r>
            <a:endParaRPr/>
          </a:p>
        </p:txBody>
      </p:sp>
      <p:sp>
        <p:nvSpPr>
          <p:cNvPr id="482" name="Google Shape;482;p64"/>
          <p:cNvSpPr txBox="1"/>
          <p:nvPr/>
        </p:nvSpPr>
        <p:spPr>
          <a:xfrm>
            <a:off x="1143000" y="742950"/>
            <a:ext cx="7848600" cy="4267200"/>
          </a:xfrm>
          <a:prstGeom prst="rect">
            <a:avLst/>
          </a:prstGeom>
          <a:noFill/>
          <a:ln>
            <a:noFill/>
          </a:ln>
        </p:spPr>
        <p:txBody>
          <a:bodyPr spcFirstLastPara="1" wrap="square" lIns="91425" tIns="45700" rIns="91425" bIns="45700" anchor="t" anchorCtr="0">
            <a:noAutofit/>
          </a:bodyPr>
          <a:lstStyle/>
          <a:p>
            <a:pPr marL="341313" marR="0" lvl="0" indent="-341313" algn="just" rtl="0">
              <a:lnSpc>
                <a:spcPct val="90000"/>
              </a:lnSpc>
              <a:spcBef>
                <a:spcPts val="0"/>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It is about </a:t>
            </a:r>
            <a:endParaRPr/>
          </a:p>
          <a:p>
            <a:pPr marL="690563" marR="0" lvl="1" indent="-347662" algn="just" rtl="0">
              <a:lnSpc>
                <a:spcPct val="90000"/>
              </a:lnSpc>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Understanding software-induced security risks and how to manage them</a:t>
            </a:r>
            <a:endParaRPr/>
          </a:p>
          <a:p>
            <a:pPr marL="690563" marR="0" lvl="1" indent="-347662" algn="just" rtl="0">
              <a:lnSpc>
                <a:spcPct val="90000"/>
              </a:lnSpc>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Leveraging software engineering practice,</a:t>
            </a:r>
            <a:endParaRPr/>
          </a:p>
          <a:p>
            <a:pPr marL="690563" marR="0" lvl="1" indent="-347662" algn="just" rtl="0">
              <a:lnSpc>
                <a:spcPct val="90000"/>
              </a:lnSpc>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Thinking security early in the software lifecycle</a:t>
            </a:r>
            <a:endParaRPr sz="2400" b="0" i="0" u="none" strike="noStrike" cap="none">
              <a:solidFill>
                <a:srgbClr val="000000"/>
              </a:solidFill>
              <a:latin typeface="Gill Sans"/>
              <a:ea typeface="Gill Sans"/>
              <a:cs typeface="Gill Sans"/>
              <a:sym typeface="Gill Sans"/>
            </a:endParaRPr>
          </a:p>
          <a:p>
            <a:pPr marL="690563" marR="0" lvl="1" indent="-347662" algn="just" rtl="0">
              <a:lnSpc>
                <a:spcPct val="90000"/>
              </a:lnSpc>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Knowing and understanding common problems</a:t>
            </a:r>
            <a:endParaRPr/>
          </a:p>
          <a:p>
            <a:pPr marL="690563" marR="0" lvl="1" indent="-347662" algn="just" rtl="0">
              <a:lnSpc>
                <a:spcPct val="90000"/>
              </a:lnSpc>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Designing for security</a:t>
            </a:r>
            <a:endParaRPr/>
          </a:p>
          <a:p>
            <a:pPr marL="690563" marR="0" lvl="1" indent="-347662" algn="just" rtl="0">
              <a:lnSpc>
                <a:spcPct val="90000"/>
              </a:lnSpc>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Subjecting all software artifacts to thorough objective risk analyses and testing</a:t>
            </a:r>
            <a:endParaRPr/>
          </a:p>
          <a:p>
            <a:pPr marL="341313" marR="0" lvl="0" indent="-341313" algn="just" rtl="0">
              <a:lnSpc>
                <a:spcPct val="90000"/>
              </a:lnSpc>
              <a:spcBef>
                <a:spcPts val="750"/>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It is a knowledge intensive field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65"/>
          <p:cNvSpPr txBox="1"/>
          <p:nvPr/>
        </p:nvSpPr>
        <p:spPr>
          <a:xfrm>
            <a:off x="1485900" y="91679"/>
            <a:ext cx="5657850" cy="727471"/>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Clr>
                <a:srgbClr val="562214"/>
              </a:buClr>
              <a:buSzPts val="3600"/>
              <a:buFont typeface="Times New Roman"/>
              <a:buNone/>
            </a:pPr>
            <a:r>
              <a:rPr lang="en-US" sz="3600" b="0" i="0" u="none" strike="noStrike" cap="none">
                <a:solidFill>
                  <a:srgbClr val="562214"/>
                </a:solidFill>
                <a:latin typeface="Gill Sans"/>
                <a:ea typeface="Gill Sans"/>
                <a:cs typeface="Gill Sans"/>
                <a:sym typeface="Gill Sans"/>
              </a:rPr>
              <a:t>Software Security</a:t>
            </a:r>
            <a:endParaRPr/>
          </a:p>
        </p:txBody>
      </p:sp>
      <p:sp>
        <p:nvSpPr>
          <p:cNvPr id="490" name="Google Shape;490;p65"/>
          <p:cNvSpPr txBox="1"/>
          <p:nvPr/>
        </p:nvSpPr>
        <p:spPr>
          <a:xfrm>
            <a:off x="1219200" y="971550"/>
            <a:ext cx="7772400" cy="4038600"/>
          </a:xfrm>
          <a:prstGeom prst="rect">
            <a:avLst/>
          </a:prstGeom>
          <a:noFill/>
          <a:ln>
            <a:noFill/>
          </a:ln>
        </p:spPr>
        <p:txBody>
          <a:bodyPr spcFirstLastPara="1" wrap="square" lIns="91425" tIns="45700" rIns="91425" bIns="45700" anchor="t" anchorCtr="0">
            <a:noAutofit/>
          </a:bodyPr>
          <a:lstStyle/>
          <a:p>
            <a:pPr marL="341313" marR="0" lvl="0" indent="-341313" algn="just" rtl="0">
              <a:spcBef>
                <a:spcPts val="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Renewed interest</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“idea of engineering software so that it continues to function correctly under malicious attack”</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Existing software is riddled with design flaws and implementation bugs</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“any program, no matter how innocuous it seems, can harbor security holes”</a:t>
            </a:r>
            <a:endParaRPr/>
          </a:p>
          <a:p>
            <a:pPr marL="341313" marR="0" lvl="0" indent="-341313" algn="just" rtl="0">
              <a:spcBef>
                <a:spcPts val="750"/>
              </a:spcBef>
              <a:spcAft>
                <a:spcPts val="0"/>
              </a:spcAft>
              <a:buClr>
                <a:srgbClr val="330066"/>
              </a:buClr>
              <a:buSzPts val="1960"/>
              <a:buFont typeface="Noto Sans Symbols"/>
              <a:buNone/>
            </a:pPr>
            <a:endParaRPr sz="2800" b="0" i="0" u="none" strike="noStrike" cap="none">
              <a:solidFill>
                <a:srgbClr val="000000"/>
              </a:solidFill>
              <a:latin typeface="Gill Sans"/>
              <a:ea typeface="Gill Sans"/>
              <a:cs typeface="Gill Sans"/>
              <a:sym typeface="Gill Sans"/>
            </a:endParaRPr>
          </a:p>
          <a:p>
            <a:pPr marL="341313" marR="0" lvl="0" indent="-341313" algn="just" rtl="0">
              <a:spcBef>
                <a:spcPts val="750"/>
              </a:spcBef>
              <a:spcAft>
                <a:spcPts val="0"/>
              </a:spcAft>
              <a:buClr>
                <a:srgbClr val="330066"/>
              </a:buClr>
              <a:buSzPts val="1960"/>
              <a:buFont typeface="Noto Sans Symbols"/>
              <a:buNone/>
            </a:pPr>
            <a:endParaRPr sz="2800" b="0" i="0" u="none" strike="noStrike" cap="none">
              <a:solidFill>
                <a:srgbClr val="000000"/>
              </a:solidFill>
              <a:latin typeface="Gill Sans"/>
              <a:ea typeface="Gill Sans"/>
              <a:cs typeface="Gill Sans"/>
              <a:sym typeface="Gill Sans"/>
            </a:endParaRPr>
          </a:p>
          <a:p>
            <a:pPr marL="341313" marR="0" lvl="0" indent="-341313" algn="just" rtl="0">
              <a:spcBef>
                <a:spcPts val="750"/>
              </a:spcBef>
              <a:spcAft>
                <a:spcPts val="0"/>
              </a:spcAft>
              <a:buClr>
                <a:srgbClr val="330066"/>
              </a:buClr>
              <a:buSzPts val="1960"/>
              <a:buFont typeface="Noto Sans Symbols"/>
              <a:buNone/>
            </a:pPr>
            <a:endParaRPr sz="2800" b="0" i="0" u="none" strike="noStrike" cap="none">
              <a:solidFill>
                <a:srgbClr val="000000"/>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66"/>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496" name="Google Shape;496;p66"/>
          <p:cNvSpPr txBox="1"/>
          <p:nvPr/>
        </p:nvSpPr>
        <p:spPr>
          <a:xfrm>
            <a:off x="1143000" y="900113"/>
            <a:ext cx="7760839" cy="3857625"/>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rgbClr val="000000"/>
              </a:buClr>
              <a:buSzPts val="2400"/>
              <a:buFont typeface="Arial"/>
              <a:buChar char="•"/>
            </a:pPr>
            <a:r>
              <a:rPr lang="en-US" sz="2400" b="0" i="0" u="none" strike="noStrike" cap="none" dirty="0">
                <a:solidFill>
                  <a:srgbClr val="000000"/>
                </a:solidFill>
                <a:latin typeface="Gill Sans"/>
                <a:ea typeface="Gill Sans"/>
                <a:cs typeface="Gill Sans"/>
                <a:sym typeface="Gill Sans"/>
              </a:rPr>
              <a:t>Security is a protection system that is needed to assure the customers that their data will be protected.</a:t>
            </a:r>
            <a:endParaRPr sz="2400" b="0" i="0" u="none" strike="noStrike" cap="none" dirty="0">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000"/>
              <a:buFont typeface="Arial"/>
              <a:buChar char="•"/>
            </a:pPr>
            <a:r>
              <a:rPr lang="en-US" sz="2000" b="0" i="0" u="none" strike="noStrike" cap="none" dirty="0">
                <a:solidFill>
                  <a:srgbClr val="000000"/>
                </a:solidFill>
                <a:latin typeface="Gill Sans"/>
                <a:ea typeface="Gill Sans"/>
                <a:cs typeface="Gill Sans"/>
                <a:sym typeface="Gill Sans"/>
              </a:rPr>
              <a:t>For example, </a:t>
            </a:r>
            <a:r>
              <a:rPr lang="en-US" sz="2000" b="0" i="0" u="none" strike="noStrike" cap="none" dirty="0" smtClean="0">
                <a:solidFill>
                  <a:srgbClr val="000000"/>
                </a:solidFill>
                <a:latin typeface="Gill Sans"/>
                <a:ea typeface="Gill Sans"/>
                <a:cs typeface="Gill Sans"/>
                <a:sym typeface="Gill Sans"/>
              </a:rPr>
              <a:t>if the internet </a:t>
            </a:r>
            <a:r>
              <a:rPr lang="en-US" sz="2000" b="0" i="0" u="none" strike="noStrike" cap="none" dirty="0">
                <a:solidFill>
                  <a:srgbClr val="000000"/>
                </a:solidFill>
                <a:latin typeface="Gill Sans"/>
                <a:ea typeface="Gill Sans"/>
                <a:cs typeface="Gill Sans"/>
                <a:sym typeface="Gill Sans"/>
              </a:rPr>
              <a:t>users feel that their personal data/ information is not secure, the system loses its accountability.</a:t>
            </a:r>
            <a:endParaRPr dirty="0"/>
          </a:p>
          <a:p>
            <a:pPr marL="800100" marR="0" lvl="1" indent="-215900" algn="just" rtl="0">
              <a:spcBef>
                <a:spcPts val="0"/>
              </a:spcBef>
              <a:spcAft>
                <a:spcPts val="0"/>
              </a:spcAft>
              <a:buClr>
                <a:srgbClr val="000000"/>
              </a:buClr>
              <a:buSzPts val="2000"/>
              <a:buFont typeface="Arial"/>
              <a:buNone/>
            </a:pPr>
            <a:endParaRPr sz="2000" b="0" i="0" u="none" strike="noStrike" cap="none" dirty="0">
              <a:solidFill>
                <a:schemeClr val="dk1"/>
              </a:solidFill>
              <a:latin typeface="Gill Sans"/>
              <a:ea typeface="Gill Sans"/>
              <a:cs typeface="Gill Sans"/>
              <a:sym typeface="Gill Sans"/>
            </a:endParaRPr>
          </a:p>
          <a:p>
            <a:pPr marL="342900" marR="0" lvl="0" indent="-342900" algn="just" rtl="0">
              <a:spcBef>
                <a:spcPts val="0"/>
              </a:spcBef>
              <a:spcAft>
                <a:spcPts val="0"/>
              </a:spcAft>
              <a:buClr>
                <a:srgbClr val="000000"/>
              </a:buClr>
              <a:buSzPts val="2400"/>
              <a:buFont typeface="Arial"/>
              <a:buChar char="•"/>
            </a:pPr>
            <a:r>
              <a:rPr lang="en-US" sz="2400" b="0" i="0" u="none" strike="noStrike" cap="none" dirty="0">
                <a:solidFill>
                  <a:srgbClr val="000000"/>
                </a:solidFill>
                <a:latin typeface="Gill Sans"/>
                <a:ea typeface="Gill Sans"/>
                <a:cs typeface="Gill Sans"/>
                <a:sym typeface="Gill Sans"/>
              </a:rPr>
              <a:t>Security may include controlling access to data, encrypting data in communication, ensuring secrecy of stored data, auditing security events, etc.</a:t>
            </a:r>
            <a:endParaRPr sz="2400" b="0" i="0" u="none" strike="noStrike" cap="none" dirty="0">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000"/>
              <a:buFont typeface="Arial"/>
              <a:buChar char="•"/>
            </a:pPr>
            <a:r>
              <a:rPr lang="en-US" sz="2000" b="0" i="0" u="none" strike="noStrike" cap="none" dirty="0">
                <a:solidFill>
                  <a:srgbClr val="000000"/>
                </a:solidFill>
                <a:latin typeface="Gill Sans"/>
                <a:ea typeface="Gill Sans"/>
                <a:cs typeface="Gill Sans"/>
                <a:sym typeface="Gill Sans"/>
              </a:rPr>
              <a:t>Security breaches can result in loss of information, privacy violations, denial of </a:t>
            </a:r>
            <a:r>
              <a:rPr lang="en-US" sz="2000" b="0" i="0" u="none" strike="noStrike" cap="none" dirty="0" smtClean="0">
                <a:solidFill>
                  <a:srgbClr val="000000"/>
                </a:solidFill>
                <a:latin typeface="Gill Sans"/>
                <a:ea typeface="Gill Sans"/>
                <a:cs typeface="Gill Sans"/>
                <a:sym typeface="Gill Sans"/>
              </a:rPr>
              <a:t>service (DOS), </a:t>
            </a:r>
            <a:r>
              <a:rPr lang="en-US" sz="2000" b="0" i="0" u="none" strike="noStrike" cap="none" dirty="0">
                <a:solidFill>
                  <a:srgbClr val="000000"/>
                </a:solidFill>
                <a:latin typeface="Gill Sans"/>
                <a:ea typeface="Gill Sans"/>
                <a:cs typeface="Gill Sans"/>
                <a:sym typeface="Gill Sans"/>
              </a:rPr>
              <a:t>etc.</a:t>
            </a:r>
            <a:endParaRPr sz="2000" b="0" i="0" u="none" strike="noStrike" cap="none" dirty="0">
              <a:solidFill>
                <a:schemeClr val="dk1"/>
              </a:solidFill>
              <a:latin typeface="Gill Sans"/>
              <a:ea typeface="Gill Sans"/>
              <a:cs typeface="Gill Sans"/>
              <a:sym typeface="Gill Sans"/>
            </a:endParaRPr>
          </a:p>
        </p:txBody>
      </p:sp>
      <p:sp>
        <p:nvSpPr>
          <p:cNvPr id="497" name="Google Shape;497;p66"/>
          <p:cNvSpPr txBox="1">
            <a:spLocks noGrp="1"/>
          </p:cNvSpPr>
          <p:nvPr>
            <p:ph type="title"/>
          </p:nvPr>
        </p:nvSpPr>
        <p:spPr>
          <a:xfrm>
            <a:off x="1405759" y="-28657"/>
            <a:ext cx="7498080" cy="695407"/>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Times New Roman"/>
              <a:buNone/>
            </a:pPr>
            <a:r>
              <a:rPr lang="en-US"/>
              <a:t>Security Testing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7"/>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03" name="Google Shape;503;p67"/>
          <p:cNvSpPr txBox="1"/>
          <p:nvPr/>
        </p:nvSpPr>
        <p:spPr>
          <a:xfrm>
            <a:off x="1359694" y="1028700"/>
            <a:ext cx="7532846" cy="3630216"/>
          </a:xfrm>
          <a:prstGeom prst="rect">
            <a:avLst/>
          </a:prstGeom>
          <a:noFill/>
          <a:ln>
            <a:noFill/>
          </a:ln>
        </p:spPr>
        <p:txBody>
          <a:bodyPr spcFirstLastPara="1" wrap="square" lIns="91425" tIns="45700" rIns="91425" bIns="45700" anchor="t" anchorCtr="0">
            <a:noAutofit/>
          </a:bodyPr>
          <a:lstStyle/>
          <a:p>
            <a:pPr marL="457200" marR="0" lvl="0" indent="-457200" algn="just" rtl="0">
              <a:spcBef>
                <a:spcPts val="0"/>
              </a:spcBef>
              <a:spcAft>
                <a:spcPts val="0"/>
              </a:spcAft>
              <a:buClr>
                <a:srgbClr val="000000"/>
              </a:buClr>
              <a:buSzPts val="2800"/>
              <a:buFont typeface="Arial"/>
              <a:buChar char="•"/>
            </a:pPr>
            <a:r>
              <a:rPr lang="en-US" sz="2800" b="0" i="0" u="none" strike="noStrike" cap="none">
                <a:solidFill>
                  <a:srgbClr val="000000"/>
                </a:solidFill>
                <a:latin typeface="Gill Sans"/>
                <a:ea typeface="Gill Sans"/>
                <a:cs typeface="Gill Sans"/>
                <a:sym typeface="Gill Sans"/>
              </a:rPr>
              <a:t>While performing security testing, the following security requirements must be considered:</a:t>
            </a:r>
            <a:endParaRPr sz="2800" b="0" i="0" u="none" strike="noStrike" cap="none">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Security requirements should be associated with each functional requirement.</a:t>
            </a:r>
            <a:endParaRPr sz="2400" b="0" i="0" u="none" strike="noStrike" cap="none">
              <a:solidFill>
                <a:schemeClr val="dk1"/>
              </a:solidFill>
              <a:latin typeface="Gill Sans"/>
              <a:ea typeface="Gill Sans"/>
              <a:cs typeface="Gill Sans"/>
              <a:sym typeface="Gill Sans"/>
            </a:endParaRPr>
          </a:p>
          <a:p>
            <a:pPr marL="1257300" marR="0" lvl="2" indent="-34290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Each functional requirement, most likely, has a specific set of related security issues to be addressed in the software implementation.</a:t>
            </a:r>
            <a:endParaRPr sz="2000" b="0" i="0" u="none" strike="noStrike" cap="none">
              <a:solidFill>
                <a:schemeClr val="dk1"/>
              </a:solidFill>
              <a:latin typeface="Gill Sans"/>
              <a:ea typeface="Gill Sans"/>
              <a:cs typeface="Gill Sans"/>
              <a:sym typeface="Gill Sans"/>
            </a:endParaRPr>
          </a:p>
          <a:p>
            <a:pPr marL="1257300" marR="0" lvl="2" indent="-34290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For example, the log on requirement in a client server system must specify the number of retries allowed, the action to be taken if the log-on fails, and so on.</a:t>
            </a:r>
            <a:endParaRPr sz="2000" b="0" i="0" u="none" strike="noStrike" cap="none">
              <a:solidFill>
                <a:schemeClr val="dk1"/>
              </a:solidFill>
              <a:latin typeface="Gill Sans"/>
              <a:ea typeface="Gill Sans"/>
              <a:cs typeface="Gill Sans"/>
              <a:sym typeface="Gill Sans"/>
            </a:endParaRPr>
          </a:p>
        </p:txBody>
      </p:sp>
      <p:sp>
        <p:nvSpPr>
          <p:cNvPr id="504" name="Google Shape;504;p67"/>
          <p:cNvSpPr txBox="1">
            <a:spLocks noGrp="1"/>
          </p:cNvSpPr>
          <p:nvPr>
            <p:ph type="ctrTitle"/>
          </p:nvPr>
        </p:nvSpPr>
        <p:spPr>
          <a:xfrm>
            <a:off x="1485900" y="9907"/>
            <a:ext cx="7406640" cy="78305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Times New Roman"/>
              <a:buNone/>
            </a:pPr>
            <a:r>
              <a:rPr lang="en-US"/>
              <a:t>Types of Security Requirements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8"/>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10" name="Google Shape;510;p68"/>
          <p:cNvSpPr txBox="1"/>
          <p:nvPr/>
        </p:nvSpPr>
        <p:spPr>
          <a:xfrm>
            <a:off x="891540" y="792956"/>
            <a:ext cx="8001000" cy="4064793"/>
          </a:xfrm>
          <a:prstGeom prst="rect">
            <a:avLst/>
          </a:prstGeom>
          <a:noFill/>
          <a:ln>
            <a:noFill/>
          </a:ln>
        </p:spPr>
        <p:txBody>
          <a:bodyPr spcFirstLastPara="1" wrap="square" lIns="91425" tIns="45700" rIns="91425" bIns="45700" anchor="t" anchorCtr="0">
            <a:noAutofit/>
          </a:bodyPr>
          <a:lstStyle/>
          <a:p>
            <a:pPr marL="685800" marR="0" lvl="0"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In addition to the security concerns that are directly related to particular requirements, a software project has security issues that are global in nature, and hence  related to the application’s architecture and overall implementation.</a:t>
            </a:r>
            <a:endParaRPr sz="2400" b="0" i="0" u="none" strike="noStrike" cap="none">
              <a:solidFill>
                <a:schemeClr val="lt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For example, a web application may have a global requirement that all private customer data of any kind is stored in encrypted form in the database.</a:t>
            </a:r>
            <a:endParaRPr sz="2000" b="0" i="0" u="none" strike="noStrike" cap="none">
              <a:solidFill>
                <a:schemeClr val="lt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In another example, a system wide security requirement is to use SSL to encrypt the data sent between the client browser and the web server - the testing team should verify the correctness of SSL.</a:t>
            </a:r>
            <a:endParaRPr sz="2000" b="0" i="0" u="none" strike="noStrike" cap="none">
              <a:solidFill>
                <a:schemeClr val="lt1"/>
              </a:solidFill>
              <a:latin typeface="Gill Sans"/>
              <a:ea typeface="Gill Sans"/>
              <a:cs typeface="Gill Sans"/>
              <a:sym typeface="Gill Sans"/>
            </a:endParaRPr>
          </a:p>
        </p:txBody>
      </p:sp>
      <p:sp>
        <p:nvSpPr>
          <p:cNvPr id="511" name="Google Shape;511;p68"/>
          <p:cNvSpPr txBox="1"/>
          <p:nvPr/>
        </p:nvSpPr>
        <p:spPr>
          <a:xfrm>
            <a:off x="3486150" y="4218385"/>
            <a:ext cx="2171700" cy="2047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512" name="Google Shape;512;p68"/>
          <p:cNvSpPr txBox="1">
            <a:spLocks noGrp="1"/>
          </p:cNvSpPr>
          <p:nvPr>
            <p:ph type="ctrTitle"/>
          </p:nvPr>
        </p:nvSpPr>
        <p:spPr>
          <a:xfrm>
            <a:off x="1485900" y="15050"/>
            <a:ext cx="7406640" cy="777907"/>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Example of Security Concerns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69"/>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18" name="Google Shape;518;p69"/>
          <p:cNvSpPr txBox="1"/>
          <p:nvPr/>
        </p:nvSpPr>
        <p:spPr>
          <a:xfrm>
            <a:off x="1371600" y="900113"/>
            <a:ext cx="7620000" cy="3450431"/>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rgbClr val="000000"/>
              </a:buClr>
              <a:buSzPts val="2800"/>
              <a:buFont typeface="Arial"/>
              <a:buChar char="•"/>
            </a:pPr>
            <a:r>
              <a:rPr lang="en-US" sz="2800" b="0" i="0" u="none" strike="noStrike" cap="none" dirty="0">
                <a:solidFill>
                  <a:srgbClr val="000000"/>
                </a:solidFill>
                <a:latin typeface="Gill Sans"/>
                <a:ea typeface="Gill Sans"/>
                <a:cs typeface="Gill Sans"/>
                <a:sym typeface="Gill Sans"/>
              </a:rPr>
              <a:t>The problem with security testing is that security-related bugs are not as obvious as other types of bugs.</a:t>
            </a:r>
            <a:endParaRPr sz="2800" b="0" i="0" u="none" strike="noStrike" cap="none" dirty="0">
              <a:solidFill>
                <a:schemeClr val="dk1"/>
              </a:solidFill>
              <a:latin typeface="Gill Sans"/>
              <a:ea typeface="Gill Sans"/>
              <a:cs typeface="Gill Sans"/>
              <a:sym typeface="Gill Sans"/>
            </a:endParaRPr>
          </a:p>
          <a:p>
            <a:pPr marL="342900" marR="0" lvl="0" indent="-342900" algn="just" rtl="0">
              <a:spcBef>
                <a:spcPts val="0"/>
              </a:spcBef>
              <a:spcAft>
                <a:spcPts val="0"/>
              </a:spcAft>
              <a:buClr>
                <a:srgbClr val="000000"/>
              </a:buClr>
              <a:buSzPts val="2800"/>
              <a:buFont typeface="Arial"/>
              <a:buChar char="•"/>
            </a:pPr>
            <a:r>
              <a:rPr lang="en-US" sz="2800" b="0" i="0" u="none" strike="noStrike" cap="none" dirty="0">
                <a:solidFill>
                  <a:srgbClr val="000000"/>
                </a:solidFill>
                <a:latin typeface="Gill Sans"/>
                <a:ea typeface="Gill Sans"/>
                <a:cs typeface="Gill Sans"/>
                <a:sym typeface="Gill Sans"/>
              </a:rPr>
              <a:t>It may be possible that the security system has failed and caused the loss of information without the knowledge of loss.</a:t>
            </a:r>
            <a:endParaRPr sz="2800" b="0" i="0" u="none" strike="noStrike" cap="none" dirty="0">
              <a:solidFill>
                <a:schemeClr val="dk1"/>
              </a:solidFill>
              <a:latin typeface="Gill Sans"/>
              <a:ea typeface="Gill Sans"/>
              <a:cs typeface="Gill Sans"/>
              <a:sym typeface="Gill Sans"/>
            </a:endParaRPr>
          </a:p>
          <a:p>
            <a:pPr marL="342900" marR="0" lvl="0" indent="-342900" algn="just" rtl="0">
              <a:spcBef>
                <a:spcPts val="0"/>
              </a:spcBef>
              <a:spcAft>
                <a:spcPts val="0"/>
              </a:spcAft>
              <a:buClr>
                <a:srgbClr val="000000"/>
              </a:buClr>
              <a:buSzPts val="2800"/>
              <a:buFont typeface="Arial"/>
              <a:buChar char="•"/>
            </a:pPr>
            <a:r>
              <a:rPr lang="en-US" sz="2800" b="0" i="0" u="none" strike="noStrike" cap="none" dirty="0">
                <a:solidFill>
                  <a:srgbClr val="000000"/>
                </a:solidFill>
                <a:latin typeface="Gill Sans"/>
                <a:ea typeface="Gill Sans"/>
                <a:cs typeface="Gill Sans"/>
                <a:sym typeface="Gill Sans"/>
              </a:rPr>
              <a:t>Thus, the tester should perform security testing with the goals to identify the bugs that are very difficult to identify.</a:t>
            </a:r>
            <a:endParaRPr sz="2800" b="0" i="0" u="none" strike="noStrike" cap="none" dirty="0">
              <a:solidFill>
                <a:schemeClr val="dk1"/>
              </a:solidFill>
              <a:latin typeface="Gill Sans"/>
              <a:ea typeface="Gill Sans"/>
              <a:cs typeface="Gill Sans"/>
              <a:sym typeface="Gill Sans"/>
            </a:endParaRPr>
          </a:p>
        </p:txBody>
      </p:sp>
      <p:sp>
        <p:nvSpPr>
          <p:cNvPr id="519" name="Google Shape;519;p69"/>
          <p:cNvSpPr txBox="1">
            <a:spLocks noGrp="1"/>
          </p:cNvSpPr>
          <p:nvPr>
            <p:ph type="ctrTitle"/>
          </p:nvPr>
        </p:nvSpPr>
        <p:spPr>
          <a:xfrm>
            <a:off x="1371600" y="-145147"/>
            <a:ext cx="7406640" cy="942866"/>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Security Concerns   	cont…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What is a vulnerability?</a:t>
            </a:r>
            <a:br>
              <a:rPr lang="en-US" b="1" dirty="0"/>
            </a:br>
            <a:endParaRPr lang="en-US" dirty="0"/>
          </a:p>
        </p:txBody>
      </p:sp>
      <p:sp>
        <p:nvSpPr>
          <p:cNvPr id="4" name="TextBox 3"/>
          <p:cNvSpPr txBox="1"/>
          <p:nvPr/>
        </p:nvSpPr>
        <p:spPr>
          <a:xfrm>
            <a:off x="1093694" y="1075037"/>
            <a:ext cx="7548282" cy="3539430"/>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Gill Sans"/>
                <a:ea typeface="Gill Sans"/>
                <a:cs typeface="Gill Sans"/>
              </a:rPr>
              <a:t>A vulnerability is a hole or a weakness in the application, which can be a design flaw or an implementation bug, that allows an attacker to </a:t>
            </a:r>
            <a:r>
              <a:rPr lang="en-US" sz="2800" dirty="0" smtClean="0">
                <a:latin typeface="Gill Sans"/>
                <a:ea typeface="Gill Sans"/>
                <a:cs typeface="Gill Sans"/>
              </a:rPr>
              <a:t>exploit / cause </a:t>
            </a:r>
            <a:r>
              <a:rPr lang="en-US" sz="2800" dirty="0">
                <a:latin typeface="Gill Sans"/>
                <a:ea typeface="Gill Sans"/>
                <a:cs typeface="Gill Sans"/>
              </a:rPr>
              <a:t>harm to the stakeholders of an application. </a:t>
            </a:r>
            <a:endParaRPr lang="en-US" sz="2800" dirty="0" smtClean="0">
              <a:latin typeface="Gill Sans"/>
              <a:ea typeface="Gill Sans"/>
              <a:cs typeface="Gill Sans"/>
            </a:endParaRPr>
          </a:p>
          <a:p>
            <a:pPr marL="457200" indent="-457200" algn="just">
              <a:buFont typeface="Arial" panose="020B0604020202020204" pitchFamily="34" charset="0"/>
              <a:buChar char="•"/>
            </a:pPr>
            <a:r>
              <a:rPr lang="en-US" sz="2800" dirty="0" smtClean="0">
                <a:latin typeface="Gill Sans"/>
                <a:ea typeface="Gill Sans"/>
                <a:cs typeface="Gill Sans"/>
              </a:rPr>
              <a:t>Stakeholders </a:t>
            </a:r>
            <a:r>
              <a:rPr lang="en-US" sz="2800" dirty="0">
                <a:latin typeface="Gill Sans"/>
                <a:ea typeface="Gill Sans"/>
                <a:cs typeface="Gill Sans"/>
              </a:rPr>
              <a:t>include the application owner, application users, and other entities that rely on the application.</a:t>
            </a:r>
          </a:p>
        </p:txBody>
      </p:sp>
    </p:spTree>
    <p:extLst>
      <p:ext uri="{BB962C8B-B14F-4D97-AF65-F5344CB8AC3E}">
        <p14:creationId xmlns:p14="http://schemas.microsoft.com/office/powerpoint/2010/main" val="362004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61246" y="269922"/>
            <a:ext cx="7377953" cy="725160"/>
          </a:xfrm>
        </p:spPr>
        <p:txBody>
          <a:bodyPr>
            <a:noAutofit/>
          </a:bodyPr>
          <a:lstStyle/>
          <a:p>
            <a:r>
              <a:rPr lang="en-US" sz="2400" b="1" dirty="0"/>
              <a:t>OWASP Top 10 Vulnerabilities </a:t>
            </a:r>
            <a:r>
              <a:rPr lang="en-US" sz="2400" b="1" dirty="0" smtClean="0"/>
              <a:t/>
            </a:r>
            <a:br>
              <a:rPr lang="en-US" sz="2400" b="1" dirty="0" smtClean="0"/>
            </a:br>
            <a:r>
              <a:rPr lang="en-US" sz="2400" b="1" dirty="0" smtClean="0"/>
              <a:t>( </a:t>
            </a:r>
            <a:r>
              <a:rPr lang="en-US" sz="2400" b="1" dirty="0"/>
              <a:t>Released in 2025 )</a:t>
            </a:r>
          </a:p>
        </p:txBody>
      </p:sp>
      <p:sp>
        <p:nvSpPr>
          <p:cNvPr id="4" name="TextBox 3"/>
          <p:cNvSpPr txBox="1"/>
          <p:nvPr/>
        </p:nvSpPr>
        <p:spPr>
          <a:xfrm>
            <a:off x="1165413" y="1165413"/>
            <a:ext cx="7270376" cy="3447098"/>
          </a:xfrm>
          <a:prstGeom prst="rect">
            <a:avLst/>
          </a:prstGeom>
          <a:noFill/>
        </p:spPr>
        <p:txBody>
          <a:bodyPr wrap="square" rtlCol="0">
            <a:spAutoFit/>
          </a:bodyPr>
          <a:lstStyle/>
          <a:p>
            <a:r>
              <a:rPr lang="en-US" b="1" dirty="0"/>
              <a:t>A01:2025 Broken Access </a:t>
            </a:r>
            <a:r>
              <a:rPr lang="en-US" b="1" dirty="0" smtClean="0"/>
              <a:t>Control:</a:t>
            </a:r>
          </a:p>
          <a:p>
            <a:r>
              <a:rPr lang="en-US" sz="1200" dirty="0" smtClean="0"/>
              <a:t>It is </a:t>
            </a:r>
            <a:r>
              <a:rPr lang="en-US" sz="1200" dirty="0"/>
              <a:t>a web security vulnerability that arises when an application fails to enforce restrictions on user permissions, allowing attackers to access data or perform actions beyond their authorized rights</a:t>
            </a:r>
            <a:r>
              <a:rPr lang="en-US" sz="1200" dirty="0" smtClean="0"/>
              <a:t>.</a:t>
            </a:r>
          </a:p>
          <a:p>
            <a:endParaRPr lang="en-US" sz="1200" b="1" dirty="0"/>
          </a:p>
          <a:p>
            <a:r>
              <a:rPr lang="en-US" sz="1200" b="1" dirty="0"/>
              <a:t>A02:2025 Security </a:t>
            </a:r>
            <a:r>
              <a:rPr lang="en-US" sz="1200" b="1" dirty="0" smtClean="0"/>
              <a:t>Misconfiguration:</a:t>
            </a:r>
          </a:p>
          <a:p>
            <a:r>
              <a:rPr lang="en-US" sz="1200" dirty="0"/>
              <a:t>Security misconfiguration is when a system, application, or cloud service is set up incorrectly from a security perspective, creating vulnerabilities</a:t>
            </a:r>
            <a:r>
              <a:rPr lang="en-US" sz="1200" dirty="0" smtClean="0"/>
              <a:t>.</a:t>
            </a:r>
          </a:p>
          <a:p>
            <a:r>
              <a:rPr lang="en-US" sz="1200" b="1" dirty="0" smtClean="0"/>
              <a:t> </a:t>
            </a:r>
            <a:endParaRPr lang="en-US" sz="1200" b="1" dirty="0"/>
          </a:p>
          <a:p>
            <a:r>
              <a:rPr lang="en-US" sz="1200" b="1" dirty="0"/>
              <a:t>A03:2025 Software Supply Chain Failures </a:t>
            </a:r>
            <a:r>
              <a:rPr lang="en-US" sz="1200" b="1" dirty="0" smtClean="0"/>
              <a:t>:</a:t>
            </a:r>
            <a:endParaRPr lang="en-US" sz="1200" b="1" dirty="0"/>
          </a:p>
          <a:p>
            <a:r>
              <a:rPr lang="en-US" sz="1200" dirty="0"/>
              <a:t>Software supply chain failures are breakdowns or other compromises in the process of building, distributing, or updating software. They are often caused by vulnerabilities or malicious changes in third-party code, tools, or other dependencies that the system relies on</a:t>
            </a:r>
            <a:r>
              <a:rPr lang="en-US" sz="1200" dirty="0" smtClean="0"/>
              <a:t>.</a:t>
            </a:r>
          </a:p>
          <a:p>
            <a:endParaRPr lang="en-US" sz="1200" b="1" dirty="0"/>
          </a:p>
          <a:p>
            <a:r>
              <a:rPr lang="en-US" sz="1200" b="1" dirty="0"/>
              <a:t>A04:2025 Cryptographic </a:t>
            </a:r>
            <a:r>
              <a:rPr lang="en-US" sz="1200" b="1" dirty="0" smtClean="0"/>
              <a:t>Failures: </a:t>
            </a:r>
            <a:endParaRPr lang="en-US" sz="1200" b="1" dirty="0"/>
          </a:p>
          <a:p>
            <a:r>
              <a:rPr lang="en-US" sz="1200" b="1" dirty="0"/>
              <a:t>C</a:t>
            </a:r>
            <a:r>
              <a:rPr lang="en-US" sz="1200" b="1" dirty="0" smtClean="0"/>
              <a:t>ryptographic </a:t>
            </a:r>
            <a:r>
              <a:rPr lang="en-US" sz="1200" b="1" dirty="0"/>
              <a:t>Failures</a:t>
            </a:r>
            <a:r>
              <a:rPr lang="en-US" sz="1200" dirty="0"/>
              <a:t> refer to weaknesses or errors in the implementation, configuration, or use of cryptographic systems, leading to potential data breaches, loss of integrity, or unauthorized access</a:t>
            </a:r>
            <a:r>
              <a:rPr lang="en-US" sz="1200" dirty="0" smtClean="0"/>
              <a:t>.</a:t>
            </a:r>
          </a:p>
          <a:p>
            <a:endParaRPr lang="en-US" sz="1200" b="1" dirty="0"/>
          </a:p>
          <a:p>
            <a:endParaRPr lang="en-US" sz="1200" b="1" dirty="0"/>
          </a:p>
        </p:txBody>
      </p:sp>
    </p:spTree>
    <p:extLst>
      <p:ext uri="{BB962C8B-B14F-4D97-AF65-F5344CB8AC3E}">
        <p14:creationId xmlns:p14="http://schemas.microsoft.com/office/powerpoint/2010/main" val="3800221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10235" y="215153"/>
            <a:ext cx="7539318" cy="4524315"/>
          </a:xfrm>
          <a:prstGeom prst="rect">
            <a:avLst/>
          </a:prstGeom>
          <a:noFill/>
        </p:spPr>
        <p:txBody>
          <a:bodyPr wrap="square" rtlCol="0">
            <a:spAutoFit/>
          </a:bodyPr>
          <a:lstStyle/>
          <a:p>
            <a:r>
              <a:rPr lang="en-US" b="1" dirty="0"/>
              <a:t>A05:2025 Injection </a:t>
            </a:r>
            <a:r>
              <a:rPr lang="en-US" b="1" dirty="0" smtClean="0"/>
              <a:t>:</a:t>
            </a:r>
            <a:endParaRPr lang="en-US" b="1" dirty="0"/>
          </a:p>
          <a:p>
            <a:r>
              <a:rPr lang="en-US" sz="1200" dirty="0"/>
              <a:t>An injection vulnerability is an application flaw that allows untrusted user input to be sent to an interpreter (e.g. a browser, database, the command line) and causes the interpreter to execute parts of that input as commands</a:t>
            </a:r>
            <a:r>
              <a:rPr lang="en-US" dirty="0"/>
              <a:t>. </a:t>
            </a:r>
            <a:endParaRPr lang="en-US" dirty="0" smtClean="0"/>
          </a:p>
          <a:p>
            <a:r>
              <a:rPr lang="en-US" b="1" dirty="0" smtClean="0"/>
              <a:t>A06:2025 </a:t>
            </a:r>
            <a:r>
              <a:rPr lang="en-US" b="1" dirty="0"/>
              <a:t>Insecure Design </a:t>
            </a:r>
            <a:r>
              <a:rPr lang="en-US" b="1" dirty="0" smtClean="0"/>
              <a:t>:</a:t>
            </a:r>
            <a:endParaRPr lang="en-US" b="1" dirty="0"/>
          </a:p>
          <a:p>
            <a:r>
              <a:rPr lang="en-US" sz="1200" dirty="0"/>
              <a:t>Insecure design is a broad category representing different weaknesses, expressed as “missing or ineffective control design</a:t>
            </a:r>
            <a:r>
              <a:rPr lang="en-US" sz="1200" dirty="0" smtClean="0"/>
              <a:t>.”</a:t>
            </a:r>
          </a:p>
          <a:p>
            <a:r>
              <a:rPr lang="en-US" sz="1200" b="1" dirty="0" smtClean="0"/>
              <a:t>A07:2025 </a:t>
            </a:r>
            <a:r>
              <a:rPr lang="en-US" sz="1200" b="1" dirty="0"/>
              <a:t>Authentication </a:t>
            </a:r>
            <a:r>
              <a:rPr lang="en-US" sz="1200" b="1" dirty="0" smtClean="0"/>
              <a:t>Failures:</a:t>
            </a:r>
            <a:endParaRPr lang="en-US" sz="1200" b="1" dirty="0"/>
          </a:p>
          <a:p>
            <a:r>
              <a:rPr lang="en-US" sz="1200" dirty="0"/>
              <a:t>When an attacker is able to trick a system into recognizing an invalid or incorrect user as legitimate, this vulnerability is present</a:t>
            </a:r>
            <a:r>
              <a:rPr lang="en-US" sz="1200" dirty="0" smtClean="0"/>
              <a:t>.</a:t>
            </a:r>
          </a:p>
          <a:p>
            <a:r>
              <a:rPr lang="en-US" sz="1200" b="1" dirty="0" smtClean="0"/>
              <a:t>A08:2025 </a:t>
            </a:r>
            <a:r>
              <a:rPr lang="en-US" sz="1200" b="1" dirty="0"/>
              <a:t>Software or Data Integrity </a:t>
            </a:r>
            <a:r>
              <a:rPr lang="en-US" sz="1200" b="1" dirty="0" smtClean="0"/>
              <a:t>Failures:</a:t>
            </a:r>
            <a:endParaRPr lang="en-US" sz="1200" b="1" dirty="0"/>
          </a:p>
          <a:p>
            <a:r>
              <a:rPr lang="en-US" sz="1200" dirty="0"/>
              <a:t>Software and data integrity failures relate to code and infrastructure that does not protect against invalid or untrusted code or data being treated as trusted and valid. An example of this is where an application relies upon plugins, libraries, or modules from untrusted sources, repositories, and content delivery networks (CDNs). An insecure CI/CD pipeline without consuming and providing software integrity checks can introduce the potential for unauthorized access, insecure or malicious code, or system compromise</a:t>
            </a:r>
            <a:r>
              <a:rPr lang="en-US" sz="1200" dirty="0" smtClean="0"/>
              <a:t>.</a:t>
            </a:r>
          </a:p>
          <a:p>
            <a:r>
              <a:rPr lang="en-US" sz="1200" b="1" dirty="0" smtClean="0"/>
              <a:t>A09:2025 </a:t>
            </a:r>
            <a:r>
              <a:rPr lang="en-US" sz="1200" b="1" dirty="0"/>
              <a:t>Security Logging &amp; Alerting </a:t>
            </a:r>
            <a:r>
              <a:rPr lang="en-US" sz="1200" b="1" dirty="0" smtClean="0"/>
              <a:t>Failures:</a:t>
            </a:r>
            <a:endParaRPr lang="en-US" sz="1200" b="1" dirty="0"/>
          </a:p>
          <a:p>
            <a:r>
              <a:rPr lang="en-US" sz="1200" dirty="0"/>
              <a:t>Without logging and monitoring, attacks and breaches cannot be detected, and without alerting it is very difficult to respond quickly and effectively during a security </a:t>
            </a:r>
            <a:r>
              <a:rPr lang="en-US" sz="1200" dirty="0" smtClean="0"/>
              <a:t>incident.</a:t>
            </a:r>
          </a:p>
          <a:p>
            <a:r>
              <a:rPr lang="en-US" sz="1200" b="1" dirty="0" smtClean="0"/>
              <a:t>A10:2025 </a:t>
            </a:r>
            <a:r>
              <a:rPr lang="en-US" sz="1200" b="1" dirty="0"/>
              <a:t>Mishandling of Exceptional </a:t>
            </a:r>
            <a:r>
              <a:rPr lang="en-US" sz="1200" b="1" dirty="0" smtClean="0"/>
              <a:t>Conditions:</a:t>
            </a:r>
            <a:endParaRPr lang="en-US" sz="1200" b="1" dirty="0"/>
          </a:p>
          <a:p>
            <a:r>
              <a:rPr lang="en-US" sz="1200" dirty="0"/>
              <a:t>Mishandling exceptional conditions in software happens when programs fail to prevent, detect, and respond to unusual and unpredictable situations, which leads to crashes, unexpected behavior, and sometimes vulnerabilities.</a:t>
            </a:r>
          </a:p>
        </p:txBody>
      </p:sp>
    </p:spTree>
    <p:extLst>
      <p:ext uri="{BB962C8B-B14F-4D97-AF65-F5344CB8AC3E}">
        <p14:creationId xmlns:p14="http://schemas.microsoft.com/office/powerpoint/2010/main" val="2724321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70"/>
          <p:cNvSpPr txBox="1"/>
          <p:nvPr/>
        </p:nvSpPr>
        <p:spPr>
          <a:xfrm>
            <a:off x="714936" y="1440657"/>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25" name="Google Shape;525;p70"/>
          <p:cNvSpPr txBox="1"/>
          <p:nvPr/>
        </p:nvSpPr>
        <p:spPr>
          <a:xfrm>
            <a:off x="1371600" y="985838"/>
            <a:ext cx="7520940" cy="3373041"/>
          </a:xfrm>
          <a:prstGeom prst="rect">
            <a:avLst/>
          </a:prstGeom>
          <a:noFill/>
          <a:ln>
            <a:noFill/>
          </a:ln>
        </p:spPr>
        <p:txBody>
          <a:bodyPr spcFirstLastPara="1" wrap="square" lIns="91425" tIns="45700" rIns="91425" bIns="45700" anchor="t" anchorCtr="0">
            <a:noAutofit/>
          </a:bodyPr>
          <a:lstStyle/>
          <a:p>
            <a:pPr marL="800100" marR="0" lvl="1" indent="-342900" algn="just" rtl="0">
              <a:spcBef>
                <a:spcPts val="0"/>
              </a:spcBef>
              <a:spcAft>
                <a:spcPts val="0"/>
              </a:spcAft>
              <a:buClr>
                <a:srgbClr val="000000"/>
              </a:buClr>
              <a:buSzPts val="2400"/>
              <a:buFont typeface="Arial"/>
              <a:buChar char="•"/>
            </a:pPr>
            <a:r>
              <a:rPr lang="en-US" sz="2400" b="0" i="0" u="none" strike="noStrike" cap="none" dirty="0" smtClean="0">
                <a:solidFill>
                  <a:srgbClr val="000000"/>
                </a:solidFill>
                <a:latin typeface="Gill Sans"/>
                <a:ea typeface="Gill Sans"/>
                <a:cs typeface="Gill Sans"/>
                <a:sym typeface="Gill Sans"/>
              </a:rPr>
              <a:t>Vulnerability </a:t>
            </a:r>
            <a:r>
              <a:rPr lang="en-US" sz="2400" b="0" i="0" u="none" strike="noStrike" cap="none" dirty="0">
                <a:solidFill>
                  <a:srgbClr val="000000"/>
                </a:solidFill>
                <a:latin typeface="Gill Sans"/>
                <a:ea typeface="Gill Sans"/>
                <a:cs typeface="Gill Sans"/>
                <a:sym typeface="Gill Sans"/>
              </a:rPr>
              <a:t>is an error that an attacker can exploit.</a:t>
            </a:r>
            <a:endParaRPr sz="2400" b="0" i="0" u="none" strike="noStrike" cap="none" dirty="0">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dirty="0">
                <a:solidFill>
                  <a:srgbClr val="000000"/>
                </a:solidFill>
                <a:latin typeface="Gill Sans"/>
                <a:ea typeface="Gill Sans"/>
                <a:cs typeface="Gill Sans"/>
                <a:sym typeface="Gill Sans"/>
              </a:rPr>
              <a:t>Security vulnerabilities are of the following types:</a:t>
            </a:r>
            <a:endParaRPr sz="2400" b="0" i="0" u="none" strike="noStrike" cap="none" dirty="0">
              <a:solidFill>
                <a:schemeClr val="dk1"/>
              </a:solidFill>
              <a:latin typeface="Gill Sans"/>
              <a:ea typeface="Gill Sans"/>
              <a:cs typeface="Gill Sans"/>
              <a:sym typeface="Gill Sans"/>
            </a:endParaRPr>
          </a:p>
          <a:p>
            <a:pPr marL="1257300" marR="0" lvl="2" indent="-342900" algn="just" rtl="0">
              <a:spcBef>
                <a:spcPts val="0"/>
              </a:spcBef>
              <a:spcAft>
                <a:spcPts val="0"/>
              </a:spcAft>
              <a:buClr>
                <a:srgbClr val="000000"/>
              </a:buClr>
              <a:buSzPts val="2000"/>
              <a:buFont typeface="Arial"/>
              <a:buChar char="•"/>
            </a:pPr>
            <a:r>
              <a:rPr lang="en-US" sz="2000" b="0" i="0" u="none" strike="noStrike" cap="none" dirty="0">
                <a:solidFill>
                  <a:srgbClr val="000000"/>
                </a:solidFill>
                <a:latin typeface="Gill Sans"/>
                <a:ea typeface="Gill Sans"/>
                <a:cs typeface="Gill Sans"/>
                <a:sym typeface="Gill Sans"/>
              </a:rPr>
              <a:t>Bugs at the implementation level, such as local implementation errors or inter-procedural interface errors.</a:t>
            </a:r>
            <a:endParaRPr sz="2000" b="0" i="0" u="none" strike="noStrike" cap="none" dirty="0">
              <a:solidFill>
                <a:schemeClr val="dk1"/>
              </a:solidFill>
              <a:latin typeface="Gill Sans"/>
              <a:ea typeface="Gill Sans"/>
              <a:cs typeface="Gill Sans"/>
              <a:sym typeface="Gill Sans"/>
            </a:endParaRPr>
          </a:p>
          <a:p>
            <a:pPr marL="1257300" marR="0" lvl="2" indent="-342900" algn="just" rtl="0">
              <a:spcBef>
                <a:spcPts val="0"/>
              </a:spcBef>
              <a:spcAft>
                <a:spcPts val="0"/>
              </a:spcAft>
              <a:buClr>
                <a:srgbClr val="000000"/>
              </a:buClr>
              <a:buSzPts val="2000"/>
              <a:buFont typeface="Arial"/>
              <a:buChar char="•"/>
            </a:pPr>
            <a:r>
              <a:rPr lang="en-US" sz="2000" b="0" i="0" u="none" strike="noStrike" cap="none" dirty="0">
                <a:solidFill>
                  <a:srgbClr val="000000"/>
                </a:solidFill>
                <a:latin typeface="Gill Sans"/>
                <a:ea typeface="Gill Sans"/>
                <a:cs typeface="Gill Sans"/>
                <a:sym typeface="Gill Sans"/>
              </a:rPr>
              <a:t>Design level mistakes.</a:t>
            </a:r>
            <a:endParaRPr sz="2000" b="0" i="0" u="none" strike="noStrike" cap="none" dirty="0">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dirty="0">
                <a:solidFill>
                  <a:srgbClr val="000000"/>
                </a:solidFill>
                <a:latin typeface="Gill Sans"/>
                <a:ea typeface="Gill Sans"/>
                <a:cs typeface="Gill Sans"/>
                <a:sym typeface="Gill Sans"/>
              </a:rPr>
              <a:t>Design level vulnerabilities are the hardest defect category to handle, but they are also the most prevalent and critical.</a:t>
            </a:r>
            <a:endParaRPr sz="2400" b="0" i="0" u="none" strike="noStrike" cap="none" dirty="0">
              <a:solidFill>
                <a:schemeClr val="dk1"/>
              </a:solidFill>
              <a:latin typeface="Gill Sans"/>
              <a:ea typeface="Gill Sans"/>
              <a:cs typeface="Gill Sans"/>
              <a:sym typeface="Gill Sans"/>
            </a:endParaRPr>
          </a:p>
        </p:txBody>
      </p:sp>
      <p:sp>
        <p:nvSpPr>
          <p:cNvPr id="526" name="Google Shape;526;p70"/>
          <p:cNvSpPr txBox="1">
            <a:spLocks noGrp="1"/>
          </p:cNvSpPr>
          <p:nvPr>
            <p:ph type="ctrTitle"/>
          </p:nvPr>
        </p:nvSpPr>
        <p:spPr>
          <a:xfrm>
            <a:off x="1485900" y="-95309"/>
            <a:ext cx="7406640" cy="893028"/>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dirty="0"/>
              <a:t>Software Vulnerability</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71"/>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32" name="Google Shape;532;p71"/>
          <p:cNvSpPr txBox="1"/>
          <p:nvPr/>
        </p:nvSpPr>
        <p:spPr>
          <a:xfrm>
            <a:off x="1371600" y="1088232"/>
            <a:ext cx="7520940" cy="3412331"/>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Unfortunately, ascertaining whether a program has design level vulnerabilities requires great expertise</a:t>
            </a:r>
            <a:endParaRPr sz="1350" b="0" i="0" u="none" strike="noStrike" cap="none">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100"/>
              <a:buFont typeface="Arial"/>
              <a:buChar char="•"/>
            </a:pPr>
            <a:r>
              <a:rPr lang="en-US" sz="2100" b="0" i="0" u="none" strike="noStrike" cap="none">
                <a:solidFill>
                  <a:srgbClr val="000000"/>
                </a:solidFill>
                <a:latin typeface="Gill Sans"/>
                <a:ea typeface="Gill Sans"/>
                <a:cs typeface="Gill Sans"/>
                <a:sym typeface="Gill Sans"/>
              </a:rPr>
              <a:t>which makes finding not only difficult but particularly hard to automate.</a:t>
            </a:r>
            <a:endParaRPr sz="1350" b="0" i="0" u="none" strike="noStrike" cap="none">
              <a:solidFill>
                <a:schemeClr val="dk1"/>
              </a:solidFill>
              <a:latin typeface="Gill Sans"/>
              <a:ea typeface="Gill Sans"/>
              <a:cs typeface="Gill Sans"/>
              <a:sym typeface="Gill Sans"/>
            </a:endParaRPr>
          </a:p>
          <a:p>
            <a:pPr marL="342900" marR="0" lvl="0"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Examples: problem in error handling, unprotected data channels, incorrect or missing access control mechanisms, and timing errors especially in multithreaded systems.</a:t>
            </a:r>
            <a:endParaRPr sz="1350" b="0" i="0" u="none" strike="noStrike" cap="none">
              <a:solidFill>
                <a:schemeClr val="dk1"/>
              </a:solidFill>
              <a:latin typeface="Gill Sans"/>
              <a:ea typeface="Gill Sans"/>
              <a:cs typeface="Gill Sans"/>
              <a:sym typeface="Gill Sans"/>
            </a:endParaRPr>
          </a:p>
        </p:txBody>
      </p:sp>
      <p:sp>
        <p:nvSpPr>
          <p:cNvPr id="533" name="Google Shape;533;p71"/>
          <p:cNvSpPr txBox="1">
            <a:spLocks noGrp="1"/>
          </p:cNvSpPr>
          <p:nvPr>
            <p:ph type="ctrTitle"/>
          </p:nvPr>
        </p:nvSpPr>
        <p:spPr>
          <a:xfrm>
            <a:off x="1485900" y="-15906"/>
            <a:ext cx="7406640" cy="813625"/>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Software Vulnerability cont…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1624" y="215153"/>
            <a:ext cx="7817223" cy="4185761"/>
          </a:xfrm>
          <a:prstGeom prst="rect">
            <a:avLst/>
          </a:prstGeom>
          <a:noFill/>
          <a:ln>
            <a:solidFill>
              <a:schemeClr val="accent1"/>
            </a:solidFill>
          </a:ln>
        </p:spPr>
        <p:txBody>
          <a:bodyPr wrap="square" rtlCol="0">
            <a:spAutoFit/>
          </a:bodyPr>
          <a:lstStyle/>
          <a:p>
            <a:r>
              <a:rPr lang="en-US" b="1" dirty="0"/>
              <a:t>What </a:t>
            </a:r>
            <a:r>
              <a:rPr lang="en-US" b="1" dirty="0" smtClean="0"/>
              <a:t>is zero-day </a:t>
            </a:r>
            <a:r>
              <a:rPr lang="en-US" b="1" dirty="0"/>
              <a:t>vulnerability</a:t>
            </a:r>
            <a:r>
              <a:rPr lang="en-US" b="1" dirty="0" smtClean="0"/>
              <a:t>?</a:t>
            </a:r>
          </a:p>
          <a:p>
            <a:r>
              <a:rPr lang="en-US" dirty="0"/>
              <a:t>A zero-day vulnerability is a software security flaw unknown to the vendor, meaning there's "zero days" for them to fix it, allowing attackers to exploit it before a patch exists, creating a critical window for attacks, data theft, or system compromise, as defenses aren't ready. Attackers discover the flaw, create an exploit (malicious code) to use it, and launch attacks before developers can release a fix, making these threats highly dangerous</a:t>
            </a:r>
            <a:r>
              <a:rPr lang="en-US" dirty="0" smtClean="0"/>
              <a:t>.</a:t>
            </a:r>
          </a:p>
          <a:p>
            <a:endParaRPr lang="en-US" dirty="0"/>
          </a:p>
          <a:p>
            <a:r>
              <a:rPr lang="en-US" b="1" dirty="0"/>
              <a:t>Man-in-the-Middle </a:t>
            </a:r>
            <a:r>
              <a:rPr lang="en-US" b="1" dirty="0" smtClean="0"/>
              <a:t>Attack:</a:t>
            </a:r>
            <a:endParaRPr lang="en-US" b="1" dirty="0"/>
          </a:p>
          <a:p>
            <a:r>
              <a:rPr lang="en-US" b="1" dirty="0"/>
              <a:t>A man-in-the-middle (</a:t>
            </a:r>
            <a:r>
              <a:rPr lang="en-US" b="1" dirty="0" err="1"/>
              <a:t>MitM</a:t>
            </a:r>
            <a:r>
              <a:rPr lang="en-US" b="1" dirty="0"/>
              <a:t>) attack</a:t>
            </a:r>
            <a:r>
              <a:rPr lang="en-US" dirty="0"/>
              <a:t> is a form of cyberattack in which criminals exploiting weak web-based protocols insert themselves between entities in a communication channel to steal data. </a:t>
            </a:r>
          </a:p>
          <a:p>
            <a:r>
              <a:rPr lang="en-US" dirty="0"/>
              <a:t>None of the parties sending email, texting, or chatting on a video call are aware that an attacker has inserted their presence into the conversation and that the attacker is stealing their data</a:t>
            </a:r>
            <a:r>
              <a:rPr lang="en-US" dirty="0" smtClean="0"/>
              <a:t>.</a:t>
            </a:r>
          </a:p>
          <a:p>
            <a:r>
              <a:rPr lang="en-US" dirty="0"/>
              <a:t> </a:t>
            </a:r>
          </a:p>
          <a:p>
            <a:r>
              <a:rPr lang="en-US" dirty="0"/>
              <a:t>While most cyberattacks are silent and carried out without the victims' knowledge, some </a:t>
            </a:r>
            <a:r>
              <a:rPr lang="en-US" dirty="0" err="1"/>
              <a:t>MitM</a:t>
            </a:r>
            <a:r>
              <a:rPr lang="en-US" dirty="0"/>
              <a:t> attacks are the opposite. They might include a bot generating believable text messages, impersonating a person's voice on a call, or spoofing an entire communications system to scrape data the attacker thinks is important from participants' devices.</a:t>
            </a:r>
          </a:p>
          <a:p>
            <a:endParaRPr lang="en-US" dirty="0"/>
          </a:p>
        </p:txBody>
      </p:sp>
    </p:spTree>
    <p:extLst>
      <p:ext uri="{BB962C8B-B14F-4D97-AF65-F5344CB8AC3E}">
        <p14:creationId xmlns:p14="http://schemas.microsoft.com/office/powerpoint/2010/main" val="3273507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72"/>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39" name="Google Shape;539;p72"/>
          <p:cNvSpPr txBox="1"/>
          <p:nvPr/>
        </p:nvSpPr>
        <p:spPr>
          <a:xfrm>
            <a:off x="1066800" y="797719"/>
            <a:ext cx="7924800" cy="4060031"/>
          </a:xfrm>
          <a:prstGeom prst="rect">
            <a:avLst/>
          </a:prstGeom>
          <a:noFill/>
          <a:ln>
            <a:noFill/>
          </a:ln>
        </p:spPr>
        <p:txBody>
          <a:bodyPr spcFirstLastPara="1" wrap="square" lIns="91425" tIns="45700" rIns="91425" bIns="45700" anchor="t" anchorCtr="0">
            <a:noAutofit/>
          </a:bodyPr>
          <a:lstStyle/>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Testers must use a risk based approach, grounded in both the system’s architectural reality and the attacker’s mindset, </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to gauge software security adequately.</a:t>
            </a:r>
            <a:endParaRPr sz="1400" b="0" i="0" u="none" strike="noStrike" cap="none">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By identifying risks and potential loss associated with those risks in the system and creating tests driven by those risks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The tester can focus on areas of code in which an attack is likely to succeed.</a:t>
            </a:r>
            <a:endParaRPr sz="1400" b="0" i="0" u="none" strike="noStrike" cap="none">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Therefore, risk analysis can help in identifying potential security problems.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Once identified and ranked, can help in security testing.</a:t>
            </a:r>
            <a:endParaRPr sz="1400" b="0" i="0" u="none" strike="noStrike" cap="none">
              <a:solidFill>
                <a:schemeClr val="dk1"/>
              </a:solidFill>
              <a:latin typeface="Gill Sans"/>
              <a:ea typeface="Gill Sans"/>
              <a:cs typeface="Gill Sans"/>
              <a:sym typeface="Gill Sans"/>
            </a:endParaRPr>
          </a:p>
        </p:txBody>
      </p:sp>
      <p:sp>
        <p:nvSpPr>
          <p:cNvPr id="540" name="Google Shape;540;p72"/>
          <p:cNvSpPr txBox="1">
            <a:spLocks noGrp="1"/>
          </p:cNvSpPr>
          <p:nvPr>
            <p:ph type="ctrTitle"/>
          </p:nvPr>
        </p:nvSpPr>
        <p:spPr>
          <a:xfrm>
            <a:off x="1325880" y="-325469"/>
            <a:ext cx="7406640" cy="1104138"/>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How to Perform Security Testing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3"/>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46" name="Google Shape;546;p73"/>
          <p:cNvSpPr txBox="1"/>
          <p:nvPr/>
        </p:nvSpPr>
        <p:spPr>
          <a:xfrm>
            <a:off x="1428750" y="1010840"/>
            <a:ext cx="7406640" cy="3770709"/>
          </a:xfrm>
          <a:prstGeom prst="rect">
            <a:avLst/>
          </a:prstGeom>
          <a:noFill/>
          <a:ln>
            <a:noFill/>
          </a:ln>
        </p:spPr>
        <p:txBody>
          <a:bodyPr spcFirstLastPara="1" wrap="square" lIns="91425" tIns="45700" rIns="91425" bIns="45700" anchor="t" anchorCtr="0">
            <a:noAutofit/>
          </a:bodyPr>
          <a:lstStyle/>
          <a:p>
            <a:pPr marL="342900" marR="0" lvl="0" indent="-342900" algn="just" rtl="0">
              <a:spcBef>
                <a:spcPts val="0"/>
              </a:spcBef>
              <a:spcAft>
                <a:spcPts val="0"/>
              </a:spcAft>
              <a:buClr>
                <a:srgbClr val="000000"/>
              </a:buClr>
              <a:buSzPts val="2800"/>
              <a:buFont typeface="Arial"/>
              <a:buChar char="•"/>
            </a:pPr>
            <a:r>
              <a:rPr lang="en-US" sz="2800" b="0" i="0" u="none" strike="noStrike" cap="none">
                <a:solidFill>
                  <a:srgbClr val="000000"/>
                </a:solidFill>
                <a:latin typeface="Gill Sans"/>
                <a:ea typeface="Gill Sans"/>
                <a:cs typeface="Gill Sans"/>
                <a:sym typeface="Gill Sans"/>
              </a:rPr>
              <a:t>Risk management and security testing</a:t>
            </a:r>
            <a:endParaRPr sz="1400" b="0" i="0" u="none" strike="noStrike" cap="none">
              <a:solidFill>
                <a:schemeClr val="dk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Software security practitioners perform many different tasks to manage software risks, including:</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Creating security abuse/misuse cases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Listing normative security requirements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Performing architectural risk analysis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Building risk based security test plans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Wielding static analysis tools</a:t>
            </a:r>
            <a:endParaRPr sz="1400" b="0" i="0" u="none" strike="noStrike" cap="none">
              <a:solidFill>
                <a:schemeClr val="dk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Performing security tests.</a:t>
            </a:r>
            <a:endParaRPr sz="1400" b="0" i="0" u="none" strike="noStrike" cap="none">
              <a:solidFill>
                <a:schemeClr val="dk1"/>
              </a:solidFill>
              <a:latin typeface="Gill Sans"/>
              <a:ea typeface="Gill Sans"/>
              <a:cs typeface="Gill Sans"/>
              <a:sym typeface="Gill Sans"/>
            </a:endParaRPr>
          </a:p>
        </p:txBody>
      </p:sp>
      <p:sp>
        <p:nvSpPr>
          <p:cNvPr id="547" name="Google Shape;547;p73"/>
          <p:cNvSpPr txBox="1">
            <a:spLocks noGrp="1"/>
          </p:cNvSpPr>
          <p:nvPr>
            <p:ph type="ctrTitle"/>
          </p:nvPr>
        </p:nvSpPr>
        <p:spPr>
          <a:xfrm>
            <a:off x="1428750" y="27531"/>
            <a:ext cx="7406640" cy="770188"/>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Risk Management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74"/>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53" name="Google Shape;553;p74"/>
          <p:cNvSpPr txBox="1"/>
          <p:nvPr/>
        </p:nvSpPr>
        <p:spPr>
          <a:xfrm>
            <a:off x="914400" y="971550"/>
            <a:ext cx="8092440" cy="3450431"/>
          </a:xfrm>
          <a:prstGeom prst="rect">
            <a:avLst/>
          </a:prstGeom>
          <a:noFill/>
          <a:ln>
            <a:noFill/>
          </a:ln>
        </p:spPr>
        <p:txBody>
          <a:bodyPr spcFirstLastPara="1" wrap="square" lIns="91425" tIns="45700" rIns="91425" bIns="45700" anchor="t" anchorCtr="0">
            <a:noAutofit/>
          </a:bodyPr>
          <a:lstStyle/>
          <a:p>
            <a:pPr marL="685800" marR="0" lvl="0"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Three tasks, i.e. </a:t>
            </a:r>
            <a:r>
              <a:rPr lang="en-US" sz="2400" b="0" i="0" u="none" strike="noStrike" cap="none">
                <a:solidFill>
                  <a:srgbClr val="FF0000"/>
                </a:solidFill>
                <a:latin typeface="Gill Sans"/>
                <a:ea typeface="Gill Sans"/>
                <a:cs typeface="Gill Sans"/>
                <a:sym typeface="Gill Sans"/>
              </a:rPr>
              <a:t>architectural risk analysis, risk-based security test planning, </a:t>
            </a:r>
            <a:r>
              <a:rPr lang="en-US" sz="2400" b="0" i="0" u="none" strike="noStrike" cap="none">
                <a:solidFill>
                  <a:srgbClr val="000000"/>
                </a:solidFill>
                <a:latin typeface="Gill Sans"/>
                <a:ea typeface="Gill Sans"/>
                <a:cs typeface="Gill Sans"/>
                <a:sym typeface="Gill Sans"/>
              </a:rPr>
              <a:t>and </a:t>
            </a:r>
            <a:r>
              <a:rPr lang="en-US" sz="2400" b="0" i="0" u="none" strike="noStrike" cap="none">
                <a:solidFill>
                  <a:srgbClr val="FF0000"/>
                </a:solidFill>
                <a:latin typeface="Gill Sans"/>
                <a:ea typeface="Gill Sans"/>
                <a:cs typeface="Gill Sans"/>
                <a:sym typeface="Gill Sans"/>
              </a:rPr>
              <a:t>security testing</a:t>
            </a:r>
            <a:r>
              <a:rPr lang="en-US" sz="2400" b="0" i="0" u="none" strike="noStrike" cap="none">
                <a:solidFill>
                  <a:srgbClr val="000000"/>
                </a:solidFill>
                <a:latin typeface="Gill Sans"/>
                <a:ea typeface="Gill Sans"/>
                <a:cs typeface="Gill Sans"/>
                <a:sym typeface="Gill Sans"/>
              </a:rPr>
              <a:t>, are closely linked because a critical aspect of security testing relies on probing security risks.</a:t>
            </a:r>
            <a:endParaRPr sz="2400" b="0" i="0" u="none" strike="noStrike" cap="none">
              <a:solidFill>
                <a:schemeClr val="lt1"/>
              </a:solidFill>
              <a:latin typeface="Gill Sans"/>
              <a:ea typeface="Gill Sans"/>
              <a:cs typeface="Gill Sans"/>
              <a:sym typeface="Gill Sans"/>
            </a:endParaRPr>
          </a:p>
          <a:p>
            <a:pPr marL="685800" marR="0" lvl="0"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Based on design-level risk analysis and ranking of security related risks, security test plans are prepared which guide the security testing.</a:t>
            </a:r>
            <a:endParaRPr sz="2400" b="0" i="0" u="none" strike="noStrike" cap="none">
              <a:solidFill>
                <a:schemeClr val="lt1"/>
              </a:solidFill>
              <a:latin typeface="Gill Sans"/>
              <a:ea typeface="Gill Sans"/>
              <a:cs typeface="Gill Sans"/>
              <a:sym typeface="Gill Sans"/>
            </a:endParaRPr>
          </a:p>
        </p:txBody>
      </p:sp>
      <p:sp>
        <p:nvSpPr>
          <p:cNvPr id="554" name="Google Shape;554;p74"/>
          <p:cNvSpPr txBox="1">
            <a:spLocks noGrp="1"/>
          </p:cNvSpPr>
          <p:nvPr>
            <p:ph type="ctrTitle"/>
          </p:nvPr>
        </p:nvSpPr>
        <p:spPr>
          <a:xfrm>
            <a:off x="1600200" y="0"/>
            <a:ext cx="7406640" cy="797719"/>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Risk Management     cont…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75"/>
          <p:cNvSpPr txBox="1">
            <a:spLocks noGrp="1"/>
          </p:cNvSpPr>
          <p:nvPr>
            <p:ph type="title"/>
          </p:nvPr>
        </p:nvSpPr>
        <p:spPr>
          <a:xfrm>
            <a:off x="1435608" y="205978"/>
            <a:ext cx="7498080" cy="857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562214"/>
              </a:buClr>
              <a:buSzPts val="3600"/>
              <a:buFont typeface="Gill Sans"/>
              <a:buNone/>
            </a:pPr>
            <a:r>
              <a:rPr lang="en-US"/>
              <a:t>Risk Management     cont…</a:t>
            </a:r>
            <a:endParaRPr/>
          </a:p>
        </p:txBody>
      </p:sp>
      <p:sp>
        <p:nvSpPr>
          <p:cNvPr id="560" name="Google Shape;560;p75"/>
          <p:cNvSpPr txBox="1">
            <a:spLocks noGrp="1"/>
          </p:cNvSpPr>
          <p:nvPr>
            <p:ph type="body" idx="1"/>
          </p:nvPr>
        </p:nvSpPr>
        <p:spPr>
          <a:xfrm>
            <a:off x="1435608" y="1085850"/>
            <a:ext cx="7498080" cy="3600450"/>
          </a:xfrm>
          <a:prstGeom prst="rect">
            <a:avLst/>
          </a:prstGeom>
          <a:noFill/>
          <a:ln>
            <a:noFill/>
          </a:ln>
        </p:spPr>
        <p:txBody>
          <a:bodyPr spcFirstLastPara="1" wrap="square" lIns="91425" tIns="45700" rIns="91425" bIns="45700" anchor="t" anchorCtr="0">
            <a:normAutofit/>
          </a:bodyPr>
          <a:lstStyle/>
          <a:p>
            <a:pPr marL="365760" lvl="0" indent="-283464" algn="just" rtl="0">
              <a:lnSpc>
                <a:spcPct val="100000"/>
              </a:lnSpc>
              <a:spcBef>
                <a:spcPts val="0"/>
              </a:spcBef>
              <a:spcAft>
                <a:spcPts val="0"/>
              </a:spcAft>
              <a:buSzPts val="2240"/>
              <a:buChar char="⚫"/>
            </a:pPr>
            <a:r>
              <a:rPr lang="en-US"/>
              <a:t>Thus, security testing must necessarily involve two diverse approaches:</a:t>
            </a:r>
            <a:endParaRPr/>
          </a:p>
          <a:p>
            <a:pPr marL="640080" lvl="1" indent="-237744" algn="just" rtl="0">
              <a:lnSpc>
                <a:spcPct val="100000"/>
              </a:lnSpc>
              <a:spcBef>
                <a:spcPts val="550"/>
              </a:spcBef>
              <a:spcAft>
                <a:spcPts val="0"/>
              </a:spcAft>
              <a:buSzPts val="2400"/>
              <a:buChar char="◦"/>
            </a:pPr>
            <a:r>
              <a:rPr lang="en-US">
                <a:solidFill>
                  <a:srgbClr val="FF0000"/>
                </a:solidFill>
              </a:rPr>
              <a:t>Testing security mechanisms to ensure that their functionality is properly implemented.</a:t>
            </a:r>
            <a:endParaRPr/>
          </a:p>
          <a:p>
            <a:pPr marL="640080" lvl="1" indent="-237744" algn="just" rtl="0">
              <a:lnSpc>
                <a:spcPct val="100000"/>
              </a:lnSpc>
              <a:spcBef>
                <a:spcPts val="550"/>
              </a:spcBef>
              <a:spcAft>
                <a:spcPts val="0"/>
              </a:spcAft>
              <a:buSzPts val="2400"/>
              <a:buChar char="◦"/>
            </a:pPr>
            <a:r>
              <a:rPr lang="en-US">
                <a:solidFill>
                  <a:srgbClr val="FF0000"/>
                </a:solidFill>
              </a:rPr>
              <a:t>Performing-risk based security testing motivated by understanding and simulating the attacker’s approach. </a:t>
            </a:r>
            <a:endParaRPr/>
          </a:p>
          <a:p>
            <a:pPr marL="365760" lvl="0" indent="-141223" algn="just" rtl="0">
              <a:lnSpc>
                <a:spcPct val="100000"/>
              </a:lnSpc>
              <a:spcBef>
                <a:spcPts val="600"/>
              </a:spcBef>
              <a:spcAft>
                <a:spcPts val="0"/>
              </a:spcAft>
              <a:buSzPts val="2240"/>
              <a:buNone/>
            </a:pPr>
            <a:endParaRPr>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76"/>
          <p:cNvSpPr txBox="1"/>
          <p:nvPr/>
        </p:nvSpPr>
        <p:spPr>
          <a:xfrm>
            <a:off x="1485900" y="797719"/>
            <a:ext cx="6172200" cy="64293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3300"/>
              <a:buFont typeface="Times New Roman"/>
              <a:buNone/>
            </a:pPr>
            <a:r>
              <a:rPr lang="en-US" sz="3300" b="0" i="0" u="none" strike="noStrike" cap="none">
                <a:solidFill>
                  <a:srgbClr val="000000"/>
                </a:solidFill>
                <a:latin typeface="Calibri"/>
                <a:ea typeface="Calibri"/>
                <a:cs typeface="Calibri"/>
                <a:sym typeface="Calibri"/>
              </a:rPr>
              <a:t> </a:t>
            </a:r>
            <a:endParaRPr sz="1350" b="0" i="0" u="none" strike="noStrike" cap="none">
              <a:solidFill>
                <a:schemeClr val="dk1"/>
              </a:solidFill>
              <a:latin typeface="Gill Sans"/>
              <a:ea typeface="Gill Sans"/>
              <a:cs typeface="Gill Sans"/>
              <a:sym typeface="Gill Sans"/>
            </a:endParaRPr>
          </a:p>
        </p:txBody>
      </p:sp>
      <p:sp>
        <p:nvSpPr>
          <p:cNvPr id="566" name="Google Shape;566;p76"/>
          <p:cNvSpPr txBox="1"/>
          <p:nvPr/>
        </p:nvSpPr>
        <p:spPr>
          <a:xfrm>
            <a:off x="914400" y="792957"/>
            <a:ext cx="7978140" cy="3630216"/>
          </a:xfrm>
          <a:prstGeom prst="rect">
            <a:avLst/>
          </a:prstGeom>
          <a:noFill/>
          <a:ln>
            <a:noFill/>
          </a:ln>
        </p:spPr>
        <p:txBody>
          <a:bodyPr spcFirstLastPara="1" wrap="square" lIns="91425" tIns="45700" rIns="91425" bIns="45700" anchor="t" anchorCtr="0">
            <a:noAutofit/>
          </a:bodyPr>
          <a:lstStyle/>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Authentication</a:t>
            </a:r>
            <a:endParaRPr sz="1400" b="0" i="0" u="none" strike="noStrike" cap="none">
              <a:solidFill>
                <a:schemeClr val="lt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To establish the validity of a transmission, message, or originator</a:t>
            </a:r>
            <a:endParaRPr sz="1400" b="0" i="0" u="none" strike="noStrike" cap="none">
              <a:solidFill>
                <a:schemeClr val="lt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Authorization</a:t>
            </a:r>
            <a:endParaRPr sz="1400" b="0" i="0" u="none" strike="noStrike" cap="none">
              <a:solidFill>
                <a:schemeClr val="lt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It is the process of determining that a requester is  allowed to receive a service or perform an operation.</a:t>
            </a:r>
            <a:endParaRPr sz="1400" b="0" i="0" u="none" strike="noStrike" cap="none">
              <a:solidFill>
                <a:schemeClr val="lt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Availability</a:t>
            </a:r>
            <a:endParaRPr sz="1400" b="0" i="0" u="none" strike="noStrike" cap="none">
              <a:solidFill>
                <a:schemeClr val="lt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It assures that the information and communication services will be ready for use when expected.</a:t>
            </a:r>
            <a:endParaRPr sz="1400" b="0" i="0" u="none" strike="noStrike" cap="none">
              <a:solidFill>
                <a:schemeClr val="lt1"/>
              </a:solidFill>
              <a:latin typeface="Gill Sans"/>
              <a:ea typeface="Gill Sans"/>
              <a:cs typeface="Gill Sans"/>
              <a:sym typeface="Gill Sans"/>
            </a:endParaRPr>
          </a:p>
          <a:p>
            <a:pPr marL="800100" marR="0" lvl="1" indent="-342900" algn="just" rtl="0">
              <a:spcBef>
                <a:spcPts val="0"/>
              </a:spcBef>
              <a:spcAft>
                <a:spcPts val="0"/>
              </a:spcAft>
              <a:buClr>
                <a:srgbClr val="000000"/>
              </a:buClr>
              <a:buSzPts val="2400"/>
              <a:buFont typeface="Arial"/>
              <a:buChar char="•"/>
            </a:pPr>
            <a:r>
              <a:rPr lang="en-US" sz="2400" b="0" i="0" u="none" strike="noStrike" cap="none">
                <a:solidFill>
                  <a:srgbClr val="000000"/>
                </a:solidFill>
                <a:latin typeface="Gill Sans"/>
                <a:ea typeface="Gill Sans"/>
                <a:cs typeface="Gill Sans"/>
                <a:sym typeface="Gill Sans"/>
              </a:rPr>
              <a:t>Non-repudiation</a:t>
            </a:r>
            <a:endParaRPr sz="1400" b="0" i="0" u="none" strike="noStrike" cap="none">
              <a:solidFill>
                <a:schemeClr val="lt1"/>
              </a:solidFill>
              <a:latin typeface="Gill Sans"/>
              <a:ea typeface="Gill Sans"/>
              <a:cs typeface="Gill Sans"/>
              <a:sym typeface="Gill Sans"/>
            </a:endParaRPr>
          </a:p>
          <a:p>
            <a:pPr marL="1200150" marR="0" lvl="2" indent="-285750" algn="just" rtl="0">
              <a:spcBef>
                <a:spcPts val="0"/>
              </a:spcBef>
              <a:spcAft>
                <a:spcPts val="0"/>
              </a:spcAft>
              <a:buClr>
                <a:srgbClr val="000000"/>
              </a:buClr>
              <a:buSzPts val="2000"/>
              <a:buFont typeface="Arial"/>
              <a:buChar char="•"/>
            </a:pPr>
            <a:r>
              <a:rPr lang="en-US" sz="2000" b="0" i="0" u="none" strike="noStrike" cap="none">
                <a:solidFill>
                  <a:srgbClr val="000000"/>
                </a:solidFill>
                <a:latin typeface="Gill Sans"/>
                <a:ea typeface="Gill Sans"/>
                <a:cs typeface="Gill Sans"/>
                <a:sym typeface="Gill Sans"/>
              </a:rPr>
              <a:t>A measure intended to prevent the later denial that an action happened, or a communication took place, etc.</a:t>
            </a:r>
            <a:endParaRPr sz="1400" b="0" i="0" u="none" strike="noStrike" cap="none">
              <a:solidFill>
                <a:schemeClr val="lt1"/>
              </a:solidFill>
              <a:latin typeface="Gill Sans"/>
              <a:ea typeface="Gill Sans"/>
              <a:cs typeface="Gill Sans"/>
              <a:sym typeface="Gill Sans"/>
            </a:endParaRPr>
          </a:p>
        </p:txBody>
      </p:sp>
      <p:sp>
        <p:nvSpPr>
          <p:cNvPr id="567" name="Google Shape;567;p76"/>
          <p:cNvSpPr txBox="1"/>
          <p:nvPr/>
        </p:nvSpPr>
        <p:spPr>
          <a:xfrm>
            <a:off x="3486150" y="4218385"/>
            <a:ext cx="2171700" cy="20478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SzPts val="900"/>
              <a:buFont typeface="Times New Roman"/>
              <a:buNone/>
            </a:pPr>
            <a:fld id="{00000000-1234-1234-1234-123412341234}" type="slidenum">
              <a:rPr lang="en-US" sz="900" b="0" i="0" u="none" strike="noStrike" cap="none">
                <a:solidFill>
                  <a:srgbClr val="8B8B8B"/>
                </a:solidFill>
                <a:latin typeface="Calibri"/>
                <a:ea typeface="Calibri"/>
                <a:cs typeface="Calibri"/>
                <a:sym typeface="Calibri"/>
              </a:rPr>
              <a:t>21</a:t>
            </a:fld>
            <a:endParaRPr sz="1350" b="0" i="0" u="none" strike="noStrike" cap="none">
              <a:solidFill>
                <a:schemeClr val="dk1"/>
              </a:solidFill>
              <a:latin typeface="Gill Sans"/>
              <a:ea typeface="Gill Sans"/>
              <a:cs typeface="Gill Sans"/>
              <a:sym typeface="Gill Sans"/>
            </a:endParaRPr>
          </a:p>
        </p:txBody>
      </p:sp>
      <p:sp>
        <p:nvSpPr>
          <p:cNvPr id="568" name="Google Shape;568;p76"/>
          <p:cNvSpPr txBox="1">
            <a:spLocks noGrp="1"/>
          </p:cNvSpPr>
          <p:nvPr>
            <p:ph type="ctrTitle"/>
          </p:nvPr>
        </p:nvSpPr>
        <p:spPr>
          <a:xfrm>
            <a:off x="1485900" y="0"/>
            <a:ext cx="7406640" cy="792957"/>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rgbClr val="562214"/>
              </a:buClr>
              <a:buSzPts val="3600"/>
              <a:buFont typeface="Gill Sans"/>
              <a:buNone/>
            </a:pPr>
            <a:r>
              <a:rPr lang="en-US"/>
              <a:t>Elements of Security Testing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77"/>
          <p:cNvSpPr txBox="1"/>
          <p:nvPr/>
        </p:nvSpPr>
        <p:spPr>
          <a:xfrm rot="-5400000">
            <a:off x="-2053807" y="1921412"/>
            <a:ext cx="4821601" cy="914400"/>
          </a:xfrm>
          <a:prstGeom prst="rect">
            <a:avLst/>
          </a:prstGeom>
          <a:noFill/>
          <a:ln>
            <a:noFill/>
          </a:ln>
        </p:spPr>
        <p:txBody>
          <a:bodyPr spcFirstLastPara="1" wrap="square" lIns="91425" tIns="45700" rIns="91425" bIns="45700" anchor="b" anchorCtr="0">
            <a:normAutofit fontScale="850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Security problems in software	</a:t>
            </a:r>
            <a:endParaRPr/>
          </a:p>
        </p:txBody>
      </p:sp>
      <p:sp>
        <p:nvSpPr>
          <p:cNvPr id="576" name="Google Shape;576;p77"/>
          <p:cNvSpPr txBox="1"/>
          <p:nvPr/>
        </p:nvSpPr>
        <p:spPr>
          <a:xfrm>
            <a:off x="1291315" y="209550"/>
            <a:ext cx="2173042" cy="4038600"/>
          </a:xfrm>
          <a:prstGeom prst="rect">
            <a:avLst/>
          </a:prstGeom>
          <a:noFill/>
          <a:ln>
            <a:noFill/>
          </a:ln>
        </p:spPr>
        <p:txBody>
          <a:bodyPr spcFirstLastPara="1" wrap="square" lIns="91425" tIns="45700" rIns="91425" bIns="45700" anchor="t" anchorCtr="0">
            <a:noAutofit/>
          </a:bodyPr>
          <a:lstStyle/>
          <a:p>
            <a:pPr marL="341313" marR="0" lvl="0" indent="-341313" algn="l" rtl="0">
              <a:lnSpc>
                <a:spcPct val="80000"/>
              </a:lnSpc>
              <a:spcBef>
                <a:spcPts val="0"/>
              </a:spcBef>
              <a:spcAft>
                <a:spcPts val="0"/>
              </a:spcAft>
              <a:buClr>
                <a:srgbClr val="330066"/>
              </a:buClr>
              <a:buSzPts val="1120"/>
              <a:buFont typeface="Noto Sans Symbols"/>
              <a:buChar char="●"/>
            </a:pPr>
            <a:r>
              <a:rPr lang="en-US" sz="1600" b="0" i="0" u="none" strike="noStrike" cap="none">
                <a:solidFill>
                  <a:srgbClr val="000000"/>
                </a:solidFill>
                <a:latin typeface="Gill Sans"/>
                <a:ea typeface="Gill Sans"/>
                <a:cs typeface="Gill Sans"/>
                <a:sym typeface="Gill Sans"/>
              </a:rPr>
              <a:t>Bug</a:t>
            </a:r>
            <a:endParaRPr/>
          </a:p>
          <a:p>
            <a:pPr marL="690563" marR="0" lvl="1" indent="-347663" algn="l" rtl="0">
              <a:lnSpc>
                <a:spcPct val="80000"/>
              </a:lnSpc>
              <a:spcBef>
                <a:spcPts val="413"/>
              </a:spcBef>
              <a:spcAft>
                <a:spcPts val="0"/>
              </a:spcAft>
              <a:buClr>
                <a:srgbClr val="669999"/>
              </a:buClr>
              <a:buSzPts val="1120"/>
              <a:buFont typeface="Noto Sans Symbols"/>
              <a:buChar char="●"/>
            </a:pPr>
            <a:r>
              <a:rPr lang="en-US" sz="1600" b="0" i="0" u="none" strike="noStrike" cap="none">
                <a:solidFill>
                  <a:srgbClr val="000000"/>
                </a:solidFill>
                <a:latin typeface="Gill Sans"/>
                <a:ea typeface="Gill Sans"/>
                <a:cs typeface="Gill Sans"/>
                <a:sym typeface="Gill Sans"/>
              </a:rPr>
              <a:t>An implementation level software problem</a:t>
            </a:r>
            <a:endParaRPr/>
          </a:p>
          <a:p>
            <a:pPr marL="341313" marR="0" lvl="0" indent="-341313" algn="l" rtl="0">
              <a:lnSpc>
                <a:spcPct val="80000"/>
              </a:lnSpc>
              <a:spcBef>
                <a:spcPts val="488"/>
              </a:spcBef>
              <a:spcAft>
                <a:spcPts val="0"/>
              </a:spcAft>
              <a:buClr>
                <a:srgbClr val="330066"/>
              </a:buClr>
              <a:buSzPts val="1120"/>
              <a:buFont typeface="Noto Sans Symbols"/>
              <a:buChar char="●"/>
            </a:pPr>
            <a:r>
              <a:rPr lang="en-US" sz="1600" b="0" i="0" u="none" strike="noStrike" cap="none">
                <a:solidFill>
                  <a:srgbClr val="000000"/>
                </a:solidFill>
                <a:latin typeface="Gill Sans"/>
                <a:ea typeface="Gill Sans"/>
                <a:cs typeface="Gill Sans"/>
                <a:sym typeface="Gill Sans"/>
              </a:rPr>
              <a:t>Flaw</a:t>
            </a:r>
            <a:endParaRPr/>
          </a:p>
          <a:p>
            <a:pPr marL="690563" marR="0" lvl="1" indent="-347663" algn="l" rtl="0">
              <a:lnSpc>
                <a:spcPct val="80000"/>
              </a:lnSpc>
              <a:spcBef>
                <a:spcPts val="413"/>
              </a:spcBef>
              <a:spcAft>
                <a:spcPts val="0"/>
              </a:spcAft>
              <a:buClr>
                <a:srgbClr val="669999"/>
              </a:buClr>
              <a:buSzPts val="1120"/>
              <a:buFont typeface="Noto Sans Symbols"/>
              <a:buChar char="●"/>
            </a:pPr>
            <a:r>
              <a:rPr lang="en-US" sz="1600" b="0" i="0" u="none" strike="noStrike" cap="none">
                <a:solidFill>
                  <a:srgbClr val="000000"/>
                </a:solidFill>
                <a:latin typeface="Gill Sans"/>
                <a:ea typeface="Gill Sans"/>
                <a:cs typeface="Gill Sans"/>
                <a:sym typeface="Gill Sans"/>
              </a:rPr>
              <a:t>A problem at a deeper level</a:t>
            </a:r>
            <a:endParaRPr/>
          </a:p>
          <a:p>
            <a:pPr marL="341313" marR="0" lvl="0" indent="-341313" algn="l" rtl="0">
              <a:lnSpc>
                <a:spcPct val="80000"/>
              </a:lnSpc>
              <a:spcBef>
                <a:spcPts val="488"/>
              </a:spcBef>
              <a:spcAft>
                <a:spcPts val="0"/>
              </a:spcAft>
              <a:buClr>
                <a:srgbClr val="330066"/>
              </a:buClr>
              <a:buSzPts val="1120"/>
              <a:buFont typeface="Noto Sans Symbols"/>
              <a:buChar char="●"/>
            </a:pPr>
            <a:r>
              <a:rPr lang="en-US" sz="1600" b="0" i="0" u="none" strike="noStrike" cap="none">
                <a:solidFill>
                  <a:srgbClr val="000000"/>
                </a:solidFill>
                <a:latin typeface="Gill Sans"/>
                <a:ea typeface="Gill Sans"/>
                <a:cs typeface="Gill Sans"/>
                <a:sym typeface="Gill Sans"/>
              </a:rPr>
              <a:t>Bugs + Flaws </a:t>
            </a:r>
            <a:endParaRPr/>
          </a:p>
          <a:p>
            <a:pPr marL="690563" marR="0" lvl="1" indent="-347663" algn="l" rtl="0">
              <a:lnSpc>
                <a:spcPct val="80000"/>
              </a:lnSpc>
              <a:spcBef>
                <a:spcPts val="413"/>
              </a:spcBef>
              <a:spcAft>
                <a:spcPts val="0"/>
              </a:spcAft>
              <a:buClr>
                <a:srgbClr val="669999"/>
              </a:buClr>
              <a:buSzPts val="1120"/>
              <a:buFont typeface="Noto Sans Symbols"/>
              <a:buChar char="●"/>
            </a:pPr>
            <a:r>
              <a:rPr lang="en-US" sz="1600" b="0" i="0" u="none" strike="noStrike" cap="none">
                <a:solidFill>
                  <a:srgbClr val="000000"/>
                </a:solidFill>
                <a:latin typeface="Gill Sans"/>
                <a:ea typeface="Gill Sans"/>
                <a:cs typeface="Gill Sans"/>
                <a:sym typeface="Gill Sans"/>
              </a:rPr>
              <a:t>leads to Risk</a:t>
            </a:r>
            <a:endParaRPr/>
          </a:p>
          <a:p>
            <a:pPr marL="341313" marR="0" lvl="0" indent="-341313" algn="l" rtl="0">
              <a:lnSpc>
                <a:spcPct val="80000"/>
              </a:lnSpc>
              <a:spcBef>
                <a:spcPts val="413"/>
              </a:spcBef>
              <a:spcAft>
                <a:spcPts val="0"/>
              </a:spcAft>
              <a:buNone/>
            </a:pPr>
            <a:endParaRPr sz="1600" b="0" i="0" u="none" strike="noStrike" cap="none">
              <a:solidFill>
                <a:srgbClr val="000000"/>
              </a:solidFill>
              <a:latin typeface="Gill Sans"/>
              <a:ea typeface="Gill Sans"/>
              <a:cs typeface="Gill Sans"/>
              <a:sym typeface="Gill Sans"/>
            </a:endParaRPr>
          </a:p>
        </p:txBody>
      </p:sp>
      <p:pic>
        <p:nvPicPr>
          <p:cNvPr id="577" name="Google Shape;577;p77"/>
          <p:cNvPicPr preferRelativeResize="0"/>
          <p:nvPr/>
        </p:nvPicPr>
        <p:blipFill rotWithShape="1">
          <a:blip r:embed="rId3">
            <a:alphaModFix/>
          </a:blip>
          <a:srcRect/>
          <a:stretch/>
        </p:blipFill>
        <p:spPr>
          <a:xfrm>
            <a:off x="3464357" y="444411"/>
            <a:ext cx="5679643" cy="356887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7"/>
                                        </p:tgtEl>
                                        <p:attrNameLst>
                                          <p:attrName>style.visibility</p:attrName>
                                        </p:attrNameLst>
                                      </p:cBhvr>
                                      <p:to>
                                        <p:strVal val="visible"/>
                                      </p:to>
                                    </p:set>
                                    <p:anim calcmode="lin" valueType="num">
                                      <p:cBhvr additive="base">
                                        <p:cTn id="7" dur="500"/>
                                        <p:tgtEl>
                                          <p:spTgt spid="5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78"/>
          <p:cNvSpPr txBox="1"/>
          <p:nvPr/>
        </p:nvSpPr>
        <p:spPr>
          <a:xfrm>
            <a:off x="1485900" y="91679"/>
            <a:ext cx="704850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Solution …</a:t>
            </a:r>
            <a:br>
              <a:rPr lang="en-US" sz="3600" b="0" i="0" u="none" strike="noStrike" cap="none">
                <a:solidFill>
                  <a:srgbClr val="562214"/>
                </a:solidFill>
                <a:latin typeface="Gill Sans"/>
                <a:ea typeface="Gill Sans"/>
                <a:cs typeface="Gill Sans"/>
                <a:sym typeface="Gill Sans"/>
              </a:rPr>
            </a:br>
            <a:r>
              <a:rPr lang="en-US" sz="3600" b="0" i="0" u="none" strike="noStrike" cap="none">
                <a:solidFill>
                  <a:srgbClr val="562214"/>
                </a:solidFill>
                <a:latin typeface="Gill Sans"/>
                <a:ea typeface="Gill Sans"/>
                <a:cs typeface="Gill Sans"/>
                <a:sym typeface="Gill Sans"/>
              </a:rPr>
              <a:t>Three pillars of security</a:t>
            </a:r>
            <a:endParaRPr/>
          </a:p>
        </p:txBody>
      </p:sp>
      <p:pic>
        <p:nvPicPr>
          <p:cNvPr id="585" name="Google Shape;585;p78"/>
          <p:cNvPicPr preferRelativeResize="0"/>
          <p:nvPr/>
        </p:nvPicPr>
        <p:blipFill rotWithShape="1">
          <a:blip r:embed="rId3">
            <a:alphaModFix/>
          </a:blip>
          <a:srcRect/>
          <a:stretch/>
        </p:blipFill>
        <p:spPr>
          <a:xfrm>
            <a:off x="1543050" y="1885950"/>
            <a:ext cx="5972175" cy="1885950"/>
          </a:xfrm>
          <a:prstGeom prst="rect">
            <a:avLst/>
          </a:prstGeom>
          <a:noFill/>
          <a:ln>
            <a:noFill/>
          </a:ln>
        </p:spPr>
      </p:pic>
      <p:sp>
        <p:nvSpPr>
          <p:cNvPr id="586" name="Google Shape;586;p78"/>
          <p:cNvSpPr/>
          <p:nvPr/>
        </p:nvSpPr>
        <p:spPr>
          <a:xfrm>
            <a:off x="1714500" y="2800350"/>
            <a:ext cx="2000250" cy="914400"/>
          </a:xfrm>
          <a:prstGeom prst="rect">
            <a:avLst/>
          </a:prstGeom>
          <a:solidFill>
            <a:srgbClr val="DDDDDD"/>
          </a:solidFill>
          <a:ln w="9525" cap="sq" cmpd="sng">
            <a:solidFill>
              <a:srgbClr val="D8D8E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587" name="Google Shape;587;p78"/>
          <p:cNvSpPr/>
          <p:nvPr/>
        </p:nvSpPr>
        <p:spPr>
          <a:xfrm>
            <a:off x="3714750" y="2800350"/>
            <a:ext cx="2000250" cy="914400"/>
          </a:xfrm>
          <a:prstGeom prst="rect">
            <a:avLst/>
          </a:prstGeom>
          <a:solidFill>
            <a:srgbClr val="DDDDDD"/>
          </a:solidFill>
          <a:ln w="9525" cap="sq" cmpd="sng">
            <a:solidFill>
              <a:srgbClr val="D8D8E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588" name="Google Shape;588;p78"/>
          <p:cNvSpPr/>
          <p:nvPr/>
        </p:nvSpPr>
        <p:spPr>
          <a:xfrm>
            <a:off x="5314950" y="2800350"/>
            <a:ext cx="2000250" cy="914400"/>
          </a:xfrm>
          <a:prstGeom prst="rect">
            <a:avLst/>
          </a:prstGeom>
          <a:solidFill>
            <a:srgbClr val="DDDDDD"/>
          </a:solidFill>
          <a:ln w="9525" cap="sq" cmpd="sng">
            <a:solidFill>
              <a:srgbClr val="D8D8E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586"/>
                                        </p:tgtEl>
                                      </p:cBhvr>
                                    </p:animEffect>
                                    <p:set>
                                      <p:cBhvr>
                                        <p:cTn id="7" dur="1" fill="hold">
                                          <p:stCondLst>
                                            <p:cond delay="500"/>
                                          </p:stCondLst>
                                        </p:cTn>
                                        <p:tgtEl>
                                          <p:spTgt spid="58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87"/>
                                        </p:tgtEl>
                                      </p:cBhvr>
                                    </p:animEffect>
                                    <p:set>
                                      <p:cBhvr>
                                        <p:cTn id="12" dur="1" fill="hold">
                                          <p:stCondLst>
                                            <p:cond delay="500"/>
                                          </p:stCondLst>
                                        </p:cTn>
                                        <p:tgtEl>
                                          <p:spTgt spid="58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588"/>
                                        </p:tgtEl>
                                      </p:cBhvr>
                                    </p:animEffect>
                                    <p:set>
                                      <p:cBhvr>
                                        <p:cTn id="17" dur="1" fill="hold">
                                          <p:stCondLst>
                                            <p:cond delay="500"/>
                                          </p:stCondLst>
                                        </p:cTn>
                                        <p:tgtEl>
                                          <p:spTgt spid="5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9"/>
          <p:cNvSpPr txBox="1"/>
          <p:nvPr/>
        </p:nvSpPr>
        <p:spPr>
          <a:xfrm>
            <a:off x="1485900" y="91679"/>
            <a:ext cx="720090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Pillar I:</a:t>
            </a:r>
            <a:br>
              <a:rPr lang="en-US" sz="3600" b="0" i="0" u="none" strike="noStrike" cap="none">
                <a:solidFill>
                  <a:srgbClr val="562214"/>
                </a:solidFill>
                <a:latin typeface="Gill Sans"/>
                <a:ea typeface="Gill Sans"/>
                <a:cs typeface="Gill Sans"/>
                <a:sym typeface="Gill Sans"/>
              </a:rPr>
            </a:br>
            <a:r>
              <a:rPr lang="en-US" sz="3600" b="0" i="0" u="none" strike="noStrike" cap="none">
                <a:solidFill>
                  <a:srgbClr val="562214"/>
                </a:solidFill>
                <a:latin typeface="Gill Sans"/>
                <a:ea typeface="Gill Sans"/>
                <a:cs typeface="Gill Sans"/>
                <a:sym typeface="Gill Sans"/>
              </a:rPr>
              <a:t>Applied Risk Management</a:t>
            </a:r>
            <a:endParaRPr sz="3600" b="0" i="0" u="none" strike="noStrike" cap="none">
              <a:solidFill>
                <a:srgbClr val="562214"/>
              </a:solidFill>
              <a:latin typeface="Gill Sans"/>
              <a:ea typeface="Gill Sans"/>
              <a:cs typeface="Gill Sans"/>
              <a:sym typeface="Gill Sans"/>
            </a:endParaRPr>
          </a:p>
        </p:txBody>
      </p:sp>
      <p:sp>
        <p:nvSpPr>
          <p:cNvPr id="596" name="Google Shape;596;p79"/>
          <p:cNvSpPr txBox="1"/>
          <p:nvPr/>
        </p:nvSpPr>
        <p:spPr>
          <a:xfrm>
            <a:off x="1485900" y="1289447"/>
            <a:ext cx="7200900" cy="3308747"/>
          </a:xfrm>
          <a:prstGeom prst="rect">
            <a:avLst/>
          </a:prstGeom>
          <a:noFill/>
          <a:ln>
            <a:noFill/>
          </a:ln>
        </p:spPr>
        <p:txBody>
          <a:bodyPr spcFirstLastPara="1" wrap="square" lIns="91425" tIns="45700" rIns="91425" bIns="45700" anchor="t" anchorCtr="0">
            <a:noAutofit/>
          </a:bodyPr>
          <a:lstStyle/>
          <a:p>
            <a:pPr marL="341313" marR="0" lvl="0" indent="-341313" algn="just" rtl="0">
              <a:spcBef>
                <a:spcPts val="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Architectural risk analysis</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Sometimes called threat modeling or security design analysis</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Is a best practice and is a touchpoint</a:t>
            </a:r>
            <a:endParaRPr/>
          </a:p>
          <a:p>
            <a:pPr marL="341313" marR="0" lvl="0" indent="-341313" algn="just"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Risk management framework</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Considers risk analysis and mitigation as a full life cycle activity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80"/>
          <p:cNvSpPr txBox="1"/>
          <p:nvPr/>
        </p:nvSpPr>
        <p:spPr>
          <a:xfrm>
            <a:off x="1562100" y="-76200"/>
            <a:ext cx="720090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Pillar II:</a:t>
            </a:r>
            <a:br>
              <a:rPr lang="en-US" sz="3600" b="0" i="0" u="none" strike="noStrike" cap="none">
                <a:solidFill>
                  <a:srgbClr val="562214"/>
                </a:solidFill>
                <a:latin typeface="Gill Sans"/>
                <a:ea typeface="Gill Sans"/>
                <a:cs typeface="Gill Sans"/>
                <a:sym typeface="Gill Sans"/>
              </a:rPr>
            </a:br>
            <a:r>
              <a:rPr lang="en-US" sz="3600" b="0" i="0" u="none" strike="noStrike" cap="none">
                <a:solidFill>
                  <a:srgbClr val="562214"/>
                </a:solidFill>
                <a:latin typeface="Gill Sans"/>
                <a:ea typeface="Gill Sans"/>
                <a:cs typeface="Gill Sans"/>
                <a:sym typeface="Gill Sans"/>
              </a:rPr>
              <a:t>Software Security Touchpoints</a:t>
            </a:r>
            <a:endParaRPr/>
          </a:p>
        </p:txBody>
      </p:sp>
      <p:sp>
        <p:nvSpPr>
          <p:cNvPr id="604" name="Google Shape;604;p80"/>
          <p:cNvSpPr txBox="1"/>
          <p:nvPr/>
        </p:nvSpPr>
        <p:spPr>
          <a:xfrm>
            <a:off x="1143000" y="819150"/>
            <a:ext cx="7772400" cy="3870721"/>
          </a:xfrm>
          <a:prstGeom prst="rect">
            <a:avLst/>
          </a:prstGeom>
          <a:noFill/>
          <a:ln>
            <a:noFill/>
          </a:ln>
        </p:spPr>
        <p:txBody>
          <a:bodyPr spcFirstLastPara="1" wrap="square" lIns="91425" tIns="45700" rIns="91425" bIns="45700" anchor="t" anchorCtr="0">
            <a:noAutofit/>
          </a:bodyPr>
          <a:lstStyle/>
          <a:p>
            <a:pPr marL="341313" marR="0" lvl="0" indent="-341313" algn="just" rtl="0">
              <a:lnSpc>
                <a:spcPct val="80000"/>
              </a:lnSpc>
              <a:spcBef>
                <a:spcPts val="0"/>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“Software security is not security software”</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Software security </a:t>
            </a:r>
            <a:endParaRPr/>
          </a:p>
          <a:p>
            <a:pPr marL="985838" marR="0" lvl="2" indent="-292100" algn="just" rtl="0">
              <a:lnSpc>
                <a:spcPct val="80000"/>
              </a:lnSpc>
              <a:spcBef>
                <a:spcPts val="300"/>
              </a:spcBef>
              <a:spcAft>
                <a:spcPts val="0"/>
              </a:spcAft>
              <a:buClr>
                <a:srgbClr val="CCCC00"/>
              </a:buClr>
              <a:buSzPts val="1400"/>
              <a:buFont typeface="Noto Sans Symbols"/>
              <a:buChar char="●"/>
            </a:pPr>
            <a:r>
              <a:rPr lang="en-US" sz="2000" b="0" i="0" u="none" strike="noStrike" cap="none">
                <a:solidFill>
                  <a:srgbClr val="000000"/>
                </a:solidFill>
                <a:latin typeface="Gill Sans"/>
                <a:ea typeface="Gill Sans"/>
                <a:cs typeface="Gill Sans"/>
                <a:sym typeface="Gill Sans"/>
              </a:rPr>
              <a:t>is system-wide issues (security mechanisms and design security)</a:t>
            </a:r>
            <a:endParaRPr/>
          </a:p>
          <a:p>
            <a:pPr marL="985838" marR="0" lvl="2" indent="-292100" algn="just" rtl="0">
              <a:lnSpc>
                <a:spcPct val="80000"/>
              </a:lnSpc>
              <a:spcBef>
                <a:spcPts val="300"/>
              </a:spcBef>
              <a:spcAft>
                <a:spcPts val="0"/>
              </a:spcAft>
              <a:buClr>
                <a:srgbClr val="CCCC00"/>
              </a:buClr>
              <a:buSzPts val="1400"/>
              <a:buFont typeface="Noto Sans Symbols"/>
              <a:buChar char="●"/>
            </a:pPr>
            <a:r>
              <a:rPr lang="en-US" sz="2000" b="0" i="0" u="none" strike="noStrike" cap="none">
                <a:solidFill>
                  <a:srgbClr val="000000"/>
                </a:solidFill>
                <a:latin typeface="Gill Sans"/>
                <a:ea typeface="Gill Sans"/>
                <a:cs typeface="Gill Sans"/>
                <a:sym typeface="Gill Sans"/>
              </a:rPr>
              <a:t>Emergent property</a:t>
            </a:r>
            <a:endParaRPr/>
          </a:p>
          <a:p>
            <a:pPr marL="341313" marR="0" lvl="0" indent="-341313" algn="just" rtl="0">
              <a:lnSpc>
                <a:spcPct val="80000"/>
              </a:lnSpc>
              <a:spcBef>
                <a:spcPts val="356"/>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Touchpoints in order of effectiveness (based on experience)</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Code review (bugs)</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Architectural risk analysis (flaws)</a:t>
            </a:r>
            <a:endParaRPr/>
          </a:p>
          <a:p>
            <a:pPr marL="985838" marR="0" lvl="2" indent="-292100" algn="just" rtl="0">
              <a:lnSpc>
                <a:spcPct val="80000"/>
              </a:lnSpc>
              <a:spcBef>
                <a:spcPts val="300"/>
              </a:spcBef>
              <a:spcAft>
                <a:spcPts val="0"/>
              </a:spcAft>
              <a:buClr>
                <a:srgbClr val="CCCC00"/>
              </a:buClr>
              <a:buSzPts val="1400"/>
              <a:buFont typeface="Noto Sans Symbols"/>
              <a:buChar char="●"/>
            </a:pPr>
            <a:r>
              <a:rPr lang="en-US" sz="2000" b="0" i="0" u="none" strike="noStrike" cap="none">
                <a:solidFill>
                  <a:srgbClr val="000000"/>
                </a:solidFill>
                <a:latin typeface="Gill Sans"/>
                <a:ea typeface="Gill Sans"/>
                <a:cs typeface="Gill Sans"/>
                <a:sym typeface="Gill Sans"/>
              </a:rPr>
              <a:t>These two can be swapped</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Penetration testing</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Risk-based security tests</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Abuse cases</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Security requirements</a:t>
            </a:r>
            <a:endParaRPr/>
          </a:p>
          <a:p>
            <a:pPr marL="690563" marR="0" lvl="1" indent="-347663" algn="just" rtl="0">
              <a:lnSpc>
                <a:spcPct val="80000"/>
              </a:lnSpc>
              <a:spcBef>
                <a:spcPts val="319"/>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Security operations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81"/>
          <p:cNvSpPr txBox="1"/>
          <p:nvPr/>
        </p:nvSpPr>
        <p:spPr>
          <a:xfrm>
            <a:off x="1485900" y="91679"/>
            <a:ext cx="5657850" cy="727471"/>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Clr>
                <a:srgbClr val="562214"/>
              </a:buClr>
              <a:buSzPts val="3600"/>
              <a:buFont typeface="Gill Sans"/>
              <a:buNone/>
            </a:pPr>
            <a:r>
              <a:rPr lang="en-US" sz="3600" b="0" i="0" u="none" strike="noStrike" cap="none">
                <a:solidFill>
                  <a:srgbClr val="562214"/>
                </a:solidFill>
                <a:latin typeface="Gill Sans"/>
                <a:ea typeface="Gill Sans"/>
                <a:cs typeface="Gill Sans"/>
                <a:sym typeface="Gill Sans"/>
              </a:rPr>
              <a:t>Pillar II: (contd.)</a:t>
            </a:r>
            <a:endParaRPr/>
          </a:p>
        </p:txBody>
      </p:sp>
      <p:sp>
        <p:nvSpPr>
          <p:cNvPr id="612" name="Google Shape;612;p81"/>
          <p:cNvSpPr txBox="1"/>
          <p:nvPr/>
        </p:nvSpPr>
        <p:spPr>
          <a:xfrm>
            <a:off x="1219200" y="847397"/>
            <a:ext cx="7772400" cy="3886200"/>
          </a:xfrm>
          <a:prstGeom prst="rect">
            <a:avLst/>
          </a:prstGeom>
          <a:noFill/>
          <a:ln>
            <a:noFill/>
          </a:ln>
        </p:spPr>
        <p:txBody>
          <a:bodyPr spcFirstLastPara="1" wrap="square" lIns="91425" tIns="45700" rIns="91425" bIns="45700" anchor="t" anchorCtr="0">
            <a:noAutofit/>
          </a:bodyPr>
          <a:lstStyle/>
          <a:p>
            <a:pPr marL="341313" marR="0" lvl="0" indent="-341313" algn="just" rtl="0">
              <a:spcBef>
                <a:spcPts val="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Many organization</a:t>
            </a:r>
            <a:endParaRPr/>
          </a:p>
          <a:p>
            <a:pPr marL="690563" marR="0" lvl="1" indent="-347662" algn="just"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Penetration first</a:t>
            </a:r>
            <a:endParaRPr/>
          </a:p>
          <a:p>
            <a:pPr marL="985838" marR="0" lvl="2" indent="-292100" algn="just" rtl="0">
              <a:spcBef>
                <a:spcPts val="575"/>
              </a:spcBef>
              <a:spcAft>
                <a:spcPts val="0"/>
              </a:spcAft>
              <a:buClr>
                <a:srgbClr val="CCCC00"/>
              </a:buClr>
              <a:buSzPts val="1400"/>
              <a:buFont typeface="Noto Sans Symbols"/>
              <a:buChar char="●"/>
            </a:pPr>
            <a:r>
              <a:rPr lang="en-US" sz="2000" b="0" i="0" u="none" strike="noStrike" cap="none">
                <a:solidFill>
                  <a:srgbClr val="000000"/>
                </a:solidFill>
                <a:latin typeface="Gill Sans"/>
                <a:ea typeface="Gill Sans"/>
                <a:cs typeface="Gill Sans"/>
                <a:sym typeface="Gill Sans"/>
              </a:rPr>
              <a:t>Is a reactive approach</a:t>
            </a:r>
            <a:endParaRPr/>
          </a:p>
          <a:p>
            <a:pPr marL="341313" marR="0" lvl="0" indent="-341313" algn="just"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Code Review and Architecture Risk Analysis can be switched however skipping one solves only half of the problem</a:t>
            </a:r>
            <a:endParaRPr/>
          </a:p>
          <a:p>
            <a:pPr marL="341313" marR="0" lvl="0" indent="-341313" algn="just"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Big organizations may adopt these touchpoints simultaneously</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82"/>
          <p:cNvSpPr txBox="1"/>
          <p:nvPr/>
        </p:nvSpPr>
        <p:spPr>
          <a:xfrm>
            <a:off x="1485900" y="91679"/>
            <a:ext cx="6591300" cy="651271"/>
          </a:xfrm>
          <a:prstGeom prst="rect">
            <a:avLst/>
          </a:prstGeom>
          <a:noFill/>
          <a:ln>
            <a:noFill/>
          </a:ln>
        </p:spPr>
        <p:txBody>
          <a:bodyPr spcFirstLastPara="1" wrap="square" lIns="91425" tIns="45700" rIns="91425" bIns="45700" anchor="b" anchorCtr="0">
            <a:normAutofit/>
          </a:bodyPr>
          <a:lstStyle/>
          <a:p>
            <a:pPr marL="0" marR="0" lvl="0" indent="0" algn="ctr" rtl="0">
              <a:spcBef>
                <a:spcPts val="0"/>
              </a:spcBef>
              <a:spcAft>
                <a:spcPts val="0"/>
              </a:spcAft>
              <a:buClr>
                <a:srgbClr val="562214"/>
              </a:buClr>
              <a:buSzPts val="3600"/>
              <a:buFont typeface="Gill Sans"/>
              <a:buNone/>
            </a:pPr>
            <a:r>
              <a:rPr lang="en-US" sz="3600" b="0" i="0" u="none" strike="noStrike" cap="none">
                <a:solidFill>
                  <a:srgbClr val="562214"/>
                </a:solidFill>
                <a:latin typeface="Gill Sans"/>
                <a:ea typeface="Gill Sans"/>
                <a:cs typeface="Gill Sans"/>
                <a:sym typeface="Gill Sans"/>
              </a:rPr>
              <a:t>Pillar II: (contd.)</a:t>
            </a:r>
            <a:endParaRPr/>
          </a:p>
        </p:txBody>
      </p:sp>
      <p:pic>
        <p:nvPicPr>
          <p:cNvPr id="620" name="Google Shape;620;p82"/>
          <p:cNvPicPr preferRelativeResize="0"/>
          <p:nvPr/>
        </p:nvPicPr>
        <p:blipFill rotWithShape="1">
          <a:blip r:embed="rId3">
            <a:alphaModFix/>
          </a:blip>
          <a:srcRect/>
          <a:stretch/>
        </p:blipFill>
        <p:spPr>
          <a:xfrm>
            <a:off x="1143000" y="776790"/>
            <a:ext cx="7537514" cy="4281631"/>
          </a:xfrm>
          <a:prstGeom prst="rect">
            <a:avLst/>
          </a:prstGeom>
          <a:noFill/>
          <a:ln>
            <a:noFill/>
          </a:ln>
        </p:spPr>
      </p:pic>
      <p:sp>
        <p:nvSpPr>
          <p:cNvPr id="621" name="Google Shape;621;p82"/>
          <p:cNvSpPr txBox="1"/>
          <p:nvPr/>
        </p:nvSpPr>
        <p:spPr>
          <a:xfrm>
            <a:off x="1832373" y="4754167"/>
            <a:ext cx="5339666"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8080"/>
              </a:buClr>
              <a:buSzPts val="1350"/>
              <a:buFont typeface="Times New Roman"/>
              <a:buNone/>
            </a:pPr>
            <a:r>
              <a:rPr lang="en-US" sz="1350" b="0" i="0" u="none" strike="noStrike" cap="none">
                <a:solidFill>
                  <a:srgbClr val="008080"/>
                </a:solidFill>
                <a:latin typeface="Arial"/>
                <a:ea typeface="Arial"/>
                <a:cs typeface="Arial"/>
                <a:sym typeface="Arial"/>
              </a:rPr>
              <a:t>Software security best practices applied to various software artifacts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83"/>
          <p:cNvSpPr txBox="1"/>
          <p:nvPr/>
        </p:nvSpPr>
        <p:spPr>
          <a:xfrm>
            <a:off x="1485900" y="91679"/>
            <a:ext cx="6743700" cy="727471"/>
          </a:xfrm>
          <a:prstGeom prst="rect">
            <a:avLst/>
          </a:prstGeom>
          <a:noFill/>
          <a:ln>
            <a:noFill/>
          </a:ln>
        </p:spPr>
        <p:txBody>
          <a:bodyPr spcFirstLastPara="1" wrap="square" lIns="91425" tIns="45700" rIns="91425" bIns="45700" anchor="b" anchorCtr="0">
            <a:normAutofit fontScale="700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Pillar II: (contd.)</a:t>
            </a:r>
            <a:br>
              <a:rPr lang="en-US" sz="3600" b="0" i="0" u="none" strike="noStrike" cap="none">
                <a:solidFill>
                  <a:srgbClr val="562214"/>
                </a:solidFill>
                <a:latin typeface="Gill Sans"/>
                <a:ea typeface="Gill Sans"/>
                <a:cs typeface="Gill Sans"/>
                <a:sym typeface="Gill Sans"/>
              </a:rPr>
            </a:br>
            <a:r>
              <a:rPr lang="en-US" sz="3600" b="0" i="0" u="none" strike="noStrike" cap="none">
                <a:solidFill>
                  <a:srgbClr val="562214"/>
                </a:solidFill>
                <a:latin typeface="Gill Sans"/>
                <a:ea typeface="Gill Sans"/>
                <a:cs typeface="Gill Sans"/>
                <a:sym typeface="Gill Sans"/>
              </a:rPr>
              <a:t>Microsoft’s move ...</a:t>
            </a:r>
            <a:endParaRPr/>
          </a:p>
        </p:txBody>
      </p:sp>
      <p:pic>
        <p:nvPicPr>
          <p:cNvPr id="629" name="Google Shape;629;p83"/>
          <p:cNvPicPr preferRelativeResize="0"/>
          <p:nvPr/>
        </p:nvPicPr>
        <p:blipFill rotWithShape="1">
          <a:blip r:embed="rId3">
            <a:alphaModFix/>
          </a:blip>
          <a:srcRect/>
          <a:stretch/>
        </p:blipFill>
        <p:spPr>
          <a:xfrm>
            <a:off x="1163241" y="910054"/>
            <a:ext cx="7297102" cy="2384822"/>
          </a:xfrm>
          <a:prstGeom prst="rect">
            <a:avLst/>
          </a:prstGeom>
          <a:noFill/>
          <a:ln w="9525" cap="sq" cmpd="sng">
            <a:solidFill>
              <a:srgbClr val="000000"/>
            </a:solidFill>
            <a:prstDash val="solid"/>
            <a:miter lim="800000"/>
            <a:headEnd type="none" w="sm" len="sm"/>
            <a:tailEnd type="none" w="sm" len="sm"/>
          </a:ln>
        </p:spPr>
      </p:pic>
      <p:pic>
        <p:nvPicPr>
          <p:cNvPr id="630" name="Google Shape;630;p83"/>
          <p:cNvPicPr preferRelativeResize="0"/>
          <p:nvPr/>
        </p:nvPicPr>
        <p:blipFill rotWithShape="1">
          <a:blip r:embed="rId4">
            <a:alphaModFix/>
          </a:blip>
          <a:srcRect/>
          <a:stretch/>
        </p:blipFill>
        <p:spPr>
          <a:xfrm>
            <a:off x="1163241" y="3385781"/>
            <a:ext cx="7297102" cy="16580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84"/>
          <p:cNvSpPr txBox="1"/>
          <p:nvPr/>
        </p:nvSpPr>
        <p:spPr>
          <a:xfrm>
            <a:off x="1485900" y="91679"/>
            <a:ext cx="704850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Pillar III:</a:t>
            </a:r>
            <a:br>
              <a:rPr lang="en-US" sz="3600" b="0" i="0" u="none" strike="noStrike" cap="none">
                <a:solidFill>
                  <a:srgbClr val="562214"/>
                </a:solidFill>
                <a:latin typeface="Gill Sans"/>
                <a:ea typeface="Gill Sans"/>
                <a:cs typeface="Gill Sans"/>
                <a:sym typeface="Gill Sans"/>
              </a:rPr>
            </a:br>
            <a:r>
              <a:rPr lang="en-US" sz="3600" b="0" i="0" u="none" strike="noStrike" cap="none">
                <a:solidFill>
                  <a:srgbClr val="562214"/>
                </a:solidFill>
                <a:latin typeface="Gill Sans"/>
                <a:ea typeface="Gill Sans"/>
                <a:cs typeface="Gill Sans"/>
                <a:sym typeface="Gill Sans"/>
              </a:rPr>
              <a:t>Knowledge</a:t>
            </a:r>
            <a:endParaRPr/>
          </a:p>
        </p:txBody>
      </p:sp>
      <p:sp>
        <p:nvSpPr>
          <p:cNvPr id="638" name="Google Shape;638;p84"/>
          <p:cNvSpPr txBox="1"/>
          <p:nvPr/>
        </p:nvSpPr>
        <p:spPr>
          <a:xfrm>
            <a:off x="1562100" y="1145976"/>
            <a:ext cx="72009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Involves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Gathering, encapsulating, and sharing security knowledge</a:t>
            </a:r>
            <a:endParaRPr/>
          </a:p>
          <a:p>
            <a:pPr marL="341313" marR="0" lvl="0" indent="-341313" algn="l" rtl="0">
              <a:spcBef>
                <a:spcPts val="488"/>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Software security knowledge catalogs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Principles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Guidelines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Rules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Vulnerabilities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Exploits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Attack patterns</a:t>
            </a:r>
            <a:endParaRPr/>
          </a:p>
          <a:p>
            <a:pPr marL="690563" marR="0" lvl="1" indent="-347663" algn="l" rtl="0">
              <a:spcBef>
                <a:spcPts val="413"/>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Historical risks</a:t>
            </a:r>
            <a:endParaRPr/>
          </a:p>
        </p:txBody>
      </p:sp>
      <p:sp>
        <p:nvSpPr>
          <p:cNvPr id="639" name="Google Shape;639;p84"/>
          <p:cNvSpPr/>
          <p:nvPr/>
        </p:nvSpPr>
        <p:spPr>
          <a:xfrm>
            <a:off x="4572000" y="2514600"/>
            <a:ext cx="2971800" cy="1714500"/>
          </a:xfrm>
          <a:prstGeom prst="rect">
            <a:avLst/>
          </a:prstGeom>
          <a:gradFill>
            <a:gsLst>
              <a:gs pos="0">
                <a:srgbClr val="7E9CE8"/>
              </a:gs>
              <a:gs pos="50000">
                <a:srgbClr val="FFFFFF"/>
              </a:gs>
              <a:gs pos="100000">
                <a:srgbClr val="7E9CE8"/>
              </a:gs>
            </a:gsLst>
            <a:lin ang="5400000" scaled="0"/>
          </a:gradFill>
          <a:ln w="9525" cap="sq" cmpd="sng">
            <a:solidFill>
              <a:srgbClr val="000000"/>
            </a:solidFill>
            <a:prstDash val="solid"/>
            <a:miter lim="800000"/>
            <a:headEnd type="none" w="sm" len="sm"/>
            <a:tailEnd type="none" w="sm" len="sm"/>
          </a:ln>
        </p:spPr>
        <p:txBody>
          <a:bodyPr spcFirstLastPara="1" wrap="square" lIns="67500" tIns="35100" rIns="67500" bIns="35100" anchor="ctr" anchorCtr="0">
            <a:noAutofit/>
          </a:bodyPr>
          <a:lstStyle/>
          <a:p>
            <a:pPr marL="457200" marR="0" lvl="1" indent="0" algn="ctr" rtl="0">
              <a:spcBef>
                <a:spcPts val="0"/>
              </a:spcBef>
              <a:spcAft>
                <a:spcPts val="0"/>
              </a:spcAft>
              <a:buNone/>
            </a:pPr>
            <a:r>
              <a:rPr lang="en-US" sz="1350" b="0" i="0" u="none" strike="noStrike" cap="none">
                <a:solidFill>
                  <a:srgbClr val="000000"/>
                </a:solidFill>
                <a:latin typeface="Arial"/>
                <a:ea typeface="Arial"/>
                <a:cs typeface="Arial"/>
                <a:sym typeface="Arial"/>
              </a:rPr>
              <a:t>Can be put into three categories</a:t>
            </a:r>
            <a:endParaRPr/>
          </a:p>
          <a:p>
            <a:pPr marL="457200" marR="0" lvl="1" indent="0" algn="ctr" rtl="0">
              <a:spcBef>
                <a:spcPts val="0"/>
              </a:spcBef>
              <a:spcAft>
                <a:spcPts val="0"/>
              </a:spcAft>
              <a:buNone/>
            </a:pPr>
            <a:endParaRPr sz="1350" b="0" i="0" u="none" strike="noStrike" cap="none">
              <a:solidFill>
                <a:srgbClr val="000000"/>
              </a:solidFill>
              <a:latin typeface="Arial"/>
              <a:ea typeface="Arial"/>
              <a:cs typeface="Arial"/>
              <a:sym typeface="Arial"/>
            </a:endParaRPr>
          </a:p>
          <a:p>
            <a:pPr marL="0" marR="0" lvl="0" indent="0" algn="ctr"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Prescriptive knowledge</a:t>
            </a:r>
            <a:endParaRPr/>
          </a:p>
          <a:p>
            <a:pPr marL="0" marR="0" lvl="0" indent="0" algn="ctr"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Diagnostic knowledge</a:t>
            </a:r>
            <a:endParaRPr/>
          </a:p>
          <a:p>
            <a:pPr marL="0" marR="0" lvl="0" indent="0" algn="ctr"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Historical knowledge</a:t>
            </a:r>
            <a:endParaRPr/>
          </a:p>
        </p:txBody>
      </p:sp>
      <p:cxnSp>
        <p:nvCxnSpPr>
          <p:cNvPr id="640" name="Google Shape;640;p84"/>
          <p:cNvCxnSpPr/>
          <p:nvPr/>
        </p:nvCxnSpPr>
        <p:spPr>
          <a:xfrm rot="10800000">
            <a:off x="3827860" y="2570560"/>
            <a:ext cx="745331" cy="459581"/>
          </a:xfrm>
          <a:prstGeom prst="straightConnector1">
            <a:avLst/>
          </a:prstGeom>
          <a:noFill/>
          <a:ln w="9525" cap="sq" cmpd="sng">
            <a:solidFill>
              <a:srgbClr val="000000"/>
            </a:solidFill>
            <a:prstDash val="solid"/>
            <a:miter lim="800000"/>
            <a:headEnd type="none" w="med" len="med"/>
            <a:tailEnd type="triangle" w="med" len="med"/>
          </a:ln>
        </p:spPr>
      </p:cxnSp>
      <p:cxnSp>
        <p:nvCxnSpPr>
          <p:cNvPr id="641" name="Google Shape;641;p84"/>
          <p:cNvCxnSpPr/>
          <p:nvPr/>
        </p:nvCxnSpPr>
        <p:spPr>
          <a:xfrm flipH="1">
            <a:off x="3999310" y="3486150"/>
            <a:ext cx="573881" cy="628650"/>
          </a:xfrm>
          <a:prstGeom prst="straightConnector1">
            <a:avLst/>
          </a:prstGeom>
          <a:noFill/>
          <a:ln w="9525" cap="sq" cmpd="sng">
            <a:solidFill>
              <a:srgbClr val="000000"/>
            </a:solidFill>
            <a:prstDash val="solid"/>
            <a:miter lim="800000"/>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39"/>
                                        </p:tgtEl>
                                        <p:attrNameLst>
                                          <p:attrName>style.visibility</p:attrName>
                                        </p:attrNameLst>
                                      </p:cBhvr>
                                      <p:to>
                                        <p:strVal val="visible"/>
                                      </p:to>
                                    </p:set>
                                    <p:anim calcmode="lin" valueType="num">
                                      <p:cBhvr additive="base">
                                        <p:cTn id="7" dur="500"/>
                                        <p:tgtEl>
                                          <p:spTgt spid="639"/>
                                        </p:tgtEl>
                                        <p:attrNameLst>
                                          <p:attrName>ppt_x</p:attrName>
                                        </p:attrNameLst>
                                      </p:cBhvr>
                                      <p:tavLst>
                                        <p:tav tm="0">
                                          <p:val>
                                            <p:strVal val="#ppt_x+1"/>
                                          </p:val>
                                        </p:tav>
                                        <p:tav tm="100000">
                                          <p:val>
                                            <p:strVal val="#ppt_x"/>
                                          </p:val>
                                        </p:tav>
                                      </p:tavLst>
                                    </p:anim>
                                  </p:childTnLst>
                                </p:cTn>
                              </p:par>
                              <p:par>
                                <p:cTn id="8" presetID="2" presetClass="entr" presetSubtype="2" fill="hold" nodeType="withEffect">
                                  <p:stCondLst>
                                    <p:cond delay="0"/>
                                  </p:stCondLst>
                                  <p:childTnLst>
                                    <p:set>
                                      <p:cBhvr>
                                        <p:cTn id="9" dur="1" fill="hold">
                                          <p:stCondLst>
                                            <p:cond delay="0"/>
                                          </p:stCondLst>
                                        </p:cTn>
                                        <p:tgtEl>
                                          <p:spTgt spid="640"/>
                                        </p:tgtEl>
                                        <p:attrNameLst>
                                          <p:attrName>style.visibility</p:attrName>
                                        </p:attrNameLst>
                                      </p:cBhvr>
                                      <p:to>
                                        <p:strVal val="visible"/>
                                      </p:to>
                                    </p:set>
                                    <p:anim calcmode="lin" valueType="num">
                                      <p:cBhvr additive="base">
                                        <p:cTn id="10" dur="500"/>
                                        <p:tgtEl>
                                          <p:spTgt spid="640"/>
                                        </p:tgtEl>
                                        <p:attrNameLst>
                                          <p:attrName>ppt_x</p:attrName>
                                        </p:attrNameLst>
                                      </p:cBhvr>
                                      <p:tavLst>
                                        <p:tav tm="0">
                                          <p:val>
                                            <p:strVal val="#ppt_x+1"/>
                                          </p:val>
                                        </p:tav>
                                        <p:tav tm="100000">
                                          <p:val>
                                            <p:strVal val="#ppt_x"/>
                                          </p:val>
                                        </p:tav>
                                      </p:tavLst>
                                    </p:anim>
                                  </p:childTnLst>
                                </p:cTn>
                              </p:par>
                              <p:par>
                                <p:cTn id="11" presetID="2" presetClass="entr" presetSubtype="2" fill="hold" nodeType="withEffect">
                                  <p:stCondLst>
                                    <p:cond delay="0"/>
                                  </p:stCondLst>
                                  <p:childTnLst>
                                    <p:set>
                                      <p:cBhvr>
                                        <p:cTn id="12" dur="1" fill="hold">
                                          <p:stCondLst>
                                            <p:cond delay="0"/>
                                          </p:stCondLst>
                                        </p:cTn>
                                        <p:tgtEl>
                                          <p:spTgt spid="641"/>
                                        </p:tgtEl>
                                        <p:attrNameLst>
                                          <p:attrName>style.visibility</p:attrName>
                                        </p:attrNameLst>
                                      </p:cBhvr>
                                      <p:to>
                                        <p:strVal val="visible"/>
                                      </p:to>
                                    </p:set>
                                    <p:anim calcmode="lin" valueType="num">
                                      <p:cBhvr additive="base">
                                        <p:cTn id="13" dur="500"/>
                                        <p:tgtEl>
                                          <p:spTgt spid="64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85"/>
          <p:cNvSpPr txBox="1"/>
          <p:nvPr/>
        </p:nvSpPr>
        <p:spPr>
          <a:xfrm>
            <a:off x="1485899" y="91679"/>
            <a:ext cx="7353301"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Pillar III: Knowledge catalogs to s/w artifacts</a:t>
            </a:r>
            <a:endParaRPr/>
          </a:p>
        </p:txBody>
      </p:sp>
      <p:pic>
        <p:nvPicPr>
          <p:cNvPr id="649" name="Google Shape;649;p85"/>
          <p:cNvPicPr preferRelativeResize="0"/>
          <p:nvPr/>
        </p:nvPicPr>
        <p:blipFill rotWithShape="1">
          <a:blip r:embed="rId3">
            <a:alphaModFix/>
          </a:blip>
          <a:srcRect/>
          <a:stretch/>
        </p:blipFill>
        <p:spPr>
          <a:xfrm>
            <a:off x="1066800" y="1063230"/>
            <a:ext cx="7431976" cy="408027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86"/>
          <p:cNvSpPr/>
          <p:nvPr/>
        </p:nvSpPr>
        <p:spPr>
          <a:xfrm>
            <a:off x="2857500" y="1885950"/>
            <a:ext cx="5029200" cy="3028950"/>
          </a:xfrm>
          <a:prstGeom prst="rect">
            <a:avLst/>
          </a:prstGeom>
          <a:solidFill>
            <a:srgbClr val="669999"/>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657" name="Google Shape;657;p86"/>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Risk management framework:</a:t>
            </a:r>
            <a:br>
              <a:rPr lang="en-US" sz="2625" b="1" i="0" u="none" strike="noStrike" cap="none">
                <a:solidFill>
                  <a:srgbClr val="330066"/>
                </a:solidFill>
                <a:latin typeface="Arial"/>
                <a:ea typeface="Arial"/>
                <a:cs typeface="Arial"/>
                <a:sym typeface="Arial"/>
              </a:rPr>
            </a:br>
            <a:r>
              <a:rPr lang="en-US" sz="2625" b="1" i="0" u="none" strike="noStrike" cap="none">
                <a:solidFill>
                  <a:srgbClr val="330066"/>
                </a:solidFill>
                <a:latin typeface="Arial"/>
                <a:ea typeface="Arial"/>
                <a:cs typeface="Arial"/>
                <a:sym typeface="Arial"/>
              </a:rPr>
              <a:t>Five Stages</a:t>
            </a:r>
            <a:endParaRPr/>
          </a:p>
        </p:txBody>
      </p:sp>
      <p:sp>
        <p:nvSpPr>
          <p:cNvPr id="658" name="Google Shape;658;p86"/>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RMF occurs in parallel with SDLC activities</a:t>
            </a:r>
            <a:endParaRPr/>
          </a:p>
        </p:txBody>
      </p:sp>
      <p:sp>
        <p:nvSpPr>
          <p:cNvPr id="659" name="Google Shape;659;p86"/>
          <p:cNvSpPr/>
          <p:nvPr/>
        </p:nvSpPr>
        <p:spPr>
          <a:xfrm>
            <a:off x="142875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Understand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the Business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context</a:t>
            </a:r>
            <a:endParaRPr/>
          </a:p>
        </p:txBody>
      </p:sp>
      <p:sp>
        <p:nvSpPr>
          <p:cNvPr id="660" name="Google Shape;660;p86"/>
          <p:cNvSpPr/>
          <p:nvPr/>
        </p:nvSpPr>
        <p:spPr>
          <a:xfrm>
            <a:off x="308610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Identify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the Business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and Technical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Risk</a:t>
            </a:r>
            <a:endParaRPr/>
          </a:p>
          <a:p>
            <a:pPr marL="0" marR="0" lvl="0" indent="0" algn="ctr" rtl="0">
              <a:spcBef>
                <a:spcPts val="0"/>
              </a:spcBef>
              <a:spcAft>
                <a:spcPts val="0"/>
              </a:spcAft>
              <a:buClr>
                <a:srgbClr val="000000"/>
              </a:buClr>
              <a:buSzPts val="1200"/>
              <a:buFont typeface="Times New Roman"/>
              <a:buNone/>
            </a:pPr>
            <a:endParaRPr sz="1200" b="0" i="0" u="none" strike="noStrike" cap="none">
              <a:solidFill>
                <a:srgbClr val="000000"/>
              </a:solidFill>
              <a:latin typeface="Arial"/>
              <a:ea typeface="Arial"/>
              <a:cs typeface="Arial"/>
              <a:sym typeface="Arial"/>
            </a:endParaRPr>
          </a:p>
        </p:txBody>
      </p:sp>
      <p:sp>
        <p:nvSpPr>
          <p:cNvPr id="661" name="Google Shape;661;p86"/>
          <p:cNvSpPr/>
          <p:nvPr/>
        </p:nvSpPr>
        <p:spPr>
          <a:xfrm>
            <a:off x="3086100" y="2971800"/>
            <a:ext cx="1257300" cy="228600"/>
          </a:xfrm>
          <a:prstGeom prst="rect">
            <a:avLst/>
          </a:prstGeom>
          <a:solidFill>
            <a:srgbClr val="7E9CE8"/>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662" name="Google Shape;662;p86"/>
          <p:cNvSpPr txBox="1"/>
          <p:nvPr/>
        </p:nvSpPr>
        <p:spPr>
          <a:xfrm>
            <a:off x="3198019" y="2971800"/>
            <a:ext cx="1094914" cy="232468"/>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FFFFFF"/>
              </a:buClr>
              <a:buSzPts val="1050"/>
              <a:buFont typeface="Times New Roman"/>
              <a:buNone/>
            </a:pPr>
            <a:r>
              <a:rPr lang="en-US" sz="1050" b="0" i="0" u="none" strike="noStrike" cap="none">
                <a:solidFill>
                  <a:srgbClr val="FFFFFF"/>
                </a:solidFill>
                <a:latin typeface="Arial"/>
                <a:ea typeface="Arial"/>
                <a:cs typeface="Arial"/>
                <a:sym typeface="Arial"/>
              </a:rPr>
              <a:t>Artifact Analysis</a:t>
            </a:r>
            <a:endParaRPr/>
          </a:p>
        </p:txBody>
      </p:sp>
      <p:sp>
        <p:nvSpPr>
          <p:cNvPr id="663" name="Google Shape;663;p86"/>
          <p:cNvSpPr/>
          <p:nvPr/>
        </p:nvSpPr>
        <p:spPr>
          <a:xfrm>
            <a:off x="474345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Synthesize and</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Rank the Risks</a:t>
            </a:r>
            <a:endParaRPr/>
          </a:p>
        </p:txBody>
      </p:sp>
      <p:sp>
        <p:nvSpPr>
          <p:cNvPr id="664" name="Google Shape;664;p86"/>
          <p:cNvSpPr/>
          <p:nvPr/>
        </p:nvSpPr>
        <p:spPr>
          <a:xfrm>
            <a:off x="640080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Define the Risk</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Mitigation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Strategy</a:t>
            </a:r>
            <a:endParaRPr/>
          </a:p>
        </p:txBody>
      </p:sp>
      <p:sp>
        <p:nvSpPr>
          <p:cNvPr id="665" name="Google Shape;665;p86"/>
          <p:cNvSpPr/>
          <p:nvPr/>
        </p:nvSpPr>
        <p:spPr>
          <a:xfrm>
            <a:off x="4743450" y="37147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Carry out fixes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And validate</a:t>
            </a:r>
            <a:endParaRPr/>
          </a:p>
        </p:txBody>
      </p:sp>
      <p:sp>
        <p:nvSpPr>
          <p:cNvPr id="666" name="Google Shape;666;p86"/>
          <p:cNvSpPr txBox="1"/>
          <p:nvPr/>
        </p:nvSpPr>
        <p:spPr>
          <a:xfrm>
            <a:off x="3255837" y="3389710"/>
            <a:ext cx="758285" cy="440217"/>
          </a:xfrm>
          <a:prstGeom prst="rect">
            <a:avLst/>
          </a:prstGeom>
          <a:noFill/>
          <a:ln>
            <a:noFill/>
          </a:ln>
        </p:spPr>
        <p:txBody>
          <a:bodyPr spcFirstLastPara="1" wrap="square" lIns="67500" tIns="35100" rIns="67500" bIns="35100" anchor="t" anchorCtr="0">
            <a:sp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Business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Context</a:t>
            </a:r>
            <a:endParaRPr/>
          </a:p>
        </p:txBody>
      </p:sp>
      <p:cxnSp>
        <p:nvCxnSpPr>
          <p:cNvPr id="667" name="Google Shape;667;p86"/>
          <p:cNvCxnSpPr/>
          <p:nvPr/>
        </p:nvCxnSpPr>
        <p:spPr>
          <a:xfrm rot="10800000" flipH="1">
            <a:off x="2596625" y="2700225"/>
            <a:ext cx="171000" cy="28800"/>
          </a:xfrm>
          <a:prstGeom prst="straightConnector1">
            <a:avLst/>
          </a:prstGeom>
          <a:noFill/>
          <a:ln w="76300" cap="sq" cmpd="sng">
            <a:solidFill>
              <a:srgbClr val="000000"/>
            </a:solidFill>
            <a:prstDash val="solid"/>
            <a:miter lim="800000"/>
            <a:headEnd type="none" w="med" len="med"/>
            <a:tailEnd type="triangle" w="med" len="med"/>
          </a:ln>
        </p:spPr>
      </p:cxnSp>
      <p:cxnSp>
        <p:nvCxnSpPr>
          <p:cNvPr id="668" name="Google Shape;668;p86"/>
          <p:cNvCxnSpPr/>
          <p:nvPr/>
        </p:nvCxnSpPr>
        <p:spPr>
          <a:xfrm flipH="1">
            <a:off x="4343400" y="2583425"/>
            <a:ext cx="37200" cy="96900"/>
          </a:xfrm>
          <a:prstGeom prst="straightConnector1">
            <a:avLst/>
          </a:prstGeom>
          <a:noFill/>
          <a:ln w="76300" cap="sq" cmpd="sng">
            <a:solidFill>
              <a:srgbClr val="000000"/>
            </a:solidFill>
            <a:prstDash val="solid"/>
            <a:miter lim="800000"/>
            <a:headEnd type="none" w="med" len="med"/>
            <a:tailEnd type="triangle" w="med" len="med"/>
          </a:ln>
        </p:spPr>
      </p:cxnSp>
      <p:cxnSp>
        <p:nvCxnSpPr>
          <p:cNvPr id="669" name="Google Shape;669;p86"/>
          <p:cNvCxnSpPr/>
          <p:nvPr/>
        </p:nvCxnSpPr>
        <p:spPr>
          <a:xfrm rot="10800000" flipH="1">
            <a:off x="6158275" y="2715300"/>
            <a:ext cx="123000" cy="40500"/>
          </a:xfrm>
          <a:prstGeom prst="straightConnector1">
            <a:avLst/>
          </a:prstGeom>
          <a:noFill/>
          <a:ln w="76300" cap="sq" cmpd="sng">
            <a:solidFill>
              <a:srgbClr val="000000"/>
            </a:solidFill>
            <a:prstDash val="solid"/>
            <a:miter lim="800000"/>
            <a:headEnd type="none" w="med" len="med"/>
            <a:tailEnd type="triangle" w="med" len="med"/>
          </a:ln>
        </p:spPr>
      </p:cxnSp>
      <p:cxnSp>
        <p:nvCxnSpPr>
          <p:cNvPr id="670" name="Google Shape;670;p86"/>
          <p:cNvCxnSpPr/>
          <p:nvPr/>
        </p:nvCxnSpPr>
        <p:spPr>
          <a:xfrm>
            <a:off x="7029450" y="3200400"/>
            <a:ext cx="1191" cy="1028700"/>
          </a:xfrm>
          <a:prstGeom prst="straightConnector1">
            <a:avLst/>
          </a:prstGeom>
          <a:noFill/>
          <a:ln w="76300" cap="sq" cmpd="sng">
            <a:solidFill>
              <a:srgbClr val="000000"/>
            </a:solidFill>
            <a:prstDash val="solid"/>
            <a:miter lim="800000"/>
            <a:headEnd type="none" w="med" len="med"/>
            <a:tailEnd type="none" w="med" len="med"/>
          </a:ln>
        </p:spPr>
      </p:cxnSp>
      <p:cxnSp>
        <p:nvCxnSpPr>
          <p:cNvPr id="671" name="Google Shape;671;p86"/>
          <p:cNvCxnSpPr/>
          <p:nvPr/>
        </p:nvCxnSpPr>
        <p:spPr>
          <a:xfrm flipH="1">
            <a:off x="5999560" y="4200525"/>
            <a:ext cx="1031081" cy="1191"/>
          </a:xfrm>
          <a:prstGeom prst="straightConnector1">
            <a:avLst/>
          </a:prstGeom>
          <a:noFill/>
          <a:ln w="76300" cap="sq" cmpd="sng">
            <a:solidFill>
              <a:srgbClr val="000000"/>
            </a:solidFill>
            <a:prstDash val="solid"/>
            <a:miter lim="800000"/>
            <a:headEnd type="none" w="med" len="med"/>
            <a:tailEnd type="triangle" w="med" len="med"/>
          </a:ln>
        </p:spPr>
      </p:cxnSp>
      <p:cxnSp>
        <p:nvCxnSpPr>
          <p:cNvPr id="672" name="Google Shape;672;p86"/>
          <p:cNvCxnSpPr/>
          <p:nvPr/>
        </p:nvCxnSpPr>
        <p:spPr>
          <a:xfrm flipH="1">
            <a:off x="3713560" y="4200525"/>
            <a:ext cx="1031081" cy="1191"/>
          </a:xfrm>
          <a:prstGeom prst="straightConnector1">
            <a:avLst/>
          </a:prstGeom>
          <a:noFill/>
          <a:ln w="76300" cap="sq" cmpd="sng">
            <a:solidFill>
              <a:srgbClr val="000000"/>
            </a:solidFill>
            <a:prstDash val="solid"/>
            <a:miter lim="800000"/>
            <a:headEnd type="none" w="med" len="med"/>
            <a:tailEnd type="none" w="med" len="med"/>
          </a:ln>
        </p:spPr>
      </p:cxnSp>
      <p:cxnSp>
        <p:nvCxnSpPr>
          <p:cNvPr id="673" name="Google Shape;673;p86"/>
          <p:cNvCxnSpPr/>
          <p:nvPr/>
        </p:nvCxnSpPr>
        <p:spPr>
          <a:xfrm rot="10800000" flipH="1">
            <a:off x="3903775" y="3937416"/>
            <a:ext cx="1200" cy="402300"/>
          </a:xfrm>
          <a:prstGeom prst="straightConnector1">
            <a:avLst/>
          </a:prstGeom>
          <a:noFill/>
          <a:ln w="76300" cap="sq" cmpd="sng">
            <a:solidFill>
              <a:srgbClr val="000000"/>
            </a:solidFill>
            <a:prstDash val="solid"/>
            <a:miter lim="800000"/>
            <a:headEnd type="none" w="med" len="med"/>
            <a:tailEnd type="triangle" w="med" len="med"/>
          </a:ln>
        </p:spPr>
      </p:cxnSp>
      <p:sp>
        <p:nvSpPr>
          <p:cNvPr id="674" name="Google Shape;674;p86"/>
          <p:cNvSpPr txBox="1"/>
          <p:nvPr/>
        </p:nvSpPr>
        <p:spPr>
          <a:xfrm>
            <a:off x="142994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1</a:t>
            </a:r>
            <a:endParaRPr/>
          </a:p>
        </p:txBody>
      </p:sp>
      <p:sp>
        <p:nvSpPr>
          <p:cNvPr id="675" name="Google Shape;675;p86"/>
          <p:cNvSpPr txBox="1"/>
          <p:nvPr/>
        </p:nvSpPr>
        <p:spPr>
          <a:xfrm>
            <a:off x="308729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2</a:t>
            </a:r>
            <a:endParaRPr/>
          </a:p>
        </p:txBody>
      </p:sp>
      <p:sp>
        <p:nvSpPr>
          <p:cNvPr id="676" name="Google Shape;676;p86"/>
          <p:cNvSpPr txBox="1"/>
          <p:nvPr/>
        </p:nvSpPr>
        <p:spPr>
          <a:xfrm>
            <a:off x="474464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3</a:t>
            </a:r>
            <a:endParaRPr/>
          </a:p>
        </p:txBody>
      </p:sp>
      <p:sp>
        <p:nvSpPr>
          <p:cNvPr id="677" name="Google Shape;677;p86"/>
          <p:cNvSpPr txBox="1"/>
          <p:nvPr/>
        </p:nvSpPr>
        <p:spPr>
          <a:xfrm>
            <a:off x="640199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4</a:t>
            </a:r>
            <a:endParaRPr/>
          </a:p>
        </p:txBody>
      </p:sp>
      <p:sp>
        <p:nvSpPr>
          <p:cNvPr id="678" name="Google Shape;678;p86"/>
          <p:cNvSpPr txBox="1"/>
          <p:nvPr/>
        </p:nvSpPr>
        <p:spPr>
          <a:xfrm>
            <a:off x="4744641" y="37147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5</a:t>
            </a:r>
            <a:endParaRPr/>
          </a:p>
        </p:txBody>
      </p:sp>
      <p:sp>
        <p:nvSpPr>
          <p:cNvPr id="679" name="Google Shape;679;p86"/>
          <p:cNvSpPr txBox="1"/>
          <p:nvPr/>
        </p:nvSpPr>
        <p:spPr>
          <a:xfrm>
            <a:off x="2975372" y="1885951"/>
            <a:ext cx="2261900"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Measurement and reporting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87"/>
          <p:cNvSpPr txBox="1"/>
          <p:nvPr/>
        </p:nvSpPr>
        <p:spPr>
          <a:xfrm>
            <a:off x="1485900" y="91679"/>
            <a:ext cx="689610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Stage 1: </a:t>
            </a:r>
            <a:br>
              <a:rPr lang="en-US" sz="3600" b="0" i="0" u="none" strike="noStrike" cap="none">
                <a:solidFill>
                  <a:srgbClr val="562214"/>
                </a:solidFill>
                <a:latin typeface="Gill Sans"/>
                <a:ea typeface="Gill Sans"/>
                <a:cs typeface="Gill Sans"/>
                <a:sym typeface="Gill Sans"/>
              </a:rPr>
            </a:br>
            <a:r>
              <a:rPr lang="en-US" sz="3600" b="0" i="0" u="none" strike="noStrike" cap="none">
                <a:solidFill>
                  <a:srgbClr val="562214"/>
                </a:solidFill>
                <a:latin typeface="Gill Sans"/>
                <a:ea typeface="Gill Sans"/>
                <a:cs typeface="Gill Sans"/>
                <a:sym typeface="Gill Sans"/>
              </a:rPr>
              <a:t>Understand Business Context	</a:t>
            </a:r>
            <a:endParaRPr/>
          </a:p>
        </p:txBody>
      </p:sp>
      <p:sp>
        <p:nvSpPr>
          <p:cNvPr id="687" name="Google Shape;687;p87"/>
          <p:cNvSpPr txBox="1"/>
          <p:nvPr/>
        </p:nvSpPr>
        <p:spPr>
          <a:xfrm>
            <a:off x="1488528" y="1078338"/>
            <a:ext cx="7274472" cy="3308747"/>
          </a:xfrm>
          <a:prstGeom prst="rect">
            <a:avLst/>
          </a:prstGeom>
          <a:noFill/>
          <a:ln>
            <a:noFill/>
          </a:ln>
        </p:spPr>
        <p:txBody>
          <a:bodyPr spcFirstLastPara="1" wrap="square" lIns="91425" tIns="45700" rIns="91425" bIns="45700" anchor="t" anchorCtr="0">
            <a:noAutofit/>
          </a:bodyPr>
          <a:lstStyle/>
          <a:p>
            <a:pPr marL="341313" marR="0" lvl="0" indent="-341313" algn="just" rtl="0">
              <a:lnSpc>
                <a:spcPct val="90000"/>
              </a:lnSpc>
              <a:spcBef>
                <a:spcPts val="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Risk management</a:t>
            </a:r>
            <a:endParaRPr/>
          </a:p>
          <a:p>
            <a:pPr marL="690563" marR="0" lvl="1" indent="-347662" algn="just" rtl="0">
              <a:lnSpc>
                <a:spcPct val="90000"/>
              </a:lnSpc>
              <a:spcBef>
                <a:spcPts val="413"/>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Occurs in a business context</a:t>
            </a:r>
            <a:endParaRPr/>
          </a:p>
          <a:p>
            <a:pPr marL="690563" marR="0" lvl="1" indent="-347662" algn="just" rtl="0">
              <a:lnSpc>
                <a:spcPct val="90000"/>
              </a:lnSpc>
              <a:spcBef>
                <a:spcPts val="413"/>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Affected by business motivation</a:t>
            </a:r>
            <a:endParaRPr/>
          </a:p>
          <a:p>
            <a:pPr marL="341313" marR="0" lvl="0" indent="-341313" algn="just" rtl="0">
              <a:lnSpc>
                <a:spcPct val="90000"/>
              </a:lnSpc>
              <a:spcBef>
                <a:spcPts val="488"/>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Key activity of an analyst</a:t>
            </a:r>
            <a:endParaRPr/>
          </a:p>
          <a:p>
            <a:pPr marL="690563" marR="0" lvl="1" indent="-347662" algn="just" rtl="0">
              <a:lnSpc>
                <a:spcPct val="90000"/>
              </a:lnSpc>
              <a:spcBef>
                <a:spcPts val="413"/>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Extract and describe business goals – clearly</a:t>
            </a:r>
            <a:endParaRPr/>
          </a:p>
          <a:p>
            <a:pPr marL="985838" marR="0" lvl="2" indent="-292100" algn="just" rtl="0">
              <a:lnSpc>
                <a:spcPct val="90000"/>
              </a:lnSpc>
              <a:spcBef>
                <a:spcPts val="394"/>
              </a:spcBef>
              <a:spcAft>
                <a:spcPts val="0"/>
              </a:spcAft>
              <a:buClr>
                <a:srgbClr val="CCCC00"/>
              </a:buClr>
              <a:buSzPts val="1400"/>
              <a:buFont typeface="Noto Sans Symbols"/>
              <a:buChar char="●"/>
            </a:pPr>
            <a:r>
              <a:rPr lang="en-US" sz="2000" b="0" i="0" u="none" strike="noStrike" cap="none">
                <a:solidFill>
                  <a:srgbClr val="000000"/>
                </a:solidFill>
                <a:latin typeface="Gill Sans"/>
                <a:ea typeface="Gill Sans"/>
                <a:cs typeface="Gill Sans"/>
                <a:sym typeface="Gill Sans"/>
              </a:rPr>
              <a:t>Increasing revenue; reducing dev cost; meeting SLAs; generating high return on investment (ROI)</a:t>
            </a:r>
            <a:endParaRPr/>
          </a:p>
          <a:p>
            <a:pPr marL="690563" marR="0" lvl="1" indent="-347662" algn="just" rtl="0">
              <a:lnSpc>
                <a:spcPct val="90000"/>
              </a:lnSpc>
              <a:spcBef>
                <a:spcPts val="413"/>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Set priorities</a:t>
            </a:r>
            <a:endParaRPr/>
          </a:p>
          <a:p>
            <a:pPr marL="690563" marR="0" lvl="1" indent="-347662" algn="just" rtl="0">
              <a:lnSpc>
                <a:spcPct val="90000"/>
              </a:lnSpc>
              <a:spcBef>
                <a:spcPts val="413"/>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Understand circumstances</a:t>
            </a:r>
            <a:endParaRPr/>
          </a:p>
          <a:p>
            <a:pPr marL="341313" marR="0" lvl="0" indent="-341313" algn="just" rtl="0">
              <a:lnSpc>
                <a:spcPct val="90000"/>
              </a:lnSpc>
              <a:spcBef>
                <a:spcPts val="488"/>
              </a:spcBef>
              <a:spcAft>
                <a:spcPts val="0"/>
              </a:spcAft>
              <a:buNone/>
            </a:pPr>
            <a:endParaRPr sz="2800" b="0" i="0" u="none" strike="noStrike" cap="none">
              <a:solidFill>
                <a:srgbClr val="000000"/>
              </a:solidFill>
              <a:latin typeface="Gill Sans"/>
              <a:ea typeface="Gill Sans"/>
              <a:cs typeface="Gill Sans"/>
              <a:sym typeface="Gill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88"/>
          <p:cNvSpPr txBox="1"/>
          <p:nvPr/>
        </p:nvSpPr>
        <p:spPr>
          <a:xfrm>
            <a:off x="1485900" y="91679"/>
            <a:ext cx="689610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Stage 2: Identify the business &amp; technical risks</a:t>
            </a:r>
            <a:endParaRPr/>
          </a:p>
        </p:txBody>
      </p:sp>
      <p:sp>
        <p:nvSpPr>
          <p:cNvPr id="695" name="Google Shape;695;p88"/>
          <p:cNvSpPr txBox="1"/>
          <p:nvPr/>
        </p:nvSpPr>
        <p:spPr>
          <a:xfrm>
            <a:off x="1504293" y="1088848"/>
            <a:ext cx="71247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Business risks have several impacts</a:t>
            </a:r>
            <a:endParaRPr/>
          </a:p>
          <a:p>
            <a:pPr marL="690563" marR="0" lvl="1" indent="-347662" algn="l"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Direct financial loss; loss of reputation; violation of customer or regulatory requirements; increase in development cost</a:t>
            </a:r>
            <a:endParaRPr/>
          </a:p>
          <a:p>
            <a:pPr marL="341313" marR="0" lvl="0" indent="-341313" algn="l"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Severity of risks</a:t>
            </a:r>
            <a:endParaRPr/>
          </a:p>
          <a:p>
            <a:pPr marL="690563" marR="0" lvl="1" indent="-347662" algn="l"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Should be captured in financial or project management terms</a:t>
            </a:r>
            <a:endParaRPr/>
          </a:p>
          <a:p>
            <a:pPr marL="341313" marR="0" lvl="0" indent="-341313" algn="l"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Key is – </a:t>
            </a:r>
            <a:endParaRPr/>
          </a:p>
          <a:p>
            <a:pPr marL="690563" marR="0" lvl="1" indent="-347662" algn="l"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tie technical risks to business context</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89"/>
          <p:cNvSpPr txBox="1"/>
          <p:nvPr/>
        </p:nvSpPr>
        <p:spPr>
          <a:xfrm>
            <a:off x="1485900" y="91679"/>
            <a:ext cx="5657850" cy="971550"/>
          </a:xfrm>
          <a:prstGeom prst="rect">
            <a:avLst/>
          </a:prstGeom>
          <a:noFill/>
          <a:ln>
            <a:noFill/>
          </a:ln>
        </p:spPr>
        <p:txBody>
          <a:bodyPr spcFirstLastPara="1" wrap="square" lIns="91425" tIns="45700" rIns="91425" bIns="45700" anchor="b" anchorCtr="0">
            <a:normAutofit fontScale="92500" lnSpcReduction="20000"/>
          </a:bodyPr>
          <a:lstStyle/>
          <a:p>
            <a:pPr marL="0" marR="0" lvl="0" indent="0" algn="ctr" rtl="0">
              <a:spcBef>
                <a:spcPts val="0"/>
              </a:spcBef>
              <a:spcAft>
                <a:spcPts val="0"/>
              </a:spcAft>
              <a:buClr>
                <a:srgbClr val="562214"/>
              </a:buClr>
              <a:buSzPct val="100000"/>
              <a:buFont typeface="Gill Sans"/>
              <a:buNone/>
            </a:pPr>
            <a:r>
              <a:rPr lang="en-US" sz="3600" b="0" i="0" u="none" strike="noStrike" cap="none">
                <a:solidFill>
                  <a:srgbClr val="562214"/>
                </a:solidFill>
                <a:latin typeface="Gill Sans"/>
                <a:ea typeface="Gill Sans"/>
                <a:cs typeface="Gill Sans"/>
                <a:sym typeface="Gill Sans"/>
              </a:rPr>
              <a:t>Stage 3: Synthesize and rank the risks</a:t>
            </a:r>
            <a:endParaRPr/>
          </a:p>
        </p:txBody>
      </p:sp>
      <p:sp>
        <p:nvSpPr>
          <p:cNvPr id="703" name="Google Shape;703;p89"/>
          <p:cNvSpPr txBox="1"/>
          <p:nvPr/>
        </p:nvSpPr>
        <p:spPr>
          <a:xfrm>
            <a:off x="1485900" y="1289447"/>
            <a:ext cx="72771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Prioritize the risks alongside the business goals</a:t>
            </a:r>
            <a:endParaRPr/>
          </a:p>
          <a:p>
            <a:pPr marL="341313" marR="0" lvl="0" indent="-341313" algn="l"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Assign risks appropriate weights for resolution</a:t>
            </a:r>
            <a:endParaRPr/>
          </a:p>
          <a:p>
            <a:pPr marL="341313" marR="0" lvl="0" indent="-341313" algn="l" rtl="0">
              <a:spcBef>
                <a:spcPts val="750"/>
              </a:spcBef>
              <a:spcAft>
                <a:spcPts val="0"/>
              </a:spcAft>
              <a:buClr>
                <a:srgbClr val="330066"/>
              </a:buClr>
              <a:buSzPts val="1960"/>
              <a:buFont typeface="Noto Sans Symbols"/>
              <a:buChar char="●"/>
            </a:pPr>
            <a:r>
              <a:rPr lang="en-US" sz="2800" b="0" i="0" u="none" strike="noStrike" cap="none">
                <a:solidFill>
                  <a:srgbClr val="000000"/>
                </a:solidFill>
                <a:latin typeface="Gill Sans"/>
                <a:ea typeface="Gill Sans"/>
                <a:cs typeface="Gill Sans"/>
                <a:sym typeface="Gill Sans"/>
              </a:rPr>
              <a:t>Risk metrics</a:t>
            </a:r>
            <a:endParaRPr/>
          </a:p>
          <a:p>
            <a:pPr marL="690563" marR="0" lvl="1" indent="-347662" algn="l"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Risk likelihood</a:t>
            </a:r>
            <a:endParaRPr/>
          </a:p>
          <a:p>
            <a:pPr marL="690563" marR="0" lvl="1" indent="-347662" algn="l"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Risk impact</a:t>
            </a:r>
            <a:endParaRPr/>
          </a:p>
          <a:p>
            <a:pPr marL="690563" marR="0" lvl="1" indent="-347662" algn="l" rtl="0">
              <a:spcBef>
                <a:spcPts val="650"/>
              </a:spcBef>
              <a:spcAft>
                <a:spcPts val="0"/>
              </a:spcAft>
              <a:buClr>
                <a:srgbClr val="669999"/>
              </a:buClr>
              <a:buSzPts val="1680"/>
              <a:buFont typeface="Noto Sans Symbols"/>
              <a:buChar char="●"/>
            </a:pPr>
            <a:r>
              <a:rPr lang="en-US" sz="2400" b="0" i="0" u="none" strike="noStrike" cap="none">
                <a:solidFill>
                  <a:srgbClr val="000000"/>
                </a:solidFill>
                <a:latin typeface="Gill Sans"/>
                <a:ea typeface="Gill Sans"/>
                <a:cs typeface="Gill Sans"/>
                <a:sym typeface="Gill Sans"/>
              </a:rPr>
              <a:t>Number of risks mitigated over time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0"/>
          <p:cNvSpPr txBox="1"/>
          <p:nvPr/>
        </p:nvSpPr>
        <p:spPr>
          <a:xfrm>
            <a:off x="1485900" y="91679"/>
            <a:ext cx="6896100" cy="575071"/>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Clr>
                <a:srgbClr val="562214"/>
              </a:buClr>
              <a:buSzPts val="3600"/>
              <a:buFont typeface="Gill Sans"/>
              <a:buNone/>
            </a:pPr>
            <a:r>
              <a:rPr lang="en-US" sz="3600" b="0" i="0" u="none" strike="noStrike" cap="none">
                <a:solidFill>
                  <a:srgbClr val="562214"/>
                </a:solidFill>
                <a:latin typeface="Gill Sans"/>
                <a:ea typeface="Gill Sans"/>
                <a:cs typeface="Gill Sans"/>
                <a:sym typeface="Gill Sans"/>
              </a:rPr>
              <a:t>Stage 4: Risk Mitigation Strategy</a:t>
            </a:r>
            <a:endParaRPr/>
          </a:p>
        </p:txBody>
      </p:sp>
      <p:sp>
        <p:nvSpPr>
          <p:cNvPr id="711" name="Google Shape;711;p90"/>
          <p:cNvSpPr txBox="1"/>
          <p:nvPr/>
        </p:nvSpPr>
        <p:spPr>
          <a:xfrm>
            <a:off x="1451741" y="742950"/>
            <a:ext cx="72009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Develop a coherent strategy </a:t>
            </a:r>
            <a:endParaRPr/>
          </a:p>
          <a:p>
            <a:pPr marL="690563" marR="0" lvl="1" indent="-347663" algn="l" rtl="0">
              <a:spcBef>
                <a:spcPts val="650"/>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For mitigating risks</a:t>
            </a:r>
            <a:endParaRPr/>
          </a:p>
          <a:p>
            <a:pPr marL="690563" marR="0" lvl="1" indent="-347663" algn="l" rtl="0">
              <a:spcBef>
                <a:spcPts val="650"/>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In cost effective manner; account for</a:t>
            </a:r>
            <a:endParaRPr/>
          </a:p>
          <a:p>
            <a:pPr marL="1371600" marR="0" lvl="3" indent="0" algn="l" rtl="0">
              <a:spcBef>
                <a:spcPts val="500"/>
              </a:spcBef>
              <a:spcAft>
                <a:spcPts val="0"/>
              </a:spcAft>
              <a:buNone/>
            </a:pPr>
            <a:r>
              <a:rPr lang="en-US" sz="1800" b="0" i="0" u="none" strike="noStrike" cap="none">
                <a:solidFill>
                  <a:srgbClr val="000000"/>
                </a:solidFill>
                <a:latin typeface="Gill Sans"/>
                <a:ea typeface="Gill Sans"/>
                <a:cs typeface="Gill Sans"/>
                <a:sym typeface="Gill Sans"/>
              </a:rPr>
              <a:t>Cost Implementation time</a:t>
            </a:r>
            <a:endParaRPr/>
          </a:p>
          <a:p>
            <a:pPr marL="1371600" marR="0" lvl="3" indent="0" algn="l" rtl="0">
              <a:spcBef>
                <a:spcPts val="500"/>
              </a:spcBef>
              <a:spcAft>
                <a:spcPts val="0"/>
              </a:spcAft>
              <a:buNone/>
            </a:pPr>
            <a:r>
              <a:rPr lang="en-US" sz="1800" b="0" i="0" u="none" strike="noStrike" cap="none">
                <a:solidFill>
                  <a:srgbClr val="000000"/>
                </a:solidFill>
                <a:latin typeface="Gill Sans"/>
                <a:ea typeface="Gill Sans"/>
                <a:cs typeface="Gill Sans"/>
                <a:sym typeface="Gill Sans"/>
              </a:rPr>
              <a:t>Completeness Impact</a:t>
            </a:r>
            <a:endParaRPr/>
          </a:p>
          <a:p>
            <a:pPr marL="1371600" marR="0" lvl="3" indent="0" algn="l" rtl="0">
              <a:spcBef>
                <a:spcPts val="500"/>
              </a:spcBef>
              <a:spcAft>
                <a:spcPts val="0"/>
              </a:spcAft>
              <a:buNone/>
            </a:pPr>
            <a:r>
              <a:rPr lang="en-US" sz="1800" b="0" i="0" u="none" strike="noStrike" cap="none">
                <a:solidFill>
                  <a:srgbClr val="000000"/>
                </a:solidFill>
                <a:latin typeface="Gill Sans"/>
                <a:ea typeface="Gill Sans"/>
                <a:cs typeface="Gill Sans"/>
                <a:sym typeface="Gill Sans"/>
              </a:rPr>
              <a:t>Likelihood of success</a:t>
            </a:r>
            <a:endParaRPr/>
          </a:p>
          <a:p>
            <a:pPr marL="341313" marR="0" lvl="0" indent="-341313" algn="l" rtl="0">
              <a:spcBef>
                <a:spcPts val="750"/>
              </a:spcBef>
              <a:spcAft>
                <a:spcPts val="0"/>
              </a:spcAft>
              <a:buClr>
                <a:srgbClr val="330066"/>
              </a:buClr>
              <a:buSzPts val="1680"/>
              <a:buFont typeface="Noto Sans Symbols"/>
              <a:buChar char="●"/>
            </a:pPr>
            <a:r>
              <a:rPr lang="en-US" sz="2400" b="0" i="0" u="none" strike="noStrike" cap="none">
                <a:solidFill>
                  <a:srgbClr val="000000"/>
                </a:solidFill>
                <a:latin typeface="Gill Sans"/>
                <a:ea typeface="Gill Sans"/>
                <a:cs typeface="Gill Sans"/>
                <a:sym typeface="Gill Sans"/>
              </a:rPr>
              <a:t>A mitigation strategy should</a:t>
            </a:r>
            <a:endParaRPr/>
          </a:p>
          <a:p>
            <a:pPr marL="690563" marR="0" lvl="1" indent="-347663" algn="l" rtl="0">
              <a:spcBef>
                <a:spcPts val="650"/>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Be developed within the business context</a:t>
            </a:r>
            <a:endParaRPr/>
          </a:p>
          <a:p>
            <a:pPr marL="690563" marR="0" lvl="1" indent="-347663" algn="l" rtl="0">
              <a:spcBef>
                <a:spcPts val="650"/>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Be based on what the organization can afford, integrate and understand</a:t>
            </a:r>
            <a:endParaRPr/>
          </a:p>
          <a:p>
            <a:pPr marL="690563" marR="0" lvl="1" indent="-347663" algn="l" rtl="0">
              <a:spcBef>
                <a:spcPts val="650"/>
              </a:spcBef>
              <a:spcAft>
                <a:spcPts val="0"/>
              </a:spcAft>
              <a:buClr>
                <a:srgbClr val="669999"/>
              </a:buClr>
              <a:buSzPts val="1400"/>
              <a:buFont typeface="Noto Sans Symbols"/>
              <a:buChar char="●"/>
            </a:pPr>
            <a:r>
              <a:rPr lang="en-US" sz="2000" b="0" i="0" u="none" strike="noStrike" cap="none">
                <a:solidFill>
                  <a:srgbClr val="000000"/>
                </a:solidFill>
                <a:latin typeface="Gill Sans"/>
                <a:ea typeface="Gill Sans"/>
                <a:cs typeface="Gill Sans"/>
                <a:sym typeface="Gill Sans"/>
              </a:rPr>
              <a:t>Must directly identify validation techniques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91"/>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Stage 5: Carry out Fixes and Validate</a:t>
            </a:r>
            <a:endParaRPr/>
          </a:p>
        </p:txBody>
      </p:sp>
      <p:sp>
        <p:nvSpPr>
          <p:cNvPr id="719" name="Google Shape;719;p91"/>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Execute the chosen mitigation strategy</a:t>
            </a:r>
            <a:endParaRPr/>
          </a:p>
          <a:p>
            <a:pPr marL="985838" marR="0" lvl="2" indent="-292100" algn="l" rtl="0">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Rectify the artifacts</a:t>
            </a:r>
            <a:endParaRPr/>
          </a:p>
          <a:p>
            <a:pPr marL="690563" marR="0" lvl="1" indent="-347663" algn="l" rtl="0">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Measure completeness</a:t>
            </a:r>
            <a:endParaRPr/>
          </a:p>
          <a:p>
            <a:pPr marL="690563" marR="0" lvl="1" indent="-347663" algn="l" rtl="0">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Estimate</a:t>
            </a:r>
            <a:endParaRPr/>
          </a:p>
          <a:p>
            <a:pPr marL="985838" marR="0" lvl="2" indent="-292100" algn="l" rtl="0">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Progress, residual risks</a:t>
            </a:r>
            <a:endParaRPr/>
          </a:p>
          <a:p>
            <a:pPr marL="341313" marR="0" lvl="0" indent="-341313" algn="l" rtl="0">
              <a:spcBef>
                <a:spcPts val="75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Validate that risks have been mitigated</a:t>
            </a:r>
            <a:endParaRPr/>
          </a:p>
          <a:p>
            <a:pPr marL="690563" marR="0" lvl="1" indent="-347663" algn="l" rtl="0">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Testing can be used to demonstrate</a:t>
            </a:r>
            <a:endParaRPr/>
          </a:p>
          <a:p>
            <a:pPr marL="690563" marR="0" lvl="1" indent="-347663" algn="l" rtl="0">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Develop confidence that unacceptable risk does not remain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92"/>
          <p:cNvSpPr txBox="1"/>
          <p:nvPr/>
        </p:nvSpPr>
        <p:spPr>
          <a:xfrm>
            <a:off x="1485900" y="91679"/>
            <a:ext cx="750570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Risk Mitigation Framework - A Multi-loop</a:t>
            </a:r>
            <a:endParaRPr/>
          </a:p>
        </p:txBody>
      </p:sp>
      <p:sp>
        <p:nvSpPr>
          <p:cNvPr id="727" name="Google Shape;727;p92"/>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80000"/>
              </a:lnSpc>
              <a:spcBef>
                <a:spcPts val="0"/>
              </a:spcBef>
              <a:spcAft>
                <a:spcPts val="0"/>
              </a:spcAft>
              <a:buClr>
                <a:srgbClr val="330066"/>
              </a:buClr>
              <a:buSzPts val="1103"/>
              <a:buFont typeface="Noto Sans Symbols"/>
              <a:buChar char="●"/>
            </a:pPr>
            <a:r>
              <a:rPr lang="en-US" sz="1575" b="0" i="0" u="none" strike="noStrike" cap="none">
                <a:solidFill>
                  <a:srgbClr val="000000"/>
                </a:solidFill>
                <a:latin typeface="Arial"/>
                <a:ea typeface="Arial"/>
                <a:cs typeface="Arial"/>
                <a:sym typeface="Arial"/>
              </a:rPr>
              <a:t>Risk management is a continuous process</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Five stages may need to be applied many times</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Ordering may be interleaved in different ways</a:t>
            </a:r>
            <a:endParaRPr/>
          </a:p>
          <a:p>
            <a:pPr marL="985838" marR="0" lvl="2" indent="-292100" algn="l" rtl="0">
              <a:lnSpc>
                <a:spcPct val="80000"/>
              </a:lnSpc>
              <a:spcBef>
                <a:spcPts val="338"/>
              </a:spcBef>
              <a:spcAft>
                <a:spcPts val="0"/>
              </a:spcAft>
              <a:buClr>
                <a:srgbClr val="CCCC00"/>
              </a:buClr>
              <a:buSzPts val="945"/>
              <a:buFont typeface="Noto Sans Symbols"/>
              <a:buChar char="●"/>
            </a:pPr>
            <a:r>
              <a:rPr lang="en-US" sz="1350" b="0" i="0" u="none" strike="noStrike" cap="none">
                <a:solidFill>
                  <a:srgbClr val="000000"/>
                </a:solidFill>
                <a:latin typeface="Arial"/>
                <a:ea typeface="Arial"/>
                <a:cs typeface="Arial"/>
                <a:sym typeface="Arial"/>
              </a:rPr>
              <a:t>Risk can emerge at any time in SDLC</a:t>
            </a:r>
            <a:endParaRPr/>
          </a:p>
          <a:p>
            <a:pPr marL="1279525" marR="0" lvl="3" indent="-290513" algn="l" rtl="0">
              <a:lnSpc>
                <a:spcPct val="80000"/>
              </a:lnSpc>
              <a:spcBef>
                <a:spcPts val="300"/>
              </a:spcBef>
              <a:spcAft>
                <a:spcPts val="0"/>
              </a:spcAft>
              <a:buClr>
                <a:srgbClr val="330066"/>
              </a:buClr>
              <a:buSzPts val="900"/>
              <a:buFont typeface="Noto Sans Symbols"/>
              <a:buChar char="▪"/>
            </a:pPr>
            <a:r>
              <a:rPr lang="en-US" sz="1200" b="0" i="0" u="none" strike="noStrike" cap="none">
                <a:solidFill>
                  <a:srgbClr val="000000"/>
                </a:solidFill>
                <a:latin typeface="Arial"/>
                <a:ea typeface="Arial"/>
                <a:cs typeface="Arial"/>
                <a:sym typeface="Arial"/>
              </a:rPr>
              <a:t>One way – apply in each phase of SDLC</a:t>
            </a:r>
            <a:endParaRPr/>
          </a:p>
          <a:p>
            <a:pPr marL="985838" marR="0" lvl="2" indent="-292100" algn="l" rtl="0">
              <a:lnSpc>
                <a:spcPct val="80000"/>
              </a:lnSpc>
              <a:spcBef>
                <a:spcPts val="338"/>
              </a:spcBef>
              <a:spcAft>
                <a:spcPts val="0"/>
              </a:spcAft>
              <a:buClr>
                <a:srgbClr val="CCCC00"/>
              </a:buClr>
              <a:buSzPts val="945"/>
              <a:buFont typeface="Noto Sans Symbols"/>
              <a:buChar char="●"/>
            </a:pPr>
            <a:r>
              <a:rPr lang="en-US" sz="1350" b="0" i="0" u="none" strike="noStrike" cap="none">
                <a:solidFill>
                  <a:srgbClr val="000000"/>
                </a:solidFill>
                <a:latin typeface="Arial"/>
                <a:ea typeface="Arial"/>
                <a:cs typeface="Arial"/>
                <a:sym typeface="Arial"/>
              </a:rPr>
              <a:t>Risk can be found between stages</a:t>
            </a:r>
            <a:endParaRPr/>
          </a:p>
          <a:p>
            <a:pPr marL="341313" marR="0" lvl="0" indent="-341313" algn="l" rtl="0">
              <a:lnSpc>
                <a:spcPct val="80000"/>
              </a:lnSpc>
              <a:spcBef>
                <a:spcPts val="394"/>
              </a:spcBef>
              <a:spcAft>
                <a:spcPts val="0"/>
              </a:spcAft>
              <a:buClr>
                <a:srgbClr val="330066"/>
              </a:buClr>
              <a:buSzPts val="1103"/>
              <a:buFont typeface="Noto Sans Symbols"/>
              <a:buChar char="●"/>
            </a:pPr>
            <a:r>
              <a:rPr lang="en-US" sz="1575" b="0" i="0" u="none" strike="noStrike" cap="none">
                <a:solidFill>
                  <a:srgbClr val="000000"/>
                </a:solidFill>
                <a:latin typeface="Arial"/>
                <a:ea typeface="Arial"/>
                <a:cs typeface="Arial"/>
                <a:sym typeface="Arial"/>
              </a:rPr>
              <a:t>Level of application</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Primary – project level</a:t>
            </a:r>
            <a:endParaRPr/>
          </a:p>
          <a:p>
            <a:pPr marL="985838" marR="0" lvl="2" indent="-292100" algn="l" rtl="0">
              <a:lnSpc>
                <a:spcPct val="80000"/>
              </a:lnSpc>
              <a:spcBef>
                <a:spcPts val="338"/>
              </a:spcBef>
              <a:spcAft>
                <a:spcPts val="0"/>
              </a:spcAft>
              <a:buClr>
                <a:srgbClr val="CCCC00"/>
              </a:buClr>
              <a:buSzPts val="945"/>
              <a:buFont typeface="Noto Sans Symbols"/>
              <a:buChar char="●"/>
            </a:pPr>
            <a:r>
              <a:rPr lang="en-US" sz="1350" b="0" i="0" u="none" strike="noStrike" cap="none">
                <a:solidFill>
                  <a:srgbClr val="000000"/>
                </a:solidFill>
                <a:latin typeface="Arial"/>
                <a:ea typeface="Arial"/>
                <a:cs typeface="Arial"/>
                <a:sym typeface="Arial"/>
              </a:rPr>
              <a:t>Each stage must capture complete project</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SDLC phase level</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Artifact level</a:t>
            </a:r>
            <a:endParaRPr/>
          </a:p>
          <a:p>
            <a:pPr marL="341313" marR="0" lvl="0" indent="-341313" algn="l" rtl="0">
              <a:lnSpc>
                <a:spcPct val="80000"/>
              </a:lnSpc>
              <a:spcBef>
                <a:spcPts val="394"/>
              </a:spcBef>
              <a:spcAft>
                <a:spcPts val="0"/>
              </a:spcAft>
              <a:buClr>
                <a:srgbClr val="330066"/>
              </a:buClr>
              <a:buSzPts val="1103"/>
              <a:buFont typeface="Noto Sans Symbols"/>
              <a:buChar char="●"/>
            </a:pPr>
            <a:r>
              <a:rPr lang="en-US" sz="1575" b="0" i="0" u="none" strike="noStrike" cap="none">
                <a:solidFill>
                  <a:srgbClr val="000000"/>
                </a:solidFill>
                <a:latin typeface="Arial"/>
                <a:ea typeface="Arial"/>
                <a:cs typeface="Arial"/>
                <a:sym typeface="Arial"/>
              </a:rPr>
              <a:t>It is important to know that Risk Mitigation is</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Cumulative</a:t>
            </a:r>
            <a:endParaRPr/>
          </a:p>
          <a:p>
            <a:pPr marL="690563" marR="0" lvl="1" indent="-347663" algn="l" rtl="0">
              <a:lnSpc>
                <a:spcPct val="80000"/>
              </a:lnSpc>
              <a:spcBef>
                <a:spcPts val="375"/>
              </a:spcBef>
              <a:spcAft>
                <a:spcPts val="0"/>
              </a:spcAft>
              <a:buClr>
                <a:srgbClr val="669999"/>
              </a:buClr>
              <a:buSzPts val="1050"/>
              <a:buFont typeface="Noto Sans Symbols"/>
              <a:buChar char="●"/>
            </a:pPr>
            <a:r>
              <a:rPr lang="en-US" sz="1500" b="0" i="0" u="none" strike="noStrike" cap="none">
                <a:solidFill>
                  <a:srgbClr val="000000"/>
                </a:solidFill>
                <a:latin typeface="Arial"/>
                <a:ea typeface="Arial"/>
                <a:cs typeface="Arial"/>
                <a:sym typeface="Arial"/>
              </a:rPr>
              <a:t>At times arbitrary and difficult to predict</a:t>
            </a:r>
            <a:endParaRPr/>
          </a:p>
          <a:p>
            <a:pPr marL="690563" marR="0" lvl="1" indent="-347663" algn="l" rtl="0">
              <a:lnSpc>
                <a:spcPct val="80000"/>
              </a:lnSpc>
              <a:spcBef>
                <a:spcPts val="375"/>
              </a:spcBef>
              <a:spcAft>
                <a:spcPts val="0"/>
              </a:spcAft>
              <a:buNone/>
            </a:pPr>
            <a:endParaRPr sz="1500" b="0" i="0" u="none" strike="noStrike" cap="non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93"/>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Seven Touchpoints</a:t>
            </a:r>
            <a:endParaRPr/>
          </a:p>
        </p:txBody>
      </p:sp>
      <p:pic>
        <p:nvPicPr>
          <p:cNvPr id="735" name="Google Shape;735;p93"/>
          <p:cNvPicPr preferRelativeResize="0"/>
          <p:nvPr/>
        </p:nvPicPr>
        <p:blipFill rotWithShape="1">
          <a:blip r:embed="rId3">
            <a:alphaModFix/>
          </a:blip>
          <a:srcRect/>
          <a:stretch/>
        </p:blipFill>
        <p:spPr>
          <a:xfrm>
            <a:off x="1304925" y="1189435"/>
            <a:ext cx="6515100" cy="37242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94"/>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Cost of fixing defect at each stage</a:t>
            </a:r>
            <a:endParaRPr/>
          </a:p>
        </p:txBody>
      </p:sp>
      <p:pic>
        <p:nvPicPr>
          <p:cNvPr id="743" name="Google Shape;743;p94"/>
          <p:cNvPicPr preferRelativeResize="0"/>
          <p:nvPr/>
        </p:nvPicPr>
        <p:blipFill rotWithShape="1">
          <a:blip r:embed="rId3">
            <a:alphaModFix/>
          </a:blip>
          <a:srcRect/>
          <a:stretch/>
        </p:blipFill>
        <p:spPr>
          <a:xfrm>
            <a:off x="1413272" y="1278731"/>
            <a:ext cx="6286500" cy="379690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95"/>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Architectural risk analysis</a:t>
            </a:r>
            <a:endParaRPr/>
          </a:p>
        </p:txBody>
      </p:sp>
      <p:sp>
        <p:nvSpPr>
          <p:cNvPr id="751" name="Google Shape;751;p95"/>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90000"/>
              </a:lnSpc>
              <a:spcBef>
                <a:spcPts val="0"/>
              </a:spcBef>
              <a:spcAft>
                <a:spcPts val="0"/>
              </a:spcAft>
              <a:buClr>
                <a:srgbClr val="330066"/>
              </a:buClr>
              <a:buSzPts val="1365"/>
              <a:buFont typeface="Noto Sans Symbols"/>
              <a:buChar char="●"/>
            </a:pPr>
            <a:r>
              <a:rPr lang="en-US" sz="1950" b="0" i="0" u="none" strike="noStrike" cap="none">
                <a:solidFill>
                  <a:srgbClr val="000000"/>
                </a:solidFill>
                <a:latin typeface="Arial"/>
                <a:ea typeface="Arial"/>
                <a:cs typeface="Arial"/>
                <a:sym typeface="Arial"/>
              </a:rPr>
              <a:t>Design flaws </a:t>
            </a:r>
            <a:endParaRPr/>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about 50% of security problem</a:t>
            </a:r>
            <a:endParaRPr/>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Can’t be found by looking at code</a:t>
            </a:r>
            <a:endParaRPr/>
          </a:p>
          <a:p>
            <a:pPr marL="985838" marR="0" lvl="2" indent="-292100" algn="l" rtl="0">
              <a:lnSpc>
                <a:spcPct val="90000"/>
              </a:lnSpc>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A higher level of understanding required</a:t>
            </a:r>
            <a:endParaRPr/>
          </a:p>
          <a:p>
            <a:pPr marL="341313" marR="0" lvl="0" indent="-341313" algn="l" rtl="0">
              <a:lnSpc>
                <a:spcPct val="90000"/>
              </a:lnSpc>
              <a:spcBef>
                <a:spcPts val="488"/>
              </a:spcBef>
              <a:spcAft>
                <a:spcPts val="0"/>
              </a:spcAft>
              <a:buClr>
                <a:srgbClr val="330066"/>
              </a:buClr>
              <a:buSzPts val="1365"/>
              <a:buFont typeface="Noto Sans Symbols"/>
              <a:buChar char="●"/>
            </a:pPr>
            <a:r>
              <a:rPr lang="en-US" sz="1950" b="0" i="0" u="none" strike="noStrike" cap="none">
                <a:solidFill>
                  <a:srgbClr val="000000"/>
                </a:solidFill>
                <a:latin typeface="Arial"/>
                <a:ea typeface="Arial"/>
                <a:cs typeface="Arial"/>
                <a:sym typeface="Arial"/>
              </a:rPr>
              <a:t>Risk analysis</a:t>
            </a:r>
            <a:endParaRPr/>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Track risk over time</a:t>
            </a:r>
            <a:endParaRPr/>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Quantify impact </a:t>
            </a:r>
            <a:endParaRPr/>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Link system-level concerns to probability and impact measures</a:t>
            </a:r>
            <a:endParaRPr/>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Fits with the RMF</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96"/>
          <p:cNvSpPr/>
          <p:nvPr/>
        </p:nvSpPr>
        <p:spPr>
          <a:xfrm>
            <a:off x="2571750" y="1314450"/>
            <a:ext cx="5314950" cy="3600450"/>
          </a:xfrm>
          <a:prstGeom prst="rect">
            <a:avLst/>
          </a:prstGeom>
          <a:solidFill>
            <a:srgbClr val="669999"/>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759" name="Google Shape;759;p96"/>
          <p:cNvSpPr/>
          <p:nvPr/>
        </p:nvSpPr>
        <p:spPr>
          <a:xfrm>
            <a:off x="2857500" y="1885950"/>
            <a:ext cx="1543050" cy="1428750"/>
          </a:xfrm>
          <a:prstGeom prst="rect">
            <a:avLst/>
          </a:prstGeom>
          <a:solidFill>
            <a:srgbClr val="CCCC00"/>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760" name="Google Shape;760;p96"/>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ARA within RMF</a:t>
            </a:r>
            <a:endParaRPr/>
          </a:p>
        </p:txBody>
      </p:sp>
      <p:sp>
        <p:nvSpPr>
          <p:cNvPr id="761" name="Google Shape;761;p96"/>
          <p:cNvSpPr/>
          <p:nvPr/>
        </p:nvSpPr>
        <p:spPr>
          <a:xfrm>
            <a:off x="120015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Understand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the Business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context</a:t>
            </a:r>
            <a:endParaRPr/>
          </a:p>
        </p:txBody>
      </p:sp>
      <p:sp>
        <p:nvSpPr>
          <p:cNvPr id="762" name="Google Shape;762;p96"/>
          <p:cNvSpPr/>
          <p:nvPr/>
        </p:nvSpPr>
        <p:spPr>
          <a:xfrm>
            <a:off x="474345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Synthesize and</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Rank the Risks</a:t>
            </a:r>
            <a:endParaRPr/>
          </a:p>
        </p:txBody>
      </p:sp>
      <p:sp>
        <p:nvSpPr>
          <p:cNvPr id="763" name="Google Shape;763;p96"/>
          <p:cNvSpPr/>
          <p:nvPr/>
        </p:nvSpPr>
        <p:spPr>
          <a:xfrm>
            <a:off x="6400800" y="22288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Define the Risk</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Mitigation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Strategy</a:t>
            </a:r>
            <a:endParaRPr/>
          </a:p>
        </p:txBody>
      </p:sp>
      <p:sp>
        <p:nvSpPr>
          <p:cNvPr id="764" name="Google Shape;764;p96"/>
          <p:cNvSpPr/>
          <p:nvPr/>
        </p:nvSpPr>
        <p:spPr>
          <a:xfrm>
            <a:off x="4743450" y="37147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Validate the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artifacts</a:t>
            </a:r>
            <a:endParaRPr/>
          </a:p>
        </p:txBody>
      </p:sp>
      <p:sp>
        <p:nvSpPr>
          <p:cNvPr id="765" name="Google Shape;765;p96"/>
          <p:cNvSpPr txBox="1"/>
          <p:nvPr/>
        </p:nvSpPr>
        <p:spPr>
          <a:xfrm>
            <a:off x="3312987" y="2400300"/>
            <a:ext cx="758285" cy="440217"/>
          </a:xfrm>
          <a:prstGeom prst="rect">
            <a:avLst/>
          </a:prstGeom>
          <a:noFill/>
          <a:ln>
            <a:noFill/>
          </a:ln>
        </p:spPr>
        <p:txBody>
          <a:bodyPr spcFirstLastPara="1" wrap="square" lIns="67500" tIns="35100" rIns="67500" bIns="35100" anchor="t" anchorCtr="0">
            <a:sp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Business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Context</a:t>
            </a:r>
            <a:endParaRPr/>
          </a:p>
        </p:txBody>
      </p:sp>
      <p:cxnSp>
        <p:nvCxnSpPr>
          <p:cNvPr id="766" name="Google Shape;766;p96"/>
          <p:cNvCxnSpPr/>
          <p:nvPr/>
        </p:nvCxnSpPr>
        <p:spPr>
          <a:xfrm>
            <a:off x="2457450" y="2686050"/>
            <a:ext cx="400050" cy="1191"/>
          </a:xfrm>
          <a:prstGeom prst="straightConnector1">
            <a:avLst/>
          </a:prstGeom>
          <a:noFill/>
          <a:ln w="76300" cap="sq" cmpd="sng">
            <a:solidFill>
              <a:srgbClr val="000000"/>
            </a:solidFill>
            <a:prstDash val="solid"/>
            <a:miter lim="800000"/>
            <a:headEnd type="none" w="med" len="med"/>
            <a:tailEnd type="triangle" w="med" len="med"/>
          </a:ln>
        </p:spPr>
      </p:cxnSp>
      <p:cxnSp>
        <p:nvCxnSpPr>
          <p:cNvPr id="767" name="Google Shape;767;p96"/>
          <p:cNvCxnSpPr/>
          <p:nvPr/>
        </p:nvCxnSpPr>
        <p:spPr>
          <a:xfrm>
            <a:off x="4400550" y="2686050"/>
            <a:ext cx="342900" cy="1191"/>
          </a:xfrm>
          <a:prstGeom prst="straightConnector1">
            <a:avLst/>
          </a:prstGeom>
          <a:noFill/>
          <a:ln w="76300" cap="sq" cmpd="sng">
            <a:solidFill>
              <a:srgbClr val="000000"/>
            </a:solidFill>
            <a:prstDash val="solid"/>
            <a:miter lim="800000"/>
            <a:headEnd type="none" w="med" len="med"/>
            <a:tailEnd type="triangle" w="med" len="med"/>
          </a:ln>
        </p:spPr>
      </p:cxnSp>
      <p:cxnSp>
        <p:nvCxnSpPr>
          <p:cNvPr id="768" name="Google Shape;768;p96"/>
          <p:cNvCxnSpPr/>
          <p:nvPr/>
        </p:nvCxnSpPr>
        <p:spPr>
          <a:xfrm>
            <a:off x="6000750" y="2686050"/>
            <a:ext cx="400050" cy="1191"/>
          </a:xfrm>
          <a:prstGeom prst="straightConnector1">
            <a:avLst/>
          </a:prstGeom>
          <a:noFill/>
          <a:ln w="76300" cap="sq" cmpd="sng">
            <a:solidFill>
              <a:srgbClr val="000000"/>
            </a:solidFill>
            <a:prstDash val="solid"/>
            <a:miter lim="800000"/>
            <a:headEnd type="none" w="med" len="med"/>
            <a:tailEnd type="triangle" w="med" len="med"/>
          </a:ln>
        </p:spPr>
      </p:cxnSp>
      <p:cxnSp>
        <p:nvCxnSpPr>
          <p:cNvPr id="769" name="Google Shape;769;p96"/>
          <p:cNvCxnSpPr/>
          <p:nvPr/>
        </p:nvCxnSpPr>
        <p:spPr>
          <a:xfrm>
            <a:off x="7029450" y="3200400"/>
            <a:ext cx="1191" cy="1028700"/>
          </a:xfrm>
          <a:prstGeom prst="straightConnector1">
            <a:avLst/>
          </a:prstGeom>
          <a:noFill/>
          <a:ln w="76300" cap="sq" cmpd="sng">
            <a:solidFill>
              <a:srgbClr val="000000"/>
            </a:solidFill>
            <a:prstDash val="solid"/>
            <a:miter lim="800000"/>
            <a:headEnd type="none" w="med" len="med"/>
            <a:tailEnd type="none" w="med" len="med"/>
          </a:ln>
        </p:spPr>
      </p:cxnSp>
      <p:cxnSp>
        <p:nvCxnSpPr>
          <p:cNvPr id="770" name="Google Shape;770;p96"/>
          <p:cNvCxnSpPr/>
          <p:nvPr/>
        </p:nvCxnSpPr>
        <p:spPr>
          <a:xfrm flipH="1">
            <a:off x="5999560" y="4200525"/>
            <a:ext cx="1031081" cy="1191"/>
          </a:xfrm>
          <a:prstGeom prst="straightConnector1">
            <a:avLst/>
          </a:prstGeom>
          <a:noFill/>
          <a:ln w="76300" cap="sq" cmpd="sng">
            <a:solidFill>
              <a:srgbClr val="000000"/>
            </a:solidFill>
            <a:prstDash val="solid"/>
            <a:miter lim="800000"/>
            <a:headEnd type="none" w="med" len="med"/>
            <a:tailEnd type="triangle" w="med" len="med"/>
          </a:ln>
        </p:spPr>
      </p:cxnSp>
      <p:cxnSp>
        <p:nvCxnSpPr>
          <p:cNvPr id="771" name="Google Shape;771;p96"/>
          <p:cNvCxnSpPr/>
          <p:nvPr/>
        </p:nvCxnSpPr>
        <p:spPr>
          <a:xfrm rot="10800000">
            <a:off x="2856310" y="4220766"/>
            <a:ext cx="1888331" cy="9525"/>
          </a:xfrm>
          <a:prstGeom prst="straightConnector1">
            <a:avLst/>
          </a:prstGeom>
          <a:noFill/>
          <a:ln w="76300" cap="sq" cmpd="sng">
            <a:solidFill>
              <a:srgbClr val="000000"/>
            </a:solidFill>
            <a:prstDash val="solid"/>
            <a:miter lim="800000"/>
            <a:headEnd type="none" w="med" len="med"/>
            <a:tailEnd type="none" w="med" len="med"/>
          </a:ln>
        </p:spPr>
      </p:cxnSp>
      <p:cxnSp>
        <p:nvCxnSpPr>
          <p:cNvPr id="772" name="Google Shape;772;p96"/>
          <p:cNvCxnSpPr/>
          <p:nvPr/>
        </p:nvCxnSpPr>
        <p:spPr>
          <a:xfrm rot="10800000" flipH="1">
            <a:off x="2857500" y="3313510"/>
            <a:ext cx="1191" cy="916781"/>
          </a:xfrm>
          <a:prstGeom prst="straightConnector1">
            <a:avLst/>
          </a:prstGeom>
          <a:noFill/>
          <a:ln w="76300" cap="sq" cmpd="sng">
            <a:solidFill>
              <a:srgbClr val="000000"/>
            </a:solidFill>
            <a:prstDash val="solid"/>
            <a:miter lim="800000"/>
            <a:headEnd type="none" w="med" len="med"/>
            <a:tailEnd type="triangle" w="med" len="med"/>
          </a:ln>
        </p:spPr>
      </p:cxnSp>
      <p:sp>
        <p:nvSpPr>
          <p:cNvPr id="773" name="Google Shape;773;p96"/>
          <p:cNvSpPr txBox="1"/>
          <p:nvPr/>
        </p:nvSpPr>
        <p:spPr>
          <a:xfrm>
            <a:off x="120134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1</a:t>
            </a:r>
            <a:endParaRPr/>
          </a:p>
        </p:txBody>
      </p:sp>
      <p:sp>
        <p:nvSpPr>
          <p:cNvPr id="774" name="Google Shape;774;p96"/>
          <p:cNvSpPr txBox="1"/>
          <p:nvPr/>
        </p:nvSpPr>
        <p:spPr>
          <a:xfrm>
            <a:off x="474464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4</a:t>
            </a:r>
            <a:endParaRPr/>
          </a:p>
        </p:txBody>
      </p:sp>
      <p:sp>
        <p:nvSpPr>
          <p:cNvPr id="775" name="Google Shape;775;p96"/>
          <p:cNvSpPr txBox="1"/>
          <p:nvPr/>
        </p:nvSpPr>
        <p:spPr>
          <a:xfrm>
            <a:off x="6401991" y="22288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5</a:t>
            </a:r>
            <a:endParaRPr/>
          </a:p>
        </p:txBody>
      </p:sp>
      <p:sp>
        <p:nvSpPr>
          <p:cNvPr id="776" name="Google Shape;776;p96"/>
          <p:cNvSpPr txBox="1"/>
          <p:nvPr/>
        </p:nvSpPr>
        <p:spPr>
          <a:xfrm>
            <a:off x="4744641" y="37147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7</a:t>
            </a:r>
            <a:endParaRPr/>
          </a:p>
        </p:txBody>
      </p:sp>
      <p:sp>
        <p:nvSpPr>
          <p:cNvPr id="777" name="Google Shape;777;p96"/>
          <p:cNvSpPr/>
          <p:nvPr/>
        </p:nvSpPr>
        <p:spPr>
          <a:xfrm>
            <a:off x="6457950" y="37147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Fix the artifacts</a:t>
            </a:r>
            <a:endParaRPr/>
          </a:p>
        </p:txBody>
      </p:sp>
      <p:sp>
        <p:nvSpPr>
          <p:cNvPr id="778" name="Google Shape;778;p96"/>
          <p:cNvSpPr txBox="1"/>
          <p:nvPr/>
        </p:nvSpPr>
        <p:spPr>
          <a:xfrm>
            <a:off x="6459141" y="3714751"/>
            <a:ext cx="232499"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6</a:t>
            </a:r>
            <a:endParaRPr/>
          </a:p>
        </p:txBody>
      </p:sp>
      <p:sp>
        <p:nvSpPr>
          <p:cNvPr id="779" name="Google Shape;779;p96"/>
          <p:cNvSpPr txBox="1"/>
          <p:nvPr/>
        </p:nvSpPr>
        <p:spPr>
          <a:xfrm>
            <a:off x="2857500" y="4304110"/>
            <a:ext cx="1128385" cy="255551"/>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Validation loop</a:t>
            </a:r>
            <a:endParaRPr/>
          </a:p>
        </p:txBody>
      </p:sp>
      <p:sp>
        <p:nvSpPr>
          <p:cNvPr id="780" name="Google Shape;780;p96"/>
          <p:cNvSpPr/>
          <p:nvPr/>
        </p:nvSpPr>
        <p:spPr>
          <a:xfrm>
            <a:off x="3143250" y="1543050"/>
            <a:ext cx="1200150" cy="2400300"/>
          </a:xfrm>
          <a:prstGeom prst="rect">
            <a:avLst/>
          </a:prstGeom>
          <a:no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grpSp>
        <p:nvGrpSpPr>
          <p:cNvPr id="781" name="Google Shape;781;p96"/>
          <p:cNvGrpSpPr/>
          <p:nvPr/>
        </p:nvGrpSpPr>
        <p:grpSpPr>
          <a:xfrm>
            <a:off x="3000375" y="1371601"/>
            <a:ext cx="1256110" cy="975123"/>
            <a:chOff x="1560" y="1152"/>
            <a:chExt cx="1055" cy="819"/>
          </a:xfrm>
        </p:grpSpPr>
        <p:sp>
          <p:nvSpPr>
            <p:cNvPr id="782" name="Google Shape;782;p96"/>
            <p:cNvSpPr/>
            <p:nvPr/>
          </p:nvSpPr>
          <p:spPr>
            <a:xfrm>
              <a:off x="1560" y="1152"/>
              <a:ext cx="1055" cy="815"/>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Identify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the Business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Risk</a:t>
              </a:r>
              <a:endParaRPr/>
            </a:p>
            <a:p>
              <a:pPr marL="0" marR="0" lvl="0" indent="0" algn="ctr" rtl="0">
                <a:spcBef>
                  <a:spcPts val="0"/>
                </a:spcBef>
                <a:spcAft>
                  <a:spcPts val="0"/>
                </a:spcAft>
                <a:buClr>
                  <a:srgbClr val="000000"/>
                </a:buClr>
                <a:buSzPts val="1200"/>
                <a:buFont typeface="Times New Roman"/>
                <a:buNone/>
              </a:pPr>
              <a:endParaRPr sz="1200" b="0" i="0" u="none" strike="noStrike" cap="none">
                <a:solidFill>
                  <a:srgbClr val="000000"/>
                </a:solidFill>
                <a:latin typeface="Arial"/>
                <a:ea typeface="Arial"/>
                <a:cs typeface="Arial"/>
                <a:sym typeface="Arial"/>
              </a:endParaRPr>
            </a:p>
          </p:txBody>
        </p:sp>
        <p:sp>
          <p:nvSpPr>
            <p:cNvPr id="783" name="Google Shape;783;p96"/>
            <p:cNvSpPr/>
            <p:nvPr/>
          </p:nvSpPr>
          <p:spPr>
            <a:xfrm>
              <a:off x="1560" y="1776"/>
              <a:ext cx="1055" cy="191"/>
            </a:xfrm>
            <a:prstGeom prst="rect">
              <a:avLst/>
            </a:prstGeom>
            <a:solidFill>
              <a:srgbClr val="7E9CE8"/>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784" name="Google Shape;784;p96"/>
            <p:cNvSpPr txBox="1"/>
            <p:nvPr/>
          </p:nvSpPr>
          <p:spPr>
            <a:xfrm>
              <a:off x="1654" y="1776"/>
              <a:ext cx="920" cy="19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FFFFFF"/>
                </a:buClr>
                <a:buSzPts val="1050"/>
                <a:buFont typeface="Times New Roman"/>
                <a:buNone/>
              </a:pPr>
              <a:r>
                <a:rPr lang="en-US" sz="1050" b="0" i="0" u="none" strike="noStrike" cap="none">
                  <a:solidFill>
                    <a:srgbClr val="FFFFFF"/>
                  </a:solidFill>
                  <a:latin typeface="Arial"/>
                  <a:ea typeface="Arial"/>
                  <a:cs typeface="Arial"/>
                  <a:sym typeface="Arial"/>
                </a:rPr>
                <a:t>Artifact Analysis</a:t>
              </a:r>
              <a:endParaRPr/>
            </a:p>
          </p:txBody>
        </p:sp>
        <p:sp>
          <p:nvSpPr>
            <p:cNvPr id="785" name="Google Shape;785;p96"/>
            <p:cNvSpPr txBox="1"/>
            <p:nvPr/>
          </p:nvSpPr>
          <p:spPr>
            <a:xfrm>
              <a:off x="1561" y="1152"/>
              <a:ext cx="195" cy="234"/>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2</a:t>
              </a:r>
              <a:endParaRPr/>
            </a:p>
          </p:txBody>
        </p:sp>
      </p:grpSp>
      <p:grpSp>
        <p:nvGrpSpPr>
          <p:cNvPr id="786" name="Google Shape;786;p96"/>
          <p:cNvGrpSpPr/>
          <p:nvPr/>
        </p:nvGrpSpPr>
        <p:grpSpPr>
          <a:xfrm>
            <a:off x="3007519" y="2857501"/>
            <a:ext cx="1256110" cy="975123"/>
            <a:chOff x="1566" y="2400"/>
            <a:chExt cx="1055" cy="819"/>
          </a:xfrm>
        </p:grpSpPr>
        <p:sp>
          <p:nvSpPr>
            <p:cNvPr id="787" name="Google Shape;787;p96"/>
            <p:cNvSpPr/>
            <p:nvPr/>
          </p:nvSpPr>
          <p:spPr>
            <a:xfrm>
              <a:off x="1566" y="2400"/>
              <a:ext cx="1055" cy="815"/>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Identify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the Technical </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Risk</a:t>
              </a:r>
              <a:endParaRPr/>
            </a:p>
            <a:p>
              <a:pPr marL="0" marR="0" lvl="0" indent="0" algn="ctr" rtl="0">
                <a:spcBef>
                  <a:spcPts val="0"/>
                </a:spcBef>
                <a:spcAft>
                  <a:spcPts val="0"/>
                </a:spcAft>
                <a:buClr>
                  <a:srgbClr val="000000"/>
                </a:buClr>
                <a:buSzPts val="1200"/>
                <a:buFont typeface="Times New Roman"/>
                <a:buNone/>
              </a:pPr>
              <a:endParaRPr sz="1200" b="0" i="0" u="none" strike="noStrike" cap="none">
                <a:solidFill>
                  <a:srgbClr val="000000"/>
                </a:solidFill>
                <a:latin typeface="Arial"/>
                <a:ea typeface="Arial"/>
                <a:cs typeface="Arial"/>
                <a:sym typeface="Arial"/>
              </a:endParaRPr>
            </a:p>
          </p:txBody>
        </p:sp>
        <p:sp>
          <p:nvSpPr>
            <p:cNvPr id="788" name="Google Shape;788;p96"/>
            <p:cNvSpPr/>
            <p:nvPr/>
          </p:nvSpPr>
          <p:spPr>
            <a:xfrm>
              <a:off x="1566" y="3024"/>
              <a:ext cx="1055" cy="191"/>
            </a:xfrm>
            <a:prstGeom prst="rect">
              <a:avLst/>
            </a:prstGeom>
            <a:solidFill>
              <a:srgbClr val="7E9CE8"/>
            </a:solidFill>
            <a:ln w="9525" cap="sq"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rgbClr val="000000"/>
                </a:buClr>
                <a:buSzPts val="1350"/>
                <a:buFont typeface="Times New Roman"/>
                <a:buNone/>
              </a:pPr>
              <a:endParaRPr sz="1350" b="0" i="0" u="none" strike="noStrike" cap="none">
                <a:solidFill>
                  <a:schemeClr val="dk1"/>
                </a:solidFill>
                <a:latin typeface="Gill Sans"/>
                <a:ea typeface="Gill Sans"/>
                <a:cs typeface="Gill Sans"/>
                <a:sym typeface="Gill Sans"/>
              </a:endParaRPr>
            </a:p>
          </p:txBody>
        </p:sp>
        <p:sp>
          <p:nvSpPr>
            <p:cNvPr id="789" name="Google Shape;789;p96"/>
            <p:cNvSpPr txBox="1"/>
            <p:nvPr/>
          </p:nvSpPr>
          <p:spPr>
            <a:xfrm>
              <a:off x="1660" y="3024"/>
              <a:ext cx="920" cy="19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FFFFFF"/>
                </a:buClr>
                <a:buSzPts val="1050"/>
                <a:buFont typeface="Times New Roman"/>
                <a:buNone/>
              </a:pPr>
              <a:r>
                <a:rPr lang="en-US" sz="1050" b="0" i="0" u="none" strike="noStrike" cap="none">
                  <a:solidFill>
                    <a:srgbClr val="FFFFFF"/>
                  </a:solidFill>
                  <a:latin typeface="Arial"/>
                  <a:ea typeface="Arial"/>
                  <a:cs typeface="Arial"/>
                  <a:sym typeface="Arial"/>
                </a:rPr>
                <a:t>Artifact Analysis</a:t>
              </a:r>
              <a:endParaRPr/>
            </a:p>
          </p:txBody>
        </p:sp>
        <p:sp>
          <p:nvSpPr>
            <p:cNvPr id="790" name="Google Shape;790;p96"/>
            <p:cNvSpPr txBox="1"/>
            <p:nvPr/>
          </p:nvSpPr>
          <p:spPr>
            <a:xfrm>
              <a:off x="1567" y="2400"/>
              <a:ext cx="195" cy="234"/>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3</a:t>
              </a:r>
              <a:endParaRPr/>
            </a:p>
          </p:txBody>
        </p:sp>
      </p:grpSp>
      <p:sp>
        <p:nvSpPr>
          <p:cNvPr id="791" name="Google Shape;791;p96"/>
          <p:cNvSpPr txBox="1"/>
          <p:nvPr/>
        </p:nvSpPr>
        <p:spPr>
          <a:xfrm>
            <a:off x="4457701" y="1618060"/>
            <a:ext cx="774891" cy="440217"/>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Technical</a:t>
            </a:r>
            <a:endParaRPr/>
          </a:p>
          <a:p>
            <a:pPr marL="0" marR="0" lvl="0" indent="0" algn="l"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expertise</a:t>
            </a:r>
            <a:endParaRPr/>
          </a:p>
        </p:txBody>
      </p:sp>
      <p:sp>
        <p:nvSpPr>
          <p:cNvPr id="792" name="Google Shape;792;p96"/>
          <p:cNvSpPr txBox="1"/>
          <p:nvPr/>
        </p:nvSpPr>
        <p:spPr>
          <a:xfrm>
            <a:off x="5604272" y="1314451"/>
            <a:ext cx="2261900" cy="278635"/>
          </a:xfrm>
          <a:prstGeom prst="rect">
            <a:avLst/>
          </a:prstGeom>
          <a:noFill/>
          <a:ln>
            <a:noFill/>
          </a:ln>
        </p:spPr>
        <p:txBody>
          <a:bodyPr spcFirstLastPara="1" wrap="square" lIns="67500" tIns="35100" rIns="67500" bIns="35100" anchor="t" anchorCtr="0">
            <a:spAutoFit/>
          </a:bodyPr>
          <a:lstStyle/>
          <a:p>
            <a:pPr marL="0" marR="0" lvl="0" indent="0" algn="l" rtl="0">
              <a:spcBef>
                <a:spcPts val="0"/>
              </a:spcBef>
              <a:spcAft>
                <a:spcPts val="0"/>
              </a:spcAft>
              <a:buClr>
                <a:srgbClr val="000000"/>
              </a:buClr>
              <a:buSzPts val="1350"/>
              <a:buFont typeface="Times New Roman"/>
              <a:buNone/>
            </a:pPr>
            <a:r>
              <a:rPr lang="en-US" sz="1350" b="0" i="0" u="none" strike="noStrike" cap="none">
                <a:solidFill>
                  <a:srgbClr val="000000"/>
                </a:solidFill>
                <a:latin typeface="Arial"/>
                <a:ea typeface="Arial"/>
                <a:cs typeface="Arial"/>
                <a:sym typeface="Arial"/>
              </a:rPr>
              <a:t>Measurement and reporting</a:t>
            </a:r>
            <a:endParaRPr/>
          </a:p>
        </p:txBody>
      </p:sp>
      <p:cxnSp>
        <p:nvCxnSpPr>
          <p:cNvPr id="793" name="Google Shape;793;p96"/>
          <p:cNvCxnSpPr/>
          <p:nvPr/>
        </p:nvCxnSpPr>
        <p:spPr>
          <a:xfrm flipH="1">
            <a:off x="2456260" y="4572000"/>
            <a:ext cx="2288381" cy="1191"/>
          </a:xfrm>
          <a:prstGeom prst="straightConnector1">
            <a:avLst/>
          </a:prstGeom>
          <a:noFill/>
          <a:ln w="9525" cap="sq" cmpd="sng">
            <a:solidFill>
              <a:srgbClr val="000000"/>
            </a:solidFill>
            <a:prstDash val="solid"/>
            <a:miter lim="800000"/>
            <a:headEnd type="none" w="med" len="med"/>
            <a:tailEnd type="triangle" w="med" len="med"/>
          </a:ln>
        </p:spPr>
      </p:cxnSp>
      <p:sp>
        <p:nvSpPr>
          <p:cNvPr id="794" name="Google Shape;794;p96"/>
          <p:cNvSpPr/>
          <p:nvPr/>
        </p:nvSpPr>
        <p:spPr>
          <a:xfrm>
            <a:off x="1200150" y="3829050"/>
            <a:ext cx="1257300" cy="971550"/>
          </a:xfrm>
          <a:prstGeom prst="rect">
            <a:avLst/>
          </a:prstGeom>
          <a:solidFill>
            <a:srgbClr val="CCCC00"/>
          </a:solidFill>
          <a:ln w="9525" cap="sq" cmpd="sng">
            <a:solidFill>
              <a:srgbClr val="000000"/>
            </a:solidFill>
            <a:prstDash val="solid"/>
            <a:miter lim="800000"/>
            <a:headEnd type="none" w="sm" len="sm"/>
            <a:tailEnd type="none" w="sm" len="sm"/>
          </a:ln>
          <a:effectLst>
            <a:outerShdw dist="17819" dir="2700000" algn="ctr" rotWithShape="0">
              <a:srgbClr val="808080"/>
            </a:outerShdw>
          </a:effectLst>
        </p:spPr>
        <p:txBody>
          <a:bodyPr spcFirstLastPara="1" wrap="square" lIns="67500" tIns="35100" rIns="67500" bIns="35100" anchor="ctr" anchorCtr="0">
            <a:noAutofit/>
          </a:bodyPr>
          <a:lstStyle/>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Initiate process</a:t>
            </a:r>
            <a:endParaRPr/>
          </a:p>
          <a:p>
            <a:pPr marL="0" marR="0" lvl="0" indent="0" algn="ctr" rtl="0">
              <a:spcBef>
                <a:spcPts val="0"/>
              </a:spcBef>
              <a:spcAft>
                <a:spcPts val="0"/>
              </a:spcAft>
              <a:buClr>
                <a:srgbClr val="000000"/>
              </a:buClr>
              <a:buSzPts val="1200"/>
              <a:buFont typeface="Times New Roman"/>
              <a:buNone/>
            </a:pPr>
            <a:r>
              <a:rPr lang="en-US" sz="1200" b="0" i="0" u="none" strike="noStrike" cap="none">
                <a:solidFill>
                  <a:srgbClr val="000000"/>
                </a:solidFill>
                <a:latin typeface="Arial"/>
                <a:ea typeface="Arial"/>
                <a:cs typeface="Arial"/>
                <a:sym typeface="Arial"/>
              </a:rPr>
              <a:t>improvement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97"/>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ARA process</a:t>
            </a:r>
            <a:endParaRPr/>
          </a:p>
        </p:txBody>
      </p:sp>
      <p:sp>
        <p:nvSpPr>
          <p:cNvPr id="802" name="Google Shape;802;p97"/>
          <p:cNvSpPr txBox="1"/>
          <p:nvPr/>
        </p:nvSpPr>
        <p:spPr>
          <a:xfrm>
            <a:off x="1600200" y="1314450"/>
            <a:ext cx="6229350" cy="3600450"/>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365"/>
              <a:buFont typeface="Noto Sans Symbols"/>
              <a:buChar char="●"/>
            </a:pPr>
            <a:r>
              <a:rPr lang="en-US" sz="1950" b="0" i="0" u="none" strike="noStrike" cap="none">
                <a:solidFill>
                  <a:srgbClr val="000000"/>
                </a:solidFill>
                <a:latin typeface="Arial"/>
                <a:ea typeface="Arial"/>
                <a:cs typeface="Arial"/>
                <a:sym typeface="Arial"/>
              </a:rPr>
              <a:t>Attack resistance analysis</a:t>
            </a:r>
            <a:endParaRPr/>
          </a:p>
          <a:p>
            <a:pPr marL="741363" marR="0" lvl="1" indent="-284163" algn="l" rtl="0">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Steps</a:t>
            </a:r>
            <a:endParaRPr/>
          </a:p>
          <a:p>
            <a:pPr marL="1084263" marR="0" lvl="2" indent="-70008" algn="l" rtl="0">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Identify general flaws using secure design literature and checklists</a:t>
            </a:r>
            <a:endParaRPr/>
          </a:p>
          <a:p>
            <a:pPr marL="1371600" marR="0" lvl="3" indent="-64293" algn="l" rtl="0">
              <a:spcBef>
                <a:spcPts val="338"/>
              </a:spcBef>
              <a:spcAft>
                <a:spcPts val="0"/>
              </a:spcAft>
              <a:buClr>
                <a:srgbClr val="330066"/>
              </a:buClr>
              <a:buSzPts val="1013"/>
              <a:buFont typeface="Noto Sans Symbols"/>
              <a:buChar char="▪"/>
            </a:pPr>
            <a:r>
              <a:rPr lang="en-US" sz="1350" b="0" i="0" u="none" strike="noStrike" cap="none">
                <a:solidFill>
                  <a:srgbClr val="000000"/>
                </a:solidFill>
                <a:latin typeface="Arial"/>
                <a:ea typeface="Arial"/>
                <a:cs typeface="Arial"/>
                <a:sym typeface="Arial"/>
              </a:rPr>
              <a:t>Knowledge base of historical risks useful</a:t>
            </a:r>
            <a:endParaRPr/>
          </a:p>
          <a:p>
            <a:pPr marL="1084263" marR="0" lvl="2" indent="-70008" algn="l" rtl="0">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Map attack patterns using either the results of abuse case or a list of attack patterns</a:t>
            </a:r>
            <a:endParaRPr/>
          </a:p>
          <a:p>
            <a:pPr marL="1084263" marR="0" lvl="2" indent="-70008" algn="l" rtl="0">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Identify risk based on checklist</a:t>
            </a:r>
            <a:endParaRPr/>
          </a:p>
          <a:p>
            <a:pPr marL="1084263" marR="0" lvl="2" indent="-70008" algn="l" rtl="0">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Understand and demonstrate the viability of these known attacks</a:t>
            </a:r>
            <a:endParaRPr/>
          </a:p>
          <a:p>
            <a:pPr marL="1371600" marR="0" lvl="3" indent="-64293" algn="l" rtl="0">
              <a:spcBef>
                <a:spcPts val="338"/>
              </a:spcBef>
              <a:spcAft>
                <a:spcPts val="0"/>
              </a:spcAft>
              <a:buClr>
                <a:srgbClr val="330066"/>
              </a:buClr>
              <a:buSzPts val="1013"/>
              <a:buFont typeface="Noto Sans Symbols"/>
              <a:buChar char="▪"/>
            </a:pPr>
            <a:r>
              <a:rPr lang="en-US" sz="1350" b="0" i="0" u="none" strike="noStrike" cap="none">
                <a:solidFill>
                  <a:srgbClr val="000000"/>
                </a:solidFill>
                <a:latin typeface="Arial"/>
                <a:ea typeface="Arial"/>
                <a:cs typeface="Arial"/>
                <a:sym typeface="Arial"/>
              </a:rPr>
              <a:t>Use exploit graph or attack graph</a:t>
            </a:r>
            <a:endParaRPr/>
          </a:p>
          <a:p>
            <a:pPr marL="814388" marR="0" lvl="2" indent="-170260" algn="l" rtl="0">
              <a:spcBef>
                <a:spcPts val="394"/>
              </a:spcBef>
              <a:spcAft>
                <a:spcPts val="0"/>
              </a:spcAft>
              <a:buNone/>
            </a:pPr>
            <a:endParaRPr sz="1575" b="0" i="0" u="none" strike="noStrike" cap="none">
              <a:solidFill>
                <a:srgbClr val="000000"/>
              </a:solidFill>
              <a:latin typeface="Arial"/>
              <a:ea typeface="Arial"/>
              <a:cs typeface="Arial"/>
              <a:sym typeface="Arial"/>
            </a:endParaRPr>
          </a:p>
          <a:p>
            <a:pPr marL="814388" marR="0" lvl="2" indent="-170260" algn="l" rtl="0">
              <a:spcBef>
                <a:spcPts val="394"/>
              </a:spcBef>
              <a:spcAft>
                <a:spcPts val="0"/>
              </a:spcAft>
              <a:buNone/>
            </a:pPr>
            <a:r>
              <a:rPr lang="en-US" sz="1575" b="0" i="0" u="none" strike="noStrike" cap="none">
                <a:solidFill>
                  <a:srgbClr val="000000"/>
                </a:solidFill>
                <a:latin typeface="Arial"/>
                <a:ea typeface="Arial"/>
                <a:cs typeface="Arial"/>
                <a:sym typeface="Arial"/>
              </a:rPr>
              <a:t>- Note: particularly good for finding known problems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98"/>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dirty="0">
                <a:solidFill>
                  <a:srgbClr val="330066"/>
                </a:solidFill>
                <a:latin typeface="Arial"/>
                <a:ea typeface="Arial"/>
                <a:cs typeface="Arial"/>
                <a:sym typeface="Arial"/>
              </a:rPr>
              <a:t>ARA process</a:t>
            </a:r>
            <a:endParaRPr dirty="0"/>
          </a:p>
        </p:txBody>
      </p:sp>
      <p:sp>
        <p:nvSpPr>
          <p:cNvPr id="810" name="Google Shape;810;p98"/>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80000"/>
              </a:lnSpc>
              <a:spcBef>
                <a:spcPts val="0"/>
              </a:spcBef>
              <a:spcAft>
                <a:spcPts val="0"/>
              </a:spcAft>
              <a:buClr>
                <a:srgbClr val="330066"/>
              </a:buClr>
              <a:buSzPts val="998"/>
              <a:buFont typeface="Noto Sans Symbols"/>
              <a:buChar char="●"/>
            </a:pPr>
            <a:r>
              <a:rPr lang="en-US" sz="1425" b="0" i="0" u="none" strike="noStrike" cap="none">
                <a:solidFill>
                  <a:srgbClr val="000000"/>
                </a:solidFill>
                <a:latin typeface="Arial"/>
                <a:ea typeface="Arial"/>
                <a:cs typeface="Arial"/>
                <a:sym typeface="Arial"/>
              </a:rPr>
              <a:t>Ambiguity analysis</a:t>
            </a:r>
            <a:endParaRPr/>
          </a:p>
          <a:p>
            <a:pPr marL="690563" marR="0" lvl="1" indent="-347663" algn="l" rtl="0">
              <a:lnSpc>
                <a:spcPct val="80000"/>
              </a:lnSpc>
              <a:spcBef>
                <a:spcPts val="319"/>
              </a:spcBef>
              <a:spcAft>
                <a:spcPts val="0"/>
              </a:spcAft>
              <a:buClr>
                <a:srgbClr val="669999"/>
              </a:buClr>
              <a:buSzPts val="893"/>
              <a:buFont typeface="Noto Sans Symbols"/>
              <a:buChar char="●"/>
            </a:pPr>
            <a:r>
              <a:rPr lang="en-US" sz="1275" b="0" i="0" u="none" strike="noStrike" cap="none">
                <a:solidFill>
                  <a:srgbClr val="000000"/>
                </a:solidFill>
                <a:latin typeface="Arial"/>
                <a:ea typeface="Arial"/>
                <a:cs typeface="Arial"/>
                <a:sym typeface="Arial"/>
              </a:rPr>
              <a:t>Discover new risks – creativity requried</a:t>
            </a:r>
            <a:endParaRPr/>
          </a:p>
          <a:p>
            <a:pPr marL="690563" marR="0" lvl="1" indent="-347663" algn="l" rtl="0">
              <a:lnSpc>
                <a:spcPct val="80000"/>
              </a:lnSpc>
              <a:spcBef>
                <a:spcPts val="319"/>
              </a:spcBef>
              <a:spcAft>
                <a:spcPts val="0"/>
              </a:spcAft>
              <a:buClr>
                <a:srgbClr val="669999"/>
              </a:buClr>
              <a:buSzPts val="893"/>
              <a:buFont typeface="Noto Sans Symbols"/>
              <a:buChar char="●"/>
            </a:pPr>
            <a:r>
              <a:rPr lang="en-US" sz="1275" b="0" i="0" u="none" strike="noStrike" cap="none">
                <a:solidFill>
                  <a:srgbClr val="000000"/>
                </a:solidFill>
                <a:latin typeface="Arial"/>
                <a:ea typeface="Arial"/>
                <a:cs typeface="Arial"/>
                <a:sym typeface="Arial"/>
              </a:rPr>
              <a:t>A group of analyst and experience helps – use multiple points of view</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Unify understanding after independent analysis</a:t>
            </a:r>
            <a:endParaRPr/>
          </a:p>
          <a:p>
            <a:pPr marL="690563" marR="0" lvl="1" indent="-347663" algn="l" rtl="0">
              <a:lnSpc>
                <a:spcPct val="80000"/>
              </a:lnSpc>
              <a:spcBef>
                <a:spcPts val="319"/>
              </a:spcBef>
              <a:spcAft>
                <a:spcPts val="0"/>
              </a:spcAft>
              <a:buClr>
                <a:srgbClr val="669999"/>
              </a:buClr>
              <a:buSzPts val="893"/>
              <a:buFont typeface="Noto Sans Symbols"/>
              <a:buChar char="●"/>
            </a:pPr>
            <a:r>
              <a:rPr lang="en-US" sz="1275" b="0" i="0" u="none" strike="noStrike" cap="none">
                <a:solidFill>
                  <a:srgbClr val="000000"/>
                </a:solidFill>
                <a:latin typeface="Arial"/>
                <a:ea typeface="Arial"/>
                <a:cs typeface="Arial"/>
                <a:sym typeface="Arial"/>
              </a:rPr>
              <a:t>Uncover ambiguity and inconsistencies</a:t>
            </a:r>
            <a:endParaRPr/>
          </a:p>
          <a:p>
            <a:pPr marL="341313" marR="0" lvl="0" indent="-341313" algn="l" rtl="0">
              <a:lnSpc>
                <a:spcPct val="80000"/>
              </a:lnSpc>
              <a:spcBef>
                <a:spcPts val="356"/>
              </a:spcBef>
              <a:spcAft>
                <a:spcPts val="0"/>
              </a:spcAft>
              <a:buClr>
                <a:srgbClr val="330066"/>
              </a:buClr>
              <a:buSzPts val="998"/>
              <a:buFont typeface="Noto Sans Symbols"/>
              <a:buChar char="●"/>
            </a:pPr>
            <a:r>
              <a:rPr lang="en-US" sz="1425" b="0" i="0" u="none" strike="noStrike" cap="none">
                <a:solidFill>
                  <a:srgbClr val="000000"/>
                </a:solidFill>
                <a:latin typeface="Arial"/>
                <a:ea typeface="Arial"/>
                <a:cs typeface="Arial"/>
                <a:sym typeface="Arial"/>
              </a:rPr>
              <a:t>Weakness analysis</a:t>
            </a:r>
            <a:endParaRPr/>
          </a:p>
          <a:p>
            <a:pPr marL="690563" marR="0" lvl="1" indent="-347663" algn="l" rtl="0">
              <a:lnSpc>
                <a:spcPct val="80000"/>
              </a:lnSpc>
              <a:spcBef>
                <a:spcPts val="319"/>
              </a:spcBef>
              <a:spcAft>
                <a:spcPts val="0"/>
              </a:spcAft>
              <a:buClr>
                <a:srgbClr val="669999"/>
              </a:buClr>
              <a:buSzPts val="893"/>
              <a:buFont typeface="Noto Sans Symbols"/>
              <a:buChar char="●"/>
            </a:pPr>
            <a:r>
              <a:rPr lang="en-US" sz="1275" b="0" i="0" u="none" strike="noStrike" cap="none">
                <a:solidFill>
                  <a:srgbClr val="000000"/>
                </a:solidFill>
                <a:latin typeface="Arial"/>
                <a:ea typeface="Arial"/>
                <a:cs typeface="Arial"/>
                <a:sym typeface="Arial"/>
              </a:rPr>
              <a:t>Assess the impact of external software dependencies</a:t>
            </a:r>
            <a:endParaRPr/>
          </a:p>
          <a:p>
            <a:pPr marL="690563" marR="0" lvl="1" indent="-347663" algn="l" rtl="0">
              <a:lnSpc>
                <a:spcPct val="80000"/>
              </a:lnSpc>
              <a:spcBef>
                <a:spcPts val="319"/>
              </a:spcBef>
              <a:spcAft>
                <a:spcPts val="0"/>
              </a:spcAft>
              <a:buClr>
                <a:srgbClr val="669999"/>
              </a:buClr>
              <a:buSzPts val="893"/>
              <a:buFont typeface="Noto Sans Symbols"/>
              <a:buChar char="●"/>
            </a:pPr>
            <a:r>
              <a:rPr lang="en-US" sz="1275" b="0" i="0" u="none" strike="noStrike" cap="none">
                <a:solidFill>
                  <a:srgbClr val="000000"/>
                </a:solidFill>
                <a:latin typeface="Arial"/>
                <a:ea typeface="Arial"/>
                <a:cs typeface="Arial"/>
                <a:sym typeface="Arial"/>
              </a:rPr>
              <a:t>Modern software </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is built on top of middleware such as .NET and J2EE</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Use DLLs or common libraries</a:t>
            </a:r>
            <a:endParaRPr/>
          </a:p>
          <a:p>
            <a:pPr marL="690563" marR="0" lvl="1" indent="-347663" algn="l" rtl="0">
              <a:lnSpc>
                <a:spcPct val="80000"/>
              </a:lnSpc>
              <a:spcBef>
                <a:spcPts val="319"/>
              </a:spcBef>
              <a:spcAft>
                <a:spcPts val="0"/>
              </a:spcAft>
              <a:buClr>
                <a:srgbClr val="669999"/>
              </a:buClr>
              <a:buSzPts val="893"/>
              <a:buFont typeface="Noto Sans Symbols"/>
              <a:buChar char="●"/>
            </a:pPr>
            <a:r>
              <a:rPr lang="en-US" sz="1275" b="0" i="0" u="none" strike="noStrike" cap="none">
                <a:solidFill>
                  <a:srgbClr val="000000"/>
                </a:solidFill>
                <a:latin typeface="Arial"/>
                <a:ea typeface="Arial"/>
                <a:cs typeface="Arial"/>
                <a:sym typeface="Arial"/>
              </a:rPr>
              <a:t>Need to consider</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COTS</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Framework</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Network topology</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Platform</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Physical environment</a:t>
            </a:r>
            <a:endParaRPr/>
          </a:p>
          <a:p>
            <a:pPr marL="985838" marR="0" lvl="2" indent="-292100" algn="l" rtl="0">
              <a:lnSpc>
                <a:spcPct val="80000"/>
              </a:lnSpc>
              <a:spcBef>
                <a:spcPts val="300"/>
              </a:spcBef>
              <a:spcAft>
                <a:spcPts val="0"/>
              </a:spcAft>
              <a:buClr>
                <a:srgbClr val="CCCC00"/>
              </a:buClr>
              <a:buSzPts val="840"/>
              <a:buFont typeface="Noto Sans Symbols"/>
              <a:buChar char="●"/>
            </a:pPr>
            <a:r>
              <a:rPr lang="en-US" sz="1200" b="0" i="0" u="none" strike="noStrike" cap="none">
                <a:solidFill>
                  <a:srgbClr val="000000"/>
                </a:solidFill>
                <a:latin typeface="Arial"/>
                <a:ea typeface="Arial"/>
                <a:cs typeface="Arial"/>
                <a:sym typeface="Arial"/>
              </a:rPr>
              <a:t>Build environment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00487" y="0"/>
            <a:ext cx="6400800" cy="462172"/>
          </a:xfrm>
        </p:spPr>
        <p:txBody>
          <a:bodyPr/>
          <a:lstStyle/>
          <a:p>
            <a:r>
              <a:rPr lang="en-US" dirty="0" smtClean="0">
                <a:latin typeface="Elephant" panose="02020904090505020303" pitchFamily="18" charset="0"/>
              </a:rPr>
              <a:t>Buffer Overflow</a:t>
            </a:r>
            <a:endParaRPr lang="en-US" dirty="0">
              <a:latin typeface="Elephant" panose="02020904090505020303" pitchFamily="18" charset="0"/>
            </a:endParaRPr>
          </a:p>
        </p:txBody>
      </p:sp>
      <p:sp>
        <p:nvSpPr>
          <p:cNvPr id="5" name="TextBox 4"/>
          <p:cNvSpPr txBox="1"/>
          <p:nvPr/>
        </p:nvSpPr>
        <p:spPr>
          <a:xfrm>
            <a:off x="519952" y="510988"/>
            <a:ext cx="8390965" cy="1815882"/>
          </a:xfrm>
          <a:prstGeom prst="rect">
            <a:avLst/>
          </a:prstGeom>
          <a:noFill/>
        </p:spPr>
        <p:txBody>
          <a:bodyPr wrap="square" rtlCol="0">
            <a:spAutoFit/>
          </a:bodyPr>
          <a:lstStyle/>
          <a:p>
            <a:r>
              <a:rPr lang="en-US" dirty="0"/>
              <a:t>Buffer overflow is an anomaly that occurs when software writing data to a buffer overflows the buffer’s capacity, resulting in adjacent memory locations being overwritten. In other words, too much information is being passed into a container that does not have enough space, and that information ends up replacing data in adjacent containers</a:t>
            </a:r>
            <a:r>
              <a:rPr lang="en-US" dirty="0" smtClean="0"/>
              <a:t>.</a:t>
            </a:r>
          </a:p>
          <a:p>
            <a:endParaRPr lang="en-US" dirty="0"/>
          </a:p>
          <a:p>
            <a:r>
              <a:rPr lang="en-US" dirty="0"/>
              <a:t>Buffer overflows can be exploited by attackers with a goal of modifying a computer’s memory in order to undermine or take control of program execution.</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7974" y="2452376"/>
            <a:ext cx="5934075"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46853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03929" y="349624"/>
            <a:ext cx="6355976" cy="4401205"/>
          </a:xfrm>
          <a:prstGeom prst="rect">
            <a:avLst/>
          </a:prstGeom>
          <a:noFill/>
        </p:spPr>
        <p:txBody>
          <a:bodyPr wrap="square" rtlCol="0">
            <a:spAutoFit/>
          </a:bodyPr>
          <a:lstStyle/>
          <a:p>
            <a:r>
              <a:rPr lang="en-US" b="1" dirty="0"/>
              <a:t>How Attackers Exploit Buffer </a:t>
            </a:r>
            <a:r>
              <a:rPr lang="en-US" b="1" dirty="0" smtClean="0"/>
              <a:t>Overflows</a:t>
            </a:r>
          </a:p>
          <a:p>
            <a:endParaRPr lang="en-US" b="1" dirty="0"/>
          </a:p>
          <a:p>
            <a:r>
              <a:rPr lang="en-US" dirty="0"/>
              <a:t>An attacker sends carefully crafted input to cause a buffer to overflow. This overwrites memory adjacent to the buffer, allowing the attacker to</a:t>
            </a:r>
            <a:r>
              <a:rPr lang="en-US" dirty="0" smtClean="0"/>
              <a:t>:</a:t>
            </a:r>
          </a:p>
          <a:p>
            <a:endParaRPr lang="en-US" dirty="0"/>
          </a:p>
          <a:p>
            <a:pPr marL="285750" indent="-285750">
              <a:buFont typeface="Arial" panose="020B0604020202020204" pitchFamily="34" charset="0"/>
              <a:buChar char="•"/>
            </a:pPr>
            <a:r>
              <a:rPr lang="en-US" dirty="0"/>
              <a:t>Replace executable code with malicious code</a:t>
            </a:r>
          </a:p>
          <a:p>
            <a:pPr marL="285750" indent="-285750">
              <a:buFont typeface="Arial" panose="020B0604020202020204" pitchFamily="34" charset="0"/>
              <a:buChar char="•"/>
            </a:pPr>
            <a:r>
              <a:rPr lang="en-US" dirty="0"/>
              <a:t>Change memory pointers to point to exploit payloads</a:t>
            </a:r>
          </a:p>
          <a:p>
            <a:pPr marL="285750" indent="-285750">
              <a:buFont typeface="Arial" panose="020B0604020202020204" pitchFamily="34" charset="0"/>
              <a:buChar char="•"/>
            </a:pPr>
            <a:r>
              <a:rPr lang="en-US" dirty="0"/>
              <a:t>Gain complete control over the </a:t>
            </a:r>
            <a:r>
              <a:rPr lang="en-US" dirty="0" smtClean="0"/>
              <a:t>program</a:t>
            </a:r>
          </a:p>
          <a:p>
            <a:pPr marL="285750" indent="-285750">
              <a:buFont typeface="Arial" panose="020B0604020202020204" pitchFamily="34" charset="0"/>
              <a:buChar char="•"/>
            </a:pPr>
            <a:endParaRPr lang="en-US" dirty="0"/>
          </a:p>
          <a:p>
            <a:endParaRPr lang="en-US" dirty="0" smtClean="0"/>
          </a:p>
          <a:p>
            <a:r>
              <a:rPr lang="en-US" b="1" dirty="0"/>
              <a:t>Real-World Impact</a:t>
            </a:r>
            <a:r>
              <a:rPr lang="en-US" b="1" dirty="0" smtClean="0"/>
              <a:t>:</a:t>
            </a:r>
          </a:p>
          <a:p>
            <a:endParaRPr lang="en-US" b="1" dirty="0" smtClean="0"/>
          </a:p>
          <a:p>
            <a:r>
              <a:rPr lang="en-US" dirty="0" smtClean="0"/>
              <a:t>In </a:t>
            </a:r>
            <a:r>
              <a:rPr lang="en-US" dirty="0"/>
              <a:t>2014, the "Heartbleed" vulnerability exposed hundreds of millions of users by exploiting a buffer overflow in SSL software</a:t>
            </a:r>
            <a:r>
              <a:rPr lang="en-US" dirty="0" smtClean="0"/>
              <a:t>.</a:t>
            </a:r>
          </a:p>
          <a:p>
            <a:endParaRPr lang="en-US" dirty="0"/>
          </a:p>
          <a:p>
            <a:r>
              <a:rPr lang="en-US" b="1" dirty="0"/>
              <a:t>Vulnerability by Language</a:t>
            </a:r>
            <a:r>
              <a:rPr lang="en-US" b="1" dirty="0" smtClean="0"/>
              <a:t>:</a:t>
            </a:r>
          </a:p>
          <a:p>
            <a:endParaRPr lang="en-US" dirty="0"/>
          </a:p>
          <a:p>
            <a:pPr marL="285750" indent="-285750">
              <a:buFont typeface="Arial" panose="020B0604020202020204" pitchFamily="34" charset="0"/>
              <a:buChar char="•"/>
            </a:pPr>
            <a:r>
              <a:rPr lang="en-US" dirty="0"/>
              <a:t>C and C++ - HIGH RISK (no built-in memory protections)</a:t>
            </a:r>
          </a:p>
          <a:p>
            <a:pPr marL="285750" indent="-285750">
              <a:buFont typeface="Arial" panose="020B0604020202020204" pitchFamily="34" charset="0"/>
              <a:buChar char="•"/>
            </a:pPr>
            <a:r>
              <a:rPr lang="en-US" dirty="0"/>
              <a:t>Java, PERL, C# - LOWER RISK (have built-in protections)</a:t>
            </a:r>
          </a:p>
          <a:p>
            <a:endParaRPr lang="en-US" dirty="0"/>
          </a:p>
        </p:txBody>
      </p:sp>
    </p:spTree>
    <p:extLst>
      <p:ext uri="{BB962C8B-B14F-4D97-AF65-F5344CB8AC3E}">
        <p14:creationId xmlns:p14="http://schemas.microsoft.com/office/powerpoint/2010/main" val="2702488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45310" y="0"/>
            <a:ext cx="6440102" cy="833718"/>
          </a:xfrm>
        </p:spPr>
        <p:txBody>
          <a:bodyPr/>
          <a:lstStyle/>
          <a:p>
            <a:r>
              <a:rPr lang="en-US" b="1" dirty="0"/>
              <a:t>Protection &amp; Types of Attacks</a:t>
            </a:r>
          </a:p>
          <a:p>
            <a:endParaRPr lang="en-US" dirty="0"/>
          </a:p>
        </p:txBody>
      </p:sp>
      <p:sp>
        <p:nvSpPr>
          <p:cNvPr id="4" name="TextBox 3"/>
          <p:cNvSpPr txBox="1"/>
          <p:nvPr/>
        </p:nvSpPr>
        <p:spPr>
          <a:xfrm>
            <a:off x="2294966" y="654424"/>
            <a:ext cx="6678706" cy="4401205"/>
          </a:xfrm>
          <a:prstGeom prst="rect">
            <a:avLst/>
          </a:prstGeom>
          <a:noFill/>
        </p:spPr>
        <p:txBody>
          <a:bodyPr wrap="square" rtlCol="0">
            <a:spAutoFit/>
          </a:bodyPr>
          <a:lstStyle/>
          <a:p>
            <a:r>
              <a:rPr lang="en-US" b="1" dirty="0"/>
              <a:t>How to Protect</a:t>
            </a:r>
            <a:r>
              <a:rPr lang="en-US" b="1" dirty="0" smtClean="0"/>
              <a:t>:</a:t>
            </a:r>
          </a:p>
          <a:p>
            <a:endParaRPr lang="en-US" dirty="0"/>
          </a:p>
          <a:p>
            <a:r>
              <a:rPr lang="en-US" b="1" dirty="0" smtClean="0"/>
              <a:t>1. Address </a:t>
            </a:r>
            <a:r>
              <a:rPr lang="en-US" b="1" dirty="0"/>
              <a:t>Space Randomization (ASLR)</a:t>
            </a:r>
            <a:r>
              <a:rPr lang="en-US" dirty="0"/>
              <a:t> </a:t>
            </a:r>
          </a:p>
          <a:p>
            <a:pPr marL="285750" lvl="1" indent="-285750">
              <a:buFont typeface="Arial" panose="020B0604020202020204" pitchFamily="34" charset="0"/>
              <a:buChar char="•"/>
            </a:pPr>
            <a:r>
              <a:rPr lang="en-US" dirty="0"/>
              <a:t>Randomly rearranges memory locations so attackers cannot predict code locations</a:t>
            </a:r>
          </a:p>
          <a:p>
            <a:r>
              <a:rPr lang="en-US" b="1" dirty="0" smtClean="0"/>
              <a:t>2. Data </a:t>
            </a:r>
            <a:r>
              <a:rPr lang="en-US" b="1" dirty="0"/>
              <a:t>Execution Prevention (DEP)</a:t>
            </a:r>
            <a:r>
              <a:rPr lang="en-US" dirty="0"/>
              <a:t> </a:t>
            </a:r>
          </a:p>
          <a:p>
            <a:pPr marL="285750" lvl="1" indent="-285750">
              <a:buFont typeface="Arial" panose="020B0604020202020204" pitchFamily="34" charset="0"/>
              <a:buChar char="•"/>
            </a:pPr>
            <a:r>
              <a:rPr lang="en-US" dirty="0"/>
              <a:t>Marks memory areas as executable or non-executable, blocking malicious code execution</a:t>
            </a:r>
          </a:p>
          <a:p>
            <a:r>
              <a:rPr lang="en-US" b="1" dirty="0" smtClean="0"/>
              <a:t>3. Secure </a:t>
            </a:r>
            <a:r>
              <a:rPr lang="en-US" b="1" dirty="0"/>
              <a:t>Coding &amp; Patching</a:t>
            </a:r>
            <a:r>
              <a:rPr lang="en-US" dirty="0"/>
              <a:t> </a:t>
            </a:r>
          </a:p>
          <a:p>
            <a:pPr marL="285750" lvl="1" indent="-285750">
              <a:buFont typeface="Arial" panose="020B0604020202020204" pitchFamily="34" charset="0"/>
              <a:buChar char="•"/>
            </a:pPr>
            <a:r>
              <a:rPr lang="en-US" dirty="0"/>
              <a:t>Use languages with built-in protections</a:t>
            </a:r>
          </a:p>
          <a:p>
            <a:pPr marL="285750" lvl="1" indent="-285750">
              <a:buFont typeface="Arial" panose="020B0604020202020204" pitchFamily="34" charset="0"/>
              <a:buChar char="•"/>
            </a:pPr>
            <a:r>
              <a:rPr lang="en-US" dirty="0"/>
              <a:t>Apply security patches </a:t>
            </a:r>
            <a:r>
              <a:rPr lang="en-US" dirty="0" smtClean="0"/>
              <a:t>immediately</a:t>
            </a:r>
          </a:p>
          <a:p>
            <a:pPr marL="285750" lvl="1" indent="-285750">
              <a:buFont typeface="Arial" panose="020B0604020202020204" pitchFamily="34" charset="0"/>
              <a:buChar char="•"/>
            </a:pPr>
            <a:endParaRPr lang="en-US" dirty="0"/>
          </a:p>
          <a:p>
            <a:pPr marL="285750" lvl="1" indent="-285750">
              <a:buFont typeface="Arial" panose="020B0604020202020204" pitchFamily="34" charset="0"/>
              <a:buChar char="•"/>
            </a:pPr>
            <a:endParaRPr lang="en-US" dirty="0"/>
          </a:p>
          <a:p>
            <a:r>
              <a:rPr lang="en-US" b="1" dirty="0"/>
              <a:t>Common Attack Types:</a:t>
            </a:r>
            <a:endParaRPr lang="en-US" dirty="0"/>
          </a:p>
          <a:p>
            <a:pPr marL="285750" indent="-285750">
              <a:buFont typeface="Arial" panose="020B0604020202020204" pitchFamily="34" charset="0"/>
              <a:buChar char="•"/>
            </a:pPr>
            <a:r>
              <a:rPr lang="en-US" b="1" dirty="0"/>
              <a:t>Stack Overflow</a:t>
            </a:r>
            <a:r>
              <a:rPr lang="en-US" dirty="0"/>
              <a:t> - Most common; overflows buffer on call stack</a:t>
            </a:r>
          </a:p>
          <a:p>
            <a:pPr marL="285750" indent="-285750">
              <a:buFont typeface="Arial" panose="020B0604020202020204" pitchFamily="34" charset="0"/>
              <a:buChar char="•"/>
            </a:pPr>
            <a:r>
              <a:rPr lang="en-US" b="1" dirty="0"/>
              <a:t>Heap Overflow</a:t>
            </a:r>
            <a:r>
              <a:rPr lang="en-US" dirty="0"/>
              <a:t> - Targets open memory pool data</a:t>
            </a:r>
          </a:p>
          <a:p>
            <a:pPr marL="285750" indent="-285750">
              <a:buFont typeface="Arial" panose="020B0604020202020204" pitchFamily="34" charset="0"/>
              <a:buChar char="•"/>
            </a:pPr>
            <a:r>
              <a:rPr lang="en-US" b="1" dirty="0"/>
              <a:t>Integer Overflow</a:t>
            </a:r>
            <a:r>
              <a:rPr lang="en-US" dirty="0"/>
              <a:t> - Arithmetic operation creates number too large for its type</a:t>
            </a:r>
          </a:p>
          <a:p>
            <a:pPr marL="285750" indent="-285750">
              <a:buFont typeface="Arial" panose="020B0604020202020204" pitchFamily="34" charset="0"/>
              <a:buChar char="•"/>
            </a:pPr>
            <a:r>
              <a:rPr lang="en-US" b="1" dirty="0"/>
              <a:t>Unicode Overflow</a:t>
            </a:r>
            <a:r>
              <a:rPr lang="en-US" dirty="0"/>
              <a:t> - Unicode characters are larger than ASCII, causing overflow</a:t>
            </a:r>
          </a:p>
          <a:p>
            <a:endParaRPr lang="en-US" dirty="0"/>
          </a:p>
        </p:txBody>
      </p:sp>
    </p:spTree>
    <p:extLst>
      <p:ext uri="{BB962C8B-B14F-4D97-AF65-F5344CB8AC3E}">
        <p14:creationId xmlns:p14="http://schemas.microsoft.com/office/powerpoint/2010/main" val="16015334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66683" y="0"/>
            <a:ext cx="6424251" cy="498031"/>
          </a:xfrm>
        </p:spPr>
        <p:txBody>
          <a:bodyPr/>
          <a:lstStyle/>
          <a:p>
            <a:r>
              <a:rPr lang="en-US" b="1" dirty="0" smtClean="0"/>
              <a:t>Reliability Testing</a:t>
            </a:r>
            <a:endParaRPr lang="en-US" b="1" dirty="0"/>
          </a:p>
        </p:txBody>
      </p:sp>
      <p:sp>
        <p:nvSpPr>
          <p:cNvPr id="4" name="TextBox 3"/>
          <p:cNvSpPr txBox="1"/>
          <p:nvPr/>
        </p:nvSpPr>
        <p:spPr>
          <a:xfrm>
            <a:off x="2348752" y="502024"/>
            <a:ext cx="6696635" cy="440120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Software reliability is very important in all fields (business, military, etc.).</a:t>
            </a:r>
          </a:p>
          <a:p>
            <a:pPr marL="285750" indent="-285750">
              <a:buFont typeface="Arial" panose="020B0604020202020204" pitchFamily="34" charset="0"/>
              <a:buChar char="•"/>
            </a:pPr>
            <a:r>
              <a:rPr lang="en-US" dirty="0" smtClean="0"/>
              <a:t>Modern software depend heavily on reliable software.</a:t>
            </a:r>
          </a:p>
          <a:p>
            <a:pPr marL="285750" indent="-285750">
              <a:buFont typeface="Arial" panose="020B0604020202020204" pitchFamily="34" charset="0"/>
              <a:buChar char="•"/>
            </a:pPr>
            <a:r>
              <a:rPr lang="en-US" dirty="0" smtClean="0"/>
              <a:t>User expect failure-free software under a specified environment and for a specific period of time.</a:t>
            </a:r>
          </a:p>
          <a:p>
            <a:endParaRPr lang="en-US" dirty="0" smtClean="0"/>
          </a:p>
          <a:p>
            <a:r>
              <a:rPr lang="en-US" dirty="0" smtClean="0"/>
              <a:t>Software reliability testing is the method to uncover those failures earlier, which are most likely to appear in actual operation.</a:t>
            </a:r>
          </a:p>
          <a:p>
            <a:endParaRPr lang="en-US" dirty="0" smtClean="0"/>
          </a:p>
          <a:p>
            <a:r>
              <a:rPr lang="en-US" dirty="0" smtClean="0"/>
              <a:t>Consequently, important bugs are fixed, thereby increasing the reliability  of the software.</a:t>
            </a:r>
          </a:p>
          <a:p>
            <a:endParaRPr lang="en-US" dirty="0"/>
          </a:p>
          <a:p>
            <a:r>
              <a:rPr lang="en-US" b="1" dirty="0" smtClean="0"/>
              <a:t>Objectives:</a:t>
            </a:r>
          </a:p>
          <a:p>
            <a:pPr marL="285750" indent="-285750">
              <a:buFont typeface="Arial" panose="020B0604020202020204" pitchFamily="34" charset="0"/>
              <a:buChar char="•"/>
            </a:pPr>
            <a:r>
              <a:rPr lang="en-US" dirty="0" smtClean="0"/>
              <a:t>The </a:t>
            </a:r>
            <a:r>
              <a:rPr lang="en-US" b="1" dirty="0" smtClean="0"/>
              <a:t>primary purpose </a:t>
            </a:r>
            <a:r>
              <a:rPr lang="en-US" dirty="0" smtClean="0"/>
              <a:t>of executing reliability testing is to test the performance of a software under some given conditions.</a:t>
            </a:r>
          </a:p>
          <a:p>
            <a:pPr marL="285750" indent="-285750">
              <a:buFont typeface="Arial" panose="020B0604020202020204" pitchFamily="34" charset="0"/>
              <a:buChar char="•"/>
            </a:pPr>
            <a:endParaRPr lang="en-US" dirty="0"/>
          </a:p>
          <a:p>
            <a:r>
              <a:rPr lang="en-US" b="1" dirty="0" smtClean="0"/>
              <a:t>Secondary objectives are:</a:t>
            </a:r>
          </a:p>
          <a:p>
            <a:endParaRPr lang="en-US" b="1" dirty="0" smtClean="0"/>
          </a:p>
          <a:p>
            <a:pPr marL="285750" indent="-285750">
              <a:buFont typeface="Arial" panose="020B0604020202020204" pitchFamily="34" charset="0"/>
              <a:buChar char="•"/>
            </a:pPr>
            <a:r>
              <a:rPr lang="en-US" b="1" dirty="0" smtClean="0"/>
              <a:t> </a:t>
            </a:r>
            <a:r>
              <a:rPr lang="en-US" dirty="0" smtClean="0"/>
              <a:t>It may be the case that a failure is being repeated several times. So the objective is to find perceptual structure of repeating failures and the reason.</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9877843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19975" y="79512"/>
            <a:ext cx="6400800" cy="481271"/>
          </a:xfrm>
        </p:spPr>
        <p:txBody>
          <a:bodyPr/>
          <a:lstStyle/>
          <a:p>
            <a:r>
              <a:rPr lang="en-US" b="1" dirty="0"/>
              <a:t>Reliability </a:t>
            </a:r>
            <a:r>
              <a:rPr lang="en-US" b="1" dirty="0" smtClean="0"/>
              <a:t>Testing  (cont.)</a:t>
            </a:r>
            <a:endParaRPr lang="en-US" b="1" dirty="0"/>
          </a:p>
        </p:txBody>
      </p:sp>
      <p:sp>
        <p:nvSpPr>
          <p:cNvPr id="5" name="TextBox 4"/>
          <p:cNvSpPr txBox="1"/>
          <p:nvPr/>
        </p:nvSpPr>
        <p:spPr>
          <a:xfrm>
            <a:off x="2365513" y="725557"/>
            <a:ext cx="6530009" cy="1384995"/>
          </a:xfrm>
          <a:prstGeom prst="rect">
            <a:avLst/>
          </a:prstGeom>
          <a:noFill/>
        </p:spPr>
        <p:txBody>
          <a:bodyPr wrap="square" rtlCol="0">
            <a:spAutoFit/>
          </a:bodyPr>
          <a:lstStyle/>
          <a:p>
            <a:pPr marL="285750" indent="-285750">
              <a:buFont typeface="Arial" panose="020B0604020202020204" pitchFamily="34" charset="0"/>
              <a:buChar char="•"/>
            </a:pPr>
            <a:r>
              <a:rPr lang="en-US" dirty="0" smtClean="0"/>
              <a:t>To find the mean life of a software.</a:t>
            </a:r>
          </a:p>
          <a:p>
            <a:pPr marL="285750" indent="-285750">
              <a:buFont typeface="Arial" panose="020B0604020202020204" pitchFamily="34" charset="0"/>
              <a:buChar char="•"/>
            </a:pPr>
            <a:r>
              <a:rPr lang="en-US" dirty="0" smtClean="0"/>
              <a:t>To find the number of failures in a specified period of time.</a:t>
            </a:r>
          </a:p>
          <a:p>
            <a:pPr marL="285750" indent="-285750">
              <a:buFont typeface="Arial" panose="020B0604020202020204" pitchFamily="34" charset="0"/>
              <a:buChar char="•"/>
            </a:pPr>
            <a:endParaRPr lang="en-US" dirty="0"/>
          </a:p>
          <a:p>
            <a:r>
              <a:rPr lang="en-US" dirty="0" smtClean="0"/>
              <a:t>To measure software reliability, two matrices are used</a:t>
            </a:r>
            <a:r>
              <a:rPr lang="en-US" b="1" dirty="0" smtClean="0"/>
              <a:t>: Mean Time to Failure (MTTF), </a:t>
            </a:r>
            <a:r>
              <a:rPr lang="en-US" dirty="0" smtClean="0"/>
              <a:t>that is, the difference between two consecutive failures</a:t>
            </a:r>
          </a:p>
          <a:p>
            <a:r>
              <a:rPr lang="en-US" dirty="0" smtClean="0"/>
              <a:t>And </a:t>
            </a:r>
            <a:r>
              <a:rPr lang="en-US" b="1" dirty="0" smtClean="0"/>
              <a:t>Mean Time to Repair (MTTR), </a:t>
            </a:r>
            <a:r>
              <a:rPr lang="en-US" dirty="0" smtClean="0"/>
              <a:t>that is, the time required to fix the failure.</a:t>
            </a:r>
          </a:p>
        </p:txBody>
      </p:sp>
      <p:sp>
        <p:nvSpPr>
          <p:cNvPr id="6" name="TextBox 5"/>
          <p:cNvSpPr txBox="1"/>
          <p:nvPr/>
        </p:nvSpPr>
        <p:spPr>
          <a:xfrm>
            <a:off x="2325756" y="2335359"/>
            <a:ext cx="6609522" cy="2523768"/>
          </a:xfrm>
          <a:prstGeom prst="rect">
            <a:avLst/>
          </a:prstGeom>
          <a:noFill/>
        </p:spPr>
        <p:txBody>
          <a:bodyPr wrap="square" rtlCol="0">
            <a:spAutoFit/>
          </a:bodyPr>
          <a:lstStyle/>
          <a:p>
            <a:r>
              <a:rPr lang="en-US" sz="1800" b="1" dirty="0" smtClean="0"/>
              <a:t>Types</a:t>
            </a:r>
            <a:r>
              <a:rPr lang="en-US" b="1" dirty="0" smtClean="0"/>
              <a:t>:</a:t>
            </a:r>
          </a:p>
          <a:p>
            <a:endParaRPr lang="en-US" b="1" dirty="0" smtClean="0"/>
          </a:p>
          <a:p>
            <a:r>
              <a:rPr lang="en-US" b="1" dirty="0"/>
              <a:t>Feature </a:t>
            </a:r>
            <a:r>
              <a:rPr lang="en-US" b="1" dirty="0" smtClean="0"/>
              <a:t>Test: </a:t>
            </a:r>
            <a:r>
              <a:rPr lang="en-US" dirty="0" smtClean="0"/>
              <a:t>The </a:t>
            </a:r>
            <a:r>
              <a:rPr lang="en-US" dirty="0"/>
              <a:t>purpose is to ensure that each functionality of all the modules in the software and their interfaces are tested</a:t>
            </a:r>
            <a:r>
              <a:rPr lang="en-US" dirty="0" smtClean="0"/>
              <a:t>.</a:t>
            </a:r>
          </a:p>
          <a:p>
            <a:endParaRPr lang="en-US" dirty="0" smtClean="0"/>
          </a:p>
          <a:p>
            <a:r>
              <a:rPr lang="en-US" b="1" dirty="0" smtClean="0"/>
              <a:t>Regression Test: </a:t>
            </a:r>
            <a:r>
              <a:rPr lang="en-US" dirty="0" smtClean="0"/>
              <a:t>The </a:t>
            </a:r>
            <a:r>
              <a:rPr lang="en-US" dirty="0"/>
              <a:t>purpose is to re-check the software functionality whenever there is a change in it</a:t>
            </a:r>
            <a:r>
              <a:rPr lang="en-US" dirty="0" smtClean="0"/>
              <a:t>.</a:t>
            </a:r>
          </a:p>
          <a:p>
            <a:endParaRPr lang="en-US" dirty="0" smtClean="0"/>
          </a:p>
          <a:p>
            <a:r>
              <a:rPr lang="en-US" b="1" dirty="0" smtClean="0"/>
              <a:t>Load Test: </a:t>
            </a:r>
            <a:r>
              <a:rPr lang="en-US" dirty="0" smtClean="0"/>
              <a:t>The </a:t>
            </a:r>
            <a:r>
              <a:rPr lang="en-US" dirty="0"/>
              <a:t>purpose is to check the software under maximum load put on every aspect and even beyond </a:t>
            </a:r>
            <a:r>
              <a:rPr lang="en-US" dirty="0" smtClean="0"/>
              <a:t>that (i.e</a:t>
            </a:r>
            <a:r>
              <a:rPr lang="en-US" dirty="0"/>
              <a:t>., to check the reliability of the software under maximum load and </a:t>
            </a:r>
            <a:r>
              <a:rPr lang="en-US" dirty="0" smtClean="0"/>
              <a:t>breakdown).</a:t>
            </a:r>
            <a:endParaRPr lang="en-US" dirty="0"/>
          </a:p>
        </p:txBody>
      </p:sp>
    </p:spTree>
    <p:extLst>
      <p:ext uri="{BB962C8B-B14F-4D97-AF65-F5344CB8AC3E}">
        <p14:creationId xmlns:p14="http://schemas.microsoft.com/office/powerpoint/2010/main" val="39966197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335371" y="0"/>
            <a:ext cx="4790596" cy="983975"/>
          </a:xfrm>
        </p:spPr>
        <p:txBody>
          <a:bodyPr/>
          <a:lstStyle/>
          <a:p>
            <a:r>
              <a:rPr lang="en-US" sz="2400" b="1" dirty="0"/>
              <a:t>What is penetration testing?</a:t>
            </a:r>
          </a:p>
          <a:p>
            <a:endParaRPr lang="en-US" dirty="0"/>
          </a:p>
        </p:txBody>
      </p:sp>
      <p:sp>
        <p:nvSpPr>
          <p:cNvPr id="4" name="TextBox 3"/>
          <p:cNvSpPr txBox="1"/>
          <p:nvPr/>
        </p:nvSpPr>
        <p:spPr>
          <a:xfrm>
            <a:off x="2537012" y="959224"/>
            <a:ext cx="6338047" cy="3970318"/>
          </a:xfrm>
          <a:prstGeom prst="rect">
            <a:avLst/>
          </a:prstGeom>
          <a:noFill/>
        </p:spPr>
        <p:txBody>
          <a:bodyPr wrap="square" rtlCol="0">
            <a:spAutoFit/>
          </a:bodyPr>
          <a:lstStyle/>
          <a:p>
            <a:r>
              <a:rPr lang="en-US" dirty="0"/>
              <a:t>Penetration testing (or pen testing) is a security exercise where a cyber-security expert attempts to find and exploit vulnerabilities in a computer system. The purpose of this simulated attack is to identify any weak spots in a system’s defenses which attackers could take advantage of</a:t>
            </a:r>
            <a:r>
              <a:rPr lang="en-US" dirty="0" smtClean="0"/>
              <a:t>.</a:t>
            </a:r>
          </a:p>
          <a:p>
            <a:endParaRPr lang="en-US" dirty="0"/>
          </a:p>
          <a:p>
            <a:r>
              <a:rPr lang="en-US" dirty="0"/>
              <a:t>This is like a bank hiring someone to dress as a robber and try to break into their building and gain access to the vault. If the ‘robber’ succeeds and gets into the bank or the vault, the bank will gain valuable information on how they need to tighten their security measures</a:t>
            </a:r>
            <a:r>
              <a:rPr lang="en-US" dirty="0" smtClean="0"/>
              <a:t>.</a:t>
            </a:r>
          </a:p>
          <a:p>
            <a:endParaRPr lang="en-US" dirty="0"/>
          </a:p>
          <a:p>
            <a:r>
              <a:rPr lang="en-US" b="1" dirty="0"/>
              <a:t>Why is penetration testing important</a:t>
            </a:r>
            <a:r>
              <a:rPr lang="en-US" b="1" dirty="0" smtClean="0"/>
              <a:t>?</a:t>
            </a:r>
          </a:p>
          <a:p>
            <a:endParaRPr lang="en-US" b="1" dirty="0"/>
          </a:p>
          <a:p>
            <a:r>
              <a:rPr lang="en-US" dirty="0"/>
              <a:t>Penetration testing helps an organization discover vulnerabilities and flaws in their systems that they might not have otherwise been able to find. This can help stop attacks before they start, as organizations can fix these vulnerabilities once they have been identified.</a:t>
            </a:r>
          </a:p>
          <a:p>
            <a:endParaRPr lang="en-US" dirty="0"/>
          </a:p>
          <a:p>
            <a:endParaRPr lang="en-US" dirty="0"/>
          </a:p>
        </p:txBody>
      </p:sp>
    </p:spTree>
    <p:extLst>
      <p:ext uri="{BB962C8B-B14F-4D97-AF65-F5344CB8AC3E}">
        <p14:creationId xmlns:p14="http://schemas.microsoft.com/office/powerpoint/2010/main" val="32420808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452886" y="116541"/>
            <a:ext cx="4485796" cy="741829"/>
          </a:xfrm>
        </p:spPr>
        <p:txBody>
          <a:bodyPr/>
          <a:lstStyle/>
          <a:p>
            <a:r>
              <a:rPr lang="en-US" b="1" dirty="0"/>
              <a:t>What are the types of pen tests?</a:t>
            </a:r>
          </a:p>
          <a:p>
            <a:endParaRPr lang="en-US" dirty="0"/>
          </a:p>
        </p:txBody>
      </p:sp>
      <p:sp>
        <p:nvSpPr>
          <p:cNvPr id="4" name="TextBox 3"/>
          <p:cNvSpPr txBox="1"/>
          <p:nvPr/>
        </p:nvSpPr>
        <p:spPr>
          <a:xfrm>
            <a:off x="215154" y="519953"/>
            <a:ext cx="8812306" cy="4401205"/>
          </a:xfrm>
          <a:prstGeom prst="rect">
            <a:avLst/>
          </a:prstGeom>
          <a:noFill/>
        </p:spPr>
        <p:txBody>
          <a:bodyPr wrap="square" rtlCol="0">
            <a:spAutoFit/>
          </a:bodyPr>
          <a:lstStyle/>
          <a:p>
            <a:r>
              <a:rPr lang="en-US" b="1" dirty="0"/>
              <a:t>Open-box pen test</a:t>
            </a:r>
            <a:r>
              <a:rPr lang="en-US" dirty="0"/>
              <a:t> - In an open-box test, the hacker will be provided with some information ahead of time regarding the target company’s security info</a:t>
            </a:r>
            <a:r>
              <a:rPr lang="en-US" dirty="0" smtClean="0"/>
              <a:t>.</a:t>
            </a:r>
          </a:p>
          <a:p>
            <a:endParaRPr lang="en-US" dirty="0"/>
          </a:p>
          <a:p>
            <a:r>
              <a:rPr lang="en-US" b="1" dirty="0"/>
              <a:t>Closed-box pen test</a:t>
            </a:r>
            <a:r>
              <a:rPr lang="en-US" dirty="0"/>
              <a:t> - Also known as a ‘single-blind’ test, this is one where the hacker is given no background information besides the name of the target company</a:t>
            </a:r>
            <a:r>
              <a:rPr lang="en-US" dirty="0" smtClean="0"/>
              <a:t>.</a:t>
            </a:r>
          </a:p>
          <a:p>
            <a:endParaRPr lang="en-US" dirty="0"/>
          </a:p>
          <a:p>
            <a:r>
              <a:rPr lang="en-US" b="1" dirty="0"/>
              <a:t>Covert pen test</a:t>
            </a:r>
            <a:r>
              <a:rPr lang="en-US" dirty="0"/>
              <a:t> - Also known as a ‘double-blind’ pen test, this is a situation where almost no one in the company is aware that the pen test is happening, including the IT and security professionals who will be responding to the attack. For covert tests, it is especially important for the hacker to have the scope and other details of the test in writing beforehand to avoid any problems with law enforcement</a:t>
            </a:r>
            <a:r>
              <a:rPr lang="en-US" dirty="0" smtClean="0"/>
              <a:t>.</a:t>
            </a:r>
          </a:p>
          <a:p>
            <a:endParaRPr lang="en-US" dirty="0"/>
          </a:p>
          <a:p>
            <a:r>
              <a:rPr lang="en-US" b="1" dirty="0"/>
              <a:t>External pen test</a:t>
            </a:r>
            <a:r>
              <a:rPr lang="en-US" dirty="0"/>
              <a:t> - In an external test, the ethical hacker goes up against the company’s external-facing technology, such as their website and external network servers. In some cases, the hacker may not even be allowed to enter the company’s building. This can mean conducting the attack from a remote location or carrying out the test from a truck or van parked nearby</a:t>
            </a:r>
            <a:r>
              <a:rPr lang="en-US" dirty="0" smtClean="0"/>
              <a:t>.</a:t>
            </a:r>
          </a:p>
          <a:p>
            <a:endParaRPr lang="en-US" dirty="0"/>
          </a:p>
          <a:p>
            <a:r>
              <a:rPr lang="en-US" b="1" dirty="0"/>
              <a:t>Internal pen test</a:t>
            </a:r>
            <a:r>
              <a:rPr lang="en-US" dirty="0"/>
              <a:t> - In an internal test, the ethical hacker performs the test from the company’s internal network. This kind of test is useful in determining how much damage a disgruntled employee can cause from behind the company’s firewall.</a:t>
            </a:r>
          </a:p>
          <a:p>
            <a:endParaRPr lang="en-US" dirty="0"/>
          </a:p>
        </p:txBody>
      </p:sp>
    </p:spTree>
    <p:extLst>
      <p:ext uri="{BB962C8B-B14F-4D97-AF65-F5344CB8AC3E}">
        <p14:creationId xmlns:p14="http://schemas.microsoft.com/office/powerpoint/2010/main" val="949171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99"/>
          <p:cNvSpPr txBox="1"/>
          <p:nvPr/>
        </p:nvSpPr>
        <p:spPr>
          <a:xfrm>
            <a:off x="1485900" y="0"/>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dirty="0">
                <a:solidFill>
                  <a:srgbClr val="330066"/>
                </a:solidFill>
                <a:latin typeface="Arial"/>
                <a:ea typeface="Arial"/>
                <a:cs typeface="Arial"/>
                <a:sym typeface="Arial"/>
              </a:rPr>
              <a:t>Software penetration testing</a:t>
            </a:r>
            <a:endParaRPr dirty="0"/>
          </a:p>
        </p:txBody>
      </p:sp>
      <p:sp>
        <p:nvSpPr>
          <p:cNvPr id="818" name="Google Shape;818;p99"/>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90000"/>
              </a:lnSpc>
              <a:spcBef>
                <a:spcPts val="0"/>
              </a:spcBef>
              <a:spcAft>
                <a:spcPts val="0"/>
              </a:spcAft>
              <a:buClr>
                <a:srgbClr val="330066"/>
              </a:buClr>
              <a:buSzPts val="1365"/>
              <a:buFont typeface="Noto Sans Symbols"/>
              <a:buChar char="●"/>
            </a:pPr>
            <a:r>
              <a:rPr lang="en-US" sz="1950" b="0" i="0" u="none" strike="noStrike" cap="none" dirty="0">
                <a:solidFill>
                  <a:srgbClr val="000000"/>
                </a:solidFill>
                <a:latin typeface="Arial"/>
                <a:ea typeface="Arial"/>
                <a:cs typeface="Arial"/>
                <a:sym typeface="Arial"/>
              </a:rPr>
              <a:t>Most commonly used today</a:t>
            </a:r>
            <a:endParaRPr dirty="0"/>
          </a:p>
          <a:p>
            <a:pPr marL="341313" marR="0" lvl="0" indent="-341313" algn="l" rtl="0">
              <a:lnSpc>
                <a:spcPct val="90000"/>
              </a:lnSpc>
              <a:spcBef>
                <a:spcPts val="488"/>
              </a:spcBef>
              <a:spcAft>
                <a:spcPts val="0"/>
              </a:spcAft>
              <a:buClr>
                <a:srgbClr val="330066"/>
              </a:buClr>
              <a:buSzPts val="1365"/>
              <a:buFont typeface="Noto Sans Symbols"/>
              <a:buChar char="●"/>
            </a:pPr>
            <a:r>
              <a:rPr lang="en-US" sz="1950" b="0" i="0" u="none" strike="noStrike" cap="none" dirty="0">
                <a:solidFill>
                  <a:srgbClr val="000000"/>
                </a:solidFill>
                <a:latin typeface="Arial"/>
                <a:ea typeface="Arial"/>
                <a:cs typeface="Arial"/>
                <a:sym typeface="Arial"/>
              </a:rPr>
              <a:t>Currently</a:t>
            </a:r>
            <a:endParaRPr dirty="0"/>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dirty="0">
                <a:solidFill>
                  <a:srgbClr val="000000"/>
                </a:solidFill>
                <a:latin typeface="Arial"/>
                <a:ea typeface="Arial"/>
                <a:cs typeface="Arial"/>
                <a:sym typeface="Arial"/>
              </a:rPr>
              <a:t>Outside-&gt;in approach</a:t>
            </a:r>
            <a:endParaRPr dirty="0"/>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dirty="0">
                <a:solidFill>
                  <a:srgbClr val="000000"/>
                </a:solidFill>
                <a:latin typeface="Arial"/>
                <a:ea typeface="Arial"/>
                <a:cs typeface="Arial"/>
                <a:sym typeface="Arial"/>
              </a:rPr>
              <a:t>Better to do after code review and ARA</a:t>
            </a:r>
            <a:endParaRPr dirty="0"/>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dirty="0">
                <a:solidFill>
                  <a:srgbClr val="000000"/>
                </a:solidFill>
                <a:latin typeface="Arial"/>
                <a:ea typeface="Arial"/>
                <a:cs typeface="Arial"/>
                <a:sym typeface="Arial"/>
              </a:rPr>
              <a:t>As part of final preparation acceptance regimen</a:t>
            </a:r>
            <a:endParaRPr dirty="0"/>
          </a:p>
          <a:p>
            <a:pPr marL="690563" marR="0" lvl="1" indent="-347662" algn="l" rtl="0">
              <a:lnSpc>
                <a:spcPct val="90000"/>
              </a:lnSpc>
              <a:spcBef>
                <a:spcPts val="413"/>
              </a:spcBef>
              <a:spcAft>
                <a:spcPts val="0"/>
              </a:spcAft>
              <a:buClr>
                <a:srgbClr val="669999"/>
              </a:buClr>
              <a:buSzPts val="1155"/>
              <a:buFont typeface="Noto Sans Symbols"/>
              <a:buChar char="●"/>
            </a:pPr>
            <a:r>
              <a:rPr lang="en-US" sz="1650" b="0" i="0" u="none" strike="noStrike" cap="none" dirty="0">
                <a:solidFill>
                  <a:srgbClr val="000000"/>
                </a:solidFill>
                <a:latin typeface="Arial"/>
                <a:ea typeface="Arial"/>
                <a:cs typeface="Arial"/>
                <a:sym typeface="Arial"/>
              </a:rPr>
              <a:t>One major limitation</a:t>
            </a:r>
            <a:endParaRPr dirty="0"/>
          </a:p>
          <a:p>
            <a:pPr marL="985838" marR="0" lvl="2" indent="-292100" algn="l" rtl="0">
              <a:lnSpc>
                <a:spcPct val="90000"/>
              </a:lnSpc>
              <a:spcBef>
                <a:spcPts val="394"/>
              </a:spcBef>
              <a:spcAft>
                <a:spcPts val="0"/>
              </a:spcAft>
              <a:buClr>
                <a:srgbClr val="CCCC00"/>
              </a:buClr>
              <a:buSzPts val="1103"/>
              <a:buFont typeface="Noto Sans Symbols"/>
              <a:buChar char="●"/>
            </a:pPr>
            <a:r>
              <a:rPr lang="en-US" sz="1575" b="0" i="0" u="none" strike="noStrike" cap="none" dirty="0">
                <a:solidFill>
                  <a:srgbClr val="000000"/>
                </a:solidFill>
                <a:latin typeface="Arial"/>
                <a:ea typeface="Arial"/>
                <a:cs typeface="Arial"/>
                <a:sym typeface="Arial"/>
              </a:rPr>
              <a:t>Almost always a too-little-too-late attempt at the end of a development cycle</a:t>
            </a:r>
            <a:endParaRPr dirty="0"/>
          </a:p>
          <a:p>
            <a:pPr marL="1279525" marR="0" lvl="3" indent="-290513" algn="l" rtl="0">
              <a:lnSpc>
                <a:spcPct val="90000"/>
              </a:lnSpc>
              <a:spcBef>
                <a:spcPts val="338"/>
              </a:spcBef>
              <a:spcAft>
                <a:spcPts val="0"/>
              </a:spcAft>
              <a:buClr>
                <a:srgbClr val="330066"/>
              </a:buClr>
              <a:buSzPts val="1013"/>
              <a:buFont typeface="Noto Sans Symbols"/>
              <a:buChar char="▪"/>
            </a:pPr>
            <a:r>
              <a:rPr lang="en-US" sz="1350" b="0" i="0" u="none" strike="noStrike" cap="none" dirty="0">
                <a:solidFill>
                  <a:srgbClr val="000000"/>
                </a:solidFill>
                <a:latin typeface="Arial"/>
                <a:ea typeface="Arial"/>
                <a:cs typeface="Arial"/>
                <a:sym typeface="Arial"/>
              </a:rPr>
              <a:t>Fixing things at this stage </a:t>
            </a:r>
            <a:endParaRPr dirty="0"/>
          </a:p>
          <a:p>
            <a:pPr marL="1597025" marR="0" lvl="4" indent="-314325" algn="l" rtl="0">
              <a:lnSpc>
                <a:spcPct val="90000"/>
              </a:lnSpc>
              <a:spcBef>
                <a:spcPts val="338"/>
              </a:spcBef>
              <a:spcAft>
                <a:spcPts val="0"/>
              </a:spcAft>
              <a:buClr>
                <a:srgbClr val="D8D8EC"/>
              </a:buClr>
              <a:buSzPts val="1080"/>
              <a:buFont typeface="Noto Sans Symbols"/>
              <a:buChar char="▪"/>
            </a:pPr>
            <a:r>
              <a:rPr lang="en-US" sz="1350" b="0" i="0" u="none" strike="noStrike" cap="none" dirty="0">
                <a:solidFill>
                  <a:srgbClr val="000000"/>
                </a:solidFill>
                <a:latin typeface="Arial"/>
                <a:ea typeface="Arial"/>
                <a:cs typeface="Arial"/>
                <a:sym typeface="Arial"/>
              </a:rPr>
              <a:t>May be very expensive</a:t>
            </a:r>
            <a:endParaRPr dirty="0"/>
          </a:p>
          <a:p>
            <a:pPr marL="1597025" marR="0" lvl="4" indent="-314325" algn="l" rtl="0">
              <a:lnSpc>
                <a:spcPct val="90000"/>
              </a:lnSpc>
              <a:spcBef>
                <a:spcPts val="338"/>
              </a:spcBef>
              <a:spcAft>
                <a:spcPts val="0"/>
              </a:spcAft>
              <a:buClr>
                <a:srgbClr val="D8D8EC"/>
              </a:buClr>
              <a:buSzPts val="1080"/>
              <a:buFont typeface="Noto Sans Symbols"/>
              <a:buChar char="▪"/>
            </a:pPr>
            <a:r>
              <a:rPr lang="en-US" sz="1350" b="0" i="0" u="none" strike="noStrike" cap="none" dirty="0">
                <a:solidFill>
                  <a:srgbClr val="000000"/>
                </a:solidFill>
                <a:latin typeface="Arial"/>
                <a:ea typeface="Arial"/>
                <a:cs typeface="Arial"/>
                <a:sym typeface="Arial"/>
              </a:rPr>
              <a:t>Reactive and defensive</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00"/>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Software penetration testing</a:t>
            </a:r>
            <a:endParaRPr/>
          </a:p>
        </p:txBody>
      </p:sp>
      <p:sp>
        <p:nvSpPr>
          <p:cNvPr id="826" name="Google Shape;826;p100"/>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80000"/>
              </a:lnSpc>
              <a:spcBef>
                <a:spcPts val="0"/>
              </a:spcBef>
              <a:spcAft>
                <a:spcPts val="0"/>
              </a:spcAft>
              <a:buClr>
                <a:srgbClr val="330066"/>
              </a:buClr>
              <a:buSzPts val="1365"/>
              <a:buFont typeface="Noto Sans Symbols"/>
              <a:buChar char="●"/>
            </a:pPr>
            <a:r>
              <a:rPr lang="en-US" sz="1950" b="0" i="0" u="none" strike="noStrike" cap="none">
                <a:solidFill>
                  <a:srgbClr val="000000"/>
                </a:solidFill>
                <a:latin typeface="Arial"/>
                <a:ea typeface="Arial"/>
                <a:cs typeface="Arial"/>
                <a:sym typeface="Arial"/>
              </a:rPr>
              <a:t>A better approach</a:t>
            </a:r>
            <a:endParaRPr/>
          </a:p>
          <a:p>
            <a:pPr marL="690563" marR="0" lvl="1" indent="-347662" algn="l" rtl="0">
              <a:lnSpc>
                <a:spcPct val="8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Penetration testing from the beginning and throughout the life cycle</a:t>
            </a:r>
            <a:endParaRPr/>
          </a:p>
          <a:p>
            <a:pPr marL="690563" marR="0" lvl="1" indent="-347662" algn="l" rtl="0">
              <a:lnSpc>
                <a:spcPct val="8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Penetration test should be driven by perceived risk</a:t>
            </a:r>
            <a:endParaRPr/>
          </a:p>
          <a:p>
            <a:pPr marL="690563" marR="0" lvl="1" indent="-347662" algn="l" rtl="0">
              <a:lnSpc>
                <a:spcPct val="8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Best suited for finding configuration problems and other environmental factors</a:t>
            </a:r>
            <a:endParaRPr/>
          </a:p>
          <a:p>
            <a:pPr marL="690563" marR="0" lvl="1" indent="-347662" algn="l" rtl="0">
              <a:lnSpc>
                <a:spcPct val="80000"/>
              </a:lnSpc>
              <a:spcBef>
                <a:spcPts val="413"/>
              </a:spcBef>
              <a:spcAft>
                <a:spcPts val="0"/>
              </a:spcAft>
              <a:buClr>
                <a:srgbClr val="669999"/>
              </a:buClr>
              <a:buSzPts val="1155"/>
              <a:buFont typeface="Noto Sans Symbols"/>
              <a:buChar char="●"/>
            </a:pPr>
            <a:r>
              <a:rPr lang="en-US" sz="1650" b="0" i="0" u="none" strike="noStrike" cap="none">
                <a:solidFill>
                  <a:srgbClr val="000000"/>
                </a:solidFill>
                <a:latin typeface="Arial"/>
                <a:ea typeface="Arial"/>
                <a:cs typeface="Arial"/>
                <a:sym typeface="Arial"/>
              </a:rPr>
              <a:t>Make use of tools</a:t>
            </a:r>
            <a:endParaRPr/>
          </a:p>
          <a:p>
            <a:pPr marL="985838" marR="0" lvl="2" indent="-292100" algn="l" rtl="0">
              <a:lnSpc>
                <a:spcPct val="80000"/>
              </a:lnSpc>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Takes care of majority of grunt work</a:t>
            </a:r>
            <a:endParaRPr/>
          </a:p>
          <a:p>
            <a:pPr marL="985838" marR="0" lvl="2" indent="-292100" algn="l" rtl="0">
              <a:lnSpc>
                <a:spcPct val="80000"/>
              </a:lnSpc>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Tool output lends itself to metrics</a:t>
            </a:r>
            <a:endParaRPr/>
          </a:p>
          <a:p>
            <a:pPr marL="985838" marR="0" lvl="2" indent="-292100" algn="l" rtl="0">
              <a:lnSpc>
                <a:spcPct val="80000"/>
              </a:lnSpc>
              <a:spcBef>
                <a:spcPts val="394"/>
              </a:spcBef>
              <a:spcAft>
                <a:spcPts val="0"/>
              </a:spcAft>
              <a:buClr>
                <a:srgbClr val="CCCC00"/>
              </a:buClr>
              <a:buSzPts val="1103"/>
              <a:buFont typeface="Noto Sans Symbols"/>
              <a:buChar char="●"/>
            </a:pPr>
            <a:r>
              <a:rPr lang="en-US" sz="1575" b="0" i="0" u="none" strike="noStrike" cap="none">
                <a:solidFill>
                  <a:srgbClr val="000000"/>
                </a:solidFill>
                <a:latin typeface="Arial"/>
                <a:ea typeface="Arial"/>
                <a:cs typeface="Arial"/>
                <a:sym typeface="Arial"/>
              </a:rPr>
              <a:t>Tools for penetration testing  </a:t>
            </a:r>
            <a:endParaRPr/>
          </a:p>
          <a:p>
            <a:pPr marL="1279525" marR="0" lvl="3" indent="-290513" algn="l" rtl="0">
              <a:lnSpc>
                <a:spcPct val="80000"/>
              </a:lnSpc>
              <a:spcBef>
                <a:spcPts val="338"/>
              </a:spcBef>
              <a:spcAft>
                <a:spcPts val="0"/>
              </a:spcAft>
              <a:buClr>
                <a:srgbClr val="330066"/>
              </a:buClr>
              <a:buSzPts val="1013"/>
              <a:buFont typeface="Noto Sans Symbols"/>
              <a:buChar char="▪"/>
            </a:pPr>
            <a:r>
              <a:rPr lang="en-US" sz="1350" b="0" i="0" u="none" strike="noStrike" cap="none">
                <a:solidFill>
                  <a:srgbClr val="000000"/>
                </a:solidFill>
                <a:latin typeface="Arial"/>
                <a:ea typeface="Arial"/>
                <a:cs typeface="Arial"/>
                <a:sym typeface="Arial"/>
              </a:rPr>
              <a:t>fault injection tools; </a:t>
            </a:r>
            <a:endParaRPr/>
          </a:p>
          <a:p>
            <a:pPr marL="1279525" marR="0" lvl="3" indent="-290513" algn="l" rtl="0">
              <a:lnSpc>
                <a:spcPct val="80000"/>
              </a:lnSpc>
              <a:spcBef>
                <a:spcPts val="338"/>
              </a:spcBef>
              <a:spcAft>
                <a:spcPts val="0"/>
              </a:spcAft>
              <a:buClr>
                <a:srgbClr val="330066"/>
              </a:buClr>
              <a:buSzPts val="1013"/>
              <a:buFont typeface="Noto Sans Symbols"/>
              <a:buChar char="▪"/>
            </a:pPr>
            <a:r>
              <a:rPr lang="en-US" sz="1350" b="0" i="0" u="none" strike="noStrike" cap="none">
                <a:solidFill>
                  <a:srgbClr val="000000"/>
                </a:solidFill>
                <a:latin typeface="Arial"/>
                <a:ea typeface="Arial"/>
                <a:cs typeface="Arial"/>
                <a:sym typeface="Arial"/>
              </a:rPr>
              <a:t>attacker’s toolkit: disassemblers and decompilers; coverage tools monitors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101"/>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Risk based security testing</a:t>
            </a:r>
            <a:endParaRPr/>
          </a:p>
        </p:txBody>
      </p:sp>
      <p:sp>
        <p:nvSpPr>
          <p:cNvPr id="834" name="Google Shape;834;p101"/>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90000"/>
              </a:lnSpc>
              <a:spcBef>
                <a:spcPts val="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Testing must be</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Risk-based </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grounded in both the system’s architectural reality and the attacker’s mindset</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Better than classical black box testing</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Different from penetration testing</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Level of approach</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Timing of testing</a:t>
            </a:r>
            <a:endParaRPr/>
          </a:p>
          <a:p>
            <a:pPr marL="1279525" marR="0" lvl="3" indent="-290513" algn="l" rtl="0">
              <a:lnSpc>
                <a:spcPct val="90000"/>
              </a:lnSpc>
              <a:spcBef>
                <a:spcPts val="500"/>
              </a:spcBef>
              <a:spcAft>
                <a:spcPts val="0"/>
              </a:spcAft>
              <a:buClr>
                <a:srgbClr val="330066"/>
              </a:buClr>
              <a:buSzPts val="1125"/>
              <a:buFont typeface="Noto Sans Symbols"/>
              <a:buChar char="▪"/>
            </a:pPr>
            <a:r>
              <a:rPr lang="en-US" sz="1500" b="0" i="0" u="none" strike="noStrike" cap="none">
                <a:solidFill>
                  <a:srgbClr val="000000"/>
                </a:solidFill>
                <a:latin typeface="Arial"/>
                <a:ea typeface="Arial"/>
                <a:cs typeface="Arial"/>
                <a:sym typeface="Arial"/>
              </a:rPr>
              <a:t>Penetration testing is primarily on completed software in operating environment; outside-&gt;in</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102"/>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Risk based security testing</a:t>
            </a:r>
            <a:endParaRPr/>
          </a:p>
        </p:txBody>
      </p:sp>
      <p:sp>
        <p:nvSpPr>
          <p:cNvPr id="842" name="Google Shape;842;p102"/>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Security testing</a:t>
            </a:r>
            <a:endParaRPr/>
          </a:p>
          <a:p>
            <a:pPr marL="690563" marR="0" lvl="1" indent="-347663" algn="l" rtl="0">
              <a:spcBef>
                <a:spcPts val="488"/>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Should start at feature or component/unit level testing</a:t>
            </a:r>
            <a:endParaRPr/>
          </a:p>
          <a:p>
            <a:pPr marL="690563" marR="0" lvl="1" indent="-347663" algn="l" rtl="0">
              <a:spcBef>
                <a:spcPts val="488"/>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Must involve two diverse approaches</a:t>
            </a:r>
            <a:endParaRPr/>
          </a:p>
          <a:p>
            <a:pPr marL="985838" marR="0" lvl="2" indent="-292100" algn="l" rtl="0">
              <a:spcBef>
                <a:spcPts val="431"/>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Functional security testing</a:t>
            </a:r>
            <a:endParaRPr/>
          </a:p>
          <a:p>
            <a:pPr marL="1279525" marR="0" lvl="3" indent="-290513" algn="l" rtl="0">
              <a:spcBef>
                <a:spcPts val="375"/>
              </a:spcBef>
              <a:spcAft>
                <a:spcPts val="0"/>
              </a:spcAft>
              <a:buClr>
                <a:srgbClr val="330066"/>
              </a:buClr>
              <a:buSzPts val="1125"/>
              <a:buFont typeface="Noto Sans Symbols"/>
              <a:buChar char="▪"/>
            </a:pPr>
            <a:r>
              <a:rPr lang="en-US" sz="1500" b="0" i="0" u="none" strike="noStrike" cap="none">
                <a:solidFill>
                  <a:srgbClr val="000000"/>
                </a:solidFill>
                <a:latin typeface="Arial"/>
                <a:ea typeface="Arial"/>
                <a:cs typeface="Arial"/>
                <a:sym typeface="Arial"/>
              </a:rPr>
              <a:t>Testing security mechanisms to ensure that their functionality is properly implemented</a:t>
            </a:r>
            <a:endParaRPr/>
          </a:p>
          <a:p>
            <a:pPr marL="985838" marR="0" lvl="2" indent="-292100" algn="l" rtl="0">
              <a:spcBef>
                <a:spcPts val="431"/>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Adversarial security testing</a:t>
            </a:r>
            <a:endParaRPr/>
          </a:p>
          <a:p>
            <a:pPr marL="1279525" marR="0" lvl="3" indent="-290513" algn="l" rtl="0">
              <a:spcBef>
                <a:spcPts val="375"/>
              </a:spcBef>
              <a:spcAft>
                <a:spcPts val="0"/>
              </a:spcAft>
              <a:buClr>
                <a:srgbClr val="330066"/>
              </a:buClr>
              <a:buSzPts val="1125"/>
              <a:buFont typeface="Noto Sans Symbols"/>
              <a:buChar char="▪"/>
            </a:pPr>
            <a:r>
              <a:rPr lang="en-US" sz="1500" b="0" i="0" u="none" strike="noStrike" cap="none">
                <a:solidFill>
                  <a:srgbClr val="000000"/>
                </a:solidFill>
                <a:latin typeface="Arial"/>
                <a:ea typeface="Arial"/>
                <a:cs typeface="Arial"/>
                <a:sym typeface="Arial"/>
              </a:rPr>
              <a:t>Performing risk-based security testing motivated by understanding and simulating the attacker’s approach</a:t>
            </a:r>
            <a:endParaRPr/>
          </a:p>
          <a:p>
            <a:pPr marL="740569" marR="0" lvl="2" indent="-292100" algn="l" rtl="0">
              <a:spcBef>
                <a:spcPts val="431"/>
              </a:spcBef>
              <a:spcAft>
                <a:spcPts val="0"/>
              </a:spcAft>
              <a:buNone/>
            </a:pPr>
            <a:endParaRPr sz="1725" b="0" i="0" u="none" strike="noStrike" cap="non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03"/>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a:solidFill>
                  <a:srgbClr val="330066"/>
                </a:solidFill>
                <a:latin typeface="Arial"/>
                <a:ea typeface="Arial"/>
                <a:cs typeface="Arial"/>
                <a:sym typeface="Arial"/>
              </a:rPr>
              <a:t>Abuse cases</a:t>
            </a:r>
            <a:endParaRPr/>
          </a:p>
        </p:txBody>
      </p:sp>
      <p:sp>
        <p:nvSpPr>
          <p:cNvPr id="850" name="Google Shape;850;p103"/>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90000"/>
              </a:lnSpc>
              <a:spcBef>
                <a:spcPts val="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Creating anti-requirements</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Important to think about </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Things that you don’t want your software to do</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Requires: security analysis + requirement analysis</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Anti-requirements</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Provide insight into how a malicious user, attacker, thrill seeker, competitor can abuse your system</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Considered throughout the lifecyle</a:t>
            </a:r>
            <a:endParaRPr/>
          </a:p>
          <a:p>
            <a:pPr marL="1279525" marR="0" lvl="3" indent="-290513" algn="l" rtl="0">
              <a:lnSpc>
                <a:spcPct val="90000"/>
              </a:lnSpc>
              <a:spcBef>
                <a:spcPts val="500"/>
              </a:spcBef>
              <a:spcAft>
                <a:spcPts val="0"/>
              </a:spcAft>
              <a:buClr>
                <a:srgbClr val="330066"/>
              </a:buClr>
              <a:buSzPts val="1125"/>
              <a:buFont typeface="Noto Sans Symbols"/>
              <a:buChar char="▪"/>
            </a:pPr>
            <a:r>
              <a:rPr lang="en-US" sz="1500" b="0" i="0" u="none" strike="noStrike" cap="none">
                <a:solidFill>
                  <a:srgbClr val="000000"/>
                </a:solidFill>
                <a:latin typeface="Arial"/>
                <a:ea typeface="Arial"/>
                <a:cs typeface="Arial"/>
                <a:sym typeface="Arial"/>
              </a:rPr>
              <a:t>indicate what happens when a required security function is not included</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04"/>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dirty="0">
                <a:solidFill>
                  <a:srgbClr val="330066"/>
                </a:solidFill>
                <a:latin typeface="Arial"/>
                <a:ea typeface="Arial"/>
                <a:cs typeface="Arial"/>
                <a:sym typeface="Arial"/>
              </a:rPr>
              <a:t>Abuse cases</a:t>
            </a:r>
            <a:endParaRPr dirty="0"/>
          </a:p>
        </p:txBody>
      </p:sp>
      <p:sp>
        <p:nvSpPr>
          <p:cNvPr id="858" name="Google Shape;858;p104"/>
          <p:cNvSpPr txBox="1"/>
          <p:nvPr/>
        </p:nvSpPr>
        <p:spPr>
          <a:xfrm>
            <a:off x="1485900" y="1289447"/>
            <a:ext cx="6689912" cy="3308747"/>
          </a:xfrm>
          <a:prstGeom prst="rect">
            <a:avLst/>
          </a:prstGeom>
          <a:noFill/>
          <a:ln>
            <a:noFill/>
          </a:ln>
        </p:spPr>
        <p:txBody>
          <a:bodyPr spcFirstLastPara="1" wrap="square" lIns="91425" tIns="45700" rIns="91425" bIns="45700" anchor="t" anchorCtr="0">
            <a:noAutofit/>
          </a:bodyPr>
          <a:lstStyle/>
          <a:p>
            <a:pPr algn="just"/>
            <a:r>
              <a:rPr lang="en-US" sz="2400" dirty="0"/>
              <a:t>Abuse cases in software security </a:t>
            </a:r>
            <a:r>
              <a:rPr lang="en-US" sz="2400" dirty="0" smtClean="0"/>
              <a:t>define </a:t>
            </a:r>
            <a:r>
              <a:rPr lang="en-US" sz="2400" dirty="0"/>
              <a:t>how attackers intentionally misuse, exploit, or bypass system features to cause harm, such as data theft, fraud, or service disruption. Unlike functional use cases, they model negative scenarios—"what can go wrong"—to drive security requirements and build defensive countermeasures.</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104"/>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925"/>
              <a:buFont typeface="Times New Roman"/>
              <a:buNone/>
            </a:pPr>
            <a:r>
              <a:rPr lang="en-US" sz="2925" b="1" i="0" u="none" strike="noStrike" cap="none" dirty="0">
                <a:solidFill>
                  <a:srgbClr val="330066"/>
                </a:solidFill>
                <a:latin typeface="Arial"/>
                <a:ea typeface="Arial"/>
                <a:cs typeface="Arial"/>
                <a:sym typeface="Arial"/>
              </a:rPr>
              <a:t>Abuse cases</a:t>
            </a:r>
            <a:endParaRPr dirty="0"/>
          </a:p>
        </p:txBody>
      </p:sp>
      <p:sp>
        <p:nvSpPr>
          <p:cNvPr id="858" name="Google Shape;858;p104"/>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spcBef>
                <a:spcPts val="0"/>
              </a:spcBef>
              <a:spcAft>
                <a:spcPts val="0"/>
              </a:spcAft>
              <a:buClr>
                <a:srgbClr val="330066"/>
              </a:buClr>
              <a:buSzPts val="1575"/>
              <a:buFont typeface="Noto Sans Symbols"/>
              <a:buChar char="●"/>
            </a:pPr>
            <a:r>
              <a:rPr lang="en-US" sz="2250" b="0" i="0" u="none" strike="noStrike" cap="none" dirty="0" smtClean="0">
                <a:solidFill>
                  <a:srgbClr val="000000"/>
                </a:solidFill>
                <a:latin typeface="Arial"/>
                <a:ea typeface="Arial"/>
                <a:cs typeface="Arial"/>
                <a:sym typeface="Arial"/>
              </a:rPr>
              <a:t>Creating </a:t>
            </a:r>
            <a:r>
              <a:rPr lang="en-US" sz="2250" b="0" i="0" u="none" strike="noStrike" cap="none" dirty="0">
                <a:solidFill>
                  <a:srgbClr val="000000"/>
                </a:solidFill>
                <a:latin typeface="Arial"/>
                <a:ea typeface="Arial"/>
                <a:cs typeface="Arial"/>
                <a:sym typeface="Arial"/>
              </a:rPr>
              <a:t>an attack model</a:t>
            </a:r>
            <a:endParaRPr dirty="0"/>
          </a:p>
          <a:p>
            <a:pPr marL="690563" marR="0" lvl="1" indent="-347663" algn="l" rtl="0">
              <a:spcBef>
                <a:spcPts val="650"/>
              </a:spcBef>
              <a:spcAft>
                <a:spcPts val="0"/>
              </a:spcAft>
              <a:buClr>
                <a:srgbClr val="669999"/>
              </a:buClr>
              <a:buSzPts val="1365"/>
              <a:buFont typeface="Noto Sans Symbols"/>
              <a:buChar char="●"/>
            </a:pPr>
            <a:r>
              <a:rPr lang="en-US" sz="1950" b="0" i="0" u="none" strike="noStrike" cap="none" dirty="0">
                <a:solidFill>
                  <a:srgbClr val="000000"/>
                </a:solidFill>
                <a:latin typeface="Arial"/>
                <a:ea typeface="Arial"/>
                <a:cs typeface="Arial"/>
                <a:sym typeface="Arial"/>
              </a:rPr>
              <a:t>Based on known attacks and attack types</a:t>
            </a:r>
            <a:endParaRPr dirty="0"/>
          </a:p>
          <a:p>
            <a:pPr marL="690563" marR="0" lvl="1" indent="-347663" algn="l" rtl="0">
              <a:spcBef>
                <a:spcPts val="650"/>
              </a:spcBef>
              <a:spcAft>
                <a:spcPts val="0"/>
              </a:spcAft>
              <a:buClr>
                <a:srgbClr val="669999"/>
              </a:buClr>
              <a:buSzPts val="1365"/>
              <a:buFont typeface="Noto Sans Symbols"/>
              <a:buChar char="●"/>
            </a:pPr>
            <a:r>
              <a:rPr lang="en-US" sz="1950" b="0" i="0" u="none" strike="noStrike" cap="none" dirty="0">
                <a:solidFill>
                  <a:srgbClr val="000000"/>
                </a:solidFill>
                <a:latin typeface="Arial"/>
                <a:ea typeface="Arial"/>
                <a:cs typeface="Arial"/>
                <a:sym typeface="Arial"/>
              </a:rPr>
              <a:t>Do the following</a:t>
            </a:r>
            <a:endParaRPr dirty="0"/>
          </a:p>
          <a:p>
            <a:pPr marL="985838" marR="0" lvl="2" indent="-292100" algn="l" rtl="0">
              <a:spcBef>
                <a:spcPts val="575"/>
              </a:spcBef>
              <a:spcAft>
                <a:spcPts val="0"/>
              </a:spcAft>
              <a:buClr>
                <a:srgbClr val="CCCC00"/>
              </a:buClr>
              <a:buSzPts val="1208"/>
              <a:buFont typeface="Noto Sans Symbols"/>
              <a:buChar char="●"/>
            </a:pPr>
            <a:r>
              <a:rPr lang="en-US" sz="1725" b="0" i="0" u="none" strike="noStrike" cap="none" dirty="0">
                <a:solidFill>
                  <a:srgbClr val="000000"/>
                </a:solidFill>
                <a:latin typeface="Arial"/>
                <a:ea typeface="Arial"/>
                <a:cs typeface="Arial"/>
                <a:sym typeface="Arial"/>
              </a:rPr>
              <a:t>Select attack patterns relevant to your system – build abuse case around the attack patterns</a:t>
            </a:r>
            <a:endParaRPr dirty="0"/>
          </a:p>
          <a:p>
            <a:pPr marL="985838" marR="0" lvl="2" indent="-292100" algn="l" rtl="0">
              <a:spcBef>
                <a:spcPts val="575"/>
              </a:spcBef>
              <a:spcAft>
                <a:spcPts val="0"/>
              </a:spcAft>
              <a:buClr>
                <a:srgbClr val="CCCC00"/>
              </a:buClr>
              <a:buSzPts val="1208"/>
              <a:buFont typeface="Noto Sans Symbols"/>
              <a:buChar char="●"/>
            </a:pPr>
            <a:r>
              <a:rPr lang="en-US" sz="1725" b="0" i="0" u="none" strike="noStrike" cap="none" dirty="0">
                <a:solidFill>
                  <a:srgbClr val="000000"/>
                </a:solidFill>
                <a:latin typeface="Arial"/>
                <a:ea typeface="Arial"/>
                <a:cs typeface="Arial"/>
                <a:sym typeface="Arial"/>
              </a:rPr>
              <a:t>Include anyone who can gain access to the system because threats must encompass all potential sources</a:t>
            </a:r>
            <a:endParaRPr dirty="0"/>
          </a:p>
          <a:p>
            <a:pPr marL="690563" marR="0" lvl="1" indent="-347663" algn="l" rtl="0">
              <a:spcBef>
                <a:spcPts val="650"/>
              </a:spcBef>
              <a:spcAft>
                <a:spcPts val="0"/>
              </a:spcAft>
              <a:buClr>
                <a:srgbClr val="669999"/>
              </a:buClr>
              <a:buSzPts val="1365"/>
              <a:buFont typeface="Noto Sans Symbols"/>
              <a:buChar char="●"/>
            </a:pPr>
            <a:r>
              <a:rPr lang="en-US" sz="1950" b="0" i="0" u="none" strike="noStrike" cap="none" dirty="0">
                <a:solidFill>
                  <a:srgbClr val="000000"/>
                </a:solidFill>
                <a:latin typeface="Arial"/>
                <a:ea typeface="Arial"/>
                <a:cs typeface="Arial"/>
                <a:sym typeface="Arial"/>
              </a:rPr>
              <a:t>Also need to model attacker</a:t>
            </a:r>
            <a:endParaRPr dirty="0"/>
          </a:p>
        </p:txBody>
      </p:sp>
    </p:spTree>
    <p:extLst>
      <p:ext uri="{BB962C8B-B14F-4D97-AF65-F5344CB8AC3E}">
        <p14:creationId xmlns:p14="http://schemas.microsoft.com/office/powerpoint/2010/main" val="16401602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55663" y="253253"/>
            <a:ext cx="6400800" cy="383241"/>
          </a:xfrm>
        </p:spPr>
        <p:txBody>
          <a:bodyPr>
            <a:normAutofit fontScale="92500" lnSpcReduction="20000"/>
          </a:bodyPr>
          <a:lstStyle/>
          <a:p>
            <a:r>
              <a:rPr lang="en-US" b="1" dirty="0"/>
              <a:t>Common Abuse Case Examples</a:t>
            </a:r>
            <a:endParaRPr lang="en-US" dirty="0"/>
          </a:p>
          <a:p>
            <a:endParaRPr lang="en-US" dirty="0"/>
          </a:p>
        </p:txBody>
      </p:sp>
      <p:sp>
        <p:nvSpPr>
          <p:cNvPr id="5" name="TextBox 4"/>
          <p:cNvSpPr txBox="1"/>
          <p:nvPr/>
        </p:nvSpPr>
        <p:spPr>
          <a:xfrm>
            <a:off x="2348753" y="618565"/>
            <a:ext cx="6642847" cy="3108543"/>
          </a:xfrm>
          <a:prstGeom prst="rect">
            <a:avLst/>
          </a:prstGeom>
          <a:noFill/>
        </p:spPr>
        <p:txBody>
          <a:bodyPr wrap="square" rtlCol="0">
            <a:spAutoFit/>
          </a:bodyPr>
          <a:lstStyle/>
          <a:p>
            <a:r>
              <a:rPr lang="en-US" b="1" dirty="0" smtClean="0"/>
              <a:t>Authentication </a:t>
            </a:r>
            <a:r>
              <a:rPr lang="en-US" b="1" dirty="0"/>
              <a:t>Bypass:</a:t>
            </a:r>
            <a:r>
              <a:rPr lang="en-US" dirty="0"/>
              <a:t> Using "forgot password" features for unauthorized account access, or brute-forcing credentials</a:t>
            </a:r>
            <a:r>
              <a:rPr lang="en-US" dirty="0" smtClean="0"/>
              <a:t>.</a:t>
            </a:r>
          </a:p>
          <a:p>
            <a:endParaRPr lang="en-US" dirty="0"/>
          </a:p>
          <a:p>
            <a:r>
              <a:rPr lang="en-US" b="1" dirty="0"/>
              <a:t>API Abuse:</a:t>
            </a:r>
            <a:r>
              <a:rPr lang="en-US" dirty="0"/>
              <a:t> Manipulating API endpoints to steal data or disrupt services</a:t>
            </a:r>
            <a:r>
              <a:rPr lang="en-US" dirty="0" smtClean="0"/>
              <a:t>.</a:t>
            </a:r>
          </a:p>
          <a:p>
            <a:endParaRPr lang="en-US" dirty="0"/>
          </a:p>
          <a:p>
            <a:r>
              <a:rPr lang="en-US" b="1" dirty="0"/>
              <a:t>Input Manipulation:</a:t>
            </a:r>
            <a:r>
              <a:rPr lang="en-US" dirty="0"/>
              <a:t> Using SQL injection or Cross-Site Scripting (XSS) to inject malicious code through input fields</a:t>
            </a:r>
            <a:r>
              <a:rPr lang="en-US" dirty="0" smtClean="0"/>
              <a:t>.</a:t>
            </a:r>
          </a:p>
          <a:p>
            <a:endParaRPr lang="en-US" dirty="0"/>
          </a:p>
          <a:p>
            <a:r>
              <a:rPr lang="en-US" b="1" dirty="0"/>
              <a:t>Resource Exhaustion:</a:t>
            </a:r>
            <a:r>
              <a:rPr lang="en-US" dirty="0"/>
              <a:t> Flooding a system with requests to cause denial of service</a:t>
            </a:r>
            <a:r>
              <a:rPr lang="en-US" dirty="0" smtClean="0"/>
              <a:t>.</a:t>
            </a:r>
          </a:p>
          <a:p>
            <a:endParaRPr lang="en-US" dirty="0"/>
          </a:p>
          <a:p>
            <a:r>
              <a:rPr lang="en-US" b="1" dirty="0"/>
              <a:t>Logic Flaws:</a:t>
            </a:r>
            <a:r>
              <a:rPr lang="en-US" dirty="0"/>
              <a:t> Exploiting business workflows, such as manipulating shopping cart totals or skipping validation steps.</a:t>
            </a:r>
          </a:p>
          <a:p>
            <a:endParaRPr lang="en-US" dirty="0"/>
          </a:p>
        </p:txBody>
      </p:sp>
    </p:spTree>
    <p:extLst>
      <p:ext uri="{BB962C8B-B14F-4D97-AF65-F5344CB8AC3E}">
        <p14:creationId xmlns:p14="http://schemas.microsoft.com/office/powerpoint/2010/main" val="26724558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255663" y="253253"/>
            <a:ext cx="6400800" cy="383241"/>
          </a:xfrm>
        </p:spPr>
        <p:txBody>
          <a:bodyPr>
            <a:normAutofit fontScale="92500" lnSpcReduction="20000"/>
          </a:bodyPr>
          <a:lstStyle/>
          <a:p>
            <a:r>
              <a:rPr lang="en-US" b="1" dirty="0"/>
              <a:t>How to Implement Abuse Cases</a:t>
            </a:r>
            <a:endParaRPr lang="en-US" dirty="0"/>
          </a:p>
          <a:p>
            <a:endParaRPr lang="en-US" dirty="0"/>
          </a:p>
        </p:txBody>
      </p:sp>
      <p:sp>
        <p:nvSpPr>
          <p:cNvPr id="5" name="TextBox 4"/>
          <p:cNvSpPr txBox="1"/>
          <p:nvPr/>
        </p:nvSpPr>
        <p:spPr>
          <a:xfrm>
            <a:off x="2348753" y="618565"/>
            <a:ext cx="6642847" cy="2677656"/>
          </a:xfrm>
          <a:prstGeom prst="rect">
            <a:avLst/>
          </a:prstGeom>
          <a:noFill/>
        </p:spPr>
        <p:txBody>
          <a:bodyPr wrap="square" rtlCol="0">
            <a:spAutoFit/>
          </a:bodyPr>
          <a:lstStyle/>
          <a:p>
            <a:r>
              <a:rPr lang="en-US" b="1" dirty="0" smtClean="0"/>
              <a:t>Think </a:t>
            </a:r>
            <a:r>
              <a:rPr lang="en-US" b="1" dirty="0"/>
              <a:t>Like an Attacker:</a:t>
            </a:r>
            <a:r>
              <a:rPr lang="en-US" dirty="0"/>
              <a:t> Identify how a user might interact with the system in unintended ways</a:t>
            </a:r>
            <a:r>
              <a:rPr lang="en-US" dirty="0" smtClean="0"/>
              <a:t>.</a:t>
            </a:r>
          </a:p>
          <a:p>
            <a:endParaRPr lang="en-US" dirty="0"/>
          </a:p>
          <a:p>
            <a:r>
              <a:rPr lang="en-US" b="1" dirty="0"/>
              <a:t>Model Scenarios:</a:t>
            </a:r>
            <a:r>
              <a:rPr lang="en-US" dirty="0"/>
              <a:t> Create scenarios for every major feature, focusing on the "what if" a malicious actor interacts with it</a:t>
            </a:r>
            <a:r>
              <a:rPr lang="en-US" dirty="0" smtClean="0"/>
              <a:t>.</a:t>
            </a:r>
          </a:p>
          <a:p>
            <a:endParaRPr lang="en-US" dirty="0"/>
          </a:p>
          <a:p>
            <a:r>
              <a:rPr lang="en-US" b="1" dirty="0"/>
              <a:t>Define Security Controls:</a:t>
            </a:r>
            <a:r>
              <a:rPr lang="en-US" dirty="0"/>
              <a:t> Implement input validation, authentication, and monitoring to stop the abuse</a:t>
            </a:r>
            <a:r>
              <a:rPr lang="en-US" dirty="0" smtClean="0"/>
              <a:t>.</a:t>
            </a:r>
          </a:p>
          <a:p>
            <a:endParaRPr lang="en-US" dirty="0"/>
          </a:p>
          <a:p>
            <a:r>
              <a:rPr lang="en-US" b="1" dirty="0"/>
              <a:t>Test and Validate:</a:t>
            </a:r>
            <a:r>
              <a:rPr lang="en-US" dirty="0"/>
              <a:t> Use automation and manual testing to confirm that the system correctly handles malicious input.</a:t>
            </a:r>
          </a:p>
          <a:p>
            <a:endParaRPr lang="en-US" dirty="0"/>
          </a:p>
        </p:txBody>
      </p:sp>
    </p:spTree>
    <p:extLst>
      <p:ext uri="{BB962C8B-B14F-4D97-AF65-F5344CB8AC3E}">
        <p14:creationId xmlns:p14="http://schemas.microsoft.com/office/powerpoint/2010/main" val="38165671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105"/>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Security requirements and operations</a:t>
            </a:r>
            <a:endParaRPr/>
          </a:p>
        </p:txBody>
      </p:sp>
      <p:sp>
        <p:nvSpPr>
          <p:cNvPr id="866" name="Google Shape;866;p105"/>
          <p:cNvSpPr txBox="1"/>
          <p:nvPr/>
        </p:nvSpPr>
        <p:spPr>
          <a:xfrm>
            <a:off x="1485900" y="1289447"/>
            <a:ext cx="6172200" cy="3308747"/>
          </a:xfrm>
          <a:prstGeom prst="rect">
            <a:avLst/>
          </a:prstGeom>
          <a:noFill/>
          <a:ln>
            <a:noFill/>
          </a:ln>
        </p:spPr>
        <p:txBody>
          <a:bodyPr spcFirstLastPara="1" wrap="square" lIns="91425" tIns="45700" rIns="91425" bIns="45700" anchor="t" anchorCtr="0">
            <a:noAutofit/>
          </a:bodyPr>
          <a:lstStyle/>
          <a:p>
            <a:pPr marL="341313" marR="0" lvl="0" indent="-341313" algn="l" rtl="0">
              <a:lnSpc>
                <a:spcPct val="90000"/>
              </a:lnSpc>
              <a:spcBef>
                <a:spcPts val="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Security requirements</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Difficult tasks</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Should cover both over functional security and emergent characteristics</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Use requirements engineering approach</a:t>
            </a:r>
            <a:endParaRPr/>
          </a:p>
          <a:p>
            <a:pPr marL="341313" marR="0" lvl="0" indent="-341313" algn="l" rtl="0">
              <a:lnSpc>
                <a:spcPct val="90000"/>
              </a:lnSpc>
              <a:spcBef>
                <a:spcPts val="750"/>
              </a:spcBef>
              <a:spcAft>
                <a:spcPts val="0"/>
              </a:spcAft>
              <a:buClr>
                <a:srgbClr val="330066"/>
              </a:buClr>
              <a:buSzPts val="1575"/>
              <a:buFont typeface="Noto Sans Symbols"/>
              <a:buChar char="●"/>
            </a:pPr>
            <a:r>
              <a:rPr lang="en-US" sz="2250" b="0" i="0" u="none" strike="noStrike" cap="none">
                <a:solidFill>
                  <a:srgbClr val="000000"/>
                </a:solidFill>
                <a:latin typeface="Arial"/>
                <a:ea typeface="Arial"/>
                <a:cs typeface="Arial"/>
                <a:sym typeface="Arial"/>
              </a:rPr>
              <a:t>Security operations</a:t>
            </a:r>
            <a:endParaRPr/>
          </a:p>
          <a:p>
            <a:pPr marL="690563" marR="0" lvl="1" indent="-347663" algn="l" rtl="0">
              <a:lnSpc>
                <a:spcPct val="90000"/>
              </a:lnSpc>
              <a:spcBef>
                <a:spcPts val="650"/>
              </a:spcBef>
              <a:spcAft>
                <a:spcPts val="0"/>
              </a:spcAft>
              <a:buClr>
                <a:srgbClr val="669999"/>
              </a:buClr>
              <a:buSzPts val="1365"/>
              <a:buFont typeface="Noto Sans Symbols"/>
              <a:buChar char="●"/>
            </a:pPr>
            <a:r>
              <a:rPr lang="en-US" sz="1950" b="0" i="0" u="none" strike="noStrike" cap="none">
                <a:solidFill>
                  <a:srgbClr val="000000"/>
                </a:solidFill>
                <a:latin typeface="Arial"/>
                <a:ea typeface="Arial"/>
                <a:cs typeface="Arial"/>
                <a:sym typeface="Arial"/>
              </a:rPr>
              <a:t>Integrate the security operations</a:t>
            </a:r>
            <a:endParaRPr/>
          </a:p>
          <a:p>
            <a:pPr marL="985838" marR="0" lvl="2" indent="-292100" algn="l" rtl="0">
              <a:lnSpc>
                <a:spcPct val="90000"/>
              </a:lnSpc>
              <a:spcBef>
                <a:spcPts val="575"/>
              </a:spcBef>
              <a:spcAft>
                <a:spcPts val="0"/>
              </a:spcAft>
              <a:buClr>
                <a:srgbClr val="CCCC00"/>
              </a:buClr>
              <a:buSzPts val="1208"/>
              <a:buFont typeface="Noto Sans Symbols"/>
              <a:buChar char="●"/>
            </a:pPr>
            <a:r>
              <a:rPr lang="en-US" sz="1725" b="0" i="0" u="none" strike="noStrike" cap="none">
                <a:solidFill>
                  <a:srgbClr val="000000"/>
                </a:solidFill>
                <a:latin typeface="Arial"/>
                <a:ea typeface="Arial"/>
                <a:cs typeface="Arial"/>
                <a:sym typeface="Arial"/>
              </a:rPr>
              <a:t>e.g. software security should be integrated with network security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06"/>
          <p:cNvSpPr txBox="1"/>
          <p:nvPr/>
        </p:nvSpPr>
        <p:spPr>
          <a:xfrm>
            <a:off x="1485900" y="91679"/>
            <a:ext cx="5657850" cy="97155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330066"/>
              </a:buClr>
              <a:buSzPts val="2625"/>
              <a:buFont typeface="Times New Roman"/>
              <a:buNone/>
            </a:pPr>
            <a:r>
              <a:rPr lang="en-US" sz="2625" b="1" i="0" u="none" strike="noStrike" cap="none">
                <a:solidFill>
                  <a:srgbClr val="330066"/>
                </a:solidFill>
                <a:latin typeface="Arial"/>
                <a:ea typeface="Arial"/>
                <a:cs typeface="Arial"/>
                <a:sym typeface="Arial"/>
              </a:rPr>
              <a:t>Research Motivations</a:t>
            </a:r>
            <a:endParaRPr/>
          </a:p>
        </p:txBody>
      </p:sp>
      <p:sp>
        <p:nvSpPr>
          <p:cNvPr id="874" name="Google Shape;874;p106"/>
          <p:cNvSpPr txBox="1"/>
          <p:nvPr/>
        </p:nvSpPr>
        <p:spPr>
          <a:xfrm>
            <a:off x="1600200" y="1070373"/>
            <a:ext cx="6400800" cy="3615928"/>
          </a:xfrm>
          <a:prstGeom prst="rect">
            <a:avLst/>
          </a:prstGeom>
          <a:noFill/>
          <a:ln>
            <a:noFill/>
          </a:ln>
        </p:spPr>
        <p:txBody>
          <a:bodyPr spcFirstLastPara="1" wrap="square" lIns="91425" tIns="45700" rIns="91425" bIns="45700" anchor="t" anchorCtr="0">
            <a:noAutofit/>
          </a:bodyPr>
          <a:lstStyle/>
          <a:p>
            <a:pPr marL="341313" marR="0" lvl="0" indent="-341313" algn="just" rtl="0">
              <a:lnSpc>
                <a:spcPct val="90000"/>
              </a:lnSpc>
              <a:spcBef>
                <a:spcPts val="0"/>
              </a:spcBef>
              <a:spcAft>
                <a:spcPts val="0"/>
              </a:spcAft>
              <a:buClr>
                <a:srgbClr val="330066"/>
              </a:buClr>
              <a:buSzPts val="1470"/>
              <a:buFont typeface="Noto Sans Symbols"/>
              <a:buChar char="●"/>
            </a:pPr>
            <a:r>
              <a:rPr lang="en-US" sz="2100" b="0" i="0" u="none" strike="noStrike" cap="none">
                <a:solidFill>
                  <a:srgbClr val="000000"/>
                </a:solidFill>
                <a:latin typeface="Arial"/>
                <a:ea typeface="Arial"/>
                <a:cs typeface="Arial"/>
                <a:sym typeface="Arial"/>
              </a:rPr>
              <a:t>Absence of Data-set: So we are in need of an efficient data-set for analyzing Intrusion Detection Systems.</a:t>
            </a:r>
            <a:endParaRPr/>
          </a:p>
          <a:p>
            <a:pPr marL="341313" marR="0" lvl="0" indent="-341313" algn="just" rtl="0">
              <a:lnSpc>
                <a:spcPct val="90000"/>
              </a:lnSpc>
              <a:spcBef>
                <a:spcPts val="750"/>
              </a:spcBef>
              <a:spcAft>
                <a:spcPts val="0"/>
              </a:spcAft>
              <a:buClr>
                <a:srgbClr val="330066"/>
              </a:buClr>
              <a:buSzPts val="1470"/>
              <a:buFont typeface="Noto Sans Symbols"/>
              <a:buChar char="●"/>
            </a:pPr>
            <a:r>
              <a:rPr lang="en-US" sz="2100" b="0" i="0" u="none" strike="noStrike" cap="none">
                <a:solidFill>
                  <a:srgbClr val="000000"/>
                </a:solidFill>
                <a:latin typeface="Arial"/>
                <a:ea typeface="Arial"/>
                <a:cs typeface="Arial"/>
                <a:sym typeface="Arial"/>
              </a:rPr>
              <a:t>Machine-Learning Techniques will improve the security by around 200%.</a:t>
            </a:r>
            <a:endParaRPr/>
          </a:p>
          <a:p>
            <a:pPr marL="341313" marR="0" lvl="0" indent="-341313" algn="just" rtl="0">
              <a:lnSpc>
                <a:spcPct val="90000"/>
              </a:lnSpc>
              <a:spcBef>
                <a:spcPts val="750"/>
              </a:spcBef>
              <a:spcAft>
                <a:spcPts val="0"/>
              </a:spcAft>
              <a:buClr>
                <a:srgbClr val="330066"/>
              </a:buClr>
              <a:buSzPts val="1470"/>
              <a:buFont typeface="Noto Sans Symbols"/>
              <a:buChar char="●"/>
            </a:pPr>
            <a:r>
              <a:rPr lang="en-US" sz="2100" b="0" i="0" u="none" strike="noStrike" cap="none">
                <a:solidFill>
                  <a:srgbClr val="000000"/>
                </a:solidFill>
                <a:latin typeface="Arial"/>
                <a:ea typeface="Arial"/>
                <a:cs typeface="Arial"/>
                <a:sym typeface="Arial"/>
              </a:rPr>
              <a:t>Marking threats according to their effect on vulnerability is needed to draw architecture for software security.</a:t>
            </a:r>
            <a:endParaRPr/>
          </a:p>
          <a:p>
            <a:pPr marL="341313" marR="0" lvl="0" indent="-341313" algn="just" rtl="0">
              <a:lnSpc>
                <a:spcPct val="90000"/>
              </a:lnSpc>
              <a:spcBef>
                <a:spcPts val="750"/>
              </a:spcBef>
              <a:spcAft>
                <a:spcPts val="0"/>
              </a:spcAft>
              <a:buClr>
                <a:srgbClr val="330066"/>
              </a:buClr>
              <a:buSzPts val="1470"/>
              <a:buFont typeface="Noto Sans Symbols"/>
              <a:buChar char="●"/>
            </a:pPr>
            <a:r>
              <a:rPr lang="en-US" sz="2100" b="0" i="0" u="none" strike="noStrike" cap="none">
                <a:solidFill>
                  <a:srgbClr val="000000"/>
                </a:solidFill>
                <a:latin typeface="Arial"/>
                <a:ea typeface="Arial"/>
                <a:cs typeface="Arial"/>
                <a:sym typeface="Arial"/>
              </a:rPr>
              <a:t>All Viruses, Trojans and Malwares should be  studied and handled carefully to make our system strong enough against these, in real- time.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7"/>
          <p:cNvSpPr txBox="1">
            <a:spLocks noGrp="1"/>
          </p:cNvSpPr>
          <p:nvPr>
            <p:ph type="title"/>
          </p:nvPr>
        </p:nvSpPr>
        <p:spPr>
          <a:xfrm>
            <a:off x="762000" y="0"/>
            <a:ext cx="8223250" cy="1328738"/>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Latent Errors: How Many Errors are Still Remaining?</a:t>
            </a:r>
            <a:endParaRPr/>
          </a:p>
        </p:txBody>
      </p:sp>
      <p:sp>
        <p:nvSpPr>
          <p:cNvPr id="881" name="Google Shape;881;p107"/>
          <p:cNvSpPr txBox="1">
            <a:spLocks noGrp="1"/>
          </p:cNvSpPr>
          <p:nvPr>
            <p:ph type="body" idx="1"/>
          </p:nvPr>
        </p:nvSpPr>
        <p:spPr>
          <a:xfrm>
            <a:off x="1066800" y="1206500"/>
            <a:ext cx="8001000" cy="3917950"/>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t>Make a few arbitrary changes to the program:</a:t>
            </a:r>
            <a:endParaRPr/>
          </a:p>
          <a:p>
            <a:pPr marL="601663" lvl="1" indent="-237744" algn="just" rtl="0">
              <a:lnSpc>
                <a:spcPct val="125000"/>
              </a:lnSpc>
              <a:spcBef>
                <a:spcPts val="575"/>
              </a:spcBef>
              <a:spcAft>
                <a:spcPts val="0"/>
              </a:spcAft>
              <a:buSzPts val="2400"/>
              <a:buChar char="◦"/>
            </a:pPr>
            <a:r>
              <a:rPr lang="en-US"/>
              <a:t>Artificial errors are seeded into the program. </a:t>
            </a:r>
            <a:endParaRPr/>
          </a:p>
          <a:p>
            <a:pPr marL="601663" lvl="1" indent="-237744" algn="just" rtl="0">
              <a:lnSpc>
                <a:spcPct val="125000"/>
              </a:lnSpc>
              <a:spcBef>
                <a:spcPts val="575"/>
              </a:spcBef>
              <a:spcAft>
                <a:spcPts val="0"/>
              </a:spcAft>
              <a:buSzPts val="2400"/>
              <a:buChar char="◦"/>
            </a:pPr>
            <a:r>
              <a:rPr lang="en-US"/>
              <a:t>Check how many of the seeded errors are detected during testing.</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08"/>
          <p:cNvSpPr txBox="1">
            <a:spLocks noGrp="1"/>
          </p:cNvSpPr>
          <p:nvPr>
            <p:ph type="title"/>
          </p:nvPr>
        </p:nvSpPr>
        <p:spPr>
          <a:xfrm>
            <a:off x="425450" y="-342900"/>
            <a:ext cx="8221663" cy="1328738"/>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Error Seeding</a:t>
            </a:r>
            <a:endParaRPr/>
          </a:p>
        </p:txBody>
      </p:sp>
      <p:sp>
        <p:nvSpPr>
          <p:cNvPr id="888" name="Google Shape;888;p108"/>
          <p:cNvSpPr txBox="1">
            <a:spLocks noGrp="1"/>
          </p:cNvSpPr>
          <p:nvPr>
            <p:ph type="body" idx="1"/>
          </p:nvPr>
        </p:nvSpPr>
        <p:spPr>
          <a:xfrm>
            <a:off x="1066800" y="514350"/>
            <a:ext cx="8001000" cy="4132263"/>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t>Let:</a:t>
            </a:r>
            <a:endParaRPr/>
          </a:p>
          <a:p>
            <a:pPr marL="601663" lvl="1" indent="-237744" algn="just" rtl="0">
              <a:lnSpc>
                <a:spcPct val="125000"/>
              </a:lnSpc>
              <a:spcBef>
                <a:spcPts val="575"/>
              </a:spcBef>
              <a:spcAft>
                <a:spcPts val="0"/>
              </a:spcAft>
              <a:buSzPts val="2400"/>
              <a:buChar char="◦"/>
            </a:pPr>
            <a:r>
              <a:rPr lang="en-US"/>
              <a:t>N be the total number of errors in the system </a:t>
            </a:r>
            <a:endParaRPr/>
          </a:p>
          <a:p>
            <a:pPr marL="601663" lvl="1" indent="-237744" algn="just" rtl="0">
              <a:lnSpc>
                <a:spcPct val="125000"/>
              </a:lnSpc>
              <a:spcBef>
                <a:spcPts val="575"/>
              </a:spcBef>
              <a:spcAft>
                <a:spcPts val="0"/>
              </a:spcAft>
              <a:buSzPts val="2400"/>
              <a:buChar char="◦"/>
            </a:pPr>
            <a:r>
              <a:rPr lang="en-US"/>
              <a:t>n of these errors be found by testing. </a:t>
            </a:r>
            <a:endParaRPr/>
          </a:p>
          <a:p>
            <a:pPr marL="601663" lvl="1" indent="-237744" algn="just" rtl="0">
              <a:lnSpc>
                <a:spcPct val="125000"/>
              </a:lnSpc>
              <a:spcBef>
                <a:spcPts val="575"/>
              </a:spcBef>
              <a:spcAft>
                <a:spcPts val="0"/>
              </a:spcAft>
              <a:buSzPts val="2400"/>
              <a:buChar char="◦"/>
            </a:pPr>
            <a:r>
              <a:rPr lang="en-US"/>
              <a:t>S be the total number of seeded errors,</a:t>
            </a:r>
            <a:endParaRPr/>
          </a:p>
          <a:p>
            <a:pPr marL="601663" lvl="1" indent="-237744" algn="just" rtl="0">
              <a:lnSpc>
                <a:spcPct val="125000"/>
              </a:lnSpc>
              <a:spcBef>
                <a:spcPts val="575"/>
              </a:spcBef>
              <a:spcAft>
                <a:spcPts val="0"/>
              </a:spcAft>
              <a:buSzPts val="2400"/>
              <a:buChar char="◦"/>
            </a:pPr>
            <a:r>
              <a:rPr lang="en-US"/>
              <a:t>s of the seeded errors be found during testing.</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p110"/>
          <p:cNvSpPr txBox="1">
            <a:spLocks noGrp="1"/>
          </p:cNvSpPr>
          <p:nvPr>
            <p:ph type="title"/>
          </p:nvPr>
        </p:nvSpPr>
        <p:spPr>
          <a:xfrm>
            <a:off x="493713" y="-279400"/>
            <a:ext cx="8223250" cy="1328738"/>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Error Seeding</a:t>
            </a:r>
            <a:endParaRPr/>
          </a:p>
        </p:txBody>
      </p:sp>
      <p:sp>
        <p:nvSpPr>
          <p:cNvPr id="901" name="Google Shape;901;p110"/>
          <p:cNvSpPr txBox="1">
            <a:spLocks noGrp="1"/>
          </p:cNvSpPr>
          <p:nvPr>
            <p:ph type="body" idx="1"/>
          </p:nvPr>
        </p:nvSpPr>
        <p:spPr>
          <a:xfrm>
            <a:off x="1066800" y="912813"/>
            <a:ext cx="8001000" cy="3927475"/>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t>n/N = s/S </a:t>
            </a:r>
            <a:endParaRPr/>
          </a:p>
          <a:p>
            <a:pPr marL="276225" lvl="0" indent="-276225" algn="just" rtl="0">
              <a:lnSpc>
                <a:spcPct val="125000"/>
              </a:lnSpc>
              <a:spcBef>
                <a:spcPts val="800"/>
              </a:spcBef>
              <a:spcAft>
                <a:spcPts val="0"/>
              </a:spcAft>
              <a:buSzPts val="2240"/>
              <a:buChar char="⚫"/>
            </a:pPr>
            <a:r>
              <a:rPr lang="en-US"/>
              <a:t>N = S   n/s</a:t>
            </a:r>
            <a:endParaRPr/>
          </a:p>
          <a:p>
            <a:pPr marL="276225" lvl="0" indent="-276225" algn="l" rtl="0">
              <a:lnSpc>
                <a:spcPct val="125000"/>
              </a:lnSpc>
              <a:spcBef>
                <a:spcPts val="800"/>
              </a:spcBef>
              <a:spcAft>
                <a:spcPts val="0"/>
              </a:spcAft>
              <a:buSzPts val="2240"/>
              <a:buChar char="⚫"/>
            </a:pPr>
            <a:r>
              <a:rPr lang="en-US"/>
              <a:t>Remaining defects: </a:t>
            </a:r>
            <a:br>
              <a:rPr lang="en-US"/>
            </a:br>
            <a:r>
              <a:rPr lang="en-US"/>
              <a:t>	N - n = n   ((S - s)/ 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11"/>
          <p:cNvSpPr txBox="1">
            <a:spLocks noGrp="1"/>
          </p:cNvSpPr>
          <p:nvPr>
            <p:ph type="title"/>
          </p:nvPr>
        </p:nvSpPr>
        <p:spPr>
          <a:xfrm>
            <a:off x="425450" y="-114300"/>
            <a:ext cx="7770813" cy="757238"/>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Quiz 2</a:t>
            </a:r>
            <a:endParaRPr/>
          </a:p>
        </p:txBody>
      </p:sp>
      <p:sp>
        <p:nvSpPr>
          <p:cNvPr id="908" name="Google Shape;908;p111"/>
          <p:cNvSpPr txBox="1">
            <a:spLocks noGrp="1"/>
          </p:cNvSpPr>
          <p:nvPr>
            <p:ph type="body" idx="1"/>
          </p:nvPr>
        </p:nvSpPr>
        <p:spPr>
          <a:xfrm>
            <a:off x="1066800" y="654050"/>
            <a:ext cx="8001000" cy="4341813"/>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latin typeface="Arial"/>
                <a:ea typeface="Arial"/>
                <a:cs typeface="Arial"/>
                <a:sym typeface="Arial"/>
              </a:rPr>
              <a:t>100</a:t>
            </a:r>
            <a:r>
              <a:rPr lang="en-US"/>
              <a:t> errors were introduced. </a:t>
            </a:r>
            <a:endParaRPr/>
          </a:p>
          <a:p>
            <a:pPr marL="276225" lvl="0" indent="-276225" algn="just" rtl="0">
              <a:lnSpc>
                <a:spcPct val="125000"/>
              </a:lnSpc>
              <a:spcBef>
                <a:spcPts val="800"/>
              </a:spcBef>
              <a:spcAft>
                <a:spcPts val="0"/>
              </a:spcAft>
              <a:buSzPts val="2240"/>
              <a:buChar char="⚫"/>
            </a:pPr>
            <a:r>
              <a:rPr lang="en-US"/>
              <a:t>90 of these errors were found during testing</a:t>
            </a:r>
            <a:endParaRPr/>
          </a:p>
          <a:p>
            <a:pPr marL="276225" lvl="0" indent="-276225" algn="just" rtl="0">
              <a:lnSpc>
                <a:spcPct val="125000"/>
              </a:lnSpc>
              <a:spcBef>
                <a:spcPts val="800"/>
              </a:spcBef>
              <a:spcAft>
                <a:spcPts val="0"/>
              </a:spcAft>
              <a:buSzPts val="2240"/>
              <a:buChar char="⚫"/>
            </a:pPr>
            <a:r>
              <a:rPr lang="en-US"/>
              <a:t>50 other errors were also found.</a:t>
            </a:r>
            <a:endParaRPr/>
          </a:p>
          <a:p>
            <a:pPr marL="276225" lvl="0" indent="-276225" algn="just" rtl="0">
              <a:lnSpc>
                <a:spcPct val="125000"/>
              </a:lnSpc>
              <a:spcBef>
                <a:spcPts val="800"/>
              </a:spcBef>
              <a:spcAft>
                <a:spcPts val="0"/>
              </a:spcAft>
              <a:buSzPts val="2240"/>
              <a:buChar char="⚫"/>
            </a:pPr>
            <a:r>
              <a:rPr lang="en-US"/>
              <a:t>Find errors remaining  in code.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112"/>
          <p:cNvSpPr txBox="1">
            <a:spLocks noGrp="1"/>
          </p:cNvSpPr>
          <p:nvPr>
            <p:ph type="title"/>
          </p:nvPr>
        </p:nvSpPr>
        <p:spPr>
          <a:xfrm>
            <a:off x="425450" y="-114300"/>
            <a:ext cx="7770813" cy="757238"/>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Quiz 2: Solution</a:t>
            </a:r>
            <a:endParaRPr/>
          </a:p>
        </p:txBody>
      </p:sp>
      <p:sp>
        <p:nvSpPr>
          <p:cNvPr id="915" name="Google Shape;915;p112"/>
          <p:cNvSpPr txBox="1">
            <a:spLocks noGrp="1"/>
          </p:cNvSpPr>
          <p:nvPr>
            <p:ph type="body" idx="1"/>
          </p:nvPr>
        </p:nvSpPr>
        <p:spPr>
          <a:xfrm>
            <a:off x="1066800" y="498475"/>
            <a:ext cx="8001000" cy="4341813"/>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latin typeface="Arial"/>
                <a:ea typeface="Arial"/>
                <a:cs typeface="Arial"/>
                <a:sym typeface="Arial"/>
              </a:rPr>
              <a:t>100</a:t>
            </a:r>
            <a:r>
              <a:rPr lang="en-US"/>
              <a:t> errors were introduced. </a:t>
            </a:r>
            <a:endParaRPr/>
          </a:p>
          <a:p>
            <a:pPr marL="276225" lvl="0" indent="-276225" algn="just" rtl="0">
              <a:lnSpc>
                <a:spcPct val="125000"/>
              </a:lnSpc>
              <a:spcBef>
                <a:spcPts val="800"/>
              </a:spcBef>
              <a:spcAft>
                <a:spcPts val="0"/>
              </a:spcAft>
              <a:buSzPts val="2240"/>
              <a:buChar char="⚫"/>
            </a:pPr>
            <a:r>
              <a:rPr lang="en-US"/>
              <a:t>90 of these errors were found during testing</a:t>
            </a:r>
            <a:endParaRPr/>
          </a:p>
          <a:p>
            <a:pPr marL="276225" lvl="0" indent="-276225" algn="just" rtl="0">
              <a:lnSpc>
                <a:spcPct val="125000"/>
              </a:lnSpc>
              <a:spcBef>
                <a:spcPts val="800"/>
              </a:spcBef>
              <a:spcAft>
                <a:spcPts val="0"/>
              </a:spcAft>
              <a:buSzPts val="2240"/>
              <a:buChar char="⚫"/>
            </a:pPr>
            <a:r>
              <a:rPr lang="en-US"/>
              <a:t>50 other errors were also found.</a:t>
            </a:r>
            <a:endParaRPr/>
          </a:p>
          <a:p>
            <a:pPr marL="276225" lvl="0" indent="-276225" algn="l" rtl="0">
              <a:lnSpc>
                <a:spcPct val="125000"/>
              </a:lnSpc>
              <a:spcBef>
                <a:spcPts val="800"/>
              </a:spcBef>
              <a:spcAft>
                <a:spcPts val="0"/>
              </a:spcAft>
              <a:buSzPts val="2240"/>
              <a:buChar char="⚫"/>
            </a:pPr>
            <a:r>
              <a:rPr lang="en-US"/>
              <a:t>Remaining errors= </a:t>
            </a:r>
            <a:br>
              <a:rPr lang="en-US"/>
            </a:br>
            <a:r>
              <a:rPr lang="en-US">
                <a:latin typeface="Arial"/>
                <a:ea typeface="Arial"/>
                <a:cs typeface="Arial"/>
                <a:sym typeface="Arial"/>
              </a:rPr>
              <a:t>50  (100-90)/90 = 6</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113"/>
          <p:cNvSpPr txBox="1">
            <a:spLocks noGrp="1"/>
          </p:cNvSpPr>
          <p:nvPr>
            <p:ph type="title"/>
          </p:nvPr>
        </p:nvSpPr>
        <p:spPr>
          <a:xfrm>
            <a:off x="457200" y="-342900"/>
            <a:ext cx="8223250" cy="1328738"/>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Challenges in Error Seeding</a:t>
            </a:r>
            <a:endParaRPr/>
          </a:p>
        </p:txBody>
      </p:sp>
      <p:sp>
        <p:nvSpPr>
          <p:cNvPr id="922" name="Google Shape;922;p113"/>
          <p:cNvSpPr txBox="1">
            <a:spLocks noGrp="1"/>
          </p:cNvSpPr>
          <p:nvPr>
            <p:ph type="body" idx="1"/>
          </p:nvPr>
        </p:nvSpPr>
        <p:spPr>
          <a:xfrm>
            <a:off x="1066800" y="571500"/>
            <a:ext cx="8001000" cy="4268788"/>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t>The  kinds of seeded errors should match  closely with existing errors:</a:t>
            </a:r>
            <a:endParaRPr/>
          </a:p>
          <a:p>
            <a:pPr marL="601663" lvl="1" indent="-237744" algn="just" rtl="0">
              <a:lnSpc>
                <a:spcPct val="125000"/>
              </a:lnSpc>
              <a:spcBef>
                <a:spcPts val="575"/>
              </a:spcBef>
              <a:spcAft>
                <a:spcPts val="0"/>
              </a:spcAft>
              <a:buSzPts val="2400"/>
              <a:buChar char="◦"/>
            </a:pPr>
            <a:r>
              <a:rPr lang="en-US"/>
              <a:t>However, it is difficult to predict the types of errors that exist. </a:t>
            </a:r>
            <a:endParaRPr/>
          </a:p>
          <a:p>
            <a:pPr marL="276225" lvl="0" indent="-276225" algn="just" rtl="0">
              <a:lnSpc>
                <a:spcPct val="125000"/>
              </a:lnSpc>
              <a:spcBef>
                <a:spcPts val="800"/>
              </a:spcBef>
              <a:spcAft>
                <a:spcPts val="0"/>
              </a:spcAft>
              <a:buSzPts val="2240"/>
              <a:buChar char="⚫"/>
            </a:pPr>
            <a:r>
              <a:rPr lang="en-US"/>
              <a:t>Categories of  remaining errors:</a:t>
            </a:r>
            <a:endParaRPr/>
          </a:p>
          <a:p>
            <a:pPr marL="601663" lvl="1" indent="-237744" algn="just" rtl="0">
              <a:lnSpc>
                <a:spcPct val="125000"/>
              </a:lnSpc>
              <a:spcBef>
                <a:spcPts val="575"/>
              </a:spcBef>
              <a:spcAft>
                <a:spcPts val="0"/>
              </a:spcAft>
              <a:buSzPts val="2400"/>
              <a:buChar char="◦"/>
            </a:pPr>
            <a:r>
              <a:rPr lang="en-US"/>
              <a:t>can be estimated by analyzing historical data from similar projects.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14"/>
          <p:cNvSpPr txBox="1">
            <a:spLocks noGrp="1"/>
          </p:cNvSpPr>
          <p:nvPr>
            <p:ph type="title"/>
          </p:nvPr>
        </p:nvSpPr>
        <p:spPr>
          <a:xfrm>
            <a:off x="457200" y="-31750"/>
            <a:ext cx="8224838" cy="736600"/>
          </a:xfrm>
          <a:prstGeom prst="rect">
            <a:avLst/>
          </a:prstGeom>
          <a:noFill/>
          <a:ln>
            <a:noFill/>
          </a:ln>
        </p:spPr>
        <p:txBody>
          <a:bodyPr spcFirstLastPara="1" wrap="square" lIns="16050" tIns="41775" rIns="16050" bIns="41775" anchor="ctr" anchorCtr="0">
            <a:normAutofit/>
          </a:bodyPr>
          <a:lstStyle/>
          <a:p>
            <a:pPr marL="0" lvl="0" indent="0" algn="ctr" rtl="0">
              <a:spcBef>
                <a:spcPts val="0"/>
              </a:spcBef>
              <a:spcAft>
                <a:spcPts val="0"/>
              </a:spcAft>
              <a:buClr>
                <a:srgbClr val="562214"/>
              </a:buClr>
              <a:buSzPts val="3600"/>
              <a:buFont typeface="Gill Sans"/>
              <a:buNone/>
            </a:pPr>
            <a:r>
              <a:rPr lang="en-US">
                <a:solidFill>
                  <a:srgbClr val="562214"/>
                </a:solidFill>
              </a:rPr>
              <a:t>Quiz 3</a:t>
            </a:r>
            <a:endParaRPr/>
          </a:p>
        </p:txBody>
      </p:sp>
      <p:sp>
        <p:nvSpPr>
          <p:cNvPr id="928" name="Google Shape;928;p114"/>
          <p:cNvSpPr txBox="1">
            <a:spLocks noGrp="1"/>
          </p:cNvSpPr>
          <p:nvPr>
            <p:ph type="body" idx="1"/>
          </p:nvPr>
        </p:nvSpPr>
        <p:spPr>
          <a:xfrm>
            <a:off x="1066800" y="601663"/>
            <a:ext cx="7997825" cy="4238625"/>
          </a:xfrm>
          <a:prstGeom prst="rect">
            <a:avLst/>
          </a:prstGeom>
          <a:noFill/>
          <a:ln>
            <a:noFill/>
          </a:ln>
        </p:spPr>
        <p:txBody>
          <a:bodyPr spcFirstLastPara="1" wrap="square" lIns="16050" tIns="41775" rIns="16050" bIns="41775" anchor="t" anchorCtr="0">
            <a:normAutofit/>
          </a:bodyPr>
          <a:lstStyle/>
          <a:p>
            <a:pPr marL="276225" lvl="0" indent="-276225" algn="just" rtl="0">
              <a:lnSpc>
                <a:spcPct val="125000"/>
              </a:lnSpc>
              <a:spcBef>
                <a:spcPts val="0"/>
              </a:spcBef>
              <a:spcAft>
                <a:spcPts val="0"/>
              </a:spcAft>
              <a:buSzPts val="2240"/>
              <a:buChar char="⚫"/>
            </a:pPr>
            <a:r>
              <a:rPr lang="en-US"/>
              <a:t>Before system testing 100 errors were seeded.</a:t>
            </a:r>
            <a:endParaRPr/>
          </a:p>
          <a:p>
            <a:pPr marL="276225" lvl="0" indent="-276225" algn="just" rtl="0">
              <a:lnSpc>
                <a:spcPct val="125000"/>
              </a:lnSpc>
              <a:spcBef>
                <a:spcPts val="800"/>
              </a:spcBef>
              <a:spcAft>
                <a:spcPts val="0"/>
              </a:spcAft>
              <a:buSzPts val="2240"/>
              <a:buChar char="⚫"/>
            </a:pPr>
            <a:r>
              <a:rPr lang="en-US"/>
              <a:t>During system testing 90 of these were detected.</a:t>
            </a:r>
            <a:endParaRPr/>
          </a:p>
          <a:p>
            <a:pPr marL="276225" lvl="0" indent="-276225" algn="just" rtl="0">
              <a:lnSpc>
                <a:spcPct val="125000"/>
              </a:lnSpc>
              <a:spcBef>
                <a:spcPts val="800"/>
              </a:spcBef>
              <a:spcAft>
                <a:spcPts val="0"/>
              </a:spcAft>
              <a:buSzPts val="2240"/>
              <a:buChar char="⚫"/>
            </a:pPr>
            <a:r>
              <a:rPr lang="en-US"/>
              <a:t>150 other errors were also detected</a:t>
            </a:r>
            <a:endParaRPr/>
          </a:p>
          <a:p>
            <a:pPr marL="276225" lvl="0" indent="-276225" algn="just" rtl="0">
              <a:lnSpc>
                <a:spcPct val="125000"/>
              </a:lnSpc>
              <a:spcBef>
                <a:spcPts val="800"/>
              </a:spcBef>
              <a:spcAft>
                <a:spcPts val="0"/>
              </a:spcAft>
              <a:buSzPts val="2240"/>
              <a:buChar char="⚫"/>
            </a:pPr>
            <a:r>
              <a:rPr lang="en-US"/>
              <a:t>How many unknown errors remain after system testing?</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115"/>
          <p:cNvSpPr txBox="1">
            <a:spLocks noGrp="1"/>
          </p:cNvSpPr>
          <p:nvPr>
            <p:ph type="title"/>
          </p:nvPr>
        </p:nvSpPr>
        <p:spPr>
          <a:xfrm>
            <a:off x="1143000" y="171450"/>
            <a:ext cx="7770813" cy="869950"/>
          </a:xfrm>
          <a:prstGeom prst="rect">
            <a:avLst/>
          </a:prstGeom>
          <a:noFill/>
          <a:ln>
            <a:noFill/>
          </a:ln>
        </p:spPr>
        <p:txBody>
          <a:bodyPr spcFirstLastPara="1" wrap="square" lIns="18000" tIns="46800" rIns="18000" bIns="46800" anchor="ctr" anchorCtr="0">
            <a:normAutofit/>
          </a:bodyPr>
          <a:lstStyle/>
          <a:p>
            <a:pPr marL="0" lvl="0" indent="0" algn="ctr" rtl="0">
              <a:spcBef>
                <a:spcPts val="0"/>
              </a:spcBef>
              <a:spcAft>
                <a:spcPts val="0"/>
              </a:spcAft>
              <a:buClr>
                <a:srgbClr val="562214"/>
              </a:buClr>
              <a:buSzPts val="3200"/>
              <a:buFont typeface="Gill Sans"/>
              <a:buNone/>
            </a:pPr>
            <a:r>
              <a:rPr lang="en-US" sz="3200"/>
              <a:t>Summary</a:t>
            </a:r>
            <a:endParaRPr/>
          </a:p>
        </p:txBody>
      </p:sp>
      <p:sp>
        <p:nvSpPr>
          <p:cNvPr id="935" name="Google Shape;935;p115"/>
          <p:cNvSpPr txBox="1">
            <a:spLocks noGrp="1"/>
          </p:cNvSpPr>
          <p:nvPr>
            <p:ph type="body" idx="1"/>
          </p:nvPr>
        </p:nvSpPr>
        <p:spPr>
          <a:xfrm>
            <a:off x="685800" y="895350"/>
            <a:ext cx="8305800" cy="4038600"/>
          </a:xfrm>
          <a:prstGeom prst="rect">
            <a:avLst/>
          </a:prstGeom>
          <a:noFill/>
          <a:ln>
            <a:noFill/>
          </a:ln>
        </p:spPr>
        <p:txBody>
          <a:bodyPr spcFirstLastPara="1" wrap="square" lIns="18000" tIns="46800" rIns="18000" bIns="46800" anchor="t" anchorCtr="0">
            <a:normAutofit lnSpcReduction="10000"/>
          </a:bodyPr>
          <a:lstStyle/>
          <a:p>
            <a:pPr marL="365760" lvl="0" indent="-141223" algn="l" rtl="0">
              <a:lnSpc>
                <a:spcPct val="100000"/>
              </a:lnSpc>
              <a:spcBef>
                <a:spcPts val="0"/>
              </a:spcBef>
              <a:spcAft>
                <a:spcPts val="0"/>
              </a:spcAft>
              <a:buSzPts val="2240"/>
              <a:buNone/>
            </a:pPr>
            <a:endParaRPr/>
          </a:p>
          <a:p>
            <a:pPr marL="365760" lvl="0" indent="-283464" algn="l" rtl="0">
              <a:lnSpc>
                <a:spcPct val="100000"/>
              </a:lnSpc>
              <a:spcBef>
                <a:spcPts val="888"/>
              </a:spcBef>
              <a:spcAft>
                <a:spcPts val="0"/>
              </a:spcAft>
              <a:buSzPts val="2240"/>
              <a:buChar char="⚫"/>
            </a:pPr>
            <a:r>
              <a:rPr lang="en-US"/>
              <a:t>Discussed security testing in detail.</a:t>
            </a:r>
            <a:endParaRPr/>
          </a:p>
          <a:p>
            <a:pPr marL="365760" lvl="0" indent="-283464" algn="l" rtl="0">
              <a:lnSpc>
                <a:spcPct val="100000"/>
              </a:lnSpc>
              <a:spcBef>
                <a:spcPts val="888"/>
              </a:spcBef>
              <a:spcAft>
                <a:spcPts val="0"/>
              </a:spcAft>
              <a:buSzPts val="2240"/>
              <a:buChar char="⚫"/>
            </a:pPr>
            <a:r>
              <a:rPr lang="en-US"/>
              <a:t>Discussed Types of Security Requirements</a:t>
            </a:r>
            <a:endParaRPr/>
          </a:p>
          <a:p>
            <a:pPr marL="365760" lvl="0" indent="-283464" algn="l" rtl="0">
              <a:lnSpc>
                <a:spcPct val="100000"/>
              </a:lnSpc>
              <a:spcBef>
                <a:spcPts val="888"/>
              </a:spcBef>
              <a:spcAft>
                <a:spcPts val="0"/>
              </a:spcAft>
              <a:buSzPts val="2240"/>
              <a:buChar char="⚫"/>
            </a:pPr>
            <a:r>
              <a:rPr lang="en-US"/>
              <a:t>Explained Software Vulnerability.</a:t>
            </a:r>
            <a:endParaRPr/>
          </a:p>
          <a:p>
            <a:pPr marL="365760" lvl="0" indent="-283464" algn="l" rtl="0">
              <a:lnSpc>
                <a:spcPct val="100000"/>
              </a:lnSpc>
              <a:spcBef>
                <a:spcPts val="888"/>
              </a:spcBef>
              <a:spcAft>
                <a:spcPts val="0"/>
              </a:spcAft>
              <a:buSzPts val="2240"/>
              <a:buChar char="⚫"/>
            </a:pPr>
            <a:r>
              <a:rPr lang="en-US"/>
              <a:t>Presented the Elements of Security Testing.</a:t>
            </a:r>
            <a:endParaRPr/>
          </a:p>
          <a:p>
            <a:pPr marL="365760" lvl="0" indent="-283464" algn="l" rtl="0">
              <a:lnSpc>
                <a:spcPct val="100000"/>
              </a:lnSpc>
              <a:spcBef>
                <a:spcPts val="888"/>
              </a:spcBef>
              <a:spcAft>
                <a:spcPts val="0"/>
              </a:spcAft>
              <a:buSzPts val="2240"/>
              <a:buChar char="⚫"/>
            </a:pPr>
            <a:r>
              <a:rPr lang="en-US"/>
              <a:t>Discussed the Security problems in software and the solution.</a:t>
            </a:r>
            <a:endParaRPr/>
          </a:p>
          <a:p>
            <a:pPr marL="365760" lvl="0" indent="-283464" algn="l" rtl="0">
              <a:lnSpc>
                <a:spcPct val="100000"/>
              </a:lnSpc>
              <a:spcBef>
                <a:spcPts val="888"/>
              </a:spcBef>
              <a:spcAft>
                <a:spcPts val="0"/>
              </a:spcAft>
              <a:buSzPts val="2240"/>
              <a:buChar char="⚫"/>
            </a:pPr>
            <a:r>
              <a:rPr lang="en-US"/>
              <a:t>Discussed how to know the latent errors.</a:t>
            </a:r>
            <a:endParaRPr/>
          </a:p>
          <a:p>
            <a:pPr marL="365760" lvl="0" indent="-141223" algn="l" rtl="0">
              <a:lnSpc>
                <a:spcPct val="100000"/>
              </a:lnSpc>
              <a:spcBef>
                <a:spcPts val="888"/>
              </a:spcBef>
              <a:spcAft>
                <a:spcPts val="0"/>
              </a:spcAft>
              <a:buSzPts val="2240"/>
              <a:buNone/>
            </a:pPr>
            <a:endParaRPr/>
          </a:p>
          <a:p>
            <a:pPr marL="365760" lvl="0" indent="-141223" algn="l" rtl="0">
              <a:lnSpc>
                <a:spcPct val="100000"/>
              </a:lnSpc>
              <a:spcBef>
                <a:spcPts val="888"/>
              </a:spcBef>
              <a:spcAft>
                <a:spcPts val="0"/>
              </a:spcAft>
              <a:buSzPts val="2240"/>
              <a:buNone/>
            </a:pPr>
            <a:endParaRPr/>
          </a:p>
        </p:txBody>
      </p:sp>
      <p:sp>
        <p:nvSpPr>
          <p:cNvPr id="936" name="Google Shape;936;p115"/>
          <p:cNvSpPr txBox="1">
            <a:spLocks noGrp="1"/>
          </p:cNvSpPr>
          <p:nvPr>
            <p:ph type="sldNum" idx="4294967295"/>
          </p:nvPr>
        </p:nvSpPr>
        <p:spPr>
          <a:xfrm>
            <a:off x="8613648" y="4729162"/>
            <a:ext cx="457200" cy="357188"/>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116"/>
          <p:cNvSpPr txBox="1"/>
          <p:nvPr/>
        </p:nvSpPr>
        <p:spPr>
          <a:xfrm>
            <a:off x="1127125" y="209550"/>
            <a:ext cx="7864475" cy="646113"/>
          </a:xfrm>
          <a:prstGeom prst="rect">
            <a:avLst/>
          </a:prstGeom>
          <a:noFill/>
          <a:ln>
            <a:noFill/>
          </a:ln>
        </p:spPr>
        <p:txBody>
          <a:bodyPr spcFirstLastPara="1" wrap="square" lIns="15100" tIns="39300" rIns="15100" bIns="39300" anchor="ctr" anchorCtr="0">
            <a:noAutofit/>
          </a:bodyPr>
          <a:lstStyle/>
          <a:p>
            <a:pPr marL="0" marR="0" lvl="0" indent="0" algn="ctr" rtl="0">
              <a:spcBef>
                <a:spcPts val="0"/>
              </a:spcBef>
              <a:spcAft>
                <a:spcPts val="0"/>
              </a:spcAft>
              <a:buNone/>
            </a:pPr>
            <a:r>
              <a:rPr lang="en-US" sz="3200">
                <a:solidFill>
                  <a:srgbClr val="572314"/>
                </a:solidFill>
                <a:latin typeface="Gill Sans"/>
                <a:ea typeface="Gill Sans"/>
                <a:cs typeface="Gill Sans"/>
                <a:sym typeface="Gill Sans"/>
              </a:rPr>
              <a:t>References </a:t>
            </a:r>
            <a:endParaRPr/>
          </a:p>
        </p:txBody>
      </p:sp>
      <p:sp>
        <p:nvSpPr>
          <p:cNvPr id="942" name="Google Shape;942;p116"/>
          <p:cNvSpPr/>
          <p:nvPr/>
        </p:nvSpPr>
        <p:spPr>
          <a:xfrm>
            <a:off x="1143000" y="1047750"/>
            <a:ext cx="7848600" cy="3397250"/>
          </a:xfrm>
          <a:prstGeom prst="rect">
            <a:avLst/>
          </a:prstGeom>
          <a:noFill/>
          <a:ln>
            <a:noFill/>
          </a:ln>
        </p:spPr>
        <p:txBody>
          <a:bodyPr spcFirstLastPara="1" wrap="square" lIns="102400" tIns="51200" rIns="102400" bIns="51200" anchor="t" anchorCtr="0">
            <a:noAutofit/>
          </a:bodyPr>
          <a:lstStyle/>
          <a:p>
            <a:pPr marL="384015" marR="0" lvl="0" indent="-384015" algn="just" rtl="0">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Rajib Mall, Fundamentals of Software Engineering, (Chapter – 10), Fifth Edition, PHI Learning Pvt. Ltd., 2018.</a:t>
            </a:r>
            <a:endParaRPr/>
          </a:p>
          <a:p>
            <a:pPr marL="384015" marR="0" lvl="0" indent="-384015" algn="just" rtl="0">
              <a:spcBef>
                <a:spcPts val="0"/>
              </a:spcBef>
              <a:spcAft>
                <a:spcPts val="0"/>
              </a:spcAft>
              <a:buClr>
                <a:schemeClr val="dk1"/>
              </a:buClr>
              <a:buSzPts val="2800"/>
              <a:buFont typeface="Gill Sans"/>
              <a:buAutoNum type="arabicPeriod"/>
            </a:pPr>
            <a:r>
              <a:rPr lang="en-US" sz="2800">
                <a:solidFill>
                  <a:schemeClr val="dk1"/>
                </a:solidFill>
                <a:latin typeface="Gill Sans"/>
                <a:ea typeface="Gill Sans"/>
                <a:cs typeface="Gill Sans"/>
                <a:sym typeface="Gill Sans"/>
              </a:rPr>
              <a:t>Naresh Chauhan, Software Testing: Principles and Practices, (Chapter – 7), Second Edition, Oxford University Press,  2016.</a:t>
            </a:r>
            <a:endParaRPr/>
          </a:p>
          <a:p>
            <a:pPr marL="384015" marR="0" lvl="0" indent="-206215" algn="just" rtl="0">
              <a:spcBef>
                <a:spcPts val="0"/>
              </a:spcBef>
              <a:spcAft>
                <a:spcPts val="0"/>
              </a:spcAft>
              <a:buClr>
                <a:schemeClr val="dk1"/>
              </a:buClr>
              <a:buSzPts val="2800"/>
              <a:buFont typeface="Gill Sans"/>
              <a:buNone/>
            </a:pPr>
            <a:endParaRPr sz="2800">
              <a:solidFill>
                <a:schemeClr val="dk1"/>
              </a:solidFill>
              <a:latin typeface="Gill Sans"/>
              <a:ea typeface="Gill Sans"/>
              <a:cs typeface="Gill Sans"/>
              <a:sym typeface="Gill Sans"/>
            </a:endParaRPr>
          </a:p>
          <a:p>
            <a:pPr marL="0" marR="0" lvl="0" indent="0" algn="just" rtl="0">
              <a:spcBef>
                <a:spcPts val="0"/>
              </a:spcBef>
              <a:spcAft>
                <a:spcPts val="0"/>
              </a:spcAft>
              <a:buNone/>
            </a:pPr>
            <a:endParaRPr sz="1800">
              <a:solidFill>
                <a:srgbClr val="000000"/>
              </a:solidFill>
              <a:latin typeface="Gill Sans"/>
              <a:ea typeface="Gill Sans"/>
              <a:cs typeface="Gill Sans"/>
              <a:sym typeface="Gill San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p117"/>
          <p:cNvSpPr txBox="1">
            <a:spLocks noGrp="1"/>
          </p:cNvSpPr>
          <p:nvPr>
            <p:ph type="ctrTitle"/>
          </p:nvPr>
        </p:nvSpPr>
        <p:spPr>
          <a:xfrm>
            <a:off x="2971800" y="1962150"/>
            <a:ext cx="7406640" cy="1124502"/>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562214"/>
              </a:buClr>
              <a:buSzPts val="3600"/>
              <a:buFont typeface="Gill Sans"/>
              <a:buNone/>
            </a:pPr>
            <a:r>
              <a:rPr lang="en-US"/>
              <a:t>THANK YOU</a:t>
            </a:r>
            <a:endParaRPr/>
          </a:p>
        </p:txBody>
      </p:sp>
    </p:spTree>
  </p:cSld>
  <p:clrMapOvr>
    <a:masterClrMapping/>
  </p:clrMapOvr>
</p:sld>
</file>

<file path=ppt/theme/theme1.xml><?xml version="1.0" encoding="utf-8"?>
<a:theme xmlns:a="http://schemas.openxmlformats.org/drawingml/2006/main" name="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Solstice">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Theme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587</TotalTime>
  <Words>4434</Words>
  <Application>Microsoft Office PowerPoint</Application>
  <PresentationFormat>On-screen Show (16:9)</PresentationFormat>
  <Paragraphs>639</Paragraphs>
  <Slides>71</Slides>
  <Notes>58</Notes>
  <HiddenSlides>0</HiddenSlides>
  <MMClips>0</MMClips>
  <ScaleCrop>false</ScaleCrop>
  <HeadingPairs>
    <vt:vector size="6" baseType="variant">
      <vt:variant>
        <vt:lpstr>Fonts Used</vt:lpstr>
      </vt:variant>
      <vt:variant>
        <vt:i4>8</vt:i4>
      </vt:variant>
      <vt:variant>
        <vt:lpstr>Theme</vt:lpstr>
      </vt:variant>
      <vt:variant>
        <vt:i4>9</vt:i4>
      </vt:variant>
      <vt:variant>
        <vt:lpstr>Slide Titles</vt:lpstr>
      </vt:variant>
      <vt:variant>
        <vt:i4>71</vt:i4>
      </vt:variant>
    </vt:vector>
  </HeadingPairs>
  <TitlesOfParts>
    <vt:vector size="88" baseType="lpstr">
      <vt:lpstr>Arial</vt:lpstr>
      <vt:lpstr>Gill Sans</vt:lpstr>
      <vt:lpstr>Times New Roman</vt:lpstr>
      <vt:lpstr>Verdana</vt:lpstr>
      <vt:lpstr>Calibri</vt:lpstr>
      <vt:lpstr>Noto Sans Symbols</vt:lpstr>
      <vt:lpstr>Arial Black</vt:lpstr>
      <vt:lpstr>Elephant</vt:lpstr>
      <vt:lpstr>Solstice</vt:lpstr>
      <vt:lpstr>1_Solstice</vt:lpstr>
      <vt:lpstr>Theme1</vt:lpstr>
      <vt:lpstr>2_Solstice</vt:lpstr>
      <vt:lpstr>3_Solstice</vt:lpstr>
      <vt:lpstr>1_Theme1</vt:lpstr>
      <vt:lpstr>4_Solstice</vt:lpstr>
      <vt:lpstr>5_Solstice</vt:lpstr>
      <vt:lpstr>2_Theme1</vt:lpstr>
      <vt:lpstr>PowerPoint Presentation</vt:lpstr>
      <vt:lpstr>SECURITY TESTING</vt:lpstr>
      <vt:lpstr>PowerPoint Presentation</vt:lpstr>
      <vt:lpstr>PowerPoint Presentation</vt:lpstr>
      <vt:lpstr>PowerPoint Presentation</vt:lpstr>
      <vt:lpstr>PowerPoint Presentation</vt:lpstr>
      <vt:lpstr>Security Testing</vt:lpstr>
      <vt:lpstr>Types of Security Requirements</vt:lpstr>
      <vt:lpstr>Example of Security Concerns</vt:lpstr>
      <vt:lpstr>Security Concerns    cont…</vt:lpstr>
      <vt:lpstr>What is a vulnerability? </vt:lpstr>
      <vt:lpstr>OWASP Top 10 Vulnerabilities  ( Released in 2025 )</vt:lpstr>
      <vt:lpstr>PowerPoint Presentation</vt:lpstr>
      <vt:lpstr>Software Vulnerability</vt:lpstr>
      <vt:lpstr>Software Vulnerability cont…</vt:lpstr>
      <vt:lpstr>PowerPoint Presentation</vt:lpstr>
      <vt:lpstr>How to Perform Security Testing</vt:lpstr>
      <vt:lpstr>Risk Management</vt:lpstr>
      <vt:lpstr>Risk Management     cont…</vt:lpstr>
      <vt:lpstr>Risk Management     cont…</vt:lpstr>
      <vt:lpstr>Elements of Security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Latent Errors: How Many Errors are Still Remaining?</vt:lpstr>
      <vt:lpstr>Error Seeding</vt:lpstr>
      <vt:lpstr>Error Seeding</vt:lpstr>
      <vt:lpstr>Quiz 2</vt:lpstr>
      <vt:lpstr>Quiz 2: Solution</vt:lpstr>
      <vt:lpstr>Challenges in Error Seeding</vt:lpstr>
      <vt:lpstr>Quiz 3</vt:lpstr>
      <vt:lpstr>Summary</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admin</cp:lastModifiedBy>
  <cp:revision>19</cp:revision>
  <dcterms:modified xsi:type="dcterms:W3CDTF">2026-02-13T17:46:46Z</dcterms:modified>
</cp:coreProperties>
</file>