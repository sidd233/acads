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6858000" cx="9144000"/>
  <p:notesSz cx="6858000" cy="9144000"/>
  <p:embeddedFontLst>
    <p:embeddedFont>
      <p:font typeface="Gill Sans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9DD32C-77DF-4FCA-B1A2-BB5107056568}">
  <a:tblStyle styleId="{759DD32C-77DF-4FCA-B1A2-BB5107056568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EF0"/>
          </a:solidFill>
        </a:fill>
      </a:tcStyle>
    </a:wholeTbl>
    <a:band1H>
      <a:tcTxStyle/>
      <a:tcStyle>
        <a:fill>
          <a:solidFill>
            <a:srgbClr val="CCDBE1"/>
          </a:solidFill>
        </a:fill>
      </a:tcStyle>
    </a:band1H>
    <a:band2H>
      <a:tcTxStyle/>
    </a:band2H>
    <a:band1V>
      <a:tcTxStyle/>
      <a:tcStyle>
        <a:fill>
          <a:solidFill>
            <a:srgbClr val="CCDBE1"/>
          </a:solidFill>
        </a:fill>
      </a:tcStyle>
    </a:band1V>
    <a:band2V>
      <a:tcTxStyle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GillSans-bold.fntdata"/><Relationship Id="rId14" Type="http://schemas.openxmlformats.org/officeDocument/2006/relationships/slide" Target="slides/slide8.xml"/><Relationship Id="rId58" Type="http://schemas.openxmlformats.org/officeDocument/2006/relationships/font" Target="fonts/GillSans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4" name="Google Shape;144;p7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3" name="Google Shape;153;p8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2" name="Google Shape;162;p9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1" name="Google Shape;171;p10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0" name="Google Shape;180;p11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9" name="Google Shape;189;p12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9" name="Google Shape;209;p13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4" name="Google Shape;234;p14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6" name="Google Shape;256;p15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4" name="Google Shape;264;p16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5" name="Google Shape;265;p16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3" name="Google Shape;273;p17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4" name="Google Shape;274;p17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84" name="Google Shape;284;p18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5" name="Google Shape;285;p18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6" name="Google Shape;296;p19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7" name="Google Shape;297;p19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1" name="Google Shape;311;p20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2" name="Google Shape;312;p20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29" name="Google Shape;329;p21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0" name="Google Shape;330;p21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71" name="Google Shape;371;p22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2" name="Google Shape;372;p22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88" name="Google Shape;488;p23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89" name="Google Shape;489;p23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97" name="Google Shape;497;p24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98" name="Google Shape;498;p24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06" name="Google Shape;506;p25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07" name="Google Shape;507;p25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15" name="Google Shape;515;p26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16" name="Google Shape;516;p26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24" name="Google Shape;524;p27:notes"/>
          <p:cNvSpPr/>
          <p:nvPr>
            <p:ph idx="2" type="sldImg"/>
          </p:nvPr>
        </p:nvSpPr>
        <p:spPr>
          <a:xfrm>
            <a:off x="1054100" y="303213"/>
            <a:ext cx="4746625" cy="35607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5" name="Google Shape;525;p27:notes"/>
          <p:cNvSpPr txBox="1"/>
          <p:nvPr/>
        </p:nvSpPr>
        <p:spPr>
          <a:xfrm>
            <a:off x="503238" y="4316413"/>
            <a:ext cx="5853112" cy="405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2286000" y="0"/>
            <a:ext cx="762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2" type="body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3" type="body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4" type="body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" name="Google Shape;67;p8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" name="Google Shape;84;p10"/>
          <p:cNvSpPr/>
          <p:nvPr>
            <p:ph idx="2" type="pic"/>
          </p:nvPr>
        </p:nvSpPr>
        <p:spPr>
          <a:xfrm>
            <a:off x="838200" y="1143003"/>
            <a:ext cx="4419600" cy="3514531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5" name="Google Shape;85;p10"/>
          <p:cNvSpPr/>
          <p:nvPr/>
        </p:nvSpPr>
        <p:spPr>
          <a:xfrm rot="-2131329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10"/>
          <p:cNvSpPr/>
          <p:nvPr/>
        </p:nvSpPr>
        <p:spPr>
          <a:xfrm flipH="1" rot="2103354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body"/>
          </p:nvPr>
        </p:nvSpPr>
        <p:spPr>
          <a:xfrm rot="5400000">
            <a:off x="2784348" y="99060"/>
            <a:ext cx="4800600" cy="749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 rot="5400000">
            <a:off x="4846637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 rot="5400000">
            <a:off x="998537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1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type="ctrTitle"/>
          </p:nvPr>
        </p:nvSpPr>
        <p:spPr>
          <a:xfrm>
            <a:off x="685800" y="270456"/>
            <a:ext cx="7772400" cy="18357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Cause-Effect Graphing</a:t>
            </a:r>
            <a:endParaRPr/>
          </a:p>
        </p:txBody>
      </p:sp>
      <p:sp>
        <p:nvSpPr>
          <p:cNvPr id="105" name="Google Shape;105;p13"/>
          <p:cNvSpPr txBox="1"/>
          <p:nvPr>
            <p:ph idx="1" type="subTitle"/>
          </p:nvPr>
        </p:nvSpPr>
        <p:spPr>
          <a:xfrm>
            <a:off x="1607114" y="3374265"/>
            <a:ext cx="5826719" cy="2803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2743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IN" sz="2400">
                <a:solidFill>
                  <a:schemeClr val="dk1"/>
                </a:solidFill>
              </a:rPr>
              <a:t>Dr.  Durga Prasad Mohapatra</a:t>
            </a:r>
            <a:endParaRPr sz="2400">
              <a:solidFill>
                <a:schemeClr val="dk1"/>
              </a:solidFill>
            </a:endParaRPr>
          </a:p>
          <a:p>
            <a:pPr indent="0" lvl="0" marL="2743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IN" sz="2400">
                <a:solidFill>
                  <a:schemeClr val="dk1"/>
                </a:solidFill>
              </a:rPr>
              <a:t>Professor</a:t>
            </a:r>
            <a:endParaRPr/>
          </a:p>
          <a:p>
            <a:pPr indent="0" lvl="0" marL="2743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IN" sz="2400">
                <a:solidFill>
                  <a:schemeClr val="dk1"/>
                </a:solidFill>
              </a:rPr>
              <a:t>Department of CSE</a:t>
            </a:r>
            <a:endParaRPr sz="2400">
              <a:solidFill>
                <a:schemeClr val="dk1"/>
              </a:solidFill>
            </a:endParaRPr>
          </a:p>
          <a:p>
            <a:pPr indent="0" lvl="0" marL="2743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IN" sz="2400">
                <a:solidFill>
                  <a:schemeClr val="dk1"/>
                </a:solidFill>
              </a:rPr>
              <a:t>NIT Rourkela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103030" y="1"/>
            <a:ext cx="8912181" cy="618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Cause-Effect Graphing</a:t>
            </a:r>
            <a:endParaRPr/>
          </a:p>
        </p:txBody>
      </p:sp>
      <p:sp>
        <p:nvSpPr>
          <p:cNvPr id="111" name="Google Shape;111;p14"/>
          <p:cNvSpPr txBox="1"/>
          <p:nvPr>
            <p:ph idx="1" type="body"/>
          </p:nvPr>
        </p:nvSpPr>
        <p:spPr>
          <a:xfrm>
            <a:off x="1030310" y="901523"/>
            <a:ext cx="7740204" cy="6091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Cause-effect graphing, also known as </a:t>
            </a:r>
            <a:r>
              <a:rPr i="1" lang="en-IN" sz="2400"/>
              <a:t>dependency modeling</a:t>
            </a:r>
            <a:r>
              <a:rPr lang="en-IN" sz="2400"/>
              <a:t>, 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focuses on modelling dependency relationships amongst</a:t>
            </a:r>
            <a:endParaRPr/>
          </a:p>
          <a:p>
            <a:pPr indent="-228599" lvl="2" marL="886967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IN" sz="1800"/>
              <a:t>program input conditions, known as </a:t>
            </a:r>
            <a:r>
              <a:rPr i="1" lang="en-IN" sz="1800"/>
              <a:t>causes</a:t>
            </a:r>
            <a:r>
              <a:rPr lang="en-IN" sz="1800"/>
              <a:t>, and </a:t>
            </a:r>
            <a:endParaRPr/>
          </a:p>
          <a:p>
            <a:pPr indent="-228599" lvl="2" marL="886967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IN" sz="1800"/>
              <a:t>output conditions, known as </a:t>
            </a:r>
            <a:r>
              <a:rPr i="1" lang="en-IN" sz="1800"/>
              <a:t>effects</a:t>
            </a:r>
            <a:r>
              <a:rPr lang="en-IN" sz="1800"/>
              <a:t>.</a:t>
            </a:r>
            <a:endParaRPr/>
          </a:p>
          <a:p>
            <a:pPr indent="-114299" lvl="2" marL="886967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The relationship is expressed visually in terms of a cause-effect graph.</a:t>
            </a:r>
            <a:endParaRPr/>
          </a:p>
          <a:p>
            <a:pPr indent="-16154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The graph is a visual representation of a logical relationship amongst inputs and outputs that can be expressed as a Boolean expression.</a:t>
            </a:r>
            <a:endParaRPr/>
          </a:p>
        </p:txBody>
      </p:sp>
      <p:sp>
        <p:nvSpPr>
          <p:cNvPr id="112" name="Google Shape;112;p1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Cause-Effect Graphing (Contd..)</a:t>
            </a:r>
            <a:endParaRPr/>
          </a:p>
        </p:txBody>
      </p:sp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The graph allows selection of various combinations of input values as tests.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The combinatorial explosion in the number of tests is avoided by using certain heuristics during test generation.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257578" y="180304"/>
            <a:ext cx="8718997" cy="463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Cause-Effect Graphing (Contd..)</a:t>
            </a:r>
            <a:endParaRPr/>
          </a:p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1043188" y="1171977"/>
            <a:ext cx="7959143" cy="4997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A cause is any condition in the requirements that may effect the program output.</a:t>
            </a:r>
            <a:endParaRPr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An effect is the response of the program to some combination of input conditions.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For example, it may be</a:t>
            </a:r>
            <a:endParaRPr/>
          </a:p>
          <a:p>
            <a:pPr indent="-228599" lvl="2" marL="886967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IN" sz="1800"/>
              <a:t>An error message displayed on the screen</a:t>
            </a:r>
            <a:endParaRPr/>
          </a:p>
          <a:p>
            <a:pPr indent="-228599" lvl="2" marL="886967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IN" sz="1800"/>
              <a:t>A new window displayed</a:t>
            </a:r>
            <a:endParaRPr/>
          </a:p>
          <a:p>
            <a:pPr indent="-228599" lvl="2" marL="886967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IN" sz="1800"/>
              <a:t>A database updated.</a:t>
            </a:r>
            <a:endParaRPr sz="1800"/>
          </a:p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Cause-Effect Graphing (Contd..)</a:t>
            </a:r>
            <a:endParaRPr/>
          </a:p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An effect need not be an “output” visible to the user of the program.</a:t>
            </a:r>
            <a:endParaRPr/>
          </a:p>
          <a:p>
            <a:pPr indent="-16154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Instead, it could also be an internal </a:t>
            </a:r>
            <a:r>
              <a:rPr i="1" lang="en-IN" sz="2400"/>
              <a:t>test point</a:t>
            </a:r>
            <a:r>
              <a:rPr lang="en-IN" sz="2400"/>
              <a:t> in the program that can be probed during testing to check if some intermediate result is as expected.</a:t>
            </a:r>
            <a:endParaRPr/>
          </a:p>
          <a:p>
            <a:pPr indent="-237744" lvl="1" marL="640080" rtl="0" algn="just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For example, the intermediate test point could be at the entrance into a method to indicate that indeed the method has been invoked.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615770" y="283336"/>
            <a:ext cx="7886700" cy="4250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1010991" y="1120463"/>
            <a:ext cx="7952705" cy="50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Consider the requirement “Dispense food only when the DF switch is ON”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IN" sz="2400"/>
              <a:t>Cause is “DF switch is ON”.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IN" sz="2400"/>
              <a:t>Effect is “Dispense food”.</a:t>
            </a:r>
            <a:endParaRPr/>
          </a:p>
          <a:p>
            <a:pPr indent="-853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This requirement implies a relationship between the “DF switch is ON” and the effect “Dispense food”.</a:t>
            </a:r>
            <a:endParaRPr/>
          </a:p>
          <a:p>
            <a:pPr indent="-14122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Other requirements might require additional causes for the occurrence of the “Dispense food” effect.</a:t>
            </a:r>
            <a:endParaRPr sz="2800"/>
          </a:p>
        </p:txBody>
      </p:sp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1076102" y="105289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and Effect Graphs</a:t>
            </a:r>
            <a:endParaRPr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Testing would be a lot easier: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ts val="2800"/>
              <a:buChar char="◦"/>
            </a:pPr>
            <a:r>
              <a:rPr lang="en-IN"/>
              <a:t>if we could automatically generate test cases from requirements.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988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Work done at IBM: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988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ts val="2800"/>
              <a:buChar char="◦"/>
            </a:pPr>
            <a:r>
              <a:rPr lang="en-IN">
                <a:solidFill>
                  <a:srgbClr val="0000CC"/>
                </a:solidFill>
              </a:rPr>
              <a:t>Can requirements specifications be systematically used to design functional test cases?</a:t>
            </a:r>
            <a:endParaRPr/>
          </a:p>
        </p:txBody>
      </p:sp>
      <p:sp>
        <p:nvSpPr>
          <p:cNvPr id="149" name="Google Shape;149;p1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998828" y="0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and Effect Graphs</a:t>
            </a:r>
            <a:endParaRPr/>
          </a:p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Examine the requirements: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ts val="3200"/>
              <a:buChar char="◦"/>
            </a:pPr>
            <a:r>
              <a:rPr lang="en-IN" sz="3200"/>
              <a:t>restate them as logical relation between inputs and outputs.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ts val="3200"/>
              <a:buChar char="◦"/>
            </a:pPr>
            <a:r>
              <a:rPr lang="en-IN" sz="3200"/>
              <a:t>The result is a Boolean graph representing  the relationships </a:t>
            </a:r>
            <a:endParaRPr/>
          </a:p>
          <a:p>
            <a:pPr indent="-228600" lvl="2" marL="886967" rtl="0" algn="l">
              <a:lnSpc>
                <a:spcPct val="100000"/>
              </a:lnSpc>
              <a:spcBef>
                <a:spcPts val="613"/>
              </a:spcBef>
              <a:spcAft>
                <a:spcPts val="0"/>
              </a:spcAft>
              <a:buSzPts val="2800"/>
              <a:buChar char="●"/>
            </a:pPr>
            <a:r>
              <a:rPr lang="en-IN" sz="2800"/>
              <a:t>called a </a:t>
            </a:r>
            <a:r>
              <a:rPr lang="en-IN" sz="2800">
                <a:solidFill>
                  <a:srgbClr val="0000CC"/>
                </a:solidFill>
              </a:rPr>
              <a:t>cause-effect graph.</a:t>
            </a:r>
            <a:endParaRPr/>
          </a:p>
        </p:txBody>
      </p:sp>
      <p:sp>
        <p:nvSpPr>
          <p:cNvPr id="158" name="Google Shape;158;p2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076108" y="182563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and Effect Graphs</a:t>
            </a:r>
            <a:endParaRPr/>
          </a:p>
        </p:txBody>
      </p:sp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⚫"/>
            </a:pPr>
            <a:r>
              <a:rPr lang="en-IN" sz="4000"/>
              <a:t>Convert the graph to a decision table: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88"/>
              </a:spcBef>
              <a:spcAft>
                <a:spcPts val="0"/>
              </a:spcAft>
              <a:buSzPts val="3600"/>
              <a:buChar char="◦"/>
            </a:pPr>
            <a:r>
              <a:rPr lang="en-IN" sz="3600"/>
              <a:t>each column of the decision table corresponds to a test case for functional testing.</a:t>
            </a:r>
            <a:endParaRPr/>
          </a:p>
        </p:txBody>
      </p:sp>
      <p:sp>
        <p:nvSpPr>
          <p:cNvPr id="167" name="Google Shape;167;p2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1140503" y="314325"/>
            <a:ext cx="7769225" cy="140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Steps to create cause-effect graph</a:t>
            </a:r>
            <a:endParaRPr/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Study the functional requirements.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788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Mark and number all causes and effects.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788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Numbered causes and effects: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ts val="3200"/>
              <a:buChar char="◦"/>
            </a:pPr>
            <a:r>
              <a:rPr lang="en-IN" sz="3200"/>
              <a:t>become nodes of the graph.</a:t>
            </a:r>
            <a:endParaRPr/>
          </a:p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1140503" y="314325"/>
            <a:ext cx="7769225" cy="140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Steps to create cause-effect graph</a:t>
            </a:r>
            <a:endParaRPr/>
          </a:p>
        </p:txBody>
      </p:sp>
      <p:sp>
        <p:nvSpPr>
          <p:cNvPr id="184" name="Google Shape;184;p2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⚫"/>
            </a:pPr>
            <a:r>
              <a:rPr lang="en-IN" sz="4000"/>
              <a:t>Draw causes on the  LHS</a:t>
            </a:r>
            <a:endParaRPr/>
          </a:p>
          <a:p>
            <a:pPr indent="-283464" lvl="0" marL="365760" rtl="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3200"/>
              <a:buChar char="⚫"/>
            </a:pPr>
            <a:r>
              <a:rPr lang="en-IN" sz="4000"/>
              <a:t>Draw effects on the RHS</a:t>
            </a:r>
            <a:endParaRPr/>
          </a:p>
          <a:p>
            <a:pPr indent="-283464" lvl="0" marL="365760" rtl="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3200"/>
              <a:buChar char="⚫"/>
            </a:pPr>
            <a:r>
              <a:rPr lang="en-IN" sz="4000"/>
              <a:t>Draw logical relationship between causes and effects </a:t>
            </a:r>
            <a:endParaRPr/>
          </a:p>
          <a:p>
            <a:pPr indent="-237744" lvl="1" marL="640080" rtl="0" algn="l">
              <a:lnSpc>
                <a:spcPct val="90000"/>
              </a:lnSpc>
              <a:spcBef>
                <a:spcPts val="163"/>
              </a:spcBef>
              <a:spcAft>
                <a:spcPts val="0"/>
              </a:spcAft>
              <a:buSzPts val="3600"/>
              <a:buChar char="◦"/>
            </a:pPr>
            <a:r>
              <a:rPr lang="en-IN" sz="3600"/>
              <a:t>as edges in the graph.</a:t>
            </a:r>
            <a:endParaRPr/>
          </a:p>
          <a:p>
            <a:pPr indent="-283464" lvl="0" marL="365760" rtl="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3200"/>
              <a:buChar char="⚫"/>
            </a:pPr>
            <a:r>
              <a:rPr lang="en-IN" sz="4000"/>
              <a:t>Extra nodes can be added </a:t>
            </a:r>
            <a:endParaRPr/>
          </a:p>
          <a:p>
            <a:pPr indent="-237744" lvl="1" marL="640080" rtl="0" algn="l">
              <a:lnSpc>
                <a:spcPct val="90000"/>
              </a:lnSpc>
              <a:spcBef>
                <a:spcPts val="163"/>
              </a:spcBef>
              <a:spcAft>
                <a:spcPts val="0"/>
              </a:spcAft>
              <a:buSzPts val="3600"/>
              <a:buChar char="◦"/>
            </a:pPr>
            <a:r>
              <a:rPr lang="en-IN" sz="3600"/>
              <a:t>to simplify the graph</a:t>
            </a:r>
            <a:endParaRPr/>
          </a:p>
        </p:txBody>
      </p:sp>
      <p:sp>
        <p:nvSpPr>
          <p:cNvPr id="185" name="Google Shape;185;p2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>
            <p:ph type="title"/>
          </p:nvPr>
        </p:nvSpPr>
        <p:spPr>
          <a:xfrm>
            <a:off x="1088987" y="182563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Drawing Cause-Effect Graphs</a:t>
            </a:r>
            <a:endParaRPr/>
          </a:p>
        </p:txBody>
      </p:sp>
      <p:sp>
        <p:nvSpPr>
          <p:cNvPr id="193" name="Google Shape;193;p2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1905000" y="1676400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4038600" y="1676400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/>
          </a:p>
        </p:txBody>
      </p:sp>
      <p:cxnSp>
        <p:nvCxnSpPr>
          <p:cNvPr id="196" name="Google Shape;196;p24"/>
          <p:cNvCxnSpPr/>
          <p:nvPr/>
        </p:nvCxnSpPr>
        <p:spPr>
          <a:xfrm>
            <a:off x="2590800" y="1981200"/>
            <a:ext cx="1447800" cy="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4"/>
          <p:cNvSpPr txBox="1"/>
          <p:nvPr/>
        </p:nvSpPr>
        <p:spPr>
          <a:xfrm>
            <a:off x="2286000" y="2362200"/>
            <a:ext cx="30448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A then B</a:t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>
            <a:off x="1981200" y="3382963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199" name="Google Shape;199;p24"/>
          <p:cNvSpPr/>
          <p:nvPr/>
        </p:nvSpPr>
        <p:spPr>
          <a:xfrm>
            <a:off x="4114800" y="3733800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endParaRPr b="1" sz="3200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00" name="Google Shape;200;p24"/>
          <p:cNvCxnSpPr/>
          <p:nvPr/>
        </p:nvCxnSpPr>
        <p:spPr>
          <a:xfrm>
            <a:off x="2667000" y="3687763"/>
            <a:ext cx="1447800" cy="350837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4"/>
          <p:cNvSpPr txBox="1"/>
          <p:nvPr/>
        </p:nvSpPr>
        <p:spPr>
          <a:xfrm>
            <a:off x="1752600" y="4906963"/>
            <a:ext cx="39592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(A and B)then C</a:t>
            </a:r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1981200" y="4191000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 b="1" sz="3200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03" name="Google Shape;203;p24"/>
          <p:cNvCxnSpPr/>
          <p:nvPr/>
        </p:nvCxnSpPr>
        <p:spPr>
          <a:xfrm flipH="1" rot="10800000">
            <a:off x="2667000" y="4114800"/>
            <a:ext cx="1447800" cy="3810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4"/>
          <p:cNvCxnSpPr/>
          <p:nvPr/>
        </p:nvCxnSpPr>
        <p:spPr>
          <a:xfrm flipH="1" rot="10800000">
            <a:off x="2819400" y="38862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4"/>
          <p:cNvCxnSpPr/>
          <p:nvPr/>
        </p:nvCxnSpPr>
        <p:spPr>
          <a:xfrm rot="10800000">
            <a:off x="2895600" y="38862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1114745" y="182563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Drawing Cause-Effect Graphs</a:t>
            </a:r>
            <a:endParaRPr/>
          </a:p>
        </p:txBody>
      </p:sp>
      <p:sp>
        <p:nvSpPr>
          <p:cNvPr id="213" name="Google Shape;213;p2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1981200" y="1676400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4114800" y="2027238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endParaRPr b="1" sz="3200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16" name="Google Shape;216;p25"/>
          <p:cNvCxnSpPr/>
          <p:nvPr/>
        </p:nvCxnSpPr>
        <p:spPr>
          <a:xfrm>
            <a:off x="2667000" y="1981200"/>
            <a:ext cx="1447800" cy="350838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25"/>
          <p:cNvSpPr txBox="1"/>
          <p:nvPr/>
        </p:nvSpPr>
        <p:spPr>
          <a:xfrm>
            <a:off x="1752600" y="3200400"/>
            <a:ext cx="39592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(A or B)then C</a:t>
            </a:r>
            <a:endParaRPr/>
          </a:p>
        </p:txBody>
      </p:sp>
      <p:sp>
        <p:nvSpPr>
          <p:cNvPr id="218" name="Google Shape;218;p25"/>
          <p:cNvSpPr/>
          <p:nvPr/>
        </p:nvSpPr>
        <p:spPr>
          <a:xfrm>
            <a:off x="1981200" y="2484438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 b="1" sz="3200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19" name="Google Shape;219;p25"/>
          <p:cNvCxnSpPr/>
          <p:nvPr/>
        </p:nvCxnSpPr>
        <p:spPr>
          <a:xfrm flipH="1" rot="10800000">
            <a:off x="2667000" y="2408238"/>
            <a:ext cx="1447800" cy="3810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5"/>
          <p:cNvCxnSpPr/>
          <p:nvPr/>
        </p:nvCxnSpPr>
        <p:spPr>
          <a:xfrm rot="10800000">
            <a:off x="2819400" y="2209800"/>
            <a:ext cx="76200" cy="3048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5"/>
          <p:cNvCxnSpPr/>
          <p:nvPr/>
        </p:nvCxnSpPr>
        <p:spPr>
          <a:xfrm flipH="1" rot="10800000">
            <a:off x="2895600" y="2239963"/>
            <a:ext cx="152400" cy="274637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5"/>
          <p:cNvSpPr/>
          <p:nvPr/>
        </p:nvSpPr>
        <p:spPr>
          <a:xfrm>
            <a:off x="2133600" y="3840163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223" name="Google Shape;223;p25"/>
          <p:cNvSpPr/>
          <p:nvPr/>
        </p:nvSpPr>
        <p:spPr>
          <a:xfrm>
            <a:off x="4267200" y="4191000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endParaRPr b="1" sz="3200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24" name="Google Shape;224;p25"/>
          <p:cNvCxnSpPr/>
          <p:nvPr/>
        </p:nvCxnSpPr>
        <p:spPr>
          <a:xfrm>
            <a:off x="2819400" y="4144963"/>
            <a:ext cx="1447800" cy="350837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5"/>
          <p:cNvSpPr txBox="1"/>
          <p:nvPr/>
        </p:nvSpPr>
        <p:spPr>
          <a:xfrm>
            <a:off x="1905000" y="5364163"/>
            <a:ext cx="44164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(not(A and B))then C</a:t>
            </a:r>
            <a:endParaRPr/>
          </a:p>
        </p:txBody>
      </p:sp>
      <p:sp>
        <p:nvSpPr>
          <p:cNvPr id="226" name="Google Shape;226;p25"/>
          <p:cNvSpPr/>
          <p:nvPr/>
        </p:nvSpPr>
        <p:spPr>
          <a:xfrm>
            <a:off x="2133600" y="4648200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 b="1" sz="3200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27" name="Google Shape;227;p25"/>
          <p:cNvCxnSpPr/>
          <p:nvPr/>
        </p:nvCxnSpPr>
        <p:spPr>
          <a:xfrm flipH="1" rot="10800000">
            <a:off x="2819400" y="4572000"/>
            <a:ext cx="1447800" cy="3810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5"/>
          <p:cNvCxnSpPr/>
          <p:nvPr/>
        </p:nvCxnSpPr>
        <p:spPr>
          <a:xfrm flipH="1" rot="10800000">
            <a:off x="2971800" y="44196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5"/>
          <p:cNvCxnSpPr/>
          <p:nvPr/>
        </p:nvCxnSpPr>
        <p:spPr>
          <a:xfrm rot="10800000">
            <a:off x="3048000" y="44196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25"/>
          <p:cNvSpPr/>
          <p:nvPr/>
        </p:nvSpPr>
        <p:spPr>
          <a:xfrm>
            <a:off x="2895600" y="4495800"/>
            <a:ext cx="301625" cy="73025"/>
          </a:xfrm>
          <a:custGeom>
            <a:rect b="b" l="l" r="r" t="t"/>
            <a:pathLst>
              <a:path extrusionOk="0" h="209" w="844">
                <a:moveTo>
                  <a:pt x="0" y="208"/>
                </a:moveTo>
                <a:cubicBezTo>
                  <a:pt x="70" y="104"/>
                  <a:pt x="140" y="0"/>
                  <a:pt x="211" y="0"/>
                </a:cubicBezTo>
                <a:cubicBezTo>
                  <a:pt x="281" y="0"/>
                  <a:pt x="316" y="208"/>
                  <a:pt x="421" y="208"/>
                </a:cubicBezTo>
                <a:cubicBezTo>
                  <a:pt x="527" y="208"/>
                  <a:pt x="685" y="104"/>
                  <a:pt x="843" y="0"/>
                </a:cubicBezTo>
              </a:path>
            </a:pathLst>
          </a:custGeom>
          <a:noFill/>
          <a:ln cap="flat" cmpd="sng" w="28425">
            <a:solidFill>
              <a:srgbClr val="336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1153382" y="182563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Drawing Cause-Effect Graphs</a:t>
            </a:r>
            <a:endParaRPr/>
          </a:p>
        </p:txBody>
      </p:sp>
      <p:sp>
        <p:nvSpPr>
          <p:cNvPr id="238" name="Google Shape;238;p2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1981200" y="1676400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240" name="Google Shape;240;p26"/>
          <p:cNvSpPr/>
          <p:nvPr/>
        </p:nvSpPr>
        <p:spPr>
          <a:xfrm>
            <a:off x="4114800" y="2027238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endParaRPr b="1" sz="3200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41" name="Google Shape;241;p26"/>
          <p:cNvCxnSpPr/>
          <p:nvPr/>
        </p:nvCxnSpPr>
        <p:spPr>
          <a:xfrm>
            <a:off x="2667000" y="1981200"/>
            <a:ext cx="1447800" cy="350838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6"/>
          <p:cNvSpPr txBox="1"/>
          <p:nvPr/>
        </p:nvSpPr>
        <p:spPr>
          <a:xfrm>
            <a:off x="1752600" y="3200400"/>
            <a:ext cx="44164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(not (A or B))then C</a:t>
            </a:r>
            <a:endParaRPr/>
          </a:p>
        </p:txBody>
      </p:sp>
      <p:sp>
        <p:nvSpPr>
          <p:cNvPr id="243" name="Google Shape;243;p26"/>
          <p:cNvSpPr/>
          <p:nvPr/>
        </p:nvSpPr>
        <p:spPr>
          <a:xfrm>
            <a:off x="1981200" y="2484438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 b="1" sz="3200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44" name="Google Shape;244;p26"/>
          <p:cNvCxnSpPr/>
          <p:nvPr/>
        </p:nvCxnSpPr>
        <p:spPr>
          <a:xfrm flipH="1" rot="10800000">
            <a:off x="2667000" y="2408238"/>
            <a:ext cx="1447800" cy="3810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6"/>
          <p:cNvCxnSpPr/>
          <p:nvPr/>
        </p:nvCxnSpPr>
        <p:spPr>
          <a:xfrm rot="10800000">
            <a:off x="2895600" y="22860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6"/>
          <p:cNvCxnSpPr/>
          <p:nvPr/>
        </p:nvCxnSpPr>
        <p:spPr>
          <a:xfrm flipH="1" rot="10800000">
            <a:off x="2971800" y="2316163"/>
            <a:ext cx="76200" cy="198437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6"/>
          <p:cNvSpPr/>
          <p:nvPr/>
        </p:nvSpPr>
        <p:spPr>
          <a:xfrm>
            <a:off x="2819400" y="2362200"/>
            <a:ext cx="301625" cy="73025"/>
          </a:xfrm>
          <a:custGeom>
            <a:rect b="b" l="l" r="r" t="t"/>
            <a:pathLst>
              <a:path extrusionOk="0" h="208" w="843">
                <a:moveTo>
                  <a:pt x="0" y="207"/>
                </a:moveTo>
                <a:cubicBezTo>
                  <a:pt x="69" y="103"/>
                  <a:pt x="139" y="0"/>
                  <a:pt x="210" y="0"/>
                </a:cubicBezTo>
                <a:cubicBezTo>
                  <a:pt x="279" y="0"/>
                  <a:pt x="315" y="207"/>
                  <a:pt x="420" y="207"/>
                </a:cubicBezTo>
                <a:cubicBezTo>
                  <a:pt x="525" y="207"/>
                  <a:pt x="684" y="103"/>
                  <a:pt x="842" y="0"/>
                </a:cubicBezTo>
              </a:path>
            </a:pathLst>
          </a:custGeom>
          <a:noFill/>
          <a:ln cap="flat" cmpd="sng" w="28425">
            <a:solidFill>
              <a:srgbClr val="336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1905000" y="4038600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249" name="Google Shape;249;p26"/>
          <p:cNvSpPr/>
          <p:nvPr/>
        </p:nvSpPr>
        <p:spPr>
          <a:xfrm>
            <a:off x="4038600" y="4038600"/>
            <a:ext cx="682625" cy="606425"/>
          </a:xfrm>
          <a:prstGeom prst="ellipse">
            <a:avLst/>
          </a:prstGeom>
          <a:solidFill>
            <a:srgbClr val="8BAE6C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/>
          </a:p>
        </p:txBody>
      </p:sp>
      <p:cxnSp>
        <p:nvCxnSpPr>
          <p:cNvPr id="250" name="Google Shape;250;p26"/>
          <p:cNvCxnSpPr/>
          <p:nvPr/>
        </p:nvCxnSpPr>
        <p:spPr>
          <a:xfrm>
            <a:off x="2590800" y="4343400"/>
            <a:ext cx="1447800" cy="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26"/>
          <p:cNvSpPr txBox="1"/>
          <p:nvPr/>
        </p:nvSpPr>
        <p:spPr>
          <a:xfrm>
            <a:off x="1828800" y="4724400"/>
            <a:ext cx="33496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(not A) then B</a:t>
            </a:r>
            <a:endParaRPr/>
          </a:p>
        </p:txBody>
      </p:sp>
      <p:sp>
        <p:nvSpPr>
          <p:cNvPr id="252" name="Google Shape;252;p26"/>
          <p:cNvSpPr/>
          <p:nvPr/>
        </p:nvSpPr>
        <p:spPr>
          <a:xfrm>
            <a:off x="2971800" y="4191000"/>
            <a:ext cx="301625" cy="300038"/>
          </a:xfrm>
          <a:custGeom>
            <a:rect b="b" l="l" r="r" t="t"/>
            <a:pathLst>
              <a:path extrusionOk="0" h="839" w="843">
                <a:moveTo>
                  <a:pt x="0" y="838"/>
                </a:moveTo>
                <a:cubicBezTo>
                  <a:pt x="70" y="418"/>
                  <a:pt x="140" y="0"/>
                  <a:pt x="210" y="0"/>
                </a:cubicBezTo>
                <a:cubicBezTo>
                  <a:pt x="280" y="0"/>
                  <a:pt x="316" y="838"/>
                  <a:pt x="420" y="838"/>
                </a:cubicBezTo>
                <a:cubicBezTo>
                  <a:pt x="526" y="838"/>
                  <a:pt x="684" y="418"/>
                  <a:pt x="842" y="0"/>
                </a:cubicBezTo>
              </a:path>
            </a:pathLst>
          </a:custGeom>
          <a:noFill/>
          <a:ln cap="flat" cmpd="sng" w="28425">
            <a:solidFill>
              <a:srgbClr val="336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/>
          <p:nvPr>
            <p:ph type="title"/>
          </p:nvPr>
        </p:nvSpPr>
        <p:spPr>
          <a:xfrm>
            <a:off x="1127624" y="182563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graph- Example</a:t>
            </a:r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968375" y="1563978"/>
            <a:ext cx="8175625" cy="430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A water level monitoring system</a:t>
            </a:r>
            <a:endParaRPr/>
          </a:p>
          <a:p>
            <a:pPr indent="-237744" lvl="1" marL="640080" rtl="0" algn="l">
              <a:lnSpc>
                <a:spcPct val="68000"/>
              </a:lnSpc>
              <a:spcBef>
                <a:spcPts val="388"/>
              </a:spcBef>
              <a:spcAft>
                <a:spcPts val="0"/>
              </a:spcAft>
              <a:buSzPts val="3200"/>
              <a:buChar char="◦"/>
            </a:pPr>
            <a:r>
              <a:rPr lang="en-IN" sz="3200"/>
              <a:t>used by an agency involved in flood control.</a:t>
            </a:r>
            <a:endParaRPr/>
          </a:p>
          <a:p>
            <a:pPr indent="-34544" lvl="1" marL="640080" rtl="0" algn="l">
              <a:lnSpc>
                <a:spcPct val="68000"/>
              </a:lnSpc>
              <a:spcBef>
                <a:spcPts val="388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  <a:p>
            <a:pPr indent="-34544" lvl="1" marL="640080" rtl="0" algn="l">
              <a:lnSpc>
                <a:spcPct val="68000"/>
              </a:lnSpc>
              <a:spcBef>
                <a:spcPts val="388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  <a:p>
            <a:pPr indent="-237744" lvl="1" marL="640080" rtl="0" algn="l">
              <a:lnSpc>
                <a:spcPct val="68000"/>
              </a:lnSpc>
              <a:spcBef>
                <a:spcPts val="388"/>
              </a:spcBef>
              <a:spcAft>
                <a:spcPts val="0"/>
              </a:spcAft>
              <a:buSzPts val="3200"/>
              <a:buChar char="◦"/>
            </a:pPr>
            <a:r>
              <a:rPr lang="en-IN" sz="3200">
                <a:solidFill>
                  <a:srgbClr val="0000CC"/>
                </a:solidFill>
              </a:rPr>
              <a:t>Input:</a:t>
            </a:r>
            <a:r>
              <a:rPr lang="en-IN" sz="3200"/>
              <a:t> level(a,b)</a:t>
            </a:r>
            <a:endParaRPr/>
          </a:p>
          <a:p>
            <a:pPr indent="-228600" lvl="2" marL="886967" rtl="0" algn="l">
              <a:lnSpc>
                <a:spcPct val="68000"/>
              </a:lnSpc>
              <a:spcBef>
                <a:spcPts val="350"/>
              </a:spcBef>
              <a:spcAft>
                <a:spcPts val="0"/>
              </a:spcAft>
              <a:buSzPts val="2800"/>
              <a:buChar char="●"/>
            </a:pPr>
            <a:r>
              <a:rPr lang="en-IN" sz="2800"/>
              <a:t>a is the height of water  in dam in meters</a:t>
            </a:r>
            <a:endParaRPr/>
          </a:p>
          <a:p>
            <a:pPr indent="-228600" lvl="2" marL="886967" rtl="0" algn="l">
              <a:lnSpc>
                <a:spcPct val="68000"/>
              </a:lnSpc>
              <a:spcBef>
                <a:spcPts val="350"/>
              </a:spcBef>
              <a:spcAft>
                <a:spcPts val="0"/>
              </a:spcAft>
              <a:buSzPts val="2800"/>
              <a:buChar char="●"/>
            </a:pPr>
            <a:r>
              <a:rPr lang="en-IN" sz="2800"/>
              <a:t>b is the rainfall in the last 24 hours in cms</a:t>
            </a:r>
            <a:endParaRPr sz="2800"/>
          </a:p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>
            <p:ph type="title"/>
          </p:nvPr>
        </p:nvSpPr>
        <p:spPr>
          <a:xfrm>
            <a:off x="1050350" y="182563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graph- Example</a:t>
            </a:r>
            <a:endParaRPr/>
          </a:p>
        </p:txBody>
      </p:sp>
      <p:sp>
        <p:nvSpPr>
          <p:cNvPr id="269" name="Google Shape;269;p28"/>
          <p:cNvSpPr txBox="1"/>
          <p:nvPr>
            <p:ph idx="1" type="body"/>
          </p:nvPr>
        </p:nvSpPr>
        <p:spPr>
          <a:xfrm>
            <a:off x="971644" y="1600200"/>
            <a:ext cx="8175625" cy="416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 lnSpcReduction="1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Processing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◦"/>
            </a:pPr>
            <a:r>
              <a:rPr lang="en-IN" sz="3200"/>
              <a:t>The function calculates whether the level is safe, too high, or too low.</a:t>
            </a:r>
            <a:endParaRPr/>
          </a:p>
          <a:p>
            <a:pPr indent="-34544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Output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◦"/>
            </a:pPr>
            <a:r>
              <a:rPr lang="en-IN" sz="3200"/>
              <a:t>message on screen</a:t>
            </a:r>
            <a:endParaRPr/>
          </a:p>
          <a:p>
            <a:pPr indent="-228600" lvl="2" marL="88696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/>
              <a:t>level=safe</a:t>
            </a:r>
            <a:endParaRPr/>
          </a:p>
          <a:p>
            <a:pPr indent="-228600" lvl="2" marL="88696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/>
              <a:t>level=high</a:t>
            </a:r>
            <a:endParaRPr/>
          </a:p>
          <a:p>
            <a:pPr indent="-228600" lvl="2" marL="88696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/>
              <a:t>invalid syntax</a:t>
            </a:r>
            <a:endParaRPr/>
          </a:p>
        </p:txBody>
      </p:sp>
      <p:sp>
        <p:nvSpPr>
          <p:cNvPr id="270" name="Google Shape;270;p2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type="title"/>
          </p:nvPr>
        </p:nvSpPr>
        <p:spPr>
          <a:xfrm>
            <a:off x="973076" y="182563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graph- Example</a:t>
            </a:r>
            <a:endParaRPr/>
          </a:p>
        </p:txBody>
      </p:sp>
      <p:sp>
        <p:nvSpPr>
          <p:cNvPr id="278" name="Google Shape;278;p29"/>
          <p:cNvSpPr txBox="1"/>
          <p:nvPr>
            <p:ph idx="1" type="body"/>
          </p:nvPr>
        </p:nvSpPr>
        <p:spPr>
          <a:xfrm>
            <a:off x="1435608" y="1473557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We can separate the requirements into 5 causes: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788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3600"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ts val="3200"/>
              <a:buChar char="◦"/>
            </a:pPr>
            <a:r>
              <a:rPr lang="en-IN" sz="3200"/>
              <a:t>first five letters of the command is “level”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ts val="3200"/>
              <a:buChar char="◦"/>
            </a:pPr>
            <a:r>
              <a:rPr lang="en-IN" sz="3200"/>
              <a:t>command contains exactly two parameters </a:t>
            </a:r>
            <a:endParaRPr/>
          </a:p>
          <a:p>
            <a:pPr indent="-228600" lvl="2" marL="886967" rtl="0" algn="l">
              <a:lnSpc>
                <a:spcPct val="100000"/>
              </a:lnSpc>
              <a:spcBef>
                <a:spcPts val="613"/>
              </a:spcBef>
              <a:spcAft>
                <a:spcPts val="0"/>
              </a:spcAft>
              <a:buSzPts val="2800"/>
              <a:buChar char="●"/>
            </a:pPr>
            <a:r>
              <a:rPr lang="en-IN" sz="2800"/>
              <a:t>separated by comma and enclosed in parentheses</a:t>
            </a:r>
            <a:endParaRPr/>
          </a:p>
        </p:txBody>
      </p:sp>
      <p:sp>
        <p:nvSpPr>
          <p:cNvPr id="279" name="Google Shape;279;p2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/>
          <p:nvPr/>
        </p:nvSpPr>
        <p:spPr>
          <a:xfrm>
            <a:off x="1199886" y="3378994"/>
            <a:ext cx="223838" cy="398462"/>
          </a:xfrm>
          <a:custGeom>
            <a:rect b="b" l="l" r="r" t="t"/>
            <a:pathLst>
              <a:path extrusionOk="0" h="1112" w="627">
                <a:moveTo>
                  <a:pt x="313" y="0"/>
                </a:moveTo>
                <a:lnTo>
                  <a:pt x="381" y="0"/>
                </a:lnTo>
                <a:lnTo>
                  <a:pt x="388" y="11"/>
                </a:lnTo>
                <a:lnTo>
                  <a:pt x="388" y="1036"/>
                </a:lnTo>
                <a:lnTo>
                  <a:pt x="611" y="1036"/>
                </a:lnTo>
                <a:lnTo>
                  <a:pt x="626" y="1048"/>
                </a:lnTo>
                <a:lnTo>
                  <a:pt x="626" y="1102"/>
                </a:lnTo>
                <a:lnTo>
                  <a:pt x="611" y="1111"/>
                </a:lnTo>
                <a:lnTo>
                  <a:pt x="14" y="1111"/>
                </a:lnTo>
                <a:lnTo>
                  <a:pt x="0" y="1102"/>
                </a:lnTo>
                <a:lnTo>
                  <a:pt x="0" y="1048"/>
                </a:lnTo>
                <a:lnTo>
                  <a:pt x="14" y="1036"/>
                </a:lnTo>
                <a:lnTo>
                  <a:pt x="223" y="1036"/>
                </a:lnTo>
                <a:lnTo>
                  <a:pt x="223" y="206"/>
                </a:lnTo>
                <a:lnTo>
                  <a:pt x="89" y="206"/>
                </a:lnTo>
                <a:lnTo>
                  <a:pt x="82" y="199"/>
                </a:lnTo>
                <a:lnTo>
                  <a:pt x="82" y="142"/>
                </a:lnTo>
                <a:lnTo>
                  <a:pt x="89" y="131"/>
                </a:lnTo>
                <a:lnTo>
                  <a:pt x="223" y="131"/>
                </a:lnTo>
                <a:lnTo>
                  <a:pt x="223" y="74"/>
                </a:lnTo>
                <a:lnTo>
                  <a:pt x="238" y="65"/>
                </a:lnTo>
                <a:lnTo>
                  <a:pt x="306" y="65"/>
                </a:lnTo>
                <a:lnTo>
                  <a:pt x="306" y="11"/>
                </a:lnTo>
                <a:lnTo>
                  <a:pt x="313" y="0"/>
                </a:lnTo>
              </a:path>
            </a:pathLst>
          </a:custGeom>
          <a:solidFill>
            <a:srgbClr val="0000CC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1199886" y="4047332"/>
            <a:ext cx="223838" cy="398462"/>
          </a:xfrm>
          <a:custGeom>
            <a:rect b="b" l="l" r="r" t="t"/>
            <a:pathLst>
              <a:path extrusionOk="0" h="1112" w="627">
                <a:moveTo>
                  <a:pt x="187" y="0"/>
                </a:moveTo>
                <a:lnTo>
                  <a:pt x="368" y="0"/>
                </a:lnTo>
                <a:lnTo>
                  <a:pt x="374" y="9"/>
                </a:lnTo>
                <a:lnTo>
                  <a:pt x="374" y="63"/>
                </a:lnTo>
                <a:lnTo>
                  <a:pt x="494" y="63"/>
                </a:lnTo>
                <a:lnTo>
                  <a:pt x="500" y="74"/>
                </a:lnTo>
                <a:lnTo>
                  <a:pt x="500" y="131"/>
                </a:lnTo>
                <a:lnTo>
                  <a:pt x="554" y="131"/>
                </a:lnTo>
                <a:lnTo>
                  <a:pt x="566" y="140"/>
                </a:lnTo>
                <a:lnTo>
                  <a:pt x="566" y="453"/>
                </a:lnTo>
                <a:lnTo>
                  <a:pt x="554" y="461"/>
                </a:lnTo>
                <a:lnTo>
                  <a:pt x="500" y="461"/>
                </a:lnTo>
                <a:lnTo>
                  <a:pt x="500" y="584"/>
                </a:lnTo>
                <a:lnTo>
                  <a:pt x="494" y="592"/>
                </a:lnTo>
                <a:lnTo>
                  <a:pt x="439" y="592"/>
                </a:lnTo>
                <a:lnTo>
                  <a:pt x="439" y="648"/>
                </a:lnTo>
                <a:lnTo>
                  <a:pt x="427" y="658"/>
                </a:lnTo>
                <a:lnTo>
                  <a:pt x="374" y="658"/>
                </a:lnTo>
                <a:lnTo>
                  <a:pt x="374" y="780"/>
                </a:lnTo>
                <a:lnTo>
                  <a:pt x="368" y="790"/>
                </a:lnTo>
                <a:lnTo>
                  <a:pt x="313" y="790"/>
                </a:lnTo>
                <a:lnTo>
                  <a:pt x="313" y="847"/>
                </a:lnTo>
                <a:lnTo>
                  <a:pt x="307" y="856"/>
                </a:lnTo>
                <a:lnTo>
                  <a:pt x="252" y="856"/>
                </a:lnTo>
                <a:lnTo>
                  <a:pt x="252" y="905"/>
                </a:lnTo>
                <a:lnTo>
                  <a:pt x="240" y="914"/>
                </a:lnTo>
                <a:lnTo>
                  <a:pt x="187" y="914"/>
                </a:lnTo>
                <a:lnTo>
                  <a:pt x="187" y="969"/>
                </a:lnTo>
                <a:lnTo>
                  <a:pt x="554" y="969"/>
                </a:lnTo>
                <a:lnTo>
                  <a:pt x="554" y="914"/>
                </a:lnTo>
                <a:lnTo>
                  <a:pt x="566" y="905"/>
                </a:lnTo>
                <a:lnTo>
                  <a:pt x="620" y="905"/>
                </a:lnTo>
                <a:lnTo>
                  <a:pt x="626" y="914"/>
                </a:lnTo>
                <a:lnTo>
                  <a:pt x="626" y="1037"/>
                </a:lnTo>
                <a:lnTo>
                  <a:pt x="620" y="1046"/>
                </a:lnTo>
                <a:lnTo>
                  <a:pt x="566" y="1046"/>
                </a:lnTo>
                <a:lnTo>
                  <a:pt x="566" y="1100"/>
                </a:lnTo>
                <a:lnTo>
                  <a:pt x="554" y="1111"/>
                </a:lnTo>
                <a:lnTo>
                  <a:pt x="5" y="1111"/>
                </a:lnTo>
                <a:lnTo>
                  <a:pt x="0" y="1100"/>
                </a:lnTo>
                <a:lnTo>
                  <a:pt x="0" y="980"/>
                </a:lnTo>
                <a:lnTo>
                  <a:pt x="5" y="969"/>
                </a:lnTo>
                <a:lnTo>
                  <a:pt x="60" y="969"/>
                </a:lnTo>
                <a:lnTo>
                  <a:pt x="60" y="914"/>
                </a:lnTo>
                <a:lnTo>
                  <a:pt x="72" y="905"/>
                </a:lnTo>
                <a:lnTo>
                  <a:pt x="126" y="905"/>
                </a:lnTo>
                <a:lnTo>
                  <a:pt x="126" y="856"/>
                </a:lnTo>
                <a:lnTo>
                  <a:pt x="132" y="847"/>
                </a:lnTo>
                <a:lnTo>
                  <a:pt x="181" y="847"/>
                </a:lnTo>
                <a:lnTo>
                  <a:pt x="181" y="790"/>
                </a:lnTo>
                <a:lnTo>
                  <a:pt x="187" y="780"/>
                </a:lnTo>
                <a:lnTo>
                  <a:pt x="240" y="780"/>
                </a:lnTo>
                <a:lnTo>
                  <a:pt x="240" y="725"/>
                </a:lnTo>
                <a:lnTo>
                  <a:pt x="252" y="716"/>
                </a:lnTo>
                <a:lnTo>
                  <a:pt x="307" y="716"/>
                </a:lnTo>
                <a:lnTo>
                  <a:pt x="307" y="592"/>
                </a:lnTo>
                <a:lnTo>
                  <a:pt x="313" y="584"/>
                </a:lnTo>
                <a:lnTo>
                  <a:pt x="368" y="584"/>
                </a:lnTo>
                <a:lnTo>
                  <a:pt x="368" y="461"/>
                </a:lnTo>
                <a:lnTo>
                  <a:pt x="374" y="453"/>
                </a:lnTo>
                <a:lnTo>
                  <a:pt x="427" y="453"/>
                </a:lnTo>
                <a:lnTo>
                  <a:pt x="427" y="206"/>
                </a:lnTo>
                <a:lnTo>
                  <a:pt x="374" y="206"/>
                </a:lnTo>
                <a:lnTo>
                  <a:pt x="368" y="197"/>
                </a:lnTo>
                <a:lnTo>
                  <a:pt x="368" y="140"/>
                </a:lnTo>
                <a:lnTo>
                  <a:pt x="132" y="140"/>
                </a:lnTo>
                <a:lnTo>
                  <a:pt x="132" y="197"/>
                </a:lnTo>
                <a:lnTo>
                  <a:pt x="126" y="206"/>
                </a:lnTo>
                <a:lnTo>
                  <a:pt x="72" y="206"/>
                </a:lnTo>
                <a:lnTo>
                  <a:pt x="72" y="329"/>
                </a:lnTo>
                <a:lnTo>
                  <a:pt x="60" y="339"/>
                </a:lnTo>
                <a:lnTo>
                  <a:pt x="5" y="339"/>
                </a:lnTo>
                <a:lnTo>
                  <a:pt x="0" y="329"/>
                </a:lnTo>
                <a:lnTo>
                  <a:pt x="0" y="206"/>
                </a:lnTo>
                <a:lnTo>
                  <a:pt x="5" y="197"/>
                </a:lnTo>
                <a:lnTo>
                  <a:pt x="60" y="197"/>
                </a:lnTo>
                <a:lnTo>
                  <a:pt x="60" y="74"/>
                </a:lnTo>
                <a:lnTo>
                  <a:pt x="72" y="63"/>
                </a:lnTo>
                <a:lnTo>
                  <a:pt x="181" y="63"/>
                </a:lnTo>
                <a:lnTo>
                  <a:pt x="181" y="9"/>
                </a:lnTo>
                <a:lnTo>
                  <a:pt x="187" y="0"/>
                </a:lnTo>
              </a:path>
            </a:pathLst>
          </a:custGeom>
          <a:solidFill>
            <a:srgbClr val="0000CC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/>
          <p:nvPr>
            <p:ph type="title"/>
          </p:nvPr>
        </p:nvSpPr>
        <p:spPr>
          <a:xfrm>
            <a:off x="1184089" y="0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graph- Example</a:t>
            </a:r>
            <a:endParaRPr/>
          </a:p>
        </p:txBody>
      </p:sp>
      <p:sp>
        <p:nvSpPr>
          <p:cNvPr id="289" name="Google Shape;289;p3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 fontScale="925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IN"/>
              <a:t>Parameters a and b are real numbers: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ct val="100000"/>
              <a:buChar char="◦"/>
            </a:pPr>
            <a:r>
              <a:rPr lang="en-IN"/>
              <a:t>such that the water level is calculated to be low </a:t>
            </a:r>
            <a:endParaRPr/>
          </a:p>
          <a:p>
            <a:pPr indent="-73279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73279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ct val="100000"/>
              <a:buChar char="◦"/>
            </a:pPr>
            <a:r>
              <a:rPr lang="en-IN"/>
              <a:t>or safe.</a:t>
            </a:r>
            <a:endParaRPr/>
          </a:p>
          <a:p>
            <a:pPr indent="-133096" lvl="0" marL="365760" rtl="0" algn="l">
              <a:lnSpc>
                <a:spcPct val="100000"/>
              </a:lnSpc>
              <a:spcBef>
                <a:spcPts val="988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133096" lvl="0" marL="365760" rtl="0" algn="l">
              <a:lnSpc>
                <a:spcPct val="100000"/>
              </a:lnSpc>
              <a:spcBef>
                <a:spcPts val="988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988"/>
              </a:spcBef>
              <a:spcAft>
                <a:spcPts val="0"/>
              </a:spcAft>
              <a:buSzPct val="80000"/>
              <a:buChar char="⚫"/>
            </a:pPr>
            <a:r>
              <a:rPr lang="en-IN"/>
              <a:t>The parameters a and b are real numbers: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ct val="100000"/>
              <a:buChar char="◦"/>
            </a:pPr>
            <a:r>
              <a:rPr lang="en-IN"/>
              <a:t>such that the water level is calculated to be high.</a:t>
            </a:r>
            <a:endParaRPr/>
          </a:p>
        </p:txBody>
      </p:sp>
      <p:sp>
        <p:nvSpPr>
          <p:cNvPr id="290" name="Google Shape;290;p3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1088404" y="2051454"/>
            <a:ext cx="223838" cy="398463"/>
          </a:xfrm>
          <a:custGeom>
            <a:rect b="b" l="l" r="r" t="t"/>
            <a:pathLst>
              <a:path extrusionOk="0" h="1112" w="627">
                <a:moveTo>
                  <a:pt x="213" y="0"/>
                </a:moveTo>
                <a:lnTo>
                  <a:pt x="413" y="0"/>
                </a:lnTo>
                <a:lnTo>
                  <a:pt x="420" y="11"/>
                </a:lnTo>
                <a:lnTo>
                  <a:pt x="420" y="65"/>
                </a:lnTo>
                <a:lnTo>
                  <a:pt x="479" y="65"/>
                </a:lnTo>
                <a:lnTo>
                  <a:pt x="486" y="74"/>
                </a:lnTo>
                <a:lnTo>
                  <a:pt x="486" y="131"/>
                </a:lnTo>
                <a:lnTo>
                  <a:pt x="546" y="131"/>
                </a:lnTo>
                <a:lnTo>
                  <a:pt x="560" y="142"/>
                </a:lnTo>
                <a:lnTo>
                  <a:pt x="560" y="331"/>
                </a:lnTo>
                <a:lnTo>
                  <a:pt x="546" y="340"/>
                </a:lnTo>
                <a:lnTo>
                  <a:pt x="486" y="340"/>
                </a:lnTo>
                <a:lnTo>
                  <a:pt x="486" y="386"/>
                </a:lnTo>
                <a:lnTo>
                  <a:pt x="479" y="395"/>
                </a:lnTo>
                <a:lnTo>
                  <a:pt x="420" y="395"/>
                </a:lnTo>
                <a:lnTo>
                  <a:pt x="420" y="452"/>
                </a:lnTo>
                <a:lnTo>
                  <a:pt x="479" y="452"/>
                </a:lnTo>
                <a:lnTo>
                  <a:pt x="486" y="463"/>
                </a:lnTo>
                <a:lnTo>
                  <a:pt x="486" y="518"/>
                </a:lnTo>
                <a:lnTo>
                  <a:pt x="546" y="518"/>
                </a:lnTo>
                <a:lnTo>
                  <a:pt x="560" y="527"/>
                </a:lnTo>
                <a:lnTo>
                  <a:pt x="560" y="584"/>
                </a:lnTo>
                <a:lnTo>
                  <a:pt x="619" y="584"/>
                </a:lnTo>
                <a:lnTo>
                  <a:pt x="626" y="595"/>
                </a:lnTo>
                <a:lnTo>
                  <a:pt x="626" y="848"/>
                </a:lnTo>
                <a:lnTo>
                  <a:pt x="619" y="858"/>
                </a:lnTo>
                <a:lnTo>
                  <a:pt x="560" y="858"/>
                </a:lnTo>
                <a:lnTo>
                  <a:pt x="560" y="971"/>
                </a:lnTo>
                <a:lnTo>
                  <a:pt x="546" y="980"/>
                </a:lnTo>
                <a:lnTo>
                  <a:pt x="486" y="980"/>
                </a:lnTo>
                <a:lnTo>
                  <a:pt x="486" y="1036"/>
                </a:lnTo>
                <a:lnTo>
                  <a:pt x="479" y="1048"/>
                </a:lnTo>
                <a:lnTo>
                  <a:pt x="346" y="1048"/>
                </a:lnTo>
                <a:lnTo>
                  <a:pt x="346" y="1102"/>
                </a:lnTo>
                <a:lnTo>
                  <a:pt x="339" y="1111"/>
                </a:lnTo>
                <a:lnTo>
                  <a:pt x="80" y="1111"/>
                </a:lnTo>
                <a:lnTo>
                  <a:pt x="73" y="1102"/>
                </a:lnTo>
                <a:lnTo>
                  <a:pt x="73" y="1048"/>
                </a:lnTo>
                <a:lnTo>
                  <a:pt x="12" y="1048"/>
                </a:lnTo>
                <a:lnTo>
                  <a:pt x="0" y="1036"/>
                </a:lnTo>
                <a:lnTo>
                  <a:pt x="0" y="916"/>
                </a:lnTo>
                <a:lnTo>
                  <a:pt x="12" y="905"/>
                </a:lnTo>
                <a:lnTo>
                  <a:pt x="140" y="905"/>
                </a:lnTo>
                <a:lnTo>
                  <a:pt x="152" y="916"/>
                </a:lnTo>
                <a:lnTo>
                  <a:pt x="152" y="971"/>
                </a:lnTo>
                <a:lnTo>
                  <a:pt x="199" y="971"/>
                </a:lnTo>
                <a:lnTo>
                  <a:pt x="213" y="980"/>
                </a:lnTo>
                <a:lnTo>
                  <a:pt x="213" y="1036"/>
                </a:lnTo>
                <a:lnTo>
                  <a:pt x="339" y="1036"/>
                </a:lnTo>
                <a:lnTo>
                  <a:pt x="339" y="980"/>
                </a:lnTo>
                <a:lnTo>
                  <a:pt x="346" y="971"/>
                </a:lnTo>
                <a:lnTo>
                  <a:pt x="413" y="971"/>
                </a:lnTo>
                <a:lnTo>
                  <a:pt x="413" y="916"/>
                </a:lnTo>
                <a:lnTo>
                  <a:pt x="420" y="905"/>
                </a:lnTo>
                <a:lnTo>
                  <a:pt x="479" y="905"/>
                </a:lnTo>
                <a:lnTo>
                  <a:pt x="479" y="659"/>
                </a:lnTo>
                <a:lnTo>
                  <a:pt x="420" y="659"/>
                </a:lnTo>
                <a:lnTo>
                  <a:pt x="413" y="650"/>
                </a:lnTo>
                <a:lnTo>
                  <a:pt x="413" y="595"/>
                </a:lnTo>
                <a:lnTo>
                  <a:pt x="346" y="595"/>
                </a:lnTo>
                <a:lnTo>
                  <a:pt x="339" y="584"/>
                </a:lnTo>
                <a:lnTo>
                  <a:pt x="339" y="527"/>
                </a:lnTo>
                <a:lnTo>
                  <a:pt x="213" y="527"/>
                </a:lnTo>
                <a:lnTo>
                  <a:pt x="199" y="518"/>
                </a:lnTo>
                <a:lnTo>
                  <a:pt x="199" y="463"/>
                </a:lnTo>
                <a:lnTo>
                  <a:pt x="213" y="452"/>
                </a:lnTo>
                <a:lnTo>
                  <a:pt x="273" y="452"/>
                </a:lnTo>
                <a:lnTo>
                  <a:pt x="273" y="395"/>
                </a:lnTo>
                <a:lnTo>
                  <a:pt x="280" y="386"/>
                </a:lnTo>
                <a:lnTo>
                  <a:pt x="339" y="386"/>
                </a:lnTo>
                <a:lnTo>
                  <a:pt x="339" y="340"/>
                </a:lnTo>
                <a:lnTo>
                  <a:pt x="346" y="331"/>
                </a:lnTo>
                <a:lnTo>
                  <a:pt x="413" y="331"/>
                </a:lnTo>
                <a:lnTo>
                  <a:pt x="413" y="206"/>
                </a:lnTo>
                <a:lnTo>
                  <a:pt x="346" y="206"/>
                </a:lnTo>
                <a:lnTo>
                  <a:pt x="339" y="199"/>
                </a:lnTo>
                <a:lnTo>
                  <a:pt x="339" y="142"/>
                </a:lnTo>
                <a:lnTo>
                  <a:pt x="152" y="142"/>
                </a:lnTo>
                <a:lnTo>
                  <a:pt x="152" y="199"/>
                </a:lnTo>
                <a:lnTo>
                  <a:pt x="140" y="206"/>
                </a:lnTo>
                <a:lnTo>
                  <a:pt x="80" y="206"/>
                </a:lnTo>
                <a:lnTo>
                  <a:pt x="80" y="331"/>
                </a:lnTo>
                <a:lnTo>
                  <a:pt x="73" y="340"/>
                </a:lnTo>
                <a:lnTo>
                  <a:pt x="12" y="340"/>
                </a:lnTo>
                <a:lnTo>
                  <a:pt x="0" y="331"/>
                </a:lnTo>
                <a:lnTo>
                  <a:pt x="0" y="206"/>
                </a:lnTo>
                <a:lnTo>
                  <a:pt x="12" y="199"/>
                </a:lnTo>
                <a:lnTo>
                  <a:pt x="73" y="199"/>
                </a:lnTo>
                <a:lnTo>
                  <a:pt x="73" y="74"/>
                </a:lnTo>
                <a:lnTo>
                  <a:pt x="80" y="65"/>
                </a:lnTo>
                <a:lnTo>
                  <a:pt x="199" y="65"/>
                </a:lnTo>
                <a:lnTo>
                  <a:pt x="199" y="11"/>
                </a:lnTo>
                <a:lnTo>
                  <a:pt x="213" y="0"/>
                </a:lnTo>
              </a:path>
            </a:pathLst>
          </a:custGeom>
          <a:solidFill>
            <a:srgbClr val="0000CC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1106946" y="3498515"/>
            <a:ext cx="223838" cy="398462"/>
          </a:xfrm>
          <a:custGeom>
            <a:rect b="b" l="l" r="r" t="t"/>
            <a:pathLst>
              <a:path extrusionOk="0" h="1112" w="627">
                <a:moveTo>
                  <a:pt x="309" y="206"/>
                </a:moveTo>
                <a:lnTo>
                  <a:pt x="370" y="206"/>
                </a:lnTo>
                <a:lnTo>
                  <a:pt x="370" y="715"/>
                </a:lnTo>
                <a:lnTo>
                  <a:pt x="137" y="715"/>
                </a:lnTo>
                <a:lnTo>
                  <a:pt x="137" y="595"/>
                </a:lnTo>
                <a:lnTo>
                  <a:pt x="178" y="595"/>
                </a:lnTo>
                <a:lnTo>
                  <a:pt x="190" y="584"/>
                </a:lnTo>
                <a:lnTo>
                  <a:pt x="190" y="463"/>
                </a:lnTo>
                <a:lnTo>
                  <a:pt x="244" y="463"/>
                </a:lnTo>
                <a:lnTo>
                  <a:pt x="250" y="452"/>
                </a:lnTo>
                <a:lnTo>
                  <a:pt x="250" y="340"/>
                </a:lnTo>
                <a:lnTo>
                  <a:pt x="303" y="340"/>
                </a:lnTo>
                <a:lnTo>
                  <a:pt x="309" y="331"/>
                </a:lnTo>
                <a:lnTo>
                  <a:pt x="309" y="206"/>
                </a:lnTo>
                <a:close/>
                <a:moveTo>
                  <a:pt x="376" y="0"/>
                </a:moveTo>
                <a:lnTo>
                  <a:pt x="489" y="0"/>
                </a:lnTo>
                <a:lnTo>
                  <a:pt x="501" y="11"/>
                </a:lnTo>
                <a:lnTo>
                  <a:pt x="501" y="715"/>
                </a:lnTo>
                <a:lnTo>
                  <a:pt x="614" y="715"/>
                </a:lnTo>
                <a:lnTo>
                  <a:pt x="626" y="726"/>
                </a:lnTo>
                <a:lnTo>
                  <a:pt x="626" y="848"/>
                </a:lnTo>
                <a:lnTo>
                  <a:pt x="614" y="858"/>
                </a:lnTo>
                <a:lnTo>
                  <a:pt x="501" y="858"/>
                </a:lnTo>
                <a:lnTo>
                  <a:pt x="501" y="1102"/>
                </a:lnTo>
                <a:lnTo>
                  <a:pt x="489" y="1111"/>
                </a:lnTo>
                <a:lnTo>
                  <a:pt x="376" y="1111"/>
                </a:lnTo>
                <a:lnTo>
                  <a:pt x="370" y="1102"/>
                </a:lnTo>
                <a:lnTo>
                  <a:pt x="370" y="858"/>
                </a:lnTo>
                <a:lnTo>
                  <a:pt x="11" y="858"/>
                </a:lnTo>
                <a:lnTo>
                  <a:pt x="0" y="848"/>
                </a:lnTo>
                <a:lnTo>
                  <a:pt x="0" y="659"/>
                </a:lnTo>
                <a:lnTo>
                  <a:pt x="11" y="650"/>
                </a:lnTo>
                <a:lnTo>
                  <a:pt x="65" y="650"/>
                </a:lnTo>
                <a:lnTo>
                  <a:pt x="65" y="527"/>
                </a:lnTo>
                <a:lnTo>
                  <a:pt x="71" y="518"/>
                </a:lnTo>
                <a:lnTo>
                  <a:pt x="125" y="518"/>
                </a:lnTo>
                <a:lnTo>
                  <a:pt x="125" y="395"/>
                </a:lnTo>
                <a:lnTo>
                  <a:pt x="137" y="386"/>
                </a:lnTo>
                <a:lnTo>
                  <a:pt x="178" y="386"/>
                </a:lnTo>
                <a:lnTo>
                  <a:pt x="178" y="274"/>
                </a:lnTo>
                <a:lnTo>
                  <a:pt x="190" y="263"/>
                </a:lnTo>
                <a:lnTo>
                  <a:pt x="244" y="263"/>
                </a:lnTo>
                <a:lnTo>
                  <a:pt x="244" y="206"/>
                </a:lnTo>
                <a:lnTo>
                  <a:pt x="250" y="199"/>
                </a:lnTo>
                <a:lnTo>
                  <a:pt x="303" y="199"/>
                </a:lnTo>
                <a:lnTo>
                  <a:pt x="303" y="74"/>
                </a:lnTo>
                <a:lnTo>
                  <a:pt x="309" y="65"/>
                </a:lnTo>
                <a:lnTo>
                  <a:pt x="370" y="65"/>
                </a:lnTo>
                <a:lnTo>
                  <a:pt x="370" y="11"/>
                </a:lnTo>
                <a:lnTo>
                  <a:pt x="376" y="0"/>
                </a:lnTo>
                <a:close/>
              </a:path>
            </a:pathLst>
          </a:custGeom>
          <a:solidFill>
            <a:srgbClr val="0000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3" name="Google Shape;293;p30"/>
          <p:cNvSpPr/>
          <p:nvPr/>
        </p:nvSpPr>
        <p:spPr>
          <a:xfrm>
            <a:off x="1184089" y="5741586"/>
            <a:ext cx="223838" cy="398462"/>
          </a:xfrm>
          <a:custGeom>
            <a:rect b="b" l="l" r="r" t="t"/>
            <a:pathLst>
              <a:path extrusionOk="0" h="1113" w="627">
                <a:moveTo>
                  <a:pt x="190" y="0"/>
                </a:moveTo>
                <a:lnTo>
                  <a:pt x="614" y="0"/>
                </a:lnTo>
                <a:lnTo>
                  <a:pt x="626" y="9"/>
                </a:lnTo>
                <a:lnTo>
                  <a:pt x="626" y="63"/>
                </a:lnTo>
                <a:lnTo>
                  <a:pt x="614" y="74"/>
                </a:lnTo>
                <a:lnTo>
                  <a:pt x="561" y="74"/>
                </a:lnTo>
                <a:lnTo>
                  <a:pt x="561" y="131"/>
                </a:lnTo>
                <a:lnTo>
                  <a:pt x="555" y="140"/>
                </a:lnTo>
                <a:lnTo>
                  <a:pt x="190" y="140"/>
                </a:lnTo>
                <a:lnTo>
                  <a:pt x="190" y="330"/>
                </a:lnTo>
                <a:lnTo>
                  <a:pt x="303" y="330"/>
                </a:lnTo>
                <a:lnTo>
                  <a:pt x="309" y="340"/>
                </a:lnTo>
                <a:lnTo>
                  <a:pt x="309" y="384"/>
                </a:lnTo>
                <a:lnTo>
                  <a:pt x="429" y="384"/>
                </a:lnTo>
                <a:lnTo>
                  <a:pt x="436" y="395"/>
                </a:lnTo>
                <a:lnTo>
                  <a:pt x="436" y="453"/>
                </a:lnTo>
                <a:lnTo>
                  <a:pt x="555" y="453"/>
                </a:lnTo>
                <a:lnTo>
                  <a:pt x="561" y="461"/>
                </a:lnTo>
                <a:lnTo>
                  <a:pt x="561" y="585"/>
                </a:lnTo>
                <a:lnTo>
                  <a:pt x="614" y="585"/>
                </a:lnTo>
                <a:lnTo>
                  <a:pt x="626" y="593"/>
                </a:lnTo>
                <a:lnTo>
                  <a:pt x="626" y="906"/>
                </a:lnTo>
                <a:lnTo>
                  <a:pt x="614" y="915"/>
                </a:lnTo>
                <a:lnTo>
                  <a:pt x="561" y="915"/>
                </a:lnTo>
                <a:lnTo>
                  <a:pt x="561" y="1038"/>
                </a:lnTo>
                <a:lnTo>
                  <a:pt x="555" y="1046"/>
                </a:lnTo>
                <a:lnTo>
                  <a:pt x="436" y="1046"/>
                </a:lnTo>
                <a:lnTo>
                  <a:pt x="436" y="1101"/>
                </a:lnTo>
                <a:lnTo>
                  <a:pt x="429" y="1112"/>
                </a:lnTo>
                <a:lnTo>
                  <a:pt x="71" y="1112"/>
                </a:lnTo>
                <a:lnTo>
                  <a:pt x="65" y="1101"/>
                </a:lnTo>
                <a:lnTo>
                  <a:pt x="65" y="1046"/>
                </a:lnTo>
                <a:lnTo>
                  <a:pt x="11" y="1046"/>
                </a:lnTo>
                <a:lnTo>
                  <a:pt x="0" y="1038"/>
                </a:lnTo>
                <a:lnTo>
                  <a:pt x="0" y="915"/>
                </a:lnTo>
                <a:lnTo>
                  <a:pt x="11" y="906"/>
                </a:lnTo>
                <a:lnTo>
                  <a:pt x="125" y="906"/>
                </a:lnTo>
                <a:lnTo>
                  <a:pt x="137" y="915"/>
                </a:lnTo>
                <a:lnTo>
                  <a:pt x="137" y="970"/>
                </a:lnTo>
                <a:lnTo>
                  <a:pt x="178" y="970"/>
                </a:lnTo>
                <a:lnTo>
                  <a:pt x="190" y="981"/>
                </a:lnTo>
                <a:lnTo>
                  <a:pt x="190" y="1038"/>
                </a:lnTo>
                <a:lnTo>
                  <a:pt x="370" y="1038"/>
                </a:lnTo>
                <a:lnTo>
                  <a:pt x="370" y="981"/>
                </a:lnTo>
                <a:lnTo>
                  <a:pt x="376" y="970"/>
                </a:lnTo>
                <a:lnTo>
                  <a:pt x="429" y="970"/>
                </a:lnTo>
                <a:lnTo>
                  <a:pt x="429" y="915"/>
                </a:lnTo>
                <a:lnTo>
                  <a:pt x="436" y="906"/>
                </a:lnTo>
                <a:lnTo>
                  <a:pt x="489" y="906"/>
                </a:lnTo>
                <a:lnTo>
                  <a:pt x="489" y="659"/>
                </a:lnTo>
                <a:lnTo>
                  <a:pt x="436" y="659"/>
                </a:lnTo>
                <a:lnTo>
                  <a:pt x="429" y="649"/>
                </a:lnTo>
                <a:lnTo>
                  <a:pt x="429" y="593"/>
                </a:lnTo>
                <a:lnTo>
                  <a:pt x="376" y="593"/>
                </a:lnTo>
                <a:lnTo>
                  <a:pt x="370" y="585"/>
                </a:lnTo>
                <a:lnTo>
                  <a:pt x="370" y="527"/>
                </a:lnTo>
                <a:lnTo>
                  <a:pt x="250" y="527"/>
                </a:lnTo>
                <a:lnTo>
                  <a:pt x="244" y="517"/>
                </a:lnTo>
                <a:lnTo>
                  <a:pt x="244" y="461"/>
                </a:lnTo>
                <a:lnTo>
                  <a:pt x="71" y="461"/>
                </a:lnTo>
                <a:lnTo>
                  <a:pt x="65" y="453"/>
                </a:lnTo>
                <a:lnTo>
                  <a:pt x="65" y="272"/>
                </a:lnTo>
                <a:lnTo>
                  <a:pt x="71" y="264"/>
                </a:lnTo>
                <a:lnTo>
                  <a:pt x="125" y="264"/>
                </a:lnTo>
                <a:lnTo>
                  <a:pt x="125" y="140"/>
                </a:lnTo>
                <a:lnTo>
                  <a:pt x="137" y="131"/>
                </a:lnTo>
                <a:lnTo>
                  <a:pt x="178" y="131"/>
                </a:lnTo>
                <a:lnTo>
                  <a:pt x="178" y="9"/>
                </a:lnTo>
                <a:lnTo>
                  <a:pt x="190" y="0"/>
                </a:lnTo>
              </a:path>
            </a:pathLst>
          </a:custGeom>
          <a:solidFill>
            <a:srgbClr val="0000CC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 txBox="1"/>
          <p:nvPr>
            <p:ph type="title"/>
          </p:nvPr>
        </p:nvSpPr>
        <p:spPr>
          <a:xfrm>
            <a:off x="1087360" y="155060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graph- Example</a:t>
            </a:r>
            <a:endParaRPr/>
          </a:p>
        </p:txBody>
      </p:sp>
      <p:sp>
        <p:nvSpPr>
          <p:cNvPr id="301" name="Google Shape;301;p3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54000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Char char="◦"/>
            </a:pPr>
            <a:r>
              <a:rPr lang="en-IN" sz="4000"/>
              <a:t>Command is syntactically valid</a:t>
            </a:r>
            <a:endParaRPr/>
          </a:p>
          <a:p>
            <a:pPr indent="-254000" lvl="1" marL="640080" rtl="0" algn="l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SzPts val="4000"/>
              <a:buChar char="◦"/>
            </a:pPr>
            <a:r>
              <a:rPr lang="en-IN" sz="4000"/>
              <a:t>Operands are syntactically valid.</a:t>
            </a:r>
            <a:endParaRPr/>
          </a:p>
        </p:txBody>
      </p:sp>
      <p:sp>
        <p:nvSpPr>
          <p:cNvPr id="302" name="Google Shape;302;p3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p31"/>
          <p:cNvGrpSpPr/>
          <p:nvPr/>
        </p:nvGrpSpPr>
        <p:grpSpPr>
          <a:xfrm>
            <a:off x="1004016" y="1753629"/>
            <a:ext cx="452438" cy="377825"/>
            <a:chOff x="336" y="1296"/>
            <a:chExt cx="285" cy="238"/>
          </a:xfrm>
        </p:grpSpPr>
        <p:sp>
          <p:nvSpPr>
            <p:cNvPr id="304" name="Google Shape;304;p31"/>
            <p:cNvSpPr/>
            <p:nvPr/>
          </p:nvSpPr>
          <p:spPr>
            <a:xfrm>
              <a:off x="336" y="1296"/>
              <a:ext cx="105" cy="238"/>
            </a:xfrm>
            <a:custGeom>
              <a:rect b="b" l="l" r="r" t="t"/>
              <a:pathLst>
                <a:path extrusionOk="0" h="1055" w="468">
                  <a:moveTo>
                    <a:pt x="232" y="0"/>
                  </a:moveTo>
                  <a:lnTo>
                    <a:pt x="284" y="0"/>
                  </a:lnTo>
                  <a:lnTo>
                    <a:pt x="292" y="9"/>
                  </a:lnTo>
                  <a:lnTo>
                    <a:pt x="292" y="985"/>
                  </a:lnTo>
                  <a:lnTo>
                    <a:pt x="457" y="985"/>
                  </a:lnTo>
                  <a:lnTo>
                    <a:pt x="467" y="993"/>
                  </a:lnTo>
                  <a:lnTo>
                    <a:pt x="467" y="1045"/>
                  </a:lnTo>
                  <a:lnTo>
                    <a:pt x="457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67" y="985"/>
                  </a:lnTo>
                  <a:lnTo>
                    <a:pt x="167" y="195"/>
                  </a:lnTo>
                  <a:lnTo>
                    <a:pt x="66" y="195"/>
                  </a:lnTo>
                  <a:lnTo>
                    <a:pt x="59" y="188"/>
                  </a:lnTo>
                  <a:lnTo>
                    <a:pt x="59" y="134"/>
                  </a:lnTo>
                  <a:lnTo>
                    <a:pt x="66" y="123"/>
                  </a:lnTo>
                  <a:lnTo>
                    <a:pt x="167" y="123"/>
                  </a:lnTo>
                  <a:lnTo>
                    <a:pt x="167" y="69"/>
                  </a:lnTo>
                  <a:lnTo>
                    <a:pt x="175" y="60"/>
                  </a:lnTo>
                  <a:lnTo>
                    <a:pt x="225" y="60"/>
                  </a:lnTo>
                  <a:lnTo>
                    <a:pt x="225" y="9"/>
                  </a:lnTo>
                  <a:lnTo>
                    <a:pt x="232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05" name="Google Shape;305;p31"/>
            <p:cNvSpPr/>
            <p:nvPr/>
          </p:nvSpPr>
          <p:spPr>
            <a:xfrm>
              <a:off x="489" y="1296"/>
              <a:ext cx="132" cy="238"/>
            </a:xfrm>
            <a:custGeom>
              <a:rect b="b" l="l" r="r" t="t"/>
              <a:pathLst>
                <a:path extrusionOk="0" h="1055" w="588">
                  <a:moveTo>
                    <a:pt x="236" y="69"/>
                  </a:moveTo>
                  <a:lnTo>
                    <a:pt x="345" y="69"/>
                  </a:lnTo>
                  <a:lnTo>
                    <a:pt x="345" y="123"/>
                  </a:lnTo>
                  <a:lnTo>
                    <a:pt x="353" y="134"/>
                  </a:lnTo>
                  <a:lnTo>
                    <a:pt x="403" y="134"/>
                  </a:lnTo>
                  <a:lnTo>
                    <a:pt x="403" y="249"/>
                  </a:lnTo>
                  <a:lnTo>
                    <a:pt x="411" y="260"/>
                  </a:lnTo>
                  <a:lnTo>
                    <a:pt x="461" y="260"/>
                  </a:lnTo>
                  <a:lnTo>
                    <a:pt x="461" y="740"/>
                  </a:lnTo>
                  <a:lnTo>
                    <a:pt x="411" y="740"/>
                  </a:lnTo>
                  <a:lnTo>
                    <a:pt x="403" y="751"/>
                  </a:lnTo>
                  <a:lnTo>
                    <a:pt x="403" y="920"/>
                  </a:lnTo>
                  <a:lnTo>
                    <a:pt x="353" y="920"/>
                  </a:lnTo>
                  <a:lnTo>
                    <a:pt x="345" y="931"/>
                  </a:lnTo>
                  <a:lnTo>
                    <a:pt x="345" y="985"/>
                  </a:lnTo>
                  <a:lnTo>
                    <a:pt x="236" y="985"/>
                  </a:lnTo>
                  <a:lnTo>
                    <a:pt x="236" y="931"/>
                  </a:lnTo>
                  <a:lnTo>
                    <a:pt x="228" y="920"/>
                  </a:lnTo>
                  <a:lnTo>
                    <a:pt x="176" y="920"/>
                  </a:lnTo>
                  <a:lnTo>
                    <a:pt x="176" y="751"/>
                  </a:lnTo>
                  <a:lnTo>
                    <a:pt x="168" y="740"/>
                  </a:lnTo>
                  <a:lnTo>
                    <a:pt x="126" y="740"/>
                  </a:lnTo>
                  <a:lnTo>
                    <a:pt x="126" y="260"/>
                  </a:lnTo>
                  <a:lnTo>
                    <a:pt x="168" y="260"/>
                  </a:lnTo>
                  <a:lnTo>
                    <a:pt x="176" y="249"/>
                  </a:lnTo>
                  <a:lnTo>
                    <a:pt x="176" y="134"/>
                  </a:lnTo>
                  <a:lnTo>
                    <a:pt x="228" y="134"/>
                  </a:lnTo>
                  <a:lnTo>
                    <a:pt x="236" y="123"/>
                  </a:lnTo>
                  <a:lnTo>
                    <a:pt x="236" y="69"/>
                  </a:lnTo>
                  <a:close/>
                  <a:moveTo>
                    <a:pt x="176" y="0"/>
                  </a:moveTo>
                  <a:lnTo>
                    <a:pt x="403" y="0"/>
                  </a:lnTo>
                  <a:lnTo>
                    <a:pt x="411" y="9"/>
                  </a:lnTo>
                  <a:lnTo>
                    <a:pt x="411" y="60"/>
                  </a:lnTo>
                  <a:lnTo>
                    <a:pt x="461" y="60"/>
                  </a:lnTo>
                  <a:lnTo>
                    <a:pt x="470" y="69"/>
                  </a:lnTo>
                  <a:lnTo>
                    <a:pt x="470" y="123"/>
                  </a:lnTo>
                  <a:lnTo>
                    <a:pt x="521" y="123"/>
                  </a:lnTo>
                  <a:lnTo>
                    <a:pt x="530" y="134"/>
                  </a:lnTo>
                  <a:lnTo>
                    <a:pt x="530" y="249"/>
                  </a:lnTo>
                  <a:lnTo>
                    <a:pt x="579" y="249"/>
                  </a:lnTo>
                  <a:lnTo>
                    <a:pt x="587" y="260"/>
                  </a:lnTo>
                  <a:lnTo>
                    <a:pt x="587" y="805"/>
                  </a:lnTo>
                  <a:lnTo>
                    <a:pt x="579" y="814"/>
                  </a:lnTo>
                  <a:lnTo>
                    <a:pt x="530" y="814"/>
                  </a:lnTo>
                  <a:lnTo>
                    <a:pt x="530" y="920"/>
                  </a:lnTo>
                  <a:lnTo>
                    <a:pt x="521" y="931"/>
                  </a:lnTo>
                  <a:lnTo>
                    <a:pt x="470" y="931"/>
                  </a:lnTo>
                  <a:lnTo>
                    <a:pt x="470" y="985"/>
                  </a:lnTo>
                  <a:lnTo>
                    <a:pt x="461" y="993"/>
                  </a:lnTo>
                  <a:lnTo>
                    <a:pt x="411" y="993"/>
                  </a:lnTo>
                  <a:lnTo>
                    <a:pt x="411" y="1045"/>
                  </a:lnTo>
                  <a:lnTo>
                    <a:pt x="403" y="1054"/>
                  </a:lnTo>
                  <a:lnTo>
                    <a:pt x="176" y="1054"/>
                  </a:lnTo>
                  <a:lnTo>
                    <a:pt x="168" y="1045"/>
                  </a:lnTo>
                  <a:lnTo>
                    <a:pt x="168" y="993"/>
                  </a:lnTo>
                  <a:lnTo>
                    <a:pt x="126" y="993"/>
                  </a:lnTo>
                  <a:lnTo>
                    <a:pt x="118" y="985"/>
                  </a:lnTo>
                  <a:lnTo>
                    <a:pt x="118" y="931"/>
                  </a:lnTo>
                  <a:lnTo>
                    <a:pt x="66" y="931"/>
                  </a:lnTo>
                  <a:lnTo>
                    <a:pt x="59" y="920"/>
                  </a:lnTo>
                  <a:lnTo>
                    <a:pt x="59" y="814"/>
                  </a:lnTo>
                  <a:lnTo>
                    <a:pt x="9" y="814"/>
                  </a:lnTo>
                  <a:lnTo>
                    <a:pt x="0" y="805"/>
                  </a:lnTo>
                  <a:lnTo>
                    <a:pt x="0" y="260"/>
                  </a:lnTo>
                  <a:lnTo>
                    <a:pt x="9" y="249"/>
                  </a:lnTo>
                  <a:lnTo>
                    <a:pt x="59" y="249"/>
                  </a:lnTo>
                  <a:lnTo>
                    <a:pt x="59" y="134"/>
                  </a:lnTo>
                  <a:lnTo>
                    <a:pt x="66" y="123"/>
                  </a:lnTo>
                  <a:lnTo>
                    <a:pt x="118" y="123"/>
                  </a:lnTo>
                  <a:lnTo>
                    <a:pt x="118" y="69"/>
                  </a:lnTo>
                  <a:lnTo>
                    <a:pt x="126" y="60"/>
                  </a:lnTo>
                  <a:lnTo>
                    <a:pt x="168" y="60"/>
                  </a:lnTo>
                  <a:lnTo>
                    <a:pt x="168" y="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306" name="Google Shape;306;p31"/>
          <p:cNvGrpSpPr/>
          <p:nvPr/>
        </p:nvGrpSpPr>
        <p:grpSpPr>
          <a:xfrm>
            <a:off x="1004016" y="2365375"/>
            <a:ext cx="452438" cy="377825"/>
            <a:chOff x="288" y="1728"/>
            <a:chExt cx="285" cy="238"/>
          </a:xfrm>
        </p:grpSpPr>
        <p:sp>
          <p:nvSpPr>
            <p:cNvPr id="307" name="Google Shape;307;p31"/>
            <p:cNvSpPr/>
            <p:nvPr/>
          </p:nvSpPr>
          <p:spPr>
            <a:xfrm>
              <a:off x="288" y="1728"/>
              <a:ext cx="110" cy="238"/>
            </a:xfrm>
            <a:custGeom>
              <a:rect b="b" l="l" r="r" t="t"/>
              <a:pathLst>
                <a:path extrusionOk="0" h="1055" w="490">
                  <a:moveTo>
                    <a:pt x="243" y="0"/>
                  </a:moveTo>
                  <a:lnTo>
                    <a:pt x="297" y="0"/>
                  </a:lnTo>
                  <a:lnTo>
                    <a:pt x="305" y="9"/>
                  </a:lnTo>
                  <a:lnTo>
                    <a:pt x="305" y="985"/>
                  </a:lnTo>
                  <a:lnTo>
                    <a:pt x="481" y="985"/>
                  </a:lnTo>
                  <a:lnTo>
                    <a:pt x="489" y="993"/>
                  </a:lnTo>
                  <a:lnTo>
                    <a:pt x="489" y="1045"/>
                  </a:lnTo>
                  <a:lnTo>
                    <a:pt x="481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75" y="985"/>
                  </a:lnTo>
                  <a:lnTo>
                    <a:pt x="175" y="195"/>
                  </a:lnTo>
                  <a:lnTo>
                    <a:pt x="70" y="195"/>
                  </a:lnTo>
                  <a:lnTo>
                    <a:pt x="61" y="188"/>
                  </a:lnTo>
                  <a:lnTo>
                    <a:pt x="61" y="134"/>
                  </a:lnTo>
                  <a:lnTo>
                    <a:pt x="70" y="123"/>
                  </a:lnTo>
                  <a:lnTo>
                    <a:pt x="175" y="123"/>
                  </a:lnTo>
                  <a:lnTo>
                    <a:pt x="175" y="69"/>
                  </a:lnTo>
                  <a:lnTo>
                    <a:pt x="183" y="60"/>
                  </a:lnTo>
                  <a:lnTo>
                    <a:pt x="236" y="60"/>
                  </a:lnTo>
                  <a:lnTo>
                    <a:pt x="236" y="9"/>
                  </a:lnTo>
                  <a:lnTo>
                    <a:pt x="243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08" name="Google Shape;308;p31"/>
            <p:cNvSpPr/>
            <p:nvPr/>
          </p:nvSpPr>
          <p:spPr>
            <a:xfrm>
              <a:off x="463" y="1728"/>
              <a:ext cx="110" cy="238"/>
            </a:xfrm>
            <a:custGeom>
              <a:rect b="b" l="l" r="r" t="t"/>
              <a:pathLst>
                <a:path extrusionOk="0" h="1055" w="490">
                  <a:moveTo>
                    <a:pt x="243" y="0"/>
                  </a:moveTo>
                  <a:lnTo>
                    <a:pt x="297" y="0"/>
                  </a:lnTo>
                  <a:lnTo>
                    <a:pt x="304" y="9"/>
                  </a:lnTo>
                  <a:lnTo>
                    <a:pt x="304" y="985"/>
                  </a:lnTo>
                  <a:lnTo>
                    <a:pt x="479" y="985"/>
                  </a:lnTo>
                  <a:lnTo>
                    <a:pt x="489" y="993"/>
                  </a:lnTo>
                  <a:lnTo>
                    <a:pt x="489" y="1045"/>
                  </a:lnTo>
                  <a:lnTo>
                    <a:pt x="479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73" y="985"/>
                  </a:lnTo>
                  <a:lnTo>
                    <a:pt x="173" y="195"/>
                  </a:lnTo>
                  <a:lnTo>
                    <a:pt x="70" y="195"/>
                  </a:lnTo>
                  <a:lnTo>
                    <a:pt x="60" y="188"/>
                  </a:lnTo>
                  <a:lnTo>
                    <a:pt x="60" y="134"/>
                  </a:lnTo>
                  <a:lnTo>
                    <a:pt x="70" y="123"/>
                  </a:lnTo>
                  <a:lnTo>
                    <a:pt x="173" y="123"/>
                  </a:lnTo>
                  <a:lnTo>
                    <a:pt x="173" y="69"/>
                  </a:lnTo>
                  <a:lnTo>
                    <a:pt x="184" y="60"/>
                  </a:lnTo>
                  <a:lnTo>
                    <a:pt x="236" y="60"/>
                  </a:lnTo>
                  <a:lnTo>
                    <a:pt x="236" y="9"/>
                  </a:lnTo>
                  <a:lnTo>
                    <a:pt x="243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 txBox="1"/>
          <p:nvPr>
            <p:ph type="title"/>
          </p:nvPr>
        </p:nvSpPr>
        <p:spPr>
          <a:xfrm>
            <a:off x="1073023" y="55787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graph- Example</a:t>
            </a:r>
            <a:endParaRPr/>
          </a:p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20"/>
              <a:buChar char="⚫"/>
            </a:pPr>
            <a:r>
              <a:rPr lang="en-IN" sz="4400"/>
              <a:t>Three effects</a:t>
            </a:r>
            <a:endParaRPr/>
          </a:p>
          <a:p>
            <a:pPr indent="-254000" lvl="1" marL="640080" rtl="0" algn="l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SzPts val="4000"/>
              <a:buChar char="◦"/>
            </a:pPr>
            <a:r>
              <a:rPr lang="en-IN" sz="4000"/>
              <a:t>level = safe</a:t>
            </a:r>
            <a:endParaRPr/>
          </a:p>
          <a:p>
            <a:pPr indent="-254000" lvl="1" marL="640080" rtl="0" algn="l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SzPts val="4000"/>
              <a:buChar char="◦"/>
            </a:pPr>
            <a:r>
              <a:rPr lang="en-IN" sz="4000"/>
              <a:t>level = high</a:t>
            </a:r>
            <a:endParaRPr/>
          </a:p>
          <a:p>
            <a:pPr indent="-254000" lvl="1" marL="640080" rtl="0" algn="l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SzPts val="4000"/>
              <a:buChar char="◦"/>
            </a:pPr>
            <a:r>
              <a:rPr lang="en-IN" sz="4000"/>
              <a:t>invalid syntax</a:t>
            </a:r>
            <a:endParaRPr/>
          </a:p>
        </p:txBody>
      </p:sp>
      <p:sp>
        <p:nvSpPr>
          <p:cNvPr id="317" name="Google Shape;317;p3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32"/>
          <p:cNvGrpSpPr/>
          <p:nvPr/>
        </p:nvGrpSpPr>
        <p:grpSpPr>
          <a:xfrm>
            <a:off x="5178425" y="2441575"/>
            <a:ext cx="452437" cy="377825"/>
            <a:chOff x="2977" y="1776"/>
            <a:chExt cx="285" cy="238"/>
          </a:xfrm>
        </p:grpSpPr>
        <p:sp>
          <p:nvSpPr>
            <p:cNvPr id="319" name="Google Shape;319;p32"/>
            <p:cNvSpPr/>
            <p:nvPr/>
          </p:nvSpPr>
          <p:spPr>
            <a:xfrm>
              <a:off x="2977" y="1776"/>
              <a:ext cx="152" cy="238"/>
            </a:xfrm>
            <a:custGeom>
              <a:rect b="b" l="l" r="r" t="t"/>
              <a:pathLst>
                <a:path extrusionOk="0" h="1055" w="675">
                  <a:moveTo>
                    <a:pt x="7" y="0"/>
                  </a:moveTo>
                  <a:lnTo>
                    <a:pt x="612" y="0"/>
                  </a:lnTo>
                  <a:lnTo>
                    <a:pt x="619" y="9"/>
                  </a:lnTo>
                  <a:lnTo>
                    <a:pt x="619" y="249"/>
                  </a:lnTo>
                  <a:lnTo>
                    <a:pt x="612" y="260"/>
                  </a:lnTo>
                  <a:lnTo>
                    <a:pt x="569" y="260"/>
                  </a:lnTo>
                  <a:lnTo>
                    <a:pt x="559" y="249"/>
                  </a:lnTo>
                  <a:lnTo>
                    <a:pt x="559" y="134"/>
                  </a:lnTo>
                  <a:lnTo>
                    <a:pt x="523" y="134"/>
                  </a:lnTo>
                  <a:lnTo>
                    <a:pt x="516" y="123"/>
                  </a:lnTo>
                  <a:lnTo>
                    <a:pt x="516" y="69"/>
                  </a:lnTo>
                  <a:lnTo>
                    <a:pt x="208" y="69"/>
                  </a:lnTo>
                  <a:lnTo>
                    <a:pt x="208" y="491"/>
                  </a:lnTo>
                  <a:lnTo>
                    <a:pt x="463" y="491"/>
                  </a:lnTo>
                  <a:lnTo>
                    <a:pt x="463" y="374"/>
                  </a:lnTo>
                  <a:lnTo>
                    <a:pt x="470" y="365"/>
                  </a:lnTo>
                  <a:lnTo>
                    <a:pt x="516" y="365"/>
                  </a:lnTo>
                  <a:lnTo>
                    <a:pt x="523" y="374"/>
                  </a:lnTo>
                  <a:lnTo>
                    <a:pt x="523" y="679"/>
                  </a:lnTo>
                  <a:lnTo>
                    <a:pt x="516" y="688"/>
                  </a:lnTo>
                  <a:lnTo>
                    <a:pt x="470" y="688"/>
                  </a:lnTo>
                  <a:lnTo>
                    <a:pt x="463" y="679"/>
                  </a:lnTo>
                  <a:lnTo>
                    <a:pt x="463" y="563"/>
                  </a:lnTo>
                  <a:lnTo>
                    <a:pt x="208" y="563"/>
                  </a:lnTo>
                  <a:lnTo>
                    <a:pt x="208" y="985"/>
                  </a:lnTo>
                  <a:lnTo>
                    <a:pt x="559" y="985"/>
                  </a:lnTo>
                  <a:lnTo>
                    <a:pt x="559" y="931"/>
                  </a:lnTo>
                  <a:lnTo>
                    <a:pt x="569" y="920"/>
                  </a:lnTo>
                  <a:lnTo>
                    <a:pt x="612" y="920"/>
                  </a:lnTo>
                  <a:lnTo>
                    <a:pt x="612" y="814"/>
                  </a:lnTo>
                  <a:lnTo>
                    <a:pt x="619" y="805"/>
                  </a:lnTo>
                  <a:lnTo>
                    <a:pt x="666" y="805"/>
                  </a:lnTo>
                  <a:lnTo>
                    <a:pt x="674" y="814"/>
                  </a:lnTo>
                  <a:lnTo>
                    <a:pt x="674" y="1045"/>
                  </a:lnTo>
                  <a:lnTo>
                    <a:pt x="666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05" y="985"/>
                  </a:lnTo>
                  <a:lnTo>
                    <a:pt x="105" y="69"/>
                  </a:lnTo>
                  <a:lnTo>
                    <a:pt x="7" y="69"/>
                  </a:lnTo>
                  <a:lnTo>
                    <a:pt x="0" y="60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3169" y="1776"/>
              <a:ext cx="93" cy="238"/>
            </a:xfrm>
            <a:custGeom>
              <a:rect b="b" l="l" r="r" t="t"/>
              <a:pathLst>
                <a:path extrusionOk="0" h="1055" w="416">
                  <a:moveTo>
                    <a:pt x="207" y="0"/>
                  </a:moveTo>
                  <a:lnTo>
                    <a:pt x="251" y="0"/>
                  </a:lnTo>
                  <a:lnTo>
                    <a:pt x="259" y="9"/>
                  </a:lnTo>
                  <a:lnTo>
                    <a:pt x="259" y="985"/>
                  </a:lnTo>
                  <a:lnTo>
                    <a:pt x="407" y="985"/>
                  </a:lnTo>
                  <a:lnTo>
                    <a:pt x="415" y="993"/>
                  </a:lnTo>
                  <a:lnTo>
                    <a:pt x="415" y="1045"/>
                  </a:lnTo>
                  <a:lnTo>
                    <a:pt x="407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48" y="985"/>
                  </a:lnTo>
                  <a:lnTo>
                    <a:pt x="148" y="195"/>
                  </a:lnTo>
                  <a:lnTo>
                    <a:pt x="60" y="195"/>
                  </a:lnTo>
                  <a:lnTo>
                    <a:pt x="53" y="188"/>
                  </a:lnTo>
                  <a:lnTo>
                    <a:pt x="53" y="134"/>
                  </a:lnTo>
                  <a:lnTo>
                    <a:pt x="60" y="123"/>
                  </a:lnTo>
                  <a:lnTo>
                    <a:pt x="148" y="123"/>
                  </a:lnTo>
                  <a:lnTo>
                    <a:pt x="148" y="69"/>
                  </a:lnTo>
                  <a:lnTo>
                    <a:pt x="156" y="60"/>
                  </a:lnTo>
                  <a:lnTo>
                    <a:pt x="201" y="60"/>
                  </a:lnTo>
                  <a:lnTo>
                    <a:pt x="201" y="9"/>
                  </a:lnTo>
                  <a:lnTo>
                    <a:pt x="207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321" name="Google Shape;321;p32"/>
          <p:cNvGrpSpPr/>
          <p:nvPr/>
        </p:nvGrpSpPr>
        <p:grpSpPr>
          <a:xfrm>
            <a:off x="5097451" y="3092002"/>
            <a:ext cx="452437" cy="377825"/>
            <a:chOff x="2977" y="2256"/>
            <a:chExt cx="285" cy="238"/>
          </a:xfrm>
        </p:grpSpPr>
        <p:sp>
          <p:nvSpPr>
            <p:cNvPr id="322" name="Google Shape;322;p32"/>
            <p:cNvSpPr/>
            <p:nvPr/>
          </p:nvSpPr>
          <p:spPr>
            <a:xfrm>
              <a:off x="2977" y="2256"/>
              <a:ext cx="146" cy="238"/>
            </a:xfrm>
            <a:custGeom>
              <a:rect b="b" l="l" r="r" t="t"/>
              <a:pathLst>
                <a:path extrusionOk="0" h="1055" w="649">
                  <a:moveTo>
                    <a:pt x="6" y="0"/>
                  </a:moveTo>
                  <a:lnTo>
                    <a:pt x="589" y="0"/>
                  </a:lnTo>
                  <a:lnTo>
                    <a:pt x="595" y="9"/>
                  </a:lnTo>
                  <a:lnTo>
                    <a:pt x="595" y="250"/>
                  </a:lnTo>
                  <a:lnTo>
                    <a:pt x="589" y="259"/>
                  </a:lnTo>
                  <a:lnTo>
                    <a:pt x="547" y="259"/>
                  </a:lnTo>
                  <a:lnTo>
                    <a:pt x="538" y="250"/>
                  </a:lnTo>
                  <a:lnTo>
                    <a:pt x="538" y="134"/>
                  </a:lnTo>
                  <a:lnTo>
                    <a:pt x="503" y="134"/>
                  </a:lnTo>
                  <a:lnTo>
                    <a:pt x="496" y="125"/>
                  </a:lnTo>
                  <a:lnTo>
                    <a:pt x="496" y="71"/>
                  </a:lnTo>
                  <a:lnTo>
                    <a:pt x="201" y="71"/>
                  </a:lnTo>
                  <a:lnTo>
                    <a:pt x="201" y="491"/>
                  </a:lnTo>
                  <a:lnTo>
                    <a:pt x="445" y="491"/>
                  </a:lnTo>
                  <a:lnTo>
                    <a:pt x="445" y="376"/>
                  </a:lnTo>
                  <a:lnTo>
                    <a:pt x="452" y="365"/>
                  </a:lnTo>
                  <a:lnTo>
                    <a:pt x="496" y="365"/>
                  </a:lnTo>
                  <a:lnTo>
                    <a:pt x="503" y="376"/>
                  </a:lnTo>
                  <a:lnTo>
                    <a:pt x="503" y="681"/>
                  </a:lnTo>
                  <a:lnTo>
                    <a:pt x="496" y="689"/>
                  </a:lnTo>
                  <a:lnTo>
                    <a:pt x="452" y="689"/>
                  </a:lnTo>
                  <a:lnTo>
                    <a:pt x="445" y="681"/>
                  </a:lnTo>
                  <a:lnTo>
                    <a:pt x="445" y="563"/>
                  </a:lnTo>
                  <a:lnTo>
                    <a:pt x="201" y="563"/>
                  </a:lnTo>
                  <a:lnTo>
                    <a:pt x="201" y="986"/>
                  </a:lnTo>
                  <a:lnTo>
                    <a:pt x="538" y="986"/>
                  </a:lnTo>
                  <a:lnTo>
                    <a:pt x="538" y="929"/>
                  </a:lnTo>
                  <a:lnTo>
                    <a:pt x="547" y="920"/>
                  </a:lnTo>
                  <a:lnTo>
                    <a:pt x="589" y="920"/>
                  </a:lnTo>
                  <a:lnTo>
                    <a:pt x="589" y="814"/>
                  </a:lnTo>
                  <a:lnTo>
                    <a:pt x="595" y="803"/>
                  </a:lnTo>
                  <a:lnTo>
                    <a:pt x="640" y="803"/>
                  </a:lnTo>
                  <a:lnTo>
                    <a:pt x="648" y="814"/>
                  </a:lnTo>
                  <a:lnTo>
                    <a:pt x="648" y="1045"/>
                  </a:lnTo>
                  <a:lnTo>
                    <a:pt x="640" y="1054"/>
                  </a:lnTo>
                  <a:lnTo>
                    <a:pt x="6" y="1054"/>
                  </a:lnTo>
                  <a:lnTo>
                    <a:pt x="0" y="1045"/>
                  </a:lnTo>
                  <a:lnTo>
                    <a:pt x="0" y="994"/>
                  </a:lnTo>
                  <a:lnTo>
                    <a:pt x="6" y="986"/>
                  </a:lnTo>
                  <a:lnTo>
                    <a:pt x="101" y="986"/>
                  </a:lnTo>
                  <a:lnTo>
                    <a:pt x="101" y="71"/>
                  </a:lnTo>
                  <a:lnTo>
                    <a:pt x="6" y="71"/>
                  </a:lnTo>
                  <a:lnTo>
                    <a:pt x="0" y="60"/>
                  </a:lnTo>
                  <a:lnTo>
                    <a:pt x="0" y="9"/>
                  </a:lnTo>
                  <a:lnTo>
                    <a:pt x="6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3150" y="2256"/>
              <a:ext cx="112" cy="238"/>
            </a:xfrm>
            <a:custGeom>
              <a:rect b="b" l="l" r="r" t="t"/>
              <a:pathLst>
                <a:path extrusionOk="0" h="1055" w="499">
                  <a:moveTo>
                    <a:pt x="151" y="0"/>
                  </a:moveTo>
                  <a:lnTo>
                    <a:pt x="292" y="0"/>
                  </a:lnTo>
                  <a:lnTo>
                    <a:pt x="299" y="9"/>
                  </a:lnTo>
                  <a:lnTo>
                    <a:pt x="299" y="60"/>
                  </a:lnTo>
                  <a:lnTo>
                    <a:pt x="392" y="60"/>
                  </a:lnTo>
                  <a:lnTo>
                    <a:pt x="399" y="71"/>
                  </a:lnTo>
                  <a:lnTo>
                    <a:pt x="399" y="125"/>
                  </a:lnTo>
                  <a:lnTo>
                    <a:pt x="443" y="125"/>
                  </a:lnTo>
                  <a:lnTo>
                    <a:pt x="450" y="134"/>
                  </a:lnTo>
                  <a:lnTo>
                    <a:pt x="450" y="430"/>
                  </a:lnTo>
                  <a:lnTo>
                    <a:pt x="443" y="439"/>
                  </a:lnTo>
                  <a:lnTo>
                    <a:pt x="399" y="439"/>
                  </a:lnTo>
                  <a:lnTo>
                    <a:pt x="399" y="555"/>
                  </a:lnTo>
                  <a:lnTo>
                    <a:pt x="392" y="563"/>
                  </a:lnTo>
                  <a:lnTo>
                    <a:pt x="348" y="563"/>
                  </a:lnTo>
                  <a:lnTo>
                    <a:pt x="348" y="615"/>
                  </a:lnTo>
                  <a:lnTo>
                    <a:pt x="341" y="624"/>
                  </a:lnTo>
                  <a:lnTo>
                    <a:pt x="299" y="624"/>
                  </a:lnTo>
                  <a:lnTo>
                    <a:pt x="299" y="741"/>
                  </a:lnTo>
                  <a:lnTo>
                    <a:pt x="292" y="750"/>
                  </a:lnTo>
                  <a:lnTo>
                    <a:pt x="248" y="750"/>
                  </a:lnTo>
                  <a:lnTo>
                    <a:pt x="248" y="803"/>
                  </a:lnTo>
                  <a:lnTo>
                    <a:pt x="242" y="814"/>
                  </a:lnTo>
                  <a:lnTo>
                    <a:pt x="200" y="814"/>
                  </a:lnTo>
                  <a:lnTo>
                    <a:pt x="200" y="860"/>
                  </a:lnTo>
                  <a:lnTo>
                    <a:pt x="192" y="868"/>
                  </a:lnTo>
                  <a:lnTo>
                    <a:pt x="151" y="868"/>
                  </a:lnTo>
                  <a:lnTo>
                    <a:pt x="151" y="920"/>
                  </a:lnTo>
                  <a:lnTo>
                    <a:pt x="443" y="920"/>
                  </a:lnTo>
                  <a:lnTo>
                    <a:pt x="443" y="868"/>
                  </a:lnTo>
                  <a:lnTo>
                    <a:pt x="450" y="860"/>
                  </a:lnTo>
                  <a:lnTo>
                    <a:pt x="491" y="860"/>
                  </a:lnTo>
                  <a:lnTo>
                    <a:pt x="498" y="868"/>
                  </a:lnTo>
                  <a:lnTo>
                    <a:pt x="498" y="986"/>
                  </a:lnTo>
                  <a:lnTo>
                    <a:pt x="491" y="994"/>
                  </a:lnTo>
                  <a:lnTo>
                    <a:pt x="450" y="994"/>
                  </a:lnTo>
                  <a:lnTo>
                    <a:pt x="450" y="1045"/>
                  </a:lnTo>
                  <a:lnTo>
                    <a:pt x="443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29"/>
                  </a:lnTo>
                  <a:lnTo>
                    <a:pt x="7" y="920"/>
                  </a:lnTo>
                  <a:lnTo>
                    <a:pt x="49" y="920"/>
                  </a:lnTo>
                  <a:lnTo>
                    <a:pt x="49" y="868"/>
                  </a:lnTo>
                  <a:lnTo>
                    <a:pt x="56" y="860"/>
                  </a:lnTo>
                  <a:lnTo>
                    <a:pt x="100" y="860"/>
                  </a:lnTo>
                  <a:lnTo>
                    <a:pt x="100" y="814"/>
                  </a:lnTo>
                  <a:lnTo>
                    <a:pt x="107" y="803"/>
                  </a:lnTo>
                  <a:lnTo>
                    <a:pt x="141" y="803"/>
                  </a:lnTo>
                  <a:lnTo>
                    <a:pt x="141" y="750"/>
                  </a:lnTo>
                  <a:lnTo>
                    <a:pt x="151" y="741"/>
                  </a:lnTo>
                  <a:lnTo>
                    <a:pt x="192" y="741"/>
                  </a:lnTo>
                  <a:lnTo>
                    <a:pt x="192" y="689"/>
                  </a:lnTo>
                  <a:lnTo>
                    <a:pt x="200" y="681"/>
                  </a:lnTo>
                  <a:lnTo>
                    <a:pt x="242" y="681"/>
                  </a:lnTo>
                  <a:lnTo>
                    <a:pt x="242" y="563"/>
                  </a:lnTo>
                  <a:lnTo>
                    <a:pt x="248" y="555"/>
                  </a:lnTo>
                  <a:lnTo>
                    <a:pt x="292" y="555"/>
                  </a:lnTo>
                  <a:lnTo>
                    <a:pt x="292" y="439"/>
                  </a:lnTo>
                  <a:lnTo>
                    <a:pt x="299" y="430"/>
                  </a:lnTo>
                  <a:lnTo>
                    <a:pt x="341" y="430"/>
                  </a:lnTo>
                  <a:lnTo>
                    <a:pt x="341" y="194"/>
                  </a:lnTo>
                  <a:lnTo>
                    <a:pt x="299" y="194"/>
                  </a:lnTo>
                  <a:lnTo>
                    <a:pt x="292" y="188"/>
                  </a:lnTo>
                  <a:lnTo>
                    <a:pt x="292" y="134"/>
                  </a:lnTo>
                  <a:lnTo>
                    <a:pt x="107" y="134"/>
                  </a:lnTo>
                  <a:lnTo>
                    <a:pt x="107" y="188"/>
                  </a:lnTo>
                  <a:lnTo>
                    <a:pt x="100" y="194"/>
                  </a:lnTo>
                  <a:lnTo>
                    <a:pt x="56" y="194"/>
                  </a:lnTo>
                  <a:lnTo>
                    <a:pt x="56" y="313"/>
                  </a:lnTo>
                  <a:lnTo>
                    <a:pt x="49" y="321"/>
                  </a:lnTo>
                  <a:lnTo>
                    <a:pt x="7" y="321"/>
                  </a:lnTo>
                  <a:lnTo>
                    <a:pt x="0" y="313"/>
                  </a:lnTo>
                  <a:lnTo>
                    <a:pt x="0" y="194"/>
                  </a:lnTo>
                  <a:lnTo>
                    <a:pt x="7" y="188"/>
                  </a:lnTo>
                  <a:lnTo>
                    <a:pt x="49" y="188"/>
                  </a:lnTo>
                  <a:lnTo>
                    <a:pt x="49" y="71"/>
                  </a:lnTo>
                  <a:lnTo>
                    <a:pt x="56" y="60"/>
                  </a:lnTo>
                  <a:lnTo>
                    <a:pt x="141" y="60"/>
                  </a:lnTo>
                  <a:lnTo>
                    <a:pt x="141" y="9"/>
                  </a:lnTo>
                  <a:lnTo>
                    <a:pt x="151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324" name="Google Shape;324;p32"/>
          <p:cNvGrpSpPr/>
          <p:nvPr/>
        </p:nvGrpSpPr>
        <p:grpSpPr>
          <a:xfrm>
            <a:off x="5097451" y="3776730"/>
            <a:ext cx="452437" cy="377825"/>
            <a:chOff x="2977" y="2736"/>
            <a:chExt cx="285" cy="238"/>
          </a:xfrm>
        </p:grpSpPr>
        <p:sp>
          <p:nvSpPr>
            <p:cNvPr id="325" name="Google Shape;325;p32"/>
            <p:cNvSpPr/>
            <p:nvPr/>
          </p:nvSpPr>
          <p:spPr>
            <a:xfrm>
              <a:off x="2977" y="2736"/>
              <a:ext cx="152" cy="238"/>
            </a:xfrm>
            <a:custGeom>
              <a:rect b="b" l="l" r="r" t="t"/>
              <a:pathLst>
                <a:path extrusionOk="0" h="1055" w="675">
                  <a:moveTo>
                    <a:pt x="7" y="0"/>
                  </a:moveTo>
                  <a:lnTo>
                    <a:pt x="612" y="0"/>
                  </a:lnTo>
                  <a:lnTo>
                    <a:pt x="619" y="9"/>
                  </a:lnTo>
                  <a:lnTo>
                    <a:pt x="619" y="249"/>
                  </a:lnTo>
                  <a:lnTo>
                    <a:pt x="612" y="260"/>
                  </a:lnTo>
                  <a:lnTo>
                    <a:pt x="569" y="260"/>
                  </a:lnTo>
                  <a:lnTo>
                    <a:pt x="559" y="249"/>
                  </a:lnTo>
                  <a:lnTo>
                    <a:pt x="559" y="134"/>
                  </a:lnTo>
                  <a:lnTo>
                    <a:pt x="523" y="134"/>
                  </a:lnTo>
                  <a:lnTo>
                    <a:pt x="516" y="123"/>
                  </a:lnTo>
                  <a:lnTo>
                    <a:pt x="516" y="69"/>
                  </a:lnTo>
                  <a:lnTo>
                    <a:pt x="208" y="69"/>
                  </a:lnTo>
                  <a:lnTo>
                    <a:pt x="208" y="491"/>
                  </a:lnTo>
                  <a:lnTo>
                    <a:pt x="463" y="491"/>
                  </a:lnTo>
                  <a:lnTo>
                    <a:pt x="463" y="374"/>
                  </a:lnTo>
                  <a:lnTo>
                    <a:pt x="470" y="365"/>
                  </a:lnTo>
                  <a:lnTo>
                    <a:pt x="516" y="365"/>
                  </a:lnTo>
                  <a:lnTo>
                    <a:pt x="523" y="374"/>
                  </a:lnTo>
                  <a:lnTo>
                    <a:pt x="523" y="679"/>
                  </a:lnTo>
                  <a:lnTo>
                    <a:pt x="516" y="688"/>
                  </a:lnTo>
                  <a:lnTo>
                    <a:pt x="470" y="688"/>
                  </a:lnTo>
                  <a:lnTo>
                    <a:pt x="463" y="679"/>
                  </a:lnTo>
                  <a:lnTo>
                    <a:pt x="463" y="563"/>
                  </a:lnTo>
                  <a:lnTo>
                    <a:pt x="208" y="563"/>
                  </a:lnTo>
                  <a:lnTo>
                    <a:pt x="208" y="985"/>
                  </a:lnTo>
                  <a:lnTo>
                    <a:pt x="559" y="985"/>
                  </a:lnTo>
                  <a:lnTo>
                    <a:pt x="559" y="931"/>
                  </a:lnTo>
                  <a:lnTo>
                    <a:pt x="569" y="920"/>
                  </a:lnTo>
                  <a:lnTo>
                    <a:pt x="612" y="920"/>
                  </a:lnTo>
                  <a:lnTo>
                    <a:pt x="612" y="814"/>
                  </a:lnTo>
                  <a:lnTo>
                    <a:pt x="619" y="805"/>
                  </a:lnTo>
                  <a:lnTo>
                    <a:pt x="666" y="805"/>
                  </a:lnTo>
                  <a:lnTo>
                    <a:pt x="674" y="814"/>
                  </a:lnTo>
                  <a:lnTo>
                    <a:pt x="674" y="1045"/>
                  </a:lnTo>
                  <a:lnTo>
                    <a:pt x="666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05" y="985"/>
                  </a:lnTo>
                  <a:lnTo>
                    <a:pt x="105" y="69"/>
                  </a:lnTo>
                  <a:lnTo>
                    <a:pt x="7" y="69"/>
                  </a:lnTo>
                  <a:lnTo>
                    <a:pt x="0" y="60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6" name="Google Shape;326;p32"/>
            <p:cNvSpPr/>
            <p:nvPr/>
          </p:nvSpPr>
          <p:spPr>
            <a:xfrm>
              <a:off x="3157" y="2736"/>
              <a:ext cx="105" cy="238"/>
            </a:xfrm>
            <a:custGeom>
              <a:rect b="b" l="l" r="r" t="t"/>
              <a:pathLst>
                <a:path extrusionOk="0" h="1055" w="469">
                  <a:moveTo>
                    <a:pt x="157" y="0"/>
                  </a:moveTo>
                  <a:lnTo>
                    <a:pt x="304" y="0"/>
                  </a:lnTo>
                  <a:lnTo>
                    <a:pt x="312" y="9"/>
                  </a:lnTo>
                  <a:lnTo>
                    <a:pt x="312" y="60"/>
                  </a:lnTo>
                  <a:lnTo>
                    <a:pt x="355" y="60"/>
                  </a:lnTo>
                  <a:lnTo>
                    <a:pt x="362" y="69"/>
                  </a:lnTo>
                  <a:lnTo>
                    <a:pt x="362" y="123"/>
                  </a:lnTo>
                  <a:lnTo>
                    <a:pt x="407" y="123"/>
                  </a:lnTo>
                  <a:lnTo>
                    <a:pt x="415" y="134"/>
                  </a:lnTo>
                  <a:lnTo>
                    <a:pt x="415" y="314"/>
                  </a:lnTo>
                  <a:lnTo>
                    <a:pt x="407" y="323"/>
                  </a:lnTo>
                  <a:lnTo>
                    <a:pt x="362" y="323"/>
                  </a:lnTo>
                  <a:lnTo>
                    <a:pt x="362" y="365"/>
                  </a:lnTo>
                  <a:lnTo>
                    <a:pt x="355" y="374"/>
                  </a:lnTo>
                  <a:lnTo>
                    <a:pt x="312" y="374"/>
                  </a:lnTo>
                  <a:lnTo>
                    <a:pt x="312" y="428"/>
                  </a:lnTo>
                  <a:lnTo>
                    <a:pt x="355" y="428"/>
                  </a:lnTo>
                  <a:lnTo>
                    <a:pt x="362" y="437"/>
                  </a:lnTo>
                  <a:lnTo>
                    <a:pt x="362" y="491"/>
                  </a:lnTo>
                  <a:lnTo>
                    <a:pt x="407" y="491"/>
                  </a:lnTo>
                  <a:lnTo>
                    <a:pt x="415" y="500"/>
                  </a:lnTo>
                  <a:lnTo>
                    <a:pt x="415" y="554"/>
                  </a:lnTo>
                  <a:lnTo>
                    <a:pt x="460" y="554"/>
                  </a:lnTo>
                  <a:lnTo>
                    <a:pt x="468" y="563"/>
                  </a:lnTo>
                  <a:lnTo>
                    <a:pt x="468" y="805"/>
                  </a:lnTo>
                  <a:lnTo>
                    <a:pt x="460" y="814"/>
                  </a:lnTo>
                  <a:lnTo>
                    <a:pt x="415" y="814"/>
                  </a:lnTo>
                  <a:lnTo>
                    <a:pt x="415" y="920"/>
                  </a:lnTo>
                  <a:lnTo>
                    <a:pt x="407" y="931"/>
                  </a:lnTo>
                  <a:lnTo>
                    <a:pt x="362" y="931"/>
                  </a:lnTo>
                  <a:lnTo>
                    <a:pt x="362" y="985"/>
                  </a:lnTo>
                  <a:lnTo>
                    <a:pt x="355" y="993"/>
                  </a:lnTo>
                  <a:lnTo>
                    <a:pt x="259" y="993"/>
                  </a:lnTo>
                  <a:lnTo>
                    <a:pt x="259" y="1045"/>
                  </a:lnTo>
                  <a:lnTo>
                    <a:pt x="253" y="1054"/>
                  </a:lnTo>
                  <a:lnTo>
                    <a:pt x="58" y="1054"/>
                  </a:lnTo>
                  <a:lnTo>
                    <a:pt x="50" y="1045"/>
                  </a:lnTo>
                  <a:lnTo>
                    <a:pt x="50" y="993"/>
                  </a:lnTo>
                  <a:lnTo>
                    <a:pt x="7" y="993"/>
                  </a:lnTo>
                  <a:lnTo>
                    <a:pt x="0" y="985"/>
                  </a:lnTo>
                  <a:lnTo>
                    <a:pt x="0" y="868"/>
                  </a:lnTo>
                  <a:lnTo>
                    <a:pt x="7" y="859"/>
                  </a:lnTo>
                  <a:lnTo>
                    <a:pt x="104" y="859"/>
                  </a:lnTo>
                  <a:lnTo>
                    <a:pt x="111" y="868"/>
                  </a:lnTo>
                  <a:lnTo>
                    <a:pt x="111" y="920"/>
                  </a:lnTo>
                  <a:lnTo>
                    <a:pt x="147" y="920"/>
                  </a:lnTo>
                  <a:lnTo>
                    <a:pt x="157" y="931"/>
                  </a:lnTo>
                  <a:lnTo>
                    <a:pt x="157" y="985"/>
                  </a:lnTo>
                  <a:lnTo>
                    <a:pt x="253" y="985"/>
                  </a:lnTo>
                  <a:lnTo>
                    <a:pt x="253" y="931"/>
                  </a:lnTo>
                  <a:lnTo>
                    <a:pt x="259" y="920"/>
                  </a:lnTo>
                  <a:lnTo>
                    <a:pt x="304" y="920"/>
                  </a:lnTo>
                  <a:lnTo>
                    <a:pt x="304" y="868"/>
                  </a:lnTo>
                  <a:lnTo>
                    <a:pt x="312" y="859"/>
                  </a:lnTo>
                  <a:lnTo>
                    <a:pt x="355" y="859"/>
                  </a:lnTo>
                  <a:lnTo>
                    <a:pt x="355" y="626"/>
                  </a:lnTo>
                  <a:lnTo>
                    <a:pt x="312" y="626"/>
                  </a:lnTo>
                  <a:lnTo>
                    <a:pt x="304" y="617"/>
                  </a:lnTo>
                  <a:lnTo>
                    <a:pt x="304" y="563"/>
                  </a:lnTo>
                  <a:lnTo>
                    <a:pt x="259" y="563"/>
                  </a:lnTo>
                  <a:lnTo>
                    <a:pt x="253" y="554"/>
                  </a:lnTo>
                  <a:lnTo>
                    <a:pt x="253" y="500"/>
                  </a:lnTo>
                  <a:lnTo>
                    <a:pt x="157" y="500"/>
                  </a:lnTo>
                  <a:lnTo>
                    <a:pt x="147" y="491"/>
                  </a:lnTo>
                  <a:lnTo>
                    <a:pt x="147" y="437"/>
                  </a:lnTo>
                  <a:lnTo>
                    <a:pt x="157" y="428"/>
                  </a:lnTo>
                  <a:lnTo>
                    <a:pt x="200" y="428"/>
                  </a:lnTo>
                  <a:lnTo>
                    <a:pt x="200" y="374"/>
                  </a:lnTo>
                  <a:lnTo>
                    <a:pt x="208" y="365"/>
                  </a:lnTo>
                  <a:lnTo>
                    <a:pt x="253" y="365"/>
                  </a:lnTo>
                  <a:lnTo>
                    <a:pt x="253" y="323"/>
                  </a:lnTo>
                  <a:lnTo>
                    <a:pt x="259" y="314"/>
                  </a:lnTo>
                  <a:lnTo>
                    <a:pt x="304" y="314"/>
                  </a:lnTo>
                  <a:lnTo>
                    <a:pt x="304" y="195"/>
                  </a:lnTo>
                  <a:lnTo>
                    <a:pt x="259" y="195"/>
                  </a:lnTo>
                  <a:lnTo>
                    <a:pt x="253" y="188"/>
                  </a:lnTo>
                  <a:lnTo>
                    <a:pt x="253" y="134"/>
                  </a:lnTo>
                  <a:lnTo>
                    <a:pt x="111" y="134"/>
                  </a:lnTo>
                  <a:lnTo>
                    <a:pt x="111" y="188"/>
                  </a:lnTo>
                  <a:lnTo>
                    <a:pt x="104" y="195"/>
                  </a:lnTo>
                  <a:lnTo>
                    <a:pt x="58" y="195"/>
                  </a:lnTo>
                  <a:lnTo>
                    <a:pt x="58" y="314"/>
                  </a:lnTo>
                  <a:lnTo>
                    <a:pt x="50" y="323"/>
                  </a:lnTo>
                  <a:lnTo>
                    <a:pt x="7" y="323"/>
                  </a:lnTo>
                  <a:lnTo>
                    <a:pt x="0" y="314"/>
                  </a:lnTo>
                  <a:lnTo>
                    <a:pt x="0" y="195"/>
                  </a:lnTo>
                  <a:lnTo>
                    <a:pt x="7" y="188"/>
                  </a:lnTo>
                  <a:lnTo>
                    <a:pt x="50" y="188"/>
                  </a:lnTo>
                  <a:lnTo>
                    <a:pt x="50" y="69"/>
                  </a:lnTo>
                  <a:lnTo>
                    <a:pt x="58" y="60"/>
                  </a:lnTo>
                  <a:lnTo>
                    <a:pt x="147" y="60"/>
                  </a:lnTo>
                  <a:lnTo>
                    <a:pt x="147" y="9"/>
                  </a:lnTo>
                  <a:lnTo>
                    <a:pt x="157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/>
          <p:nvPr>
            <p:ph type="title"/>
          </p:nvPr>
        </p:nvSpPr>
        <p:spPr>
          <a:xfrm>
            <a:off x="1065212" y="37564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graph- Example</a:t>
            </a:r>
            <a:endParaRPr/>
          </a:p>
        </p:txBody>
      </p:sp>
      <p:sp>
        <p:nvSpPr>
          <p:cNvPr id="334" name="Google Shape;334;p3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3124200" y="1600200"/>
            <a:ext cx="829614" cy="606425"/>
          </a:xfrm>
          <a:prstGeom prst="ellipse">
            <a:avLst/>
          </a:prstGeom>
          <a:solidFill>
            <a:srgbClr val="FF66FF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10</a:t>
            </a:r>
            <a:endParaRPr/>
          </a:p>
        </p:txBody>
      </p:sp>
      <p:sp>
        <p:nvSpPr>
          <p:cNvPr id="336" name="Google Shape;336;p33"/>
          <p:cNvSpPr/>
          <p:nvPr/>
        </p:nvSpPr>
        <p:spPr>
          <a:xfrm>
            <a:off x="5257800" y="1790164"/>
            <a:ext cx="808149" cy="767300"/>
          </a:xfrm>
          <a:prstGeom prst="ellipse">
            <a:avLst/>
          </a:prstGeom>
          <a:solidFill>
            <a:srgbClr val="FF66FF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E3</a:t>
            </a:r>
            <a:endParaRPr/>
          </a:p>
        </p:txBody>
      </p:sp>
      <p:cxnSp>
        <p:nvCxnSpPr>
          <p:cNvPr id="337" name="Google Shape;337;p33"/>
          <p:cNvCxnSpPr/>
          <p:nvPr/>
        </p:nvCxnSpPr>
        <p:spPr>
          <a:xfrm>
            <a:off x="3810000" y="1905000"/>
            <a:ext cx="1447800" cy="350838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33"/>
          <p:cNvSpPr/>
          <p:nvPr/>
        </p:nvSpPr>
        <p:spPr>
          <a:xfrm>
            <a:off x="3124200" y="2408238"/>
            <a:ext cx="816735" cy="606425"/>
          </a:xfrm>
          <a:prstGeom prst="ellipse">
            <a:avLst/>
          </a:prstGeom>
          <a:solidFill>
            <a:srgbClr val="FF66FF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11</a:t>
            </a:r>
            <a:endParaRPr/>
          </a:p>
        </p:txBody>
      </p:sp>
      <p:cxnSp>
        <p:nvCxnSpPr>
          <p:cNvPr id="339" name="Google Shape;339;p33"/>
          <p:cNvCxnSpPr/>
          <p:nvPr/>
        </p:nvCxnSpPr>
        <p:spPr>
          <a:xfrm flipH="1" rot="10800000">
            <a:off x="3810000" y="2332038"/>
            <a:ext cx="1447800" cy="3810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33"/>
          <p:cNvSpPr/>
          <p:nvPr/>
        </p:nvSpPr>
        <p:spPr>
          <a:xfrm>
            <a:off x="5181600" y="3014664"/>
            <a:ext cx="884349" cy="792162"/>
          </a:xfrm>
          <a:prstGeom prst="ellipse">
            <a:avLst/>
          </a:prstGeom>
          <a:solidFill>
            <a:srgbClr val="FF66FF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E1</a:t>
            </a:r>
            <a:endParaRPr/>
          </a:p>
        </p:txBody>
      </p:sp>
      <p:sp>
        <p:nvSpPr>
          <p:cNvPr id="341" name="Google Shape;341;p33"/>
          <p:cNvSpPr/>
          <p:nvPr/>
        </p:nvSpPr>
        <p:spPr>
          <a:xfrm>
            <a:off x="5105400" y="4343400"/>
            <a:ext cx="870397" cy="758825"/>
          </a:xfrm>
          <a:prstGeom prst="ellipse">
            <a:avLst/>
          </a:prstGeom>
          <a:solidFill>
            <a:srgbClr val="FF66FF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E2</a:t>
            </a:r>
            <a:endParaRPr/>
          </a:p>
        </p:txBody>
      </p:sp>
      <p:sp>
        <p:nvSpPr>
          <p:cNvPr id="342" name="Google Shape;342;p33"/>
          <p:cNvSpPr/>
          <p:nvPr/>
        </p:nvSpPr>
        <p:spPr>
          <a:xfrm>
            <a:off x="1524000" y="1600200"/>
            <a:ext cx="682625" cy="606425"/>
          </a:xfrm>
          <a:prstGeom prst="ellipse">
            <a:avLst/>
          </a:prstGeom>
          <a:solidFill>
            <a:srgbClr val="FF66FF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343" name="Google Shape;343;p33"/>
          <p:cNvSpPr/>
          <p:nvPr/>
        </p:nvSpPr>
        <p:spPr>
          <a:xfrm>
            <a:off x="1524000" y="2438400"/>
            <a:ext cx="682625" cy="606425"/>
          </a:xfrm>
          <a:prstGeom prst="ellipse">
            <a:avLst/>
          </a:prstGeom>
          <a:solidFill>
            <a:srgbClr val="FF66FF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344" name="Google Shape;344;p33"/>
          <p:cNvSpPr/>
          <p:nvPr/>
        </p:nvSpPr>
        <p:spPr>
          <a:xfrm>
            <a:off x="1524000" y="3200400"/>
            <a:ext cx="682625" cy="606425"/>
          </a:xfrm>
          <a:prstGeom prst="ellipse">
            <a:avLst/>
          </a:prstGeom>
          <a:solidFill>
            <a:srgbClr val="FF66FF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345" name="Google Shape;345;p33"/>
          <p:cNvSpPr/>
          <p:nvPr/>
        </p:nvSpPr>
        <p:spPr>
          <a:xfrm>
            <a:off x="1524000" y="3962400"/>
            <a:ext cx="682625" cy="606425"/>
          </a:xfrm>
          <a:prstGeom prst="ellipse">
            <a:avLst/>
          </a:prstGeom>
          <a:solidFill>
            <a:srgbClr val="FF66FF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346" name="Google Shape;346;p33"/>
          <p:cNvSpPr/>
          <p:nvPr/>
        </p:nvSpPr>
        <p:spPr>
          <a:xfrm>
            <a:off x="1524000" y="4800600"/>
            <a:ext cx="682625" cy="606425"/>
          </a:xfrm>
          <a:prstGeom prst="ellipse">
            <a:avLst/>
          </a:prstGeom>
          <a:solidFill>
            <a:srgbClr val="FF66FF"/>
          </a:solidFill>
          <a:ln cap="flat" cmpd="sng" w="12600">
            <a:solidFill>
              <a:srgbClr val="33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6800" lIns="18000" spcFirstLastPara="1" rIns="18000" wrap="square" tIns="46800">
            <a:noAutofit/>
          </a:bodyPr>
          <a:lstStyle/>
          <a:p>
            <a:pPr indent="0" lvl="0" marL="0" marR="0" rtl="0" algn="ctr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  <p:cxnSp>
        <p:nvCxnSpPr>
          <p:cNvPr id="347" name="Google Shape;347;p33"/>
          <p:cNvCxnSpPr/>
          <p:nvPr/>
        </p:nvCxnSpPr>
        <p:spPr>
          <a:xfrm>
            <a:off x="2209800" y="1905000"/>
            <a:ext cx="914400" cy="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3"/>
          <p:cNvCxnSpPr/>
          <p:nvPr/>
        </p:nvCxnSpPr>
        <p:spPr>
          <a:xfrm>
            <a:off x="2209800" y="2743200"/>
            <a:ext cx="914400" cy="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3"/>
          <p:cNvCxnSpPr/>
          <p:nvPr/>
        </p:nvCxnSpPr>
        <p:spPr>
          <a:xfrm>
            <a:off x="2209800" y="3518450"/>
            <a:ext cx="2971800" cy="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3"/>
          <p:cNvCxnSpPr/>
          <p:nvPr/>
        </p:nvCxnSpPr>
        <p:spPr>
          <a:xfrm flipH="1" rot="10800000">
            <a:off x="2209800" y="3581400"/>
            <a:ext cx="2971800" cy="6858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33"/>
          <p:cNvCxnSpPr/>
          <p:nvPr/>
        </p:nvCxnSpPr>
        <p:spPr>
          <a:xfrm flipH="1" rot="10800000">
            <a:off x="2209800" y="4800600"/>
            <a:ext cx="2895600" cy="3048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33"/>
          <p:cNvCxnSpPr/>
          <p:nvPr/>
        </p:nvCxnSpPr>
        <p:spPr>
          <a:xfrm>
            <a:off x="3657600" y="2971800"/>
            <a:ext cx="1447800" cy="1752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3"/>
          <p:cNvCxnSpPr/>
          <p:nvPr/>
        </p:nvCxnSpPr>
        <p:spPr>
          <a:xfrm>
            <a:off x="3657600" y="2133600"/>
            <a:ext cx="1524000" cy="24384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33"/>
          <p:cNvSpPr/>
          <p:nvPr/>
        </p:nvSpPr>
        <p:spPr>
          <a:xfrm>
            <a:off x="4191000" y="1905000"/>
            <a:ext cx="301625" cy="300038"/>
          </a:xfrm>
          <a:custGeom>
            <a:rect b="b" l="l" r="r" t="t"/>
            <a:pathLst>
              <a:path extrusionOk="0" h="839" w="843">
                <a:moveTo>
                  <a:pt x="0" y="838"/>
                </a:moveTo>
                <a:cubicBezTo>
                  <a:pt x="69" y="418"/>
                  <a:pt x="139" y="0"/>
                  <a:pt x="210" y="0"/>
                </a:cubicBezTo>
                <a:cubicBezTo>
                  <a:pt x="279" y="0"/>
                  <a:pt x="315" y="838"/>
                  <a:pt x="420" y="838"/>
                </a:cubicBezTo>
                <a:cubicBezTo>
                  <a:pt x="525" y="838"/>
                  <a:pt x="684" y="418"/>
                  <a:pt x="842" y="0"/>
                </a:cubicBezTo>
              </a:path>
            </a:pathLst>
          </a:custGeom>
          <a:noFill/>
          <a:ln cap="flat" cmpd="sng" w="28425">
            <a:solidFill>
              <a:srgbClr val="336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4343400" y="2362200"/>
            <a:ext cx="301625" cy="300038"/>
          </a:xfrm>
          <a:custGeom>
            <a:rect b="b" l="l" r="r" t="t"/>
            <a:pathLst>
              <a:path extrusionOk="0" h="839" w="843">
                <a:moveTo>
                  <a:pt x="0" y="838"/>
                </a:moveTo>
                <a:cubicBezTo>
                  <a:pt x="70" y="418"/>
                  <a:pt x="140" y="0"/>
                  <a:pt x="210" y="0"/>
                </a:cubicBezTo>
                <a:cubicBezTo>
                  <a:pt x="280" y="0"/>
                  <a:pt x="316" y="838"/>
                  <a:pt x="420" y="838"/>
                </a:cubicBezTo>
                <a:cubicBezTo>
                  <a:pt x="526" y="838"/>
                  <a:pt x="684" y="418"/>
                  <a:pt x="842" y="0"/>
                </a:cubicBezTo>
              </a:path>
            </a:pathLst>
          </a:custGeom>
          <a:noFill/>
          <a:ln cap="flat" cmpd="sng" w="28425">
            <a:solidFill>
              <a:srgbClr val="336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4597400" y="4267200"/>
            <a:ext cx="352425" cy="606425"/>
          </a:xfrm>
          <a:custGeom>
            <a:rect b="b" l="l" r="r" t="t"/>
            <a:pathLst>
              <a:path extrusionOk="0" h="1690" w="984">
                <a:moveTo>
                  <a:pt x="139" y="1689"/>
                </a:moveTo>
                <a:cubicBezTo>
                  <a:pt x="69" y="1302"/>
                  <a:pt x="0" y="915"/>
                  <a:pt x="139" y="633"/>
                </a:cubicBezTo>
                <a:cubicBezTo>
                  <a:pt x="280" y="352"/>
                  <a:pt x="632" y="175"/>
                  <a:pt x="983" y="0"/>
                </a:cubicBezTo>
              </a:path>
            </a:pathLst>
          </a:custGeom>
          <a:noFill/>
          <a:ln cap="flat" cmpd="sng" w="38150">
            <a:solidFill>
              <a:srgbClr val="336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57" name="Google Shape;357;p33"/>
          <p:cNvCxnSpPr/>
          <p:nvPr/>
        </p:nvCxnSpPr>
        <p:spPr>
          <a:xfrm>
            <a:off x="3733800" y="2819400"/>
            <a:ext cx="1447800" cy="609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3"/>
          <p:cNvCxnSpPr/>
          <p:nvPr/>
        </p:nvCxnSpPr>
        <p:spPr>
          <a:xfrm>
            <a:off x="3733800" y="2057400"/>
            <a:ext cx="1447800" cy="12954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33"/>
          <p:cNvSpPr/>
          <p:nvPr/>
        </p:nvSpPr>
        <p:spPr>
          <a:xfrm>
            <a:off x="4787900" y="3200400"/>
            <a:ext cx="161925" cy="454025"/>
          </a:xfrm>
          <a:custGeom>
            <a:rect b="b" l="l" r="r" t="t"/>
            <a:pathLst>
              <a:path extrusionOk="0" h="1267" w="455">
                <a:moveTo>
                  <a:pt x="244" y="1266"/>
                </a:moveTo>
                <a:cubicBezTo>
                  <a:pt x="121" y="950"/>
                  <a:pt x="0" y="633"/>
                  <a:pt x="33" y="421"/>
                </a:cubicBezTo>
                <a:cubicBezTo>
                  <a:pt x="69" y="211"/>
                  <a:pt x="262" y="105"/>
                  <a:pt x="454" y="0"/>
                </a:cubicBezTo>
              </a:path>
            </a:pathLst>
          </a:custGeom>
          <a:noFill/>
          <a:ln cap="flat" cmpd="sng" w="38150">
            <a:solidFill>
              <a:srgbClr val="336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0" name="Google Shape;360;p33"/>
          <p:cNvSpPr/>
          <p:nvPr/>
        </p:nvSpPr>
        <p:spPr>
          <a:xfrm>
            <a:off x="4495800" y="2895600"/>
            <a:ext cx="149225" cy="530225"/>
          </a:xfrm>
          <a:custGeom>
            <a:rect b="b" l="l" r="r" t="t"/>
            <a:pathLst>
              <a:path extrusionOk="0" h="1479" w="420">
                <a:moveTo>
                  <a:pt x="59" y="1478"/>
                </a:moveTo>
                <a:cubicBezTo>
                  <a:pt x="29" y="1232"/>
                  <a:pt x="0" y="984"/>
                  <a:pt x="59" y="737"/>
                </a:cubicBezTo>
                <a:cubicBezTo>
                  <a:pt x="119" y="492"/>
                  <a:pt x="270" y="245"/>
                  <a:pt x="419" y="0"/>
                </a:cubicBezTo>
              </a:path>
            </a:pathLst>
          </a:custGeom>
          <a:noFill/>
          <a:ln cap="flat" cmpd="sng" w="38150">
            <a:solidFill>
              <a:srgbClr val="336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61" name="Google Shape;361;p33"/>
          <p:cNvCxnSpPr/>
          <p:nvPr/>
        </p:nvCxnSpPr>
        <p:spPr>
          <a:xfrm flipH="1" rot="10800000">
            <a:off x="4343400" y="28194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33"/>
          <p:cNvCxnSpPr/>
          <p:nvPr/>
        </p:nvCxnSpPr>
        <p:spPr>
          <a:xfrm rot="10800000">
            <a:off x="4419600" y="28194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3"/>
          <p:cNvCxnSpPr/>
          <p:nvPr/>
        </p:nvCxnSpPr>
        <p:spPr>
          <a:xfrm flipH="1" rot="10800000">
            <a:off x="4572000" y="32766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3"/>
          <p:cNvCxnSpPr/>
          <p:nvPr/>
        </p:nvCxnSpPr>
        <p:spPr>
          <a:xfrm rot="10800000">
            <a:off x="4678363" y="32385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33"/>
          <p:cNvCxnSpPr/>
          <p:nvPr/>
        </p:nvCxnSpPr>
        <p:spPr>
          <a:xfrm flipH="1" rot="10800000">
            <a:off x="4419600" y="43434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33"/>
          <p:cNvCxnSpPr/>
          <p:nvPr/>
        </p:nvCxnSpPr>
        <p:spPr>
          <a:xfrm rot="10800000">
            <a:off x="4495800" y="43434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33"/>
          <p:cNvCxnSpPr/>
          <p:nvPr/>
        </p:nvCxnSpPr>
        <p:spPr>
          <a:xfrm rot="10800000">
            <a:off x="4724400" y="22098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33"/>
          <p:cNvCxnSpPr/>
          <p:nvPr/>
        </p:nvCxnSpPr>
        <p:spPr>
          <a:xfrm flipH="1" rot="10800000">
            <a:off x="4800600" y="2209800"/>
            <a:ext cx="76200" cy="2286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4"/>
          <p:cNvSpPr txBox="1"/>
          <p:nvPr>
            <p:ph type="title"/>
          </p:nvPr>
        </p:nvSpPr>
        <p:spPr>
          <a:xfrm>
            <a:off x="1069975" y="138628"/>
            <a:ext cx="7769225" cy="1271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graph- Decision table</a:t>
            </a:r>
            <a:endParaRPr/>
          </a:p>
        </p:txBody>
      </p:sp>
      <p:sp>
        <p:nvSpPr>
          <p:cNvPr id="376" name="Google Shape;376;p34"/>
          <p:cNvSpPr txBox="1"/>
          <p:nvPr>
            <p:ph idx="12" type="sldNum"/>
          </p:nvPr>
        </p:nvSpPr>
        <p:spPr>
          <a:xfrm>
            <a:off x="8921623" y="6284913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4"/>
          <p:cNvSpPr txBox="1"/>
          <p:nvPr/>
        </p:nvSpPr>
        <p:spPr>
          <a:xfrm>
            <a:off x="1069975" y="1731963"/>
            <a:ext cx="1063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Cause 1</a:t>
            </a:r>
            <a:endParaRPr/>
          </a:p>
        </p:txBody>
      </p:sp>
      <p:sp>
        <p:nvSpPr>
          <p:cNvPr id="378" name="Google Shape;378;p34"/>
          <p:cNvSpPr txBox="1"/>
          <p:nvPr/>
        </p:nvSpPr>
        <p:spPr>
          <a:xfrm>
            <a:off x="1069975" y="2173288"/>
            <a:ext cx="1063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Cause 2</a:t>
            </a:r>
            <a:endParaRPr/>
          </a:p>
        </p:txBody>
      </p:sp>
      <p:sp>
        <p:nvSpPr>
          <p:cNvPr id="379" name="Google Shape;379;p34"/>
          <p:cNvSpPr txBox="1"/>
          <p:nvPr/>
        </p:nvSpPr>
        <p:spPr>
          <a:xfrm>
            <a:off x="1069975" y="2630488"/>
            <a:ext cx="1063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Cause 3</a:t>
            </a:r>
            <a:endParaRPr/>
          </a:p>
        </p:txBody>
      </p:sp>
      <p:sp>
        <p:nvSpPr>
          <p:cNvPr id="380" name="Google Shape;380;p34"/>
          <p:cNvSpPr txBox="1"/>
          <p:nvPr/>
        </p:nvSpPr>
        <p:spPr>
          <a:xfrm>
            <a:off x="1069975" y="3011488"/>
            <a:ext cx="1063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Cause 4</a:t>
            </a:r>
            <a:endParaRPr/>
          </a:p>
        </p:txBody>
      </p:sp>
      <p:sp>
        <p:nvSpPr>
          <p:cNvPr id="381" name="Google Shape;381;p34"/>
          <p:cNvSpPr txBox="1"/>
          <p:nvPr/>
        </p:nvSpPr>
        <p:spPr>
          <a:xfrm>
            <a:off x="1069975" y="3408363"/>
            <a:ext cx="1063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Cause 5</a:t>
            </a:r>
            <a:endParaRPr/>
          </a:p>
        </p:txBody>
      </p:sp>
      <p:sp>
        <p:nvSpPr>
          <p:cNvPr id="382" name="Google Shape;382;p34"/>
          <p:cNvSpPr txBox="1"/>
          <p:nvPr/>
        </p:nvSpPr>
        <p:spPr>
          <a:xfrm>
            <a:off x="1069975" y="3849688"/>
            <a:ext cx="1063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Effect 1</a:t>
            </a:r>
            <a:endParaRPr/>
          </a:p>
        </p:txBody>
      </p:sp>
      <p:sp>
        <p:nvSpPr>
          <p:cNvPr id="383" name="Google Shape;383;p34"/>
          <p:cNvSpPr txBox="1"/>
          <p:nvPr/>
        </p:nvSpPr>
        <p:spPr>
          <a:xfrm>
            <a:off x="1069975" y="4322763"/>
            <a:ext cx="1063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Effect 2</a:t>
            </a:r>
            <a:endParaRPr/>
          </a:p>
        </p:txBody>
      </p:sp>
      <p:sp>
        <p:nvSpPr>
          <p:cNvPr id="384" name="Google Shape;384;p34"/>
          <p:cNvSpPr txBox="1"/>
          <p:nvPr/>
        </p:nvSpPr>
        <p:spPr>
          <a:xfrm>
            <a:off x="1069975" y="4779963"/>
            <a:ext cx="1063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Effect 3</a:t>
            </a:r>
            <a:endParaRPr/>
          </a:p>
        </p:txBody>
      </p:sp>
      <p:sp>
        <p:nvSpPr>
          <p:cNvPr id="385" name="Google Shape;385;p34"/>
          <p:cNvSpPr txBox="1"/>
          <p:nvPr/>
        </p:nvSpPr>
        <p:spPr>
          <a:xfrm>
            <a:off x="2289175" y="1503363"/>
            <a:ext cx="9112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1</a:t>
            </a:r>
            <a:endParaRPr/>
          </a:p>
        </p:txBody>
      </p:sp>
      <p:sp>
        <p:nvSpPr>
          <p:cNvPr id="386" name="Google Shape;386;p34"/>
          <p:cNvSpPr txBox="1"/>
          <p:nvPr/>
        </p:nvSpPr>
        <p:spPr>
          <a:xfrm>
            <a:off x="3127375" y="1503363"/>
            <a:ext cx="9112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2</a:t>
            </a:r>
            <a:endParaRPr/>
          </a:p>
        </p:txBody>
      </p:sp>
      <p:sp>
        <p:nvSpPr>
          <p:cNvPr id="387" name="Google Shape;387;p34"/>
          <p:cNvSpPr txBox="1"/>
          <p:nvPr/>
        </p:nvSpPr>
        <p:spPr>
          <a:xfrm>
            <a:off x="4041775" y="1487488"/>
            <a:ext cx="9112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3</a:t>
            </a:r>
            <a:endParaRPr/>
          </a:p>
        </p:txBody>
      </p:sp>
      <p:sp>
        <p:nvSpPr>
          <p:cNvPr id="388" name="Google Shape;388;p34"/>
          <p:cNvSpPr txBox="1"/>
          <p:nvPr/>
        </p:nvSpPr>
        <p:spPr>
          <a:xfrm>
            <a:off x="4879975" y="1487488"/>
            <a:ext cx="9112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4</a:t>
            </a:r>
            <a:endParaRPr/>
          </a:p>
        </p:txBody>
      </p:sp>
      <p:sp>
        <p:nvSpPr>
          <p:cNvPr id="389" name="Google Shape;389;p34"/>
          <p:cNvSpPr txBox="1"/>
          <p:nvPr/>
        </p:nvSpPr>
        <p:spPr>
          <a:xfrm>
            <a:off x="5794375" y="1487488"/>
            <a:ext cx="9112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5</a:t>
            </a:r>
            <a:endParaRPr/>
          </a:p>
        </p:txBody>
      </p:sp>
      <p:sp>
        <p:nvSpPr>
          <p:cNvPr id="390" name="Google Shape;390;p34"/>
          <p:cNvSpPr txBox="1"/>
          <p:nvPr/>
        </p:nvSpPr>
        <p:spPr>
          <a:xfrm>
            <a:off x="2517775" y="17319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/>
          </a:p>
        </p:txBody>
      </p:sp>
      <p:sp>
        <p:nvSpPr>
          <p:cNvPr id="391" name="Google Shape;391;p34"/>
          <p:cNvSpPr txBox="1"/>
          <p:nvPr/>
        </p:nvSpPr>
        <p:spPr>
          <a:xfrm>
            <a:off x="3279775" y="17319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/>
          </a:p>
        </p:txBody>
      </p:sp>
      <p:sp>
        <p:nvSpPr>
          <p:cNvPr id="392" name="Google Shape;392;p34"/>
          <p:cNvSpPr txBox="1"/>
          <p:nvPr/>
        </p:nvSpPr>
        <p:spPr>
          <a:xfrm>
            <a:off x="4270375" y="17319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/>
          </a:p>
        </p:txBody>
      </p:sp>
      <p:sp>
        <p:nvSpPr>
          <p:cNvPr id="393" name="Google Shape;393;p34"/>
          <p:cNvSpPr txBox="1"/>
          <p:nvPr/>
        </p:nvSpPr>
        <p:spPr>
          <a:xfrm>
            <a:off x="2517775" y="21891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/>
          </a:p>
        </p:txBody>
      </p:sp>
      <p:sp>
        <p:nvSpPr>
          <p:cNvPr id="394" name="Google Shape;394;p34"/>
          <p:cNvSpPr txBox="1"/>
          <p:nvPr/>
        </p:nvSpPr>
        <p:spPr>
          <a:xfrm>
            <a:off x="2517775" y="26304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/>
          </a:p>
        </p:txBody>
      </p:sp>
      <p:sp>
        <p:nvSpPr>
          <p:cNvPr id="395" name="Google Shape;395;p34"/>
          <p:cNvSpPr txBox="1"/>
          <p:nvPr/>
        </p:nvSpPr>
        <p:spPr>
          <a:xfrm>
            <a:off x="3279775" y="21891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/>
          </a:p>
        </p:txBody>
      </p:sp>
      <p:sp>
        <p:nvSpPr>
          <p:cNvPr id="396" name="Google Shape;396;p34"/>
          <p:cNvSpPr txBox="1"/>
          <p:nvPr/>
        </p:nvSpPr>
        <p:spPr>
          <a:xfrm>
            <a:off x="4270375" y="21732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/>
          </a:p>
        </p:txBody>
      </p:sp>
      <p:sp>
        <p:nvSpPr>
          <p:cNvPr id="397" name="Google Shape;397;p34"/>
          <p:cNvSpPr txBox="1"/>
          <p:nvPr/>
        </p:nvSpPr>
        <p:spPr>
          <a:xfrm>
            <a:off x="5108575" y="17319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</a:t>
            </a:r>
            <a:endParaRPr/>
          </a:p>
        </p:txBody>
      </p:sp>
      <p:sp>
        <p:nvSpPr>
          <p:cNvPr id="398" name="Google Shape;398;p34"/>
          <p:cNvSpPr txBox="1"/>
          <p:nvPr/>
        </p:nvSpPr>
        <p:spPr>
          <a:xfrm>
            <a:off x="5946775" y="17319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/>
          </a:p>
        </p:txBody>
      </p:sp>
      <p:sp>
        <p:nvSpPr>
          <p:cNvPr id="399" name="Google Shape;399;p34"/>
          <p:cNvSpPr txBox="1"/>
          <p:nvPr/>
        </p:nvSpPr>
        <p:spPr>
          <a:xfrm>
            <a:off x="5108575" y="21891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X</a:t>
            </a:r>
            <a:endParaRPr/>
          </a:p>
        </p:txBody>
      </p:sp>
      <p:sp>
        <p:nvSpPr>
          <p:cNvPr id="400" name="Google Shape;400;p34"/>
          <p:cNvSpPr txBox="1"/>
          <p:nvPr/>
        </p:nvSpPr>
        <p:spPr>
          <a:xfrm>
            <a:off x="5946775" y="21732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</a:t>
            </a:r>
            <a:endParaRPr/>
          </a:p>
        </p:txBody>
      </p:sp>
      <p:sp>
        <p:nvSpPr>
          <p:cNvPr id="401" name="Google Shape;401;p34"/>
          <p:cNvSpPr txBox="1"/>
          <p:nvPr/>
        </p:nvSpPr>
        <p:spPr>
          <a:xfrm>
            <a:off x="4270375" y="26463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</a:t>
            </a:r>
            <a:endParaRPr/>
          </a:p>
        </p:txBody>
      </p:sp>
      <p:sp>
        <p:nvSpPr>
          <p:cNvPr id="402" name="Google Shape;402;p34"/>
          <p:cNvSpPr txBox="1"/>
          <p:nvPr/>
        </p:nvSpPr>
        <p:spPr>
          <a:xfrm>
            <a:off x="4270375" y="30273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</a:t>
            </a:r>
            <a:endParaRPr/>
          </a:p>
        </p:txBody>
      </p:sp>
      <p:sp>
        <p:nvSpPr>
          <p:cNvPr id="403" name="Google Shape;403;p34"/>
          <p:cNvSpPr txBox="1"/>
          <p:nvPr/>
        </p:nvSpPr>
        <p:spPr>
          <a:xfrm>
            <a:off x="2517775" y="30273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</a:t>
            </a:r>
            <a:endParaRPr/>
          </a:p>
        </p:txBody>
      </p:sp>
      <p:sp>
        <p:nvSpPr>
          <p:cNvPr id="404" name="Google Shape;404;p34"/>
          <p:cNvSpPr txBox="1"/>
          <p:nvPr/>
        </p:nvSpPr>
        <p:spPr>
          <a:xfrm>
            <a:off x="2517775" y="33924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</a:t>
            </a:r>
            <a:endParaRPr/>
          </a:p>
        </p:txBody>
      </p:sp>
      <p:sp>
        <p:nvSpPr>
          <p:cNvPr id="405" name="Google Shape;405;p34"/>
          <p:cNvSpPr txBox="1"/>
          <p:nvPr/>
        </p:nvSpPr>
        <p:spPr>
          <a:xfrm>
            <a:off x="2441575" y="38496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</a:t>
            </a:r>
            <a:endParaRPr/>
          </a:p>
        </p:txBody>
      </p:sp>
      <p:sp>
        <p:nvSpPr>
          <p:cNvPr id="406" name="Google Shape;406;p34"/>
          <p:cNvSpPr txBox="1"/>
          <p:nvPr/>
        </p:nvSpPr>
        <p:spPr>
          <a:xfrm>
            <a:off x="3279775" y="38496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</a:t>
            </a:r>
            <a:endParaRPr/>
          </a:p>
        </p:txBody>
      </p:sp>
      <p:sp>
        <p:nvSpPr>
          <p:cNvPr id="407" name="Google Shape;407;p34"/>
          <p:cNvSpPr txBox="1"/>
          <p:nvPr/>
        </p:nvSpPr>
        <p:spPr>
          <a:xfrm>
            <a:off x="3279775" y="26463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</a:t>
            </a:r>
            <a:endParaRPr/>
          </a:p>
        </p:txBody>
      </p:sp>
      <p:sp>
        <p:nvSpPr>
          <p:cNvPr id="408" name="Google Shape;408;p34"/>
          <p:cNvSpPr txBox="1"/>
          <p:nvPr/>
        </p:nvSpPr>
        <p:spPr>
          <a:xfrm>
            <a:off x="3279775" y="30114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/>
          </a:p>
        </p:txBody>
      </p:sp>
      <p:sp>
        <p:nvSpPr>
          <p:cNvPr id="409" name="Google Shape;409;p34"/>
          <p:cNvSpPr txBox="1"/>
          <p:nvPr/>
        </p:nvSpPr>
        <p:spPr>
          <a:xfrm>
            <a:off x="3279775" y="33924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</a:t>
            </a:r>
            <a:endParaRPr/>
          </a:p>
        </p:txBody>
      </p:sp>
      <p:sp>
        <p:nvSpPr>
          <p:cNvPr id="410" name="Google Shape;410;p34"/>
          <p:cNvSpPr txBox="1"/>
          <p:nvPr/>
        </p:nvSpPr>
        <p:spPr>
          <a:xfrm>
            <a:off x="4270375" y="38496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411" name="Google Shape;411;p34"/>
          <p:cNvSpPr txBox="1"/>
          <p:nvPr/>
        </p:nvSpPr>
        <p:spPr>
          <a:xfrm>
            <a:off x="5108575" y="38655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412" name="Google Shape;412;p34"/>
          <p:cNvSpPr txBox="1"/>
          <p:nvPr/>
        </p:nvSpPr>
        <p:spPr>
          <a:xfrm>
            <a:off x="5870575" y="38655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413" name="Google Shape;413;p34"/>
          <p:cNvSpPr txBox="1"/>
          <p:nvPr/>
        </p:nvSpPr>
        <p:spPr>
          <a:xfrm>
            <a:off x="5870575" y="43068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414" name="Google Shape;414;p34"/>
          <p:cNvSpPr txBox="1"/>
          <p:nvPr/>
        </p:nvSpPr>
        <p:spPr>
          <a:xfrm>
            <a:off x="5108575" y="43068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415" name="Google Shape;415;p34"/>
          <p:cNvSpPr txBox="1"/>
          <p:nvPr/>
        </p:nvSpPr>
        <p:spPr>
          <a:xfrm>
            <a:off x="4270375" y="429101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</a:t>
            </a:r>
            <a:endParaRPr/>
          </a:p>
        </p:txBody>
      </p:sp>
      <p:sp>
        <p:nvSpPr>
          <p:cNvPr id="416" name="Google Shape;416;p34"/>
          <p:cNvSpPr txBox="1"/>
          <p:nvPr/>
        </p:nvSpPr>
        <p:spPr>
          <a:xfrm>
            <a:off x="5870575" y="47640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</a:t>
            </a:r>
            <a:endParaRPr/>
          </a:p>
        </p:txBody>
      </p:sp>
      <p:sp>
        <p:nvSpPr>
          <p:cNvPr id="417" name="Google Shape;417;p34"/>
          <p:cNvSpPr txBox="1"/>
          <p:nvPr/>
        </p:nvSpPr>
        <p:spPr>
          <a:xfrm>
            <a:off x="5108575" y="47640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</a:t>
            </a:r>
            <a:endParaRPr/>
          </a:p>
        </p:txBody>
      </p:sp>
      <p:sp>
        <p:nvSpPr>
          <p:cNvPr id="418" name="Google Shape;418;p34"/>
          <p:cNvSpPr txBox="1"/>
          <p:nvPr/>
        </p:nvSpPr>
        <p:spPr>
          <a:xfrm>
            <a:off x="2441575" y="429101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419" name="Google Shape;419;p34"/>
          <p:cNvSpPr txBox="1"/>
          <p:nvPr/>
        </p:nvSpPr>
        <p:spPr>
          <a:xfrm>
            <a:off x="2441575" y="47640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420" name="Google Shape;420;p34"/>
          <p:cNvSpPr txBox="1"/>
          <p:nvPr/>
        </p:nvSpPr>
        <p:spPr>
          <a:xfrm>
            <a:off x="3203575" y="43068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421" name="Google Shape;421;p34"/>
          <p:cNvSpPr txBox="1"/>
          <p:nvPr/>
        </p:nvSpPr>
        <p:spPr>
          <a:xfrm>
            <a:off x="3203575" y="47799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422" name="Google Shape;422;p34"/>
          <p:cNvSpPr txBox="1"/>
          <p:nvPr/>
        </p:nvSpPr>
        <p:spPr>
          <a:xfrm>
            <a:off x="4270375" y="47799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/>
          </a:p>
        </p:txBody>
      </p:sp>
      <p:sp>
        <p:nvSpPr>
          <p:cNvPr id="423" name="Google Shape;423;p34"/>
          <p:cNvSpPr txBox="1"/>
          <p:nvPr/>
        </p:nvSpPr>
        <p:spPr>
          <a:xfrm>
            <a:off x="5946775" y="26304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X</a:t>
            </a:r>
            <a:endParaRPr/>
          </a:p>
        </p:txBody>
      </p:sp>
      <p:sp>
        <p:nvSpPr>
          <p:cNvPr id="424" name="Google Shape;424;p34"/>
          <p:cNvSpPr txBox="1"/>
          <p:nvPr/>
        </p:nvSpPr>
        <p:spPr>
          <a:xfrm>
            <a:off x="5946775" y="301148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X</a:t>
            </a:r>
            <a:endParaRPr/>
          </a:p>
        </p:txBody>
      </p:sp>
      <p:sp>
        <p:nvSpPr>
          <p:cNvPr id="425" name="Google Shape;425;p34"/>
          <p:cNvSpPr txBox="1"/>
          <p:nvPr/>
        </p:nvSpPr>
        <p:spPr>
          <a:xfrm>
            <a:off x="5108575" y="30273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X</a:t>
            </a:r>
            <a:endParaRPr/>
          </a:p>
        </p:txBody>
      </p:sp>
      <p:sp>
        <p:nvSpPr>
          <p:cNvPr id="426" name="Google Shape;426;p34"/>
          <p:cNvSpPr txBox="1"/>
          <p:nvPr/>
        </p:nvSpPr>
        <p:spPr>
          <a:xfrm>
            <a:off x="5108575" y="26463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X</a:t>
            </a:r>
            <a:endParaRPr/>
          </a:p>
        </p:txBody>
      </p:sp>
      <p:sp>
        <p:nvSpPr>
          <p:cNvPr id="427" name="Google Shape;427;p34"/>
          <p:cNvSpPr txBox="1"/>
          <p:nvPr/>
        </p:nvSpPr>
        <p:spPr>
          <a:xfrm>
            <a:off x="5946775" y="34083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X</a:t>
            </a:r>
            <a:endParaRPr/>
          </a:p>
        </p:txBody>
      </p:sp>
      <p:sp>
        <p:nvSpPr>
          <p:cNvPr id="428" name="Google Shape;428;p34"/>
          <p:cNvSpPr txBox="1"/>
          <p:nvPr/>
        </p:nvSpPr>
        <p:spPr>
          <a:xfrm>
            <a:off x="5108575" y="3424238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X</a:t>
            </a:r>
            <a:endParaRPr/>
          </a:p>
        </p:txBody>
      </p:sp>
      <p:sp>
        <p:nvSpPr>
          <p:cNvPr id="429" name="Google Shape;429;p34"/>
          <p:cNvSpPr txBox="1"/>
          <p:nvPr/>
        </p:nvSpPr>
        <p:spPr>
          <a:xfrm>
            <a:off x="4270375" y="3408363"/>
            <a:ext cx="3016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/>
          </a:p>
        </p:txBody>
      </p:sp>
      <p:cxnSp>
        <p:nvCxnSpPr>
          <p:cNvPr id="430" name="Google Shape;430;p34"/>
          <p:cNvCxnSpPr/>
          <p:nvPr/>
        </p:nvCxnSpPr>
        <p:spPr>
          <a:xfrm>
            <a:off x="993775" y="3865563"/>
            <a:ext cx="5943600" cy="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34"/>
          <p:cNvCxnSpPr/>
          <p:nvPr/>
        </p:nvCxnSpPr>
        <p:spPr>
          <a:xfrm>
            <a:off x="2136775" y="1503363"/>
            <a:ext cx="0" cy="3962400"/>
          </a:xfrm>
          <a:prstGeom prst="straightConnector1">
            <a:avLst/>
          </a:prstGeom>
          <a:noFill/>
          <a:ln cap="flat" cmpd="sng" w="3815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34"/>
          <p:cNvCxnSpPr/>
          <p:nvPr/>
        </p:nvCxnSpPr>
        <p:spPr>
          <a:xfrm>
            <a:off x="993775" y="1808163"/>
            <a:ext cx="5867400" cy="0"/>
          </a:xfrm>
          <a:prstGeom prst="straightConnector1">
            <a:avLst/>
          </a:prstGeom>
          <a:noFill/>
          <a:ln cap="flat" cmpd="sng" w="12600">
            <a:solidFill>
              <a:srgbClr val="3366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3" name="Google Shape;433;p34"/>
          <p:cNvGrpSpPr/>
          <p:nvPr/>
        </p:nvGrpSpPr>
        <p:grpSpPr>
          <a:xfrm>
            <a:off x="6391275" y="2036763"/>
            <a:ext cx="1609725" cy="225425"/>
            <a:chOff x="3832" y="1296"/>
            <a:chExt cx="1014" cy="142"/>
          </a:xfrm>
        </p:grpSpPr>
        <p:sp>
          <p:nvSpPr>
            <p:cNvPr id="434" name="Google Shape;434;p34"/>
            <p:cNvSpPr/>
            <p:nvPr/>
          </p:nvSpPr>
          <p:spPr>
            <a:xfrm>
              <a:off x="3832" y="1296"/>
              <a:ext cx="52" cy="142"/>
            </a:xfrm>
            <a:custGeom>
              <a:rect b="b" l="l" r="r" t="t"/>
              <a:pathLst>
                <a:path extrusionOk="0" h="632" w="235">
                  <a:moveTo>
                    <a:pt x="5" y="0"/>
                  </a:moveTo>
                  <a:lnTo>
                    <a:pt x="228" y="0"/>
                  </a:lnTo>
                  <a:lnTo>
                    <a:pt x="234" y="5"/>
                  </a:lnTo>
                  <a:lnTo>
                    <a:pt x="234" y="38"/>
                  </a:lnTo>
                  <a:lnTo>
                    <a:pt x="228" y="43"/>
                  </a:lnTo>
                  <a:lnTo>
                    <a:pt x="155" y="43"/>
                  </a:lnTo>
                  <a:lnTo>
                    <a:pt x="155" y="590"/>
                  </a:lnTo>
                  <a:lnTo>
                    <a:pt x="228" y="590"/>
                  </a:lnTo>
                  <a:lnTo>
                    <a:pt x="234" y="595"/>
                  </a:lnTo>
                  <a:lnTo>
                    <a:pt x="234" y="625"/>
                  </a:lnTo>
                  <a:lnTo>
                    <a:pt x="228" y="631"/>
                  </a:lnTo>
                  <a:lnTo>
                    <a:pt x="5" y="631"/>
                  </a:lnTo>
                  <a:lnTo>
                    <a:pt x="0" y="625"/>
                  </a:lnTo>
                  <a:lnTo>
                    <a:pt x="0" y="595"/>
                  </a:lnTo>
                  <a:lnTo>
                    <a:pt x="5" y="590"/>
                  </a:lnTo>
                  <a:lnTo>
                    <a:pt x="77" y="590"/>
                  </a:lnTo>
                  <a:lnTo>
                    <a:pt x="77" y="43"/>
                  </a:lnTo>
                  <a:lnTo>
                    <a:pt x="5" y="43"/>
                  </a:lnTo>
                  <a:lnTo>
                    <a:pt x="0" y="38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35" name="Google Shape;435;p34"/>
            <p:cNvSpPr/>
            <p:nvPr/>
          </p:nvSpPr>
          <p:spPr>
            <a:xfrm>
              <a:off x="3961" y="1355"/>
              <a:ext cx="107" cy="50"/>
            </a:xfrm>
            <a:custGeom>
              <a:rect b="b" l="l" r="r" t="t"/>
              <a:pathLst>
                <a:path extrusionOk="0" h="226" w="477">
                  <a:moveTo>
                    <a:pt x="5" y="146"/>
                  </a:moveTo>
                  <a:lnTo>
                    <a:pt x="470" y="146"/>
                  </a:lnTo>
                  <a:lnTo>
                    <a:pt x="476" y="152"/>
                  </a:lnTo>
                  <a:lnTo>
                    <a:pt x="476" y="219"/>
                  </a:lnTo>
                  <a:lnTo>
                    <a:pt x="470" y="225"/>
                  </a:lnTo>
                  <a:lnTo>
                    <a:pt x="5" y="225"/>
                  </a:lnTo>
                  <a:lnTo>
                    <a:pt x="0" y="219"/>
                  </a:lnTo>
                  <a:lnTo>
                    <a:pt x="0" y="152"/>
                  </a:lnTo>
                  <a:lnTo>
                    <a:pt x="5" y="146"/>
                  </a:lnTo>
                  <a:close/>
                  <a:moveTo>
                    <a:pt x="5" y="0"/>
                  </a:moveTo>
                  <a:lnTo>
                    <a:pt x="470" y="0"/>
                  </a:lnTo>
                  <a:lnTo>
                    <a:pt x="476" y="4"/>
                  </a:lnTo>
                  <a:lnTo>
                    <a:pt x="476" y="73"/>
                  </a:lnTo>
                  <a:lnTo>
                    <a:pt x="470" y="78"/>
                  </a:lnTo>
                  <a:lnTo>
                    <a:pt x="5" y="78"/>
                  </a:lnTo>
                  <a:lnTo>
                    <a:pt x="0" y="73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36" name="Google Shape;436;p34"/>
            <p:cNvSpPr/>
            <p:nvPr/>
          </p:nvSpPr>
          <p:spPr>
            <a:xfrm>
              <a:off x="4142" y="1296"/>
              <a:ext cx="51" cy="142"/>
            </a:xfrm>
            <a:custGeom>
              <a:rect b="b" l="l" r="r" t="t"/>
              <a:pathLst>
                <a:path extrusionOk="0" h="632" w="230">
                  <a:moveTo>
                    <a:pt x="5" y="0"/>
                  </a:moveTo>
                  <a:lnTo>
                    <a:pt x="223" y="0"/>
                  </a:lnTo>
                  <a:lnTo>
                    <a:pt x="229" y="5"/>
                  </a:lnTo>
                  <a:lnTo>
                    <a:pt x="229" y="38"/>
                  </a:lnTo>
                  <a:lnTo>
                    <a:pt x="223" y="43"/>
                  </a:lnTo>
                  <a:lnTo>
                    <a:pt x="153" y="43"/>
                  </a:lnTo>
                  <a:lnTo>
                    <a:pt x="153" y="590"/>
                  </a:lnTo>
                  <a:lnTo>
                    <a:pt x="223" y="590"/>
                  </a:lnTo>
                  <a:lnTo>
                    <a:pt x="229" y="595"/>
                  </a:lnTo>
                  <a:lnTo>
                    <a:pt x="229" y="625"/>
                  </a:lnTo>
                  <a:lnTo>
                    <a:pt x="223" y="631"/>
                  </a:lnTo>
                  <a:lnTo>
                    <a:pt x="5" y="631"/>
                  </a:lnTo>
                  <a:lnTo>
                    <a:pt x="0" y="625"/>
                  </a:lnTo>
                  <a:lnTo>
                    <a:pt x="0" y="595"/>
                  </a:lnTo>
                  <a:lnTo>
                    <a:pt x="5" y="590"/>
                  </a:lnTo>
                  <a:lnTo>
                    <a:pt x="75" y="590"/>
                  </a:lnTo>
                  <a:lnTo>
                    <a:pt x="75" y="43"/>
                  </a:lnTo>
                  <a:lnTo>
                    <a:pt x="5" y="43"/>
                  </a:lnTo>
                  <a:lnTo>
                    <a:pt x="0" y="38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4215" y="1339"/>
              <a:ext cx="100" cy="99"/>
            </a:xfrm>
            <a:custGeom>
              <a:rect b="b" l="l" r="r" t="t"/>
              <a:pathLst>
                <a:path extrusionOk="0" h="442" w="446">
                  <a:moveTo>
                    <a:pt x="5" y="0"/>
                  </a:moveTo>
                  <a:lnTo>
                    <a:pt x="117" y="0"/>
                  </a:lnTo>
                  <a:lnTo>
                    <a:pt x="122" y="4"/>
                  </a:lnTo>
                  <a:lnTo>
                    <a:pt x="122" y="71"/>
                  </a:lnTo>
                  <a:lnTo>
                    <a:pt x="158" y="71"/>
                  </a:lnTo>
                  <a:lnTo>
                    <a:pt x="158" y="37"/>
                  </a:lnTo>
                  <a:lnTo>
                    <a:pt x="164" y="32"/>
                  </a:lnTo>
                  <a:lnTo>
                    <a:pt x="199" y="32"/>
                  </a:lnTo>
                  <a:lnTo>
                    <a:pt x="199" y="4"/>
                  </a:lnTo>
                  <a:lnTo>
                    <a:pt x="205" y="0"/>
                  </a:lnTo>
                  <a:lnTo>
                    <a:pt x="322" y="0"/>
                  </a:lnTo>
                  <a:lnTo>
                    <a:pt x="328" y="4"/>
                  </a:lnTo>
                  <a:lnTo>
                    <a:pt x="328" y="32"/>
                  </a:lnTo>
                  <a:lnTo>
                    <a:pt x="364" y="32"/>
                  </a:lnTo>
                  <a:lnTo>
                    <a:pt x="370" y="37"/>
                  </a:lnTo>
                  <a:lnTo>
                    <a:pt x="370" y="71"/>
                  </a:lnTo>
                  <a:lnTo>
                    <a:pt x="403" y="71"/>
                  </a:lnTo>
                  <a:lnTo>
                    <a:pt x="409" y="76"/>
                  </a:lnTo>
                  <a:lnTo>
                    <a:pt x="409" y="400"/>
                  </a:lnTo>
                  <a:lnTo>
                    <a:pt x="439" y="400"/>
                  </a:lnTo>
                  <a:lnTo>
                    <a:pt x="445" y="406"/>
                  </a:lnTo>
                  <a:lnTo>
                    <a:pt x="445" y="435"/>
                  </a:lnTo>
                  <a:lnTo>
                    <a:pt x="439" y="441"/>
                  </a:lnTo>
                  <a:lnTo>
                    <a:pt x="287" y="441"/>
                  </a:lnTo>
                  <a:lnTo>
                    <a:pt x="281" y="435"/>
                  </a:lnTo>
                  <a:lnTo>
                    <a:pt x="281" y="406"/>
                  </a:lnTo>
                  <a:lnTo>
                    <a:pt x="287" y="400"/>
                  </a:lnTo>
                  <a:lnTo>
                    <a:pt x="322" y="400"/>
                  </a:lnTo>
                  <a:lnTo>
                    <a:pt x="322" y="111"/>
                  </a:lnTo>
                  <a:lnTo>
                    <a:pt x="287" y="111"/>
                  </a:lnTo>
                  <a:lnTo>
                    <a:pt x="281" y="106"/>
                  </a:lnTo>
                  <a:lnTo>
                    <a:pt x="281" y="76"/>
                  </a:lnTo>
                  <a:lnTo>
                    <a:pt x="164" y="76"/>
                  </a:lnTo>
                  <a:lnTo>
                    <a:pt x="164" y="106"/>
                  </a:lnTo>
                  <a:lnTo>
                    <a:pt x="158" y="111"/>
                  </a:lnTo>
                  <a:lnTo>
                    <a:pt x="122" y="111"/>
                  </a:lnTo>
                  <a:lnTo>
                    <a:pt x="122" y="400"/>
                  </a:lnTo>
                  <a:lnTo>
                    <a:pt x="158" y="400"/>
                  </a:lnTo>
                  <a:lnTo>
                    <a:pt x="164" y="406"/>
                  </a:lnTo>
                  <a:lnTo>
                    <a:pt x="164" y="435"/>
                  </a:lnTo>
                  <a:lnTo>
                    <a:pt x="158" y="441"/>
                  </a:lnTo>
                  <a:lnTo>
                    <a:pt x="5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5" y="400"/>
                  </a:lnTo>
                  <a:lnTo>
                    <a:pt x="42" y="400"/>
                  </a:lnTo>
                  <a:lnTo>
                    <a:pt x="42" y="37"/>
                  </a:lnTo>
                  <a:lnTo>
                    <a:pt x="5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4318" y="1339"/>
              <a:ext cx="97" cy="99"/>
            </a:xfrm>
            <a:custGeom>
              <a:rect b="b" l="l" r="r" t="t"/>
              <a:pathLst>
                <a:path extrusionOk="0" h="442" w="433">
                  <a:moveTo>
                    <a:pt x="5" y="0"/>
                  </a:moveTo>
                  <a:lnTo>
                    <a:pt x="152" y="0"/>
                  </a:lnTo>
                  <a:lnTo>
                    <a:pt x="158" y="4"/>
                  </a:lnTo>
                  <a:lnTo>
                    <a:pt x="158" y="32"/>
                  </a:lnTo>
                  <a:lnTo>
                    <a:pt x="152" y="37"/>
                  </a:lnTo>
                  <a:lnTo>
                    <a:pt x="123" y="37"/>
                  </a:lnTo>
                  <a:lnTo>
                    <a:pt x="123" y="106"/>
                  </a:lnTo>
                  <a:lnTo>
                    <a:pt x="152" y="106"/>
                  </a:lnTo>
                  <a:lnTo>
                    <a:pt x="158" y="111"/>
                  </a:lnTo>
                  <a:lnTo>
                    <a:pt x="158" y="218"/>
                  </a:lnTo>
                  <a:lnTo>
                    <a:pt x="191" y="218"/>
                  </a:lnTo>
                  <a:lnTo>
                    <a:pt x="196" y="224"/>
                  </a:lnTo>
                  <a:lnTo>
                    <a:pt x="196" y="326"/>
                  </a:lnTo>
                  <a:lnTo>
                    <a:pt x="229" y="326"/>
                  </a:lnTo>
                  <a:lnTo>
                    <a:pt x="229" y="299"/>
                  </a:lnTo>
                  <a:lnTo>
                    <a:pt x="235" y="293"/>
                  </a:lnTo>
                  <a:lnTo>
                    <a:pt x="270" y="293"/>
                  </a:lnTo>
                  <a:lnTo>
                    <a:pt x="270" y="186"/>
                  </a:lnTo>
                  <a:lnTo>
                    <a:pt x="275" y="181"/>
                  </a:lnTo>
                  <a:lnTo>
                    <a:pt x="309" y="181"/>
                  </a:lnTo>
                  <a:lnTo>
                    <a:pt x="309" y="37"/>
                  </a:lnTo>
                  <a:lnTo>
                    <a:pt x="275" y="37"/>
                  </a:lnTo>
                  <a:lnTo>
                    <a:pt x="270" y="32"/>
                  </a:lnTo>
                  <a:lnTo>
                    <a:pt x="270" y="4"/>
                  </a:lnTo>
                  <a:lnTo>
                    <a:pt x="275" y="0"/>
                  </a:lnTo>
                  <a:lnTo>
                    <a:pt x="426" y="0"/>
                  </a:lnTo>
                  <a:lnTo>
                    <a:pt x="432" y="4"/>
                  </a:lnTo>
                  <a:lnTo>
                    <a:pt x="432" y="32"/>
                  </a:lnTo>
                  <a:lnTo>
                    <a:pt x="426" y="37"/>
                  </a:lnTo>
                  <a:lnTo>
                    <a:pt x="393" y="37"/>
                  </a:lnTo>
                  <a:lnTo>
                    <a:pt x="393" y="71"/>
                  </a:lnTo>
                  <a:lnTo>
                    <a:pt x="388" y="76"/>
                  </a:lnTo>
                  <a:lnTo>
                    <a:pt x="354" y="76"/>
                  </a:lnTo>
                  <a:lnTo>
                    <a:pt x="354" y="181"/>
                  </a:lnTo>
                  <a:lnTo>
                    <a:pt x="348" y="186"/>
                  </a:lnTo>
                  <a:lnTo>
                    <a:pt x="314" y="186"/>
                  </a:lnTo>
                  <a:lnTo>
                    <a:pt x="314" y="293"/>
                  </a:lnTo>
                  <a:lnTo>
                    <a:pt x="309" y="299"/>
                  </a:lnTo>
                  <a:lnTo>
                    <a:pt x="275" y="299"/>
                  </a:lnTo>
                  <a:lnTo>
                    <a:pt x="275" y="400"/>
                  </a:lnTo>
                  <a:lnTo>
                    <a:pt x="270" y="406"/>
                  </a:lnTo>
                  <a:lnTo>
                    <a:pt x="235" y="406"/>
                  </a:lnTo>
                  <a:lnTo>
                    <a:pt x="235" y="435"/>
                  </a:lnTo>
                  <a:lnTo>
                    <a:pt x="229" y="441"/>
                  </a:lnTo>
                  <a:lnTo>
                    <a:pt x="196" y="441"/>
                  </a:lnTo>
                  <a:lnTo>
                    <a:pt x="191" y="435"/>
                  </a:lnTo>
                  <a:lnTo>
                    <a:pt x="191" y="406"/>
                  </a:lnTo>
                  <a:lnTo>
                    <a:pt x="158" y="406"/>
                  </a:lnTo>
                  <a:lnTo>
                    <a:pt x="152" y="400"/>
                  </a:lnTo>
                  <a:lnTo>
                    <a:pt x="152" y="331"/>
                  </a:lnTo>
                  <a:lnTo>
                    <a:pt x="123" y="331"/>
                  </a:lnTo>
                  <a:lnTo>
                    <a:pt x="118" y="326"/>
                  </a:lnTo>
                  <a:lnTo>
                    <a:pt x="118" y="224"/>
                  </a:lnTo>
                  <a:lnTo>
                    <a:pt x="83" y="224"/>
                  </a:lnTo>
                  <a:lnTo>
                    <a:pt x="77" y="218"/>
                  </a:lnTo>
                  <a:lnTo>
                    <a:pt x="77" y="111"/>
                  </a:lnTo>
                  <a:lnTo>
                    <a:pt x="44" y="111"/>
                  </a:lnTo>
                  <a:lnTo>
                    <a:pt x="38" y="106"/>
                  </a:lnTo>
                  <a:lnTo>
                    <a:pt x="38" y="37"/>
                  </a:lnTo>
                  <a:lnTo>
                    <a:pt x="5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4438" y="1339"/>
              <a:ext cx="88" cy="99"/>
            </a:xfrm>
            <a:custGeom>
              <a:rect b="b" l="l" r="r" t="t"/>
              <a:pathLst>
                <a:path extrusionOk="0" h="442" w="394">
                  <a:moveTo>
                    <a:pt x="158" y="37"/>
                  </a:moveTo>
                  <a:lnTo>
                    <a:pt x="229" y="37"/>
                  </a:lnTo>
                  <a:lnTo>
                    <a:pt x="229" y="71"/>
                  </a:lnTo>
                  <a:lnTo>
                    <a:pt x="234" y="76"/>
                  </a:lnTo>
                  <a:lnTo>
                    <a:pt x="268" y="76"/>
                  </a:lnTo>
                  <a:lnTo>
                    <a:pt x="268" y="106"/>
                  </a:lnTo>
                  <a:lnTo>
                    <a:pt x="274" y="111"/>
                  </a:lnTo>
                  <a:lnTo>
                    <a:pt x="308" y="111"/>
                  </a:lnTo>
                  <a:lnTo>
                    <a:pt x="308" y="326"/>
                  </a:lnTo>
                  <a:lnTo>
                    <a:pt x="274" y="326"/>
                  </a:lnTo>
                  <a:lnTo>
                    <a:pt x="268" y="331"/>
                  </a:lnTo>
                  <a:lnTo>
                    <a:pt x="268" y="362"/>
                  </a:lnTo>
                  <a:lnTo>
                    <a:pt x="234" y="362"/>
                  </a:lnTo>
                  <a:lnTo>
                    <a:pt x="229" y="367"/>
                  </a:lnTo>
                  <a:lnTo>
                    <a:pt x="229" y="400"/>
                  </a:lnTo>
                  <a:lnTo>
                    <a:pt x="158" y="400"/>
                  </a:lnTo>
                  <a:lnTo>
                    <a:pt x="158" y="367"/>
                  </a:lnTo>
                  <a:lnTo>
                    <a:pt x="151" y="362"/>
                  </a:lnTo>
                  <a:lnTo>
                    <a:pt x="119" y="362"/>
                  </a:lnTo>
                  <a:lnTo>
                    <a:pt x="119" y="331"/>
                  </a:lnTo>
                  <a:lnTo>
                    <a:pt x="112" y="326"/>
                  </a:lnTo>
                  <a:lnTo>
                    <a:pt x="83" y="326"/>
                  </a:lnTo>
                  <a:lnTo>
                    <a:pt x="83" y="111"/>
                  </a:lnTo>
                  <a:lnTo>
                    <a:pt x="112" y="111"/>
                  </a:lnTo>
                  <a:lnTo>
                    <a:pt x="119" y="106"/>
                  </a:lnTo>
                  <a:lnTo>
                    <a:pt x="119" y="76"/>
                  </a:lnTo>
                  <a:lnTo>
                    <a:pt x="151" y="76"/>
                  </a:lnTo>
                  <a:lnTo>
                    <a:pt x="158" y="71"/>
                  </a:lnTo>
                  <a:lnTo>
                    <a:pt x="158" y="37"/>
                  </a:lnTo>
                  <a:close/>
                  <a:moveTo>
                    <a:pt x="119" y="0"/>
                  </a:moveTo>
                  <a:lnTo>
                    <a:pt x="268" y="0"/>
                  </a:lnTo>
                  <a:lnTo>
                    <a:pt x="274" y="4"/>
                  </a:lnTo>
                  <a:lnTo>
                    <a:pt x="274" y="32"/>
                  </a:lnTo>
                  <a:lnTo>
                    <a:pt x="347" y="32"/>
                  </a:lnTo>
                  <a:lnTo>
                    <a:pt x="352" y="37"/>
                  </a:lnTo>
                  <a:lnTo>
                    <a:pt x="352" y="106"/>
                  </a:lnTo>
                  <a:lnTo>
                    <a:pt x="387" y="106"/>
                  </a:lnTo>
                  <a:lnTo>
                    <a:pt x="393" y="111"/>
                  </a:lnTo>
                  <a:lnTo>
                    <a:pt x="393" y="326"/>
                  </a:lnTo>
                  <a:lnTo>
                    <a:pt x="387" y="331"/>
                  </a:lnTo>
                  <a:lnTo>
                    <a:pt x="352" y="331"/>
                  </a:lnTo>
                  <a:lnTo>
                    <a:pt x="352" y="400"/>
                  </a:lnTo>
                  <a:lnTo>
                    <a:pt x="347" y="406"/>
                  </a:lnTo>
                  <a:lnTo>
                    <a:pt x="274" y="406"/>
                  </a:lnTo>
                  <a:lnTo>
                    <a:pt x="274" y="435"/>
                  </a:lnTo>
                  <a:lnTo>
                    <a:pt x="268" y="441"/>
                  </a:lnTo>
                  <a:lnTo>
                    <a:pt x="119" y="441"/>
                  </a:lnTo>
                  <a:lnTo>
                    <a:pt x="112" y="435"/>
                  </a:lnTo>
                  <a:lnTo>
                    <a:pt x="112" y="406"/>
                  </a:lnTo>
                  <a:lnTo>
                    <a:pt x="44" y="406"/>
                  </a:lnTo>
                  <a:lnTo>
                    <a:pt x="38" y="400"/>
                  </a:lnTo>
                  <a:lnTo>
                    <a:pt x="38" y="331"/>
                  </a:lnTo>
                  <a:lnTo>
                    <a:pt x="5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5" y="106"/>
                  </a:lnTo>
                  <a:lnTo>
                    <a:pt x="38" y="106"/>
                  </a:lnTo>
                  <a:lnTo>
                    <a:pt x="38" y="37"/>
                  </a:lnTo>
                  <a:lnTo>
                    <a:pt x="44" y="32"/>
                  </a:lnTo>
                  <a:lnTo>
                    <a:pt x="112" y="32"/>
                  </a:lnTo>
                  <a:lnTo>
                    <a:pt x="112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4549" y="1296"/>
              <a:ext cx="95" cy="142"/>
            </a:xfrm>
            <a:custGeom>
              <a:rect b="b" l="l" r="r" t="t"/>
              <a:pathLst>
                <a:path extrusionOk="0" h="632" w="424">
                  <a:moveTo>
                    <a:pt x="5" y="0"/>
                  </a:moveTo>
                  <a:lnTo>
                    <a:pt x="111" y="0"/>
                  </a:lnTo>
                  <a:lnTo>
                    <a:pt x="117" y="5"/>
                  </a:lnTo>
                  <a:lnTo>
                    <a:pt x="117" y="370"/>
                  </a:lnTo>
                  <a:lnTo>
                    <a:pt x="151" y="370"/>
                  </a:lnTo>
                  <a:lnTo>
                    <a:pt x="151" y="339"/>
                  </a:lnTo>
                  <a:lnTo>
                    <a:pt x="157" y="334"/>
                  </a:lnTo>
                  <a:lnTo>
                    <a:pt x="190" y="334"/>
                  </a:lnTo>
                  <a:lnTo>
                    <a:pt x="190" y="264"/>
                  </a:lnTo>
                  <a:lnTo>
                    <a:pt x="195" y="259"/>
                  </a:lnTo>
                  <a:lnTo>
                    <a:pt x="228" y="259"/>
                  </a:lnTo>
                  <a:lnTo>
                    <a:pt x="228" y="225"/>
                  </a:lnTo>
                  <a:lnTo>
                    <a:pt x="195" y="225"/>
                  </a:lnTo>
                  <a:lnTo>
                    <a:pt x="190" y="220"/>
                  </a:lnTo>
                  <a:lnTo>
                    <a:pt x="190" y="192"/>
                  </a:lnTo>
                  <a:lnTo>
                    <a:pt x="195" y="187"/>
                  </a:lnTo>
                  <a:lnTo>
                    <a:pt x="384" y="187"/>
                  </a:lnTo>
                  <a:lnTo>
                    <a:pt x="389" y="192"/>
                  </a:lnTo>
                  <a:lnTo>
                    <a:pt x="389" y="220"/>
                  </a:lnTo>
                  <a:lnTo>
                    <a:pt x="384" y="225"/>
                  </a:lnTo>
                  <a:lnTo>
                    <a:pt x="311" y="225"/>
                  </a:lnTo>
                  <a:lnTo>
                    <a:pt x="311" y="259"/>
                  </a:lnTo>
                  <a:lnTo>
                    <a:pt x="306" y="264"/>
                  </a:lnTo>
                  <a:lnTo>
                    <a:pt x="273" y="264"/>
                  </a:lnTo>
                  <a:lnTo>
                    <a:pt x="273" y="295"/>
                  </a:lnTo>
                  <a:lnTo>
                    <a:pt x="267" y="300"/>
                  </a:lnTo>
                  <a:lnTo>
                    <a:pt x="233" y="300"/>
                  </a:lnTo>
                  <a:lnTo>
                    <a:pt x="233" y="334"/>
                  </a:lnTo>
                  <a:lnTo>
                    <a:pt x="228" y="339"/>
                  </a:lnTo>
                  <a:lnTo>
                    <a:pt x="195" y="339"/>
                  </a:lnTo>
                  <a:lnTo>
                    <a:pt x="195" y="407"/>
                  </a:lnTo>
                  <a:lnTo>
                    <a:pt x="228" y="407"/>
                  </a:lnTo>
                  <a:lnTo>
                    <a:pt x="233" y="413"/>
                  </a:lnTo>
                  <a:lnTo>
                    <a:pt x="233" y="443"/>
                  </a:lnTo>
                  <a:lnTo>
                    <a:pt x="267" y="443"/>
                  </a:lnTo>
                  <a:lnTo>
                    <a:pt x="273" y="449"/>
                  </a:lnTo>
                  <a:lnTo>
                    <a:pt x="273" y="482"/>
                  </a:lnTo>
                  <a:lnTo>
                    <a:pt x="306" y="482"/>
                  </a:lnTo>
                  <a:lnTo>
                    <a:pt x="311" y="488"/>
                  </a:lnTo>
                  <a:lnTo>
                    <a:pt x="311" y="516"/>
                  </a:lnTo>
                  <a:lnTo>
                    <a:pt x="345" y="516"/>
                  </a:lnTo>
                  <a:lnTo>
                    <a:pt x="350" y="521"/>
                  </a:lnTo>
                  <a:lnTo>
                    <a:pt x="350" y="552"/>
                  </a:lnTo>
                  <a:lnTo>
                    <a:pt x="384" y="552"/>
                  </a:lnTo>
                  <a:lnTo>
                    <a:pt x="389" y="557"/>
                  </a:lnTo>
                  <a:lnTo>
                    <a:pt x="389" y="590"/>
                  </a:lnTo>
                  <a:lnTo>
                    <a:pt x="417" y="590"/>
                  </a:lnTo>
                  <a:lnTo>
                    <a:pt x="423" y="595"/>
                  </a:lnTo>
                  <a:lnTo>
                    <a:pt x="423" y="625"/>
                  </a:lnTo>
                  <a:lnTo>
                    <a:pt x="417" y="631"/>
                  </a:lnTo>
                  <a:lnTo>
                    <a:pt x="233" y="631"/>
                  </a:lnTo>
                  <a:lnTo>
                    <a:pt x="228" y="625"/>
                  </a:lnTo>
                  <a:lnTo>
                    <a:pt x="228" y="595"/>
                  </a:lnTo>
                  <a:lnTo>
                    <a:pt x="233" y="590"/>
                  </a:lnTo>
                  <a:lnTo>
                    <a:pt x="267" y="590"/>
                  </a:lnTo>
                  <a:lnTo>
                    <a:pt x="267" y="557"/>
                  </a:lnTo>
                  <a:lnTo>
                    <a:pt x="233" y="557"/>
                  </a:lnTo>
                  <a:lnTo>
                    <a:pt x="228" y="552"/>
                  </a:lnTo>
                  <a:lnTo>
                    <a:pt x="228" y="521"/>
                  </a:lnTo>
                  <a:lnTo>
                    <a:pt x="195" y="521"/>
                  </a:lnTo>
                  <a:lnTo>
                    <a:pt x="190" y="516"/>
                  </a:lnTo>
                  <a:lnTo>
                    <a:pt x="190" y="488"/>
                  </a:lnTo>
                  <a:lnTo>
                    <a:pt x="157" y="488"/>
                  </a:lnTo>
                  <a:lnTo>
                    <a:pt x="151" y="482"/>
                  </a:lnTo>
                  <a:lnTo>
                    <a:pt x="151" y="413"/>
                  </a:lnTo>
                  <a:lnTo>
                    <a:pt x="117" y="413"/>
                  </a:lnTo>
                  <a:lnTo>
                    <a:pt x="117" y="590"/>
                  </a:lnTo>
                  <a:lnTo>
                    <a:pt x="151" y="590"/>
                  </a:lnTo>
                  <a:lnTo>
                    <a:pt x="157" y="595"/>
                  </a:lnTo>
                  <a:lnTo>
                    <a:pt x="157" y="625"/>
                  </a:lnTo>
                  <a:lnTo>
                    <a:pt x="151" y="631"/>
                  </a:lnTo>
                  <a:lnTo>
                    <a:pt x="5" y="631"/>
                  </a:lnTo>
                  <a:lnTo>
                    <a:pt x="0" y="625"/>
                  </a:lnTo>
                  <a:lnTo>
                    <a:pt x="0" y="595"/>
                  </a:lnTo>
                  <a:lnTo>
                    <a:pt x="5" y="590"/>
                  </a:lnTo>
                  <a:lnTo>
                    <a:pt x="39" y="590"/>
                  </a:lnTo>
                  <a:lnTo>
                    <a:pt x="39" y="43"/>
                  </a:lnTo>
                  <a:lnTo>
                    <a:pt x="5" y="43"/>
                  </a:lnTo>
                  <a:lnTo>
                    <a:pt x="0" y="38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4661" y="1339"/>
              <a:ext cx="79" cy="99"/>
            </a:xfrm>
            <a:custGeom>
              <a:rect b="b" l="l" r="r" t="t"/>
              <a:pathLst>
                <a:path extrusionOk="0" h="442" w="353">
                  <a:moveTo>
                    <a:pt x="118" y="37"/>
                  </a:moveTo>
                  <a:lnTo>
                    <a:pt x="230" y="37"/>
                  </a:lnTo>
                  <a:lnTo>
                    <a:pt x="230" y="71"/>
                  </a:lnTo>
                  <a:lnTo>
                    <a:pt x="235" y="76"/>
                  </a:lnTo>
                  <a:lnTo>
                    <a:pt x="268" y="76"/>
                  </a:lnTo>
                  <a:lnTo>
                    <a:pt x="268" y="145"/>
                  </a:lnTo>
                  <a:lnTo>
                    <a:pt x="84" y="145"/>
                  </a:lnTo>
                  <a:lnTo>
                    <a:pt x="84" y="76"/>
                  </a:lnTo>
                  <a:lnTo>
                    <a:pt x="112" y="76"/>
                  </a:lnTo>
                  <a:lnTo>
                    <a:pt x="118" y="71"/>
                  </a:lnTo>
                  <a:lnTo>
                    <a:pt x="118" y="37"/>
                  </a:lnTo>
                  <a:close/>
                  <a:moveTo>
                    <a:pt x="118" y="0"/>
                  </a:moveTo>
                  <a:lnTo>
                    <a:pt x="268" y="0"/>
                  </a:lnTo>
                  <a:lnTo>
                    <a:pt x="273" y="4"/>
                  </a:lnTo>
                  <a:lnTo>
                    <a:pt x="273" y="32"/>
                  </a:lnTo>
                  <a:lnTo>
                    <a:pt x="308" y="32"/>
                  </a:lnTo>
                  <a:lnTo>
                    <a:pt x="314" y="37"/>
                  </a:lnTo>
                  <a:lnTo>
                    <a:pt x="314" y="71"/>
                  </a:lnTo>
                  <a:lnTo>
                    <a:pt x="346" y="71"/>
                  </a:lnTo>
                  <a:lnTo>
                    <a:pt x="352" y="76"/>
                  </a:lnTo>
                  <a:lnTo>
                    <a:pt x="352" y="181"/>
                  </a:lnTo>
                  <a:lnTo>
                    <a:pt x="346" y="186"/>
                  </a:lnTo>
                  <a:lnTo>
                    <a:pt x="84" y="186"/>
                  </a:lnTo>
                  <a:lnTo>
                    <a:pt x="84" y="293"/>
                  </a:lnTo>
                  <a:lnTo>
                    <a:pt x="112" y="293"/>
                  </a:lnTo>
                  <a:lnTo>
                    <a:pt x="118" y="299"/>
                  </a:lnTo>
                  <a:lnTo>
                    <a:pt x="118" y="326"/>
                  </a:lnTo>
                  <a:lnTo>
                    <a:pt x="151" y="326"/>
                  </a:lnTo>
                  <a:lnTo>
                    <a:pt x="157" y="331"/>
                  </a:lnTo>
                  <a:lnTo>
                    <a:pt x="157" y="362"/>
                  </a:lnTo>
                  <a:lnTo>
                    <a:pt x="308" y="362"/>
                  </a:lnTo>
                  <a:lnTo>
                    <a:pt x="308" y="331"/>
                  </a:lnTo>
                  <a:lnTo>
                    <a:pt x="314" y="326"/>
                  </a:lnTo>
                  <a:lnTo>
                    <a:pt x="346" y="326"/>
                  </a:lnTo>
                  <a:lnTo>
                    <a:pt x="352" y="331"/>
                  </a:lnTo>
                  <a:lnTo>
                    <a:pt x="352" y="362"/>
                  </a:lnTo>
                  <a:lnTo>
                    <a:pt x="346" y="367"/>
                  </a:lnTo>
                  <a:lnTo>
                    <a:pt x="314" y="367"/>
                  </a:lnTo>
                  <a:lnTo>
                    <a:pt x="314" y="400"/>
                  </a:lnTo>
                  <a:lnTo>
                    <a:pt x="308" y="406"/>
                  </a:lnTo>
                  <a:lnTo>
                    <a:pt x="273" y="406"/>
                  </a:lnTo>
                  <a:lnTo>
                    <a:pt x="273" y="435"/>
                  </a:lnTo>
                  <a:lnTo>
                    <a:pt x="268" y="441"/>
                  </a:lnTo>
                  <a:lnTo>
                    <a:pt x="118" y="441"/>
                  </a:lnTo>
                  <a:lnTo>
                    <a:pt x="112" y="435"/>
                  </a:lnTo>
                  <a:lnTo>
                    <a:pt x="112" y="406"/>
                  </a:lnTo>
                  <a:lnTo>
                    <a:pt x="45" y="406"/>
                  </a:lnTo>
                  <a:lnTo>
                    <a:pt x="40" y="400"/>
                  </a:lnTo>
                  <a:lnTo>
                    <a:pt x="40" y="331"/>
                  </a:lnTo>
                  <a:lnTo>
                    <a:pt x="5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5" y="106"/>
                  </a:lnTo>
                  <a:lnTo>
                    <a:pt x="40" y="106"/>
                  </a:lnTo>
                  <a:lnTo>
                    <a:pt x="40" y="37"/>
                  </a:lnTo>
                  <a:lnTo>
                    <a:pt x="45" y="32"/>
                  </a:lnTo>
                  <a:lnTo>
                    <a:pt x="112" y="32"/>
                  </a:lnTo>
                  <a:lnTo>
                    <a:pt x="112" y="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4759" y="1296"/>
              <a:ext cx="87" cy="142"/>
            </a:xfrm>
            <a:custGeom>
              <a:rect b="b" l="l" r="r" t="t"/>
              <a:pathLst>
                <a:path extrusionOk="0" h="632" w="389">
                  <a:moveTo>
                    <a:pt x="155" y="225"/>
                  </a:moveTo>
                  <a:lnTo>
                    <a:pt x="227" y="225"/>
                  </a:lnTo>
                  <a:lnTo>
                    <a:pt x="227" y="259"/>
                  </a:lnTo>
                  <a:lnTo>
                    <a:pt x="231" y="264"/>
                  </a:lnTo>
                  <a:lnTo>
                    <a:pt x="266" y="264"/>
                  </a:lnTo>
                  <a:lnTo>
                    <a:pt x="266" y="552"/>
                  </a:lnTo>
                  <a:lnTo>
                    <a:pt x="231" y="552"/>
                  </a:lnTo>
                  <a:lnTo>
                    <a:pt x="227" y="557"/>
                  </a:lnTo>
                  <a:lnTo>
                    <a:pt x="227" y="590"/>
                  </a:lnTo>
                  <a:lnTo>
                    <a:pt x="155" y="590"/>
                  </a:lnTo>
                  <a:lnTo>
                    <a:pt x="155" y="557"/>
                  </a:lnTo>
                  <a:lnTo>
                    <a:pt x="150" y="552"/>
                  </a:lnTo>
                  <a:lnTo>
                    <a:pt x="115" y="552"/>
                  </a:lnTo>
                  <a:lnTo>
                    <a:pt x="115" y="521"/>
                  </a:lnTo>
                  <a:lnTo>
                    <a:pt x="109" y="516"/>
                  </a:lnTo>
                  <a:lnTo>
                    <a:pt x="83" y="516"/>
                  </a:lnTo>
                  <a:lnTo>
                    <a:pt x="83" y="300"/>
                  </a:lnTo>
                  <a:lnTo>
                    <a:pt x="109" y="300"/>
                  </a:lnTo>
                  <a:lnTo>
                    <a:pt x="115" y="295"/>
                  </a:lnTo>
                  <a:lnTo>
                    <a:pt x="115" y="264"/>
                  </a:lnTo>
                  <a:lnTo>
                    <a:pt x="150" y="264"/>
                  </a:lnTo>
                  <a:lnTo>
                    <a:pt x="155" y="259"/>
                  </a:lnTo>
                  <a:lnTo>
                    <a:pt x="155" y="225"/>
                  </a:lnTo>
                  <a:close/>
                  <a:moveTo>
                    <a:pt x="231" y="0"/>
                  </a:moveTo>
                  <a:lnTo>
                    <a:pt x="343" y="0"/>
                  </a:lnTo>
                  <a:lnTo>
                    <a:pt x="349" y="5"/>
                  </a:lnTo>
                  <a:lnTo>
                    <a:pt x="349" y="590"/>
                  </a:lnTo>
                  <a:lnTo>
                    <a:pt x="381" y="590"/>
                  </a:lnTo>
                  <a:lnTo>
                    <a:pt x="388" y="595"/>
                  </a:lnTo>
                  <a:lnTo>
                    <a:pt x="388" y="625"/>
                  </a:lnTo>
                  <a:lnTo>
                    <a:pt x="381" y="631"/>
                  </a:lnTo>
                  <a:lnTo>
                    <a:pt x="310" y="631"/>
                  </a:lnTo>
                  <a:lnTo>
                    <a:pt x="304" y="625"/>
                  </a:lnTo>
                  <a:lnTo>
                    <a:pt x="304" y="595"/>
                  </a:lnTo>
                  <a:lnTo>
                    <a:pt x="272" y="595"/>
                  </a:lnTo>
                  <a:lnTo>
                    <a:pt x="272" y="625"/>
                  </a:lnTo>
                  <a:lnTo>
                    <a:pt x="266" y="631"/>
                  </a:lnTo>
                  <a:lnTo>
                    <a:pt x="115" y="631"/>
                  </a:lnTo>
                  <a:lnTo>
                    <a:pt x="109" y="625"/>
                  </a:lnTo>
                  <a:lnTo>
                    <a:pt x="109" y="595"/>
                  </a:lnTo>
                  <a:lnTo>
                    <a:pt x="44" y="595"/>
                  </a:lnTo>
                  <a:lnTo>
                    <a:pt x="38" y="590"/>
                  </a:lnTo>
                  <a:lnTo>
                    <a:pt x="38" y="521"/>
                  </a:lnTo>
                  <a:lnTo>
                    <a:pt x="4" y="521"/>
                  </a:lnTo>
                  <a:lnTo>
                    <a:pt x="0" y="516"/>
                  </a:lnTo>
                  <a:lnTo>
                    <a:pt x="0" y="300"/>
                  </a:lnTo>
                  <a:lnTo>
                    <a:pt x="4" y="295"/>
                  </a:lnTo>
                  <a:lnTo>
                    <a:pt x="38" y="295"/>
                  </a:lnTo>
                  <a:lnTo>
                    <a:pt x="38" y="225"/>
                  </a:lnTo>
                  <a:lnTo>
                    <a:pt x="44" y="220"/>
                  </a:lnTo>
                  <a:lnTo>
                    <a:pt x="109" y="220"/>
                  </a:lnTo>
                  <a:lnTo>
                    <a:pt x="109" y="192"/>
                  </a:lnTo>
                  <a:lnTo>
                    <a:pt x="115" y="187"/>
                  </a:lnTo>
                  <a:lnTo>
                    <a:pt x="227" y="187"/>
                  </a:lnTo>
                  <a:lnTo>
                    <a:pt x="231" y="192"/>
                  </a:lnTo>
                  <a:lnTo>
                    <a:pt x="231" y="220"/>
                  </a:lnTo>
                  <a:lnTo>
                    <a:pt x="266" y="220"/>
                  </a:lnTo>
                  <a:lnTo>
                    <a:pt x="266" y="43"/>
                  </a:lnTo>
                  <a:lnTo>
                    <a:pt x="231" y="43"/>
                  </a:lnTo>
                  <a:lnTo>
                    <a:pt x="227" y="38"/>
                  </a:lnTo>
                  <a:lnTo>
                    <a:pt x="227" y="5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443" name="Google Shape;443;p34"/>
          <p:cNvGrpSpPr/>
          <p:nvPr/>
        </p:nvGrpSpPr>
        <p:grpSpPr>
          <a:xfrm>
            <a:off x="6403975" y="2417763"/>
            <a:ext cx="1533525" cy="225425"/>
            <a:chOff x="3840" y="1536"/>
            <a:chExt cx="966" cy="142"/>
          </a:xfrm>
        </p:grpSpPr>
        <p:sp>
          <p:nvSpPr>
            <p:cNvPr id="444" name="Google Shape;444;p34"/>
            <p:cNvSpPr/>
            <p:nvPr/>
          </p:nvSpPr>
          <p:spPr>
            <a:xfrm>
              <a:off x="3840" y="1579"/>
              <a:ext cx="78" cy="99"/>
            </a:xfrm>
            <a:custGeom>
              <a:rect b="b" l="l" r="r" t="t"/>
              <a:pathLst>
                <a:path extrusionOk="0" h="442" w="350">
                  <a:moveTo>
                    <a:pt x="4" y="0"/>
                  </a:moveTo>
                  <a:lnTo>
                    <a:pt x="123" y="0"/>
                  </a:lnTo>
                  <a:lnTo>
                    <a:pt x="128" y="4"/>
                  </a:lnTo>
                  <a:lnTo>
                    <a:pt x="128" y="32"/>
                  </a:lnTo>
                  <a:lnTo>
                    <a:pt x="123" y="37"/>
                  </a:lnTo>
                  <a:lnTo>
                    <a:pt x="97" y="37"/>
                  </a:lnTo>
                  <a:lnTo>
                    <a:pt x="97" y="71"/>
                  </a:lnTo>
                  <a:lnTo>
                    <a:pt x="123" y="71"/>
                  </a:lnTo>
                  <a:lnTo>
                    <a:pt x="128" y="76"/>
                  </a:lnTo>
                  <a:lnTo>
                    <a:pt x="128" y="106"/>
                  </a:lnTo>
                  <a:lnTo>
                    <a:pt x="155" y="106"/>
                  </a:lnTo>
                  <a:lnTo>
                    <a:pt x="160" y="111"/>
                  </a:lnTo>
                  <a:lnTo>
                    <a:pt x="160" y="181"/>
                  </a:lnTo>
                  <a:lnTo>
                    <a:pt x="189" y="181"/>
                  </a:lnTo>
                  <a:lnTo>
                    <a:pt x="189" y="150"/>
                  </a:lnTo>
                  <a:lnTo>
                    <a:pt x="193" y="145"/>
                  </a:lnTo>
                  <a:lnTo>
                    <a:pt x="220" y="145"/>
                  </a:lnTo>
                  <a:lnTo>
                    <a:pt x="220" y="76"/>
                  </a:lnTo>
                  <a:lnTo>
                    <a:pt x="225" y="71"/>
                  </a:lnTo>
                  <a:lnTo>
                    <a:pt x="252" y="71"/>
                  </a:lnTo>
                  <a:lnTo>
                    <a:pt x="252" y="37"/>
                  </a:lnTo>
                  <a:lnTo>
                    <a:pt x="225" y="37"/>
                  </a:lnTo>
                  <a:lnTo>
                    <a:pt x="220" y="32"/>
                  </a:lnTo>
                  <a:lnTo>
                    <a:pt x="220" y="4"/>
                  </a:lnTo>
                  <a:lnTo>
                    <a:pt x="225" y="0"/>
                  </a:lnTo>
                  <a:lnTo>
                    <a:pt x="344" y="0"/>
                  </a:lnTo>
                  <a:lnTo>
                    <a:pt x="349" y="4"/>
                  </a:lnTo>
                  <a:lnTo>
                    <a:pt x="349" y="32"/>
                  </a:lnTo>
                  <a:lnTo>
                    <a:pt x="344" y="37"/>
                  </a:lnTo>
                  <a:lnTo>
                    <a:pt x="321" y="37"/>
                  </a:lnTo>
                  <a:lnTo>
                    <a:pt x="321" y="71"/>
                  </a:lnTo>
                  <a:lnTo>
                    <a:pt x="318" y="76"/>
                  </a:lnTo>
                  <a:lnTo>
                    <a:pt x="290" y="76"/>
                  </a:lnTo>
                  <a:lnTo>
                    <a:pt x="290" y="106"/>
                  </a:lnTo>
                  <a:lnTo>
                    <a:pt x="285" y="111"/>
                  </a:lnTo>
                  <a:lnTo>
                    <a:pt x="257" y="111"/>
                  </a:lnTo>
                  <a:lnTo>
                    <a:pt x="257" y="145"/>
                  </a:lnTo>
                  <a:lnTo>
                    <a:pt x="252" y="150"/>
                  </a:lnTo>
                  <a:lnTo>
                    <a:pt x="225" y="150"/>
                  </a:lnTo>
                  <a:lnTo>
                    <a:pt x="225" y="181"/>
                  </a:lnTo>
                  <a:lnTo>
                    <a:pt x="220" y="186"/>
                  </a:lnTo>
                  <a:lnTo>
                    <a:pt x="193" y="186"/>
                  </a:lnTo>
                  <a:lnTo>
                    <a:pt x="193" y="218"/>
                  </a:lnTo>
                  <a:lnTo>
                    <a:pt x="220" y="218"/>
                  </a:lnTo>
                  <a:lnTo>
                    <a:pt x="225" y="224"/>
                  </a:lnTo>
                  <a:lnTo>
                    <a:pt x="225" y="254"/>
                  </a:lnTo>
                  <a:lnTo>
                    <a:pt x="252" y="254"/>
                  </a:lnTo>
                  <a:lnTo>
                    <a:pt x="257" y="260"/>
                  </a:lnTo>
                  <a:lnTo>
                    <a:pt x="257" y="293"/>
                  </a:lnTo>
                  <a:lnTo>
                    <a:pt x="285" y="293"/>
                  </a:lnTo>
                  <a:lnTo>
                    <a:pt x="290" y="299"/>
                  </a:lnTo>
                  <a:lnTo>
                    <a:pt x="290" y="362"/>
                  </a:lnTo>
                  <a:lnTo>
                    <a:pt x="318" y="362"/>
                  </a:lnTo>
                  <a:lnTo>
                    <a:pt x="321" y="367"/>
                  </a:lnTo>
                  <a:lnTo>
                    <a:pt x="321" y="400"/>
                  </a:lnTo>
                  <a:lnTo>
                    <a:pt x="344" y="400"/>
                  </a:lnTo>
                  <a:lnTo>
                    <a:pt x="349" y="406"/>
                  </a:lnTo>
                  <a:lnTo>
                    <a:pt x="349" y="435"/>
                  </a:lnTo>
                  <a:lnTo>
                    <a:pt x="344" y="441"/>
                  </a:lnTo>
                  <a:lnTo>
                    <a:pt x="225" y="441"/>
                  </a:lnTo>
                  <a:lnTo>
                    <a:pt x="220" y="435"/>
                  </a:lnTo>
                  <a:lnTo>
                    <a:pt x="220" y="406"/>
                  </a:lnTo>
                  <a:lnTo>
                    <a:pt x="225" y="400"/>
                  </a:lnTo>
                  <a:lnTo>
                    <a:pt x="252" y="400"/>
                  </a:lnTo>
                  <a:lnTo>
                    <a:pt x="252" y="367"/>
                  </a:lnTo>
                  <a:lnTo>
                    <a:pt x="225" y="367"/>
                  </a:lnTo>
                  <a:lnTo>
                    <a:pt x="220" y="362"/>
                  </a:lnTo>
                  <a:lnTo>
                    <a:pt x="220" y="331"/>
                  </a:lnTo>
                  <a:lnTo>
                    <a:pt x="193" y="331"/>
                  </a:lnTo>
                  <a:lnTo>
                    <a:pt x="189" y="326"/>
                  </a:lnTo>
                  <a:lnTo>
                    <a:pt x="189" y="260"/>
                  </a:lnTo>
                  <a:lnTo>
                    <a:pt x="160" y="260"/>
                  </a:lnTo>
                  <a:lnTo>
                    <a:pt x="160" y="293"/>
                  </a:lnTo>
                  <a:lnTo>
                    <a:pt x="155" y="299"/>
                  </a:lnTo>
                  <a:lnTo>
                    <a:pt x="128" y="299"/>
                  </a:lnTo>
                  <a:lnTo>
                    <a:pt x="128" y="326"/>
                  </a:lnTo>
                  <a:lnTo>
                    <a:pt x="123" y="331"/>
                  </a:lnTo>
                  <a:lnTo>
                    <a:pt x="97" y="331"/>
                  </a:lnTo>
                  <a:lnTo>
                    <a:pt x="97" y="400"/>
                  </a:lnTo>
                  <a:lnTo>
                    <a:pt x="123" y="400"/>
                  </a:lnTo>
                  <a:lnTo>
                    <a:pt x="128" y="406"/>
                  </a:lnTo>
                  <a:lnTo>
                    <a:pt x="128" y="435"/>
                  </a:lnTo>
                  <a:lnTo>
                    <a:pt x="123" y="441"/>
                  </a:lnTo>
                  <a:lnTo>
                    <a:pt x="4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4" y="400"/>
                  </a:lnTo>
                  <a:lnTo>
                    <a:pt x="32" y="400"/>
                  </a:lnTo>
                  <a:lnTo>
                    <a:pt x="32" y="367"/>
                  </a:lnTo>
                  <a:lnTo>
                    <a:pt x="37" y="362"/>
                  </a:lnTo>
                  <a:lnTo>
                    <a:pt x="65" y="362"/>
                  </a:lnTo>
                  <a:lnTo>
                    <a:pt x="65" y="299"/>
                  </a:lnTo>
                  <a:lnTo>
                    <a:pt x="69" y="293"/>
                  </a:lnTo>
                  <a:lnTo>
                    <a:pt x="92" y="293"/>
                  </a:lnTo>
                  <a:lnTo>
                    <a:pt x="92" y="260"/>
                  </a:lnTo>
                  <a:lnTo>
                    <a:pt x="97" y="254"/>
                  </a:lnTo>
                  <a:lnTo>
                    <a:pt x="123" y="254"/>
                  </a:lnTo>
                  <a:lnTo>
                    <a:pt x="123" y="186"/>
                  </a:lnTo>
                  <a:lnTo>
                    <a:pt x="97" y="186"/>
                  </a:lnTo>
                  <a:lnTo>
                    <a:pt x="92" y="181"/>
                  </a:lnTo>
                  <a:lnTo>
                    <a:pt x="92" y="150"/>
                  </a:lnTo>
                  <a:lnTo>
                    <a:pt x="69" y="150"/>
                  </a:lnTo>
                  <a:lnTo>
                    <a:pt x="65" y="145"/>
                  </a:lnTo>
                  <a:lnTo>
                    <a:pt x="65" y="76"/>
                  </a:lnTo>
                  <a:lnTo>
                    <a:pt x="37" y="76"/>
                  </a:lnTo>
                  <a:lnTo>
                    <a:pt x="32" y="71"/>
                  </a:lnTo>
                  <a:lnTo>
                    <a:pt x="32" y="37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3972" y="1595"/>
              <a:ext cx="84" cy="50"/>
            </a:xfrm>
            <a:custGeom>
              <a:rect b="b" l="l" r="r" t="t"/>
              <a:pathLst>
                <a:path extrusionOk="0" h="225" w="376">
                  <a:moveTo>
                    <a:pt x="4" y="145"/>
                  </a:moveTo>
                  <a:lnTo>
                    <a:pt x="370" y="145"/>
                  </a:lnTo>
                  <a:lnTo>
                    <a:pt x="375" y="151"/>
                  </a:lnTo>
                  <a:lnTo>
                    <a:pt x="375" y="219"/>
                  </a:lnTo>
                  <a:lnTo>
                    <a:pt x="370" y="224"/>
                  </a:lnTo>
                  <a:lnTo>
                    <a:pt x="4" y="224"/>
                  </a:lnTo>
                  <a:lnTo>
                    <a:pt x="0" y="219"/>
                  </a:lnTo>
                  <a:lnTo>
                    <a:pt x="0" y="151"/>
                  </a:lnTo>
                  <a:lnTo>
                    <a:pt x="4" y="145"/>
                  </a:lnTo>
                  <a:close/>
                  <a:moveTo>
                    <a:pt x="4" y="0"/>
                  </a:moveTo>
                  <a:lnTo>
                    <a:pt x="370" y="0"/>
                  </a:lnTo>
                  <a:lnTo>
                    <a:pt x="375" y="4"/>
                  </a:lnTo>
                  <a:lnTo>
                    <a:pt x="375" y="73"/>
                  </a:lnTo>
                  <a:lnTo>
                    <a:pt x="370" y="78"/>
                  </a:lnTo>
                  <a:lnTo>
                    <a:pt x="4" y="78"/>
                  </a:lnTo>
                  <a:lnTo>
                    <a:pt x="0" y="73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4115" y="1536"/>
              <a:ext cx="69" cy="142"/>
            </a:xfrm>
            <a:custGeom>
              <a:rect b="b" l="l" r="r" t="t"/>
              <a:pathLst>
                <a:path extrusionOk="0" h="632" w="310">
                  <a:moveTo>
                    <a:pt x="125" y="225"/>
                  </a:moveTo>
                  <a:lnTo>
                    <a:pt x="181" y="225"/>
                  </a:lnTo>
                  <a:lnTo>
                    <a:pt x="181" y="259"/>
                  </a:lnTo>
                  <a:lnTo>
                    <a:pt x="184" y="264"/>
                  </a:lnTo>
                  <a:lnTo>
                    <a:pt x="211" y="264"/>
                  </a:lnTo>
                  <a:lnTo>
                    <a:pt x="211" y="552"/>
                  </a:lnTo>
                  <a:lnTo>
                    <a:pt x="184" y="552"/>
                  </a:lnTo>
                  <a:lnTo>
                    <a:pt x="181" y="557"/>
                  </a:lnTo>
                  <a:lnTo>
                    <a:pt x="181" y="590"/>
                  </a:lnTo>
                  <a:lnTo>
                    <a:pt x="125" y="590"/>
                  </a:lnTo>
                  <a:lnTo>
                    <a:pt x="125" y="557"/>
                  </a:lnTo>
                  <a:lnTo>
                    <a:pt x="120" y="552"/>
                  </a:lnTo>
                  <a:lnTo>
                    <a:pt x="92" y="552"/>
                  </a:lnTo>
                  <a:lnTo>
                    <a:pt x="92" y="521"/>
                  </a:lnTo>
                  <a:lnTo>
                    <a:pt x="88" y="516"/>
                  </a:lnTo>
                  <a:lnTo>
                    <a:pt x="66" y="516"/>
                  </a:lnTo>
                  <a:lnTo>
                    <a:pt x="66" y="300"/>
                  </a:lnTo>
                  <a:lnTo>
                    <a:pt x="88" y="300"/>
                  </a:lnTo>
                  <a:lnTo>
                    <a:pt x="92" y="295"/>
                  </a:lnTo>
                  <a:lnTo>
                    <a:pt x="92" y="264"/>
                  </a:lnTo>
                  <a:lnTo>
                    <a:pt x="120" y="264"/>
                  </a:lnTo>
                  <a:lnTo>
                    <a:pt x="125" y="259"/>
                  </a:lnTo>
                  <a:lnTo>
                    <a:pt x="125" y="225"/>
                  </a:lnTo>
                  <a:close/>
                  <a:moveTo>
                    <a:pt x="184" y="0"/>
                  </a:moveTo>
                  <a:lnTo>
                    <a:pt x="273" y="0"/>
                  </a:lnTo>
                  <a:lnTo>
                    <a:pt x="278" y="5"/>
                  </a:lnTo>
                  <a:lnTo>
                    <a:pt x="278" y="590"/>
                  </a:lnTo>
                  <a:lnTo>
                    <a:pt x="304" y="590"/>
                  </a:lnTo>
                  <a:lnTo>
                    <a:pt x="309" y="595"/>
                  </a:lnTo>
                  <a:lnTo>
                    <a:pt x="309" y="625"/>
                  </a:lnTo>
                  <a:lnTo>
                    <a:pt x="304" y="631"/>
                  </a:lnTo>
                  <a:lnTo>
                    <a:pt x="247" y="631"/>
                  </a:lnTo>
                  <a:lnTo>
                    <a:pt x="242" y="625"/>
                  </a:lnTo>
                  <a:lnTo>
                    <a:pt x="242" y="595"/>
                  </a:lnTo>
                  <a:lnTo>
                    <a:pt x="216" y="595"/>
                  </a:lnTo>
                  <a:lnTo>
                    <a:pt x="216" y="625"/>
                  </a:lnTo>
                  <a:lnTo>
                    <a:pt x="211" y="631"/>
                  </a:lnTo>
                  <a:lnTo>
                    <a:pt x="92" y="631"/>
                  </a:lnTo>
                  <a:lnTo>
                    <a:pt x="88" y="625"/>
                  </a:lnTo>
                  <a:lnTo>
                    <a:pt x="88" y="595"/>
                  </a:lnTo>
                  <a:lnTo>
                    <a:pt x="35" y="595"/>
                  </a:lnTo>
                  <a:lnTo>
                    <a:pt x="30" y="590"/>
                  </a:lnTo>
                  <a:lnTo>
                    <a:pt x="30" y="521"/>
                  </a:lnTo>
                  <a:lnTo>
                    <a:pt x="4" y="521"/>
                  </a:lnTo>
                  <a:lnTo>
                    <a:pt x="0" y="516"/>
                  </a:lnTo>
                  <a:lnTo>
                    <a:pt x="0" y="300"/>
                  </a:lnTo>
                  <a:lnTo>
                    <a:pt x="4" y="295"/>
                  </a:lnTo>
                  <a:lnTo>
                    <a:pt x="30" y="295"/>
                  </a:lnTo>
                  <a:lnTo>
                    <a:pt x="30" y="225"/>
                  </a:lnTo>
                  <a:lnTo>
                    <a:pt x="35" y="220"/>
                  </a:lnTo>
                  <a:lnTo>
                    <a:pt x="88" y="220"/>
                  </a:lnTo>
                  <a:lnTo>
                    <a:pt x="88" y="192"/>
                  </a:lnTo>
                  <a:lnTo>
                    <a:pt x="92" y="187"/>
                  </a:lnTo>
                  <a:lnTo>
                    <a:pt x="181" y="187"/>
                  </a:lnTo>
                  <a:lnTo>
                    <a:pt x="184" y="192"/>
                  </a:lnTo>
                  <a:lnTo>
                    <a:pt x="184" y="220"/>
                  </a:lnTo>
                  <a:lnTo>
                    <a:pt x="211" y="220"/>
                  </a:lnTo>
                  <a:lnTo>
                    <a:pt x="211" y="43"/>
                  </a:lnTo>
                  <a:lnTo>
                    <a:pt x="184" y="43"/>
                  </a:lnTo>
                  <a:lnTo>
                    <a:pt x="181" y="38"/>
                  </a:lnTo>
                  <a:lnTo>
                    <a:pt x="181" y="5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4203" y="1579"/>
              <a:ext cx="69" cy="99"/>
            </a:xfrm>
            <a:custGeom>
              <a:rect b="b" l="l" r="r" t="t"/>
              <a:pathLst>
                <a:path extrusionOk="0" h="442" w="310">
                  <a:moveTo>
                    <a:pt x="124" y="37"/>
                  </a:moveTo>
                  <a:lnTo>
                    <a:pt x="181" y="37"/>
                  </a:lnTo>
                  <a:lnTo>
                    <a:pt x="181" y="71"/>
                  </a:lnTo>
                  <a:lnTo>
                    <a:pt x="185" y="76"/>
                  </a:lnTo>
                  <a:lnTo>
                    <a:pt x="211" y="76"/>
                  </a:lnTo>
                  <a:lnTo>
                    <a:pt x="211" y="106"/>
                  </a:lnTo>
                  <a:lnTo>
                    <a:pt x="216" y="111"/>
                  </a:lnTo>
                  <a:lnTo>
                    <a:pt x="243" y="111"/>
                  </a:lnTo>
                  <a:lnTo>
                    <a:pt x="243" y="326"/>
                  </a:lnTo>
                  <a:lnTo>
                    <a:pt x="216" y="326"/>
                  </a:lnTo>
                  <a:lnTo>
                    <a:pt x="211" y="331"/>
                  </a:lnTo>
                  <a:lnTo>
                    <a:pt x="211" y="362"/>
                  </a:lnTo>
                  <a:lnTo>
                    <a:pt x="185" y="362"/>
                  </a:lnTo>
                  <a:lnTo>
                    <a:pt x="181" y="367"/>
                  </a:lnTo>
                  <a:lnTo>
                    <a:pt x="181" y="400"/>
                  </a:lnTo>
                  <a:lnTo>
                    <a:pt x="124" y="400"/>
                  </a:lnTo>
                  <a:lnTo>
                    <a:pt x="124" y="367"/>
                  </a:lnTo>
                  <a:lnTo>
                    <a:pt x="119" y="362"/>
                  </a:lnTo>
                  <a:lnTo>
                    <a:pt x="92" y="362"/>
                  </a:lnTo>
                  <a:lnTo>
                    <a:pt x="92" y="331"/>
                  </a:lnTo>
                  <a:lnTo>
                    <a:pt x="87" y="326"/>
                  </a:lnTo>
                  <a:lnTo>
                    <a:pt x="65" y="326"/>
                  </a:lnTo>
                  <a:lnTo>
                    <a:pt x="65" y="111"/>
                  </a:lnTo>
                  <a:lnTo>
                    <a:pt x="87" y="111"/>
                  </a:lnTo>
                  <a:lnTo>
                    <a:pt x="92" y="106"/>
                  </a:lnTo>
                  <a:lnTo>
                    <a:pt x="92" y="76"/>
                  </a:lnTo>
                  <a:lnTo>
                    <a:pt x="119" y="76"/>
                  </a:lnTo>
                  <a:lnTo>
                    <a:pt x="124" y="71"/>
                  </a:lnTo>
                  <a:lnTo>
                    <a:pt x="124" y="37"/>
                  </a:lnTo>
                  <a:close/>
                  <a:moveTo>
                    <a:pt x="92" y="0"/>
                  </a:moveTo>
                  <a:lnTo>
                    <a:pt x="211" y="0"/>
                  </a:lnTo>
                  <a:lnTo>
                    <a:pt x="216" y="4"/>
                  </a:lnTo>
                  <a:lnTo>
                    <a:pt x="216" y="32"/>
                  </a:lnTo>
                  <a:lnTo>
                    <a:pt x="274" y="32"/>
                  </a:lnTo>
                  <a:lnTo>
                    <a:pt x="279" y="37"/>
                  </a:lnTo>
                  <a:lnTo>
                    <a:pt x="279" y="106"/>
                  </a:lnTo>
                  <a:lnTo>
                    <a:pt x="305" y="106"/>
                  </a:lnTo>
                  <a:lnTo>
                    <a:pt x="309" y="111"/>
                  </a:lnTo>
                  <a:lnTo>
                    <a:pt x="309" y="326"/>
                  </a:lnTo>
                  <a:lnTo>
                    <a:pt x="305" y="331"/>
                  </a:lnTo>
                  <a:lnTo>
                    <a:pt x="279" y="331"/>
                  </a:lnTo>
                  <a:lnTo>
                    <a:pt x="279" y="400"/>
                  </a:lnTo>
                  <a:lnTo>
                    <a:pt x="274" y="406"/>
                  </a:lnTo>
                  <a:lnTo>
                    <a:pt x="216" y="406"/>
                  </a:lnTo>
                  <a:lnTo>
                    <a:pt x="216" y="435"/>
                  </a:lnTo>
                  <a:lnTo>
                    <a:pt x="211" y="441"/>
                  </a:lnTo>
                  <a:lnTo>
                    <a:pt x="92" y="441"/>
                  </a:lnTo>
                  <a:lnTo>
                    <a:pt x="87" y="435"/>
                  </a:lnTo>
                  <a:lnTo>
                    <a:pt x="87" y="406"/>
                  </a:lnTo>
                  <a:lnTo>
                    <a:pt x="34" y="406"/>
                  </a:lnTo>
                  <a:lnTo>
                    <a:pt x="30" y="400"/>
                  </a:lnTo>
                  <a:lnTo>
                    <a:pt x="30" y="331"/>
                  </a:lnTo>
                  <a:lnTo>
                    <a:pt x="4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4" y="106"/>
                  </a:lnTo>
                  <a:lnTo>
                    <a:pt x="30" y="106"/>
                  </a:lnTo>
                  <a:lnTo>
                    <a:pt x="30" y="37"/>
                  </a:lnTo>
                  <a:lnTo>
                    <a:pt x="34" y="32"/>
                  </a:lnTo>
                  <a:lnTo>
                    <a:pt x="87" y="32"/>
                  </a:lnTo>
                  <a:lnTo>
                    <a:pt x="87" y="4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4291" y="1579"/>
              <a:ext cx="78" cy="99"/>
            </a:xfrm>
            <a:custGeom>
              <a:rect b="b" l="l" r="r" t="t"/>
              <a:pathLst>
                <a:path extrusionOk="0" h="442" w="349">
                  <a:moveTo>
                    <a:pt x="4" y="0"/>
                  </a:moveTo>
                  <a:lnTo>
                    <a:pt x="91" y="0"/>
                  </a:lnTo>
                  <a:lnTo>
                    <a:pt x="96" y="4"/>
                  </a:lnTo>
                  <a:lnTo>
                    <a:pt x="96" y="71"/>
                  </a:lnTo>
                  <a:lnTo>
                    <a:pt x="124" y="71"/>
                  </a:lnTo>
                  <a:lnTo>
                    <a:pt x="124" y="37"/>
                  </a:lnTo>
                  <a:lnTo>
                    <a:pt x="128" y="32"/>
                  </a:lnTo>
                  <a:lnTo>
                    <a:pt x="156" y="32"/>
                  </a:lnTo>
                  <a:lnTo>
                    <a:pt x="156" y="4"/>
                  </a:lnTo>
                  <a:lnTo>
                    <a:pt x="159" y="0"/>
                  </a:lnTo>
                  <a:lnTo>
                    <a:pt x="251" y="0"/>
                  </a:lnTo>
                  <a:lnTo>
                    <a:pt x="256" y="4"/>
                  </a:lnTo>
                  <a:lnTo>
                    <a:pt x="256" y="32"/>
                  </a:lnTo>
                  <a:lnTo>
                    <a:pt x="285" y="32"/>
                  </a:lnTo>
                  <a:lnTo>
                    <a:pt x="289" y="37"/>
                  </a:lnTo>
                  <a:lnTo>
                    <a:pt x="289" y="71"/>
                  </a:lnTo>
                  <a:lnTo>
                    <a:pt x="317" y="71"/>
                  </a:lnTo>
                  <a:lnTo>
                    <a:pt x="320" y="76"/>
                  </a:lnTo>
                  <a:lnTo>
                    <a:pt x="320" y="400"/>
                  </a:lnTo>
                  <a:lnTo>
                    <a:pt x="343" y="400"/>
                  </a:lnTo>
                  <a:lnTo>
                    <a:pt x="348" y="406"/>
                  </a:lnTo>
                  <a:lnTo>
                    <a:pt x="348" y="435"/>
                  </a:lnTo>
                  <a:lnTo>
                    <a:pt x="343" y="441"/>
                  </a:lnTo>
                  <a:lnTo>
                    <a:pt x="225" y="441"/>
                  </a:lnTo>
                  <a:lnTo>
                    <a:pt x="220" y="435"/>
                  </a:lnTo>
                  <a:lnTo>
                    <a:pt x="220" y="406"/>
                  </a:lnTo>
                  <a:lnTo>
                    <a:pt x="225" y="400"/>
                  </a:lnTo>
                  <a:lnTo>
                    <a:pt x="251" y="400"/>
                  </a:lnTo>
                  <a:lnTo>
                    <a:pt x="251" y="111"/>
                  </a:lnTo>
                  <a:lnTo>
                    <a:pt x="225" y="111"/>
                  </a:lnTo>
                  <a:lnTo>
                    <a:pt x="220" y="106"/>
                  </a:lnTo>
                  <a:lnTo>
                    <a:pt x="220" y="76"/>
                  </a:lnTo>
                  <a:lnTo>
                    <a:pt x="128" y="76"/>
                  </a:lnTo>
                  <a:lnTo>
                    <a:pt x="128" y="106"/>
                  </a:lnTo>
                  <a:lnTo>
                    <a:pt x="124" y="111"/>
                  </a:lnTo>
                  <a:lnTo>
                    <a:pt x="96" y="111"/>
                  </a:lnTo>
                  <a:lnTo>
                    <a:pt x="96" y="400"/>
                  </a:lnTo>
                  <a:lnTo>
                    <a:pt x="124" y="400"/>
                  </a:lnTo>
                  <a:lnTo>
                    <a:pt x="128" y="406"/>
                  </a:lnTo>
                  <a:lnTo>
                    <a:pt x="128" y="435"/>
                  </a:lnTo>
                  <a:lnTo>
                    <a:pt x="124" y="441"/>
                  </a:lnTo>
                  <a:lnTo>
                    <a:pt x="4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4" y="400"/>
                  </a:lnTo>
                  <a:lnTo>
                    <a:pt x="33" y="400"/>
                  </a:lnTo>
                  <a:lnTo>
                    <a:pt x="33" y="37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4393" y="1536"/>
              <a:ext cx="19" cy="42"/>
            </a:xfrm>
            <a:custGeom>
              <a:rect b="b" l="l" r="r" t="t"/>
              <a:pathLst>
                <a:path extrusionOk="0" h="191" w="89">
                  <a:moveTo>
                    <a:pt x="3" y="0"/>
                  </a:moveTo>
                  <a:lnTo>
                    <a:pt x="55" y="0"/>
                  </a:lnTo>
                  <a:lnTo>
                    <a:pt x="60" y="5"/>
                  </a:lnTo>
                  <a:lnTo>
                    <a:pt x="60" y="38"/>
                  </a:lnTo>
                  <a:lnTo>
                    <a:pt x="84" y="38"/>
                  </a:lnTo>
                  <a:lnTo>
                    <a:pt x="88" y="43"/>
                  </a:lnTo>
                  <a:lnTo>
                    <a:pt x="88" y="150"/>
                  </a:lnTo>
                  <a:lnTo>
                    <a:pt x="84" y="155"/>
                  </a:lnTo>
                  <a:lnTo>
                    <a:pt x="60" y="155"/>
                  </a:lnTo>
                  <a:lnTo>
                    <a:pt x="60" y="185"/>
                  </a:lnTo>
                  <a:lnTo>
                    <a:pt x="55" y="190"/>
                  </a:lnTo>
                  <a:lnTo>
                    <a:pt x="3" y="190"/>
                  </a:lnTo>
                  <a:lnTo>
                    <a:pt x="0" y="185"/>
                  </a:lnTo>
                  <a:lnTo>
                    <a:pt x="0" y="155"/>
                  </a:lnTo>
                  <a:lnTo>
                    <a:pt x="3" y="150"/>
                  </a:lnTo>
                  <a:lnTo>
                    <a:pt x="25" y="150"/>
                  </a:lnTo>
                  <a:lnTo>
                    <a:pt x="25" y="117"/>
                  </a:lnTo>
                  <a:lnTo>
                    <a:pt x="30" y="112"/>
                  </a:lnTo>
                  <a:lnTo>
                    <a:pt x="55" y="112"/>
                  </a:lnTo>
                  <a:lnTo>
                    <a:pt x="55" y="78"/>
                  </a:lnTo>
                  <a:lnTo>
                    <a:pt x="3" y="78"/>
                  </a:lnTo>
                  <a:lnTo>
                    <a:pt x="0" y="73"/>
                  </a:lnTo>
                  <a:lnTo>
                    <a:pt x="0" y="5"/>
                  </a:lnTo>
                  <a:lnTo>
                    <a:pt x="3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4430" y="1553"/>
              <a:ext cx="49" cy="125"/>
            </a:xfrm>
            <a:custGeom>
              <a:rect b="b" l="l" r="r" t="t"/>
              <a:pathLst>
                <a:path extrusionOk="0" h="557" w="222">
                  <a:moveTo>
                    <a:pt x="99" y="0"/>
                  </a:moveTo>
                  <a:lnTo>
                    <a:pt x="122" y="0"/>
                  </a:lnTo>
                  <a:lnTo>
                    <a:pt x="126" y="4"/>
                  </a:lnTo>
                  <a:lnTo>
                    <a:pt x="126" y="113"/>
                  </a:lnTo>
                  <a:lnTo>
                    <a:pt x="216" y="113"/>
                  </a:lnTo>
                  <a:lnTo>
                    <a:pt x="221" y="118"/>
                  </a:lnTo>
                  <a:lnTo>
                    <a:pt x="221" y="146"/>
                  </a:lnTo>
                  <a:lnTo>
                    <a:pt x="216" y="151"/>
                  </a:lnTo>
                  <a:lnTo>
                    <a:pt x="126" y="151"/>
                  </a:lnTo>
                  <a:lnTo>
                    <a:pt x="126" y="515"/>
                  </a:lnTo>
                  <a:lnTo>
                    <a:pt x="185" y="515"/>
                  </a:lnTo>
                  <a:lnTo>
                    <a:pt x="185" y="482"/>
                  </a:lnTo>
                  <a:lnTo>
                    <a:pt x="189" y="477"/>
                  </a:lnTo>
                  <a:lnTo>
                    <a:pt x="216" y="477"/>
                  </a:lnTo>
                  <a:lnTo>
                    <a:pt x="221" y="482"/>
                  </a:lnTo>
                  <a:lnTo>
                    <a:pt x="221" y="515"/>
                  </a:lnTo>
                  <a:lnTo>
                    <a:pt x="216" y="521"/>
                  </a:lnTo>
                  <a:lnTo>
                    <a:pt x="189" y="521"/>
                  </a:lnTo>
                  <a:lnTo>
                    <a:pt x="189" y="550"/>
                  </a:lnTo>
                  <a:lnTo>
                    <a:pt x="185" y="556"/>
                  </a:lnTo>
                  <a:lnTo>
                    <a:pt x="99" y="556"/>
                  </a:lnTo>
                  <a:lnTo>
                    <a:pt x="94" y="550"/>
                  </a:lnTo>
                  <a:lnTo>
                    <a:pt x="94" y="521"/>
                  </a:lnTo>
                  <a:lnTo>
                    <a:pt x="67" y="521"/>
                  </a:lnTo>
                  <a:lnTo>
                    <a:pt x="63" y="515"/>
                  </a:lnTo>
                  <a:lnTo>
                    <a:pt x="63" y="151"/>
                  </a:lnTo>
                  <a:lnTo>
                    <a:pt x="4" y="151"/>
                  </a:lnTo>
                  <a:lnTo>
                    <a:pt x="0" y="146"/>
                  </a:lnTo>
                  <a:lnTo>
                    <a:pt x="0" y="118"/>
                  </a:lnTo>
                  <a:lnTo>
                    <a:pt x="4" y="113"/>
                  </a:lnTo>
                  <a:lnTo>
                    <a:pt x="31" y="113"/>
                  </a:lnTo>
                  <a:lnTo>
                    <a:pt x="31" y="82"/>
                  </a:lnTo>
                  <a:lnTo>
                    <a:pt x="36" y="77"/>
                  </a:lnTo>
                  <a:lnTo>
                    <a:pt x="63" y="77"/>
                  </a:lnTo>
                  <a:lnTo>
                    <a:pt x="63" y="43"/>
                  </a:lnTo>
                  <a:lnTo>
                    <a:pt x="67" y="38"/>
                  </a:lnTo>
                  <a:lnTo>
                    <a:pt x="94" y="38"/>
                  </a:lnTo>
                  <a:lnTo>
                    <a:pt x="94" y="4"/>
                  </a:lnTo>
                  <a:lnTo>
                    <a:pt x="99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4531" y="1579"/>
              <a:ext cx="62" cy="99"/>
            </a:xfrm>
            <a:custGeom>
              <a:rect b="b" l="l" r="r" t="t"/>
              <a:pathLst>
                <a:path extrusionOk="0" h="442" w="279">
                  <a:moveTo>
                    <a:pt x="93" y="0"/>
                  </a:moveTo>
                  <a:lnTo>
                    <a:pt x="243" y="0"/>
                  </a:lnTo>
                  <a:lnTo>
                    <a:pt x="248" y="4"/>
                  </a:lnTo>
                  <a:lnTo>
                    <a:pt x="248" y="32"/>
                  </a:lnTo>
                  <a:lnTo>
                    <a:pt x="273" y="32"/>
                  </a:lnTo>
                  <a:lnTo>
                    <a:pt x="278" y="37"/>
                  </a:lnTo>
                  <a:lnTo>
                    <a:pt x="278" y="106"/>
                  </a:lnTo>
                  <a:lnTo>
                    <a:pt x="273" y="111"/>
                  </a:lnTo>
                  <a:lnTo>
                    <a:pt x="217" y="111"/>
                  </a:lnTo>
                  <a:lnTo>
                    <a:pt x="212" y="106"/>
                  </a:lnTo>
                  <a:lnTo>
                    <a:pt x="212" y="76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1" y="37"/>
                  </a:lnTo>
                  <a:lnTo>
                    <a:pt x="93" y="37"/>
                  </a:lnTo>
                  <a:lnTo>
                    <a:pt x="93" y="71"/>
                  </a:lnTo>
                  <a:lnTo>
                    <a:pt x="88" y="76"/>
                  </a:lnTo>
                  <a:lnTo>
                    <a:pt x="66" y="76"/>
                  </a:lnTo>
                  <a:lnTo>
                    <a:pt x="66" y="293"/>
                  </a:lnTo>
                  <a:lnTo>
                    <a:pt x="88" y="293"/>
                  </a:lnTo>
                  <a:lnTo>
                    <a:pt x="93" y="299"/>
                  </a:lnTo>
                  <a:lnTo>
                    <a:pt x="93" y="326"/>
                  </a:lnTo>
                  <a:lnTo>
                    <a:pt x="119" y="326"/>
                  </a:lnTo>
                  <a:lnTo>
                    <a:pt x="124" y="331"/>
                  </a:lnTo>
                  <a:lnTo>
                    <a:pt x="124" y="362"/>
                  </a:lnTo>
                  <a:lnTo>
                    <a:pt x="243" y="362"/>
                  </a:lnTo>
                  <a:lnTo>
                    <a:pt x="243" y="331"/>
                  </a:lnTo>
                  <a:lnTo>
                    <a:pt x="248" y="326"/>
                  </a:lnTo>
                  <a:lnTo>
                    <a:pt x="273" y="326"/>
                  </a:lnTo>
                  <a:lnTo>
                    <a:pt x="278" y="331"/>
                  </a:lnTo>
                  <a:lnTo>
                    <a:pt x="278" y="362"/>
                  </a:lnTo>
                  <a:lnTo>
                    <a:pt x="273" y="367"/>
                  </a:lnTo>
                  <a:lnTo>
                    <a:pt x="248" y="367"/>
                  </a:lnTo>
                  <a:lnTo>
                    <a:pt x="248" y="400"/>
                  </a:lnTo>
                  <a:lnTo>
                    <a:pt x="243" y="406"/>
                  </a:lnTo>
                  <a:lnTo>
                    <a:pt x="217" y="406"/>
                  </a:lnTo>
                  <a:lnTo>
                    <a:pt x="217" y="435"/>
                  </a:lnTo>
                  <a:lnTo>
                    <a:pt x="212" y="441"/>
                  </a:lnTo>
                  <a:lnTo>
                    <a:pt x="93" y="441"/>
                  </a:lnTo>
                  <a:lnTo>
                    <a:pt x="88" y="435"/>
                  </a:lnTo>
                  <a:lnTo>
                    <a:pt x="88" y="406"/>
                  </a:lnTo>
                  <a:lnTo>
                    <a:pt x="35" y="406"/>
                  </a:lnTo>
                  <a:lnTo>
                    <a:pt x="31" y="400"/>
                  </a:lnTo>
                  <a:lnTo>
                    <a:pt x="31" y="331"/>
                  </a:lnTo>
                  <a:lnTo>
                    <a:pt x="4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4" y="106"/>
                  </a:lnTo>
                  <a:lnTo>
                    <a:pt x="31" y="106"/>
                  </a:lnTo>
                  <a:lnTo>
                    <a:pt x="31" y="37"/>
                  </a:lnTo>
                  <a:lnTo>
                    <a:pt x="35" y="32"/>
                  </a:lnTo>
                  <a:lnTo>
                    <a:pt x="88" y="32"/>
                  </a:lnTo>
                  <a:lnTo>
                    <a:pt x="88" y="4"/>
                  </a:lnTo>
                  <a:lnTo>
                    <a:pt x="93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2" name="Google Shape;452;p34"/>
            <p:cNvSpPr/>
            <p:nvPr/>
          </p:nvSpPr>
          <p:spPr>
            <a:xfrm>
              <a:off x="4608" y="1579"/>
              <a:ext cx="62" cy="99"/>
            </a:xfrm>
            <a:custGeom>
              <a:rect b="b" l="l" r="r" t="t"/>
              <a:pathLst>
                <a:path extrusionOk="0" h="442" w="279">
                  <a:moveTo>
                    <a:pt x="155" y="186"/>
                  </a:moveTo>
                  <a:lnTo>
                    <a:pt x="182" y="186"/>
                  </a:lnTo>
                  <a:lnTo>
                    <a:pt x="182" y="326"/>
                  </a:lnTo>
                  <a:lnTo>
                    <a:pt x="155" y="326"/>
                  </a:lnTo>
                  <a:lnTo>
                    <a:pt x="151" y="331"/>
                  </a:lnTo>
                  <a:lnTo>
                    <a:pt x="151" y="362"/>
                  </a:lnTo>
                  <a:lnTo>
                    <a:pt x="65" y="362"/>
                  </a:lnTo>
                  <a:lnTo>
                    <a:pt x="65" y="260"/>
                  </a:lnTo>
                  <a:lnTo>
                    <a:pt x="88" y="260"/>
                  </a:lnTo>
                  <a:lnTo>
                    <a:pt x="93" y="254"/>
                  </a:lnTo>
                  <a:lnTo>
                    <a:pt x="93" y="224"/>
                  </a:lnTo>
                  <a:lnTo>
                    <a:pt x="151" y="224"/>
                  </a:lnTo>
                  <a:lnTo>
                    <a:pt x="155" y="218"/>
                  </a:lnTo>
                  <a:lnTo>
                    <a:pt x="155" y="186"/>
                  </a:lnTo>
                  <a:close/>
                  <a:moveTo>
                    <a:pt x="65" y="0"/>
                  </a:moveTo>
                  <a:lnTo>
                    <a:pt x="213" y="0"/>
                  </a:lnTo>
                  <a:lnTo>
                    <a:pt x="217" y="4"/>
                  </a:lnTo>
                  <a:lnTo>
                    <a:pt x="217" y="32"/>
                  </a:lnTo>
                  <a:lnTo>
                    <a:pt x="244" y="32"/>
                  </a:lnTo>
                  <a:lnTo>
                    <a:pt x="247" y="37"/>
                  </a:lnTo>
                  <a:lnTo>
                    <a:pt x="247" y="400"/>
                  </a:lnTo>
                  <a:lnTo>
                    <a:pt x="274" y="400"/>
                  </a:lnTo>
                  <a:lnTo>
                    <a:pt x="278" y="406"/>
                  </a:lnTo>
                  <a:lnTo>
                    <a:pt x="278" y="435"/>
                  </a:lnTo>
                  <a:lnTo>
                    <a:pt x="274" y="441"/>
                  </a:lnTo>
                  <a:lnTo>
                    <a:pt x="217" y="441"/>
                  </a:lnTo>
                  <a:lnTo>
                    <a:pt x="213" y="435"/>
                  </a:lnTo>
                  <a:lnTo>
                    <a:pt x="213" y="406"/>
                  </a:lnTo>
                  <a:lnTo>
                    <a:pt x="186" y="406"/>
                  </a:lnTo>
                  <a:lnTo>
                    <a:pt x="182" y="400"/>
                  </a:lnTo>
                  <a:lnTo>
                    <a:pt x="182" y="367"/>
                  </a:lnTo>
                  <a:lnTo>
                    <a:pt x="155" y="367"/>
                  </a:lnTo>
                  <a:lnTo>
                    <a:pt x="155" y="400"/>
                  </a:lnTo>
                  <a:lnTo>
                    <a:pt x="151" y="406"/>
                  </a:lnTo>
                  <a:lnTo>
                    <a:pt x="123" y="406"/>
                  </a:lnTo>
                  <a:lnTo>
                    <a:pt x="123" y="435"/>
                  </a:lnTo>
                  <a:lnTo>
                    <a:pt x="119" y="441"/>
                  </a:lnTo>
                  <a:lnTo>
                    <a:pt x="34" y="441"/>
                  </a:lnTo>
                  <a:lnTo>
                    <a:pt x="30" y="435"/>
                  </a:lnTo>
                  <a:lnTo>
                    <a:pt x="30" y="406"/>
                  </a:lnTo>
                  <a:lnTo>
                    <a:pt x="4" y="406"/>
                  </a:lnTo>
                  <a:lnTo>
                    <a:pt x="0" y="400"/>
                  </a:lnTo>
                  <a:lnTo>
                    <a:pt x="0" y="260"/>
                  </a:lnTo>
                  <a:lnTo>
                    <a:pt x="4" y="254"/>
                  </a:lnTo>
                  <a:lnTo>
                    <a:pt x="30" y="254"/>
                  </a:lnTo>
                  <a:lnTo>
                    <a:pt x="30" y="224"/>
                  </a:lnTo>
                  <a:lnTo>
                    <a:pt x="34" y="218"/>
                  </a:lnTo>
                  <a:lnTo>
                    <a:pt x="61" y="218"/>
                  </a:lnTo>
                  <a:lnTo>
                    <a:pt x="61" y="186"/>
                  </a:lnTo>
                  <a:lnTo>
                    <a:pt x="65" y="181"/>
                  </a:lnTo>
                  <a:lnTo>
                    <a:pt x="119" y="181"/>
                  </a:lnTo>
                  <a:lnTo>
                    <a:pt x="119" y="150"/>
                  </a:lnTo>
                  <a:lnTo>
                    <a:pt x="123" y="145"/>
                  </a:lnTo>
                  <a:lnTo>
                    <a:pt x="182" y="145"/>
                  </a:lnTo>
                  <a:lnTo>
                    <a:pt x="182" y="76"/>
                  </a:lnTo>
                  <a:lnTo>
                    <a:pt x="155" y="76"/>
                  </a:lnTo>
                  <a:lnTo>
                    <a:pt x="151" y="71"/>
                  </a:lnTo>
                  <a:lnTo>
                    <a:pt x="151" y="37"/>
                  </a:lnTo>
                  <a:lnTo>
                    <a:pt x="93" y="37"/>
                  </a:lnTo>
                  <a:lnTo>
                    <a:pt x="93" y="106"/>
                  </a:lnTo>
                  <a:lnTo>
                    <a:pt x="88" y="111"/>
                  </a:lnTo>
                  <a:lnTo>
                    <a:pt x="34" y="111"/>
                  </a:lnTo>
                  <a:lnTo>
                    <a:pt x="30" y="106"/>
                  </a:lnTo>
                  <a:lnTo>
                    <a:pt x="30" y="37"/>
                  </a:lnTo>
                  <a:lnTo>
                    <a:pt x="34" y="32"/>
                  </a:lnTo>
                  <a:lnTo>
                    <a:pt x="61" y="32"/>
                  </a:lnTo>
                  <a:lnTo>
                    <a:pt x="61" y="4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3" name="Google Shape;453;p34"/>
            <p:cNvSpPr/>
            <p:nvPr/>
          </p:nvSpPr>
          <p:spPr>
            <a:xfrm>
              <a:off x="4686" y="1579"/>
              <a:ext cx="47" cy="99"/>
            </a:xfrm>
            <a:custGeom>
              <a:rect b="b" l="l" r="r" t="t"/>
              <a:pathLst>
                <a:path extrusionOk="0" h="442" w="213">
                  <a:moveTo>
                    <a:pt x="4" y="0"/>
                  </a:moveTo>
                  <a:lnTo>
                    <a:pt x="87" y="0"/>
                  </a:lnTo>
                  <a:lnTo>
                    <a:pt x="91" y="4"/>
                  </a:lnTo>
                  <a:lnTo>
                    <a:pt x="91" y="71"/>
                  </a:lnTo>
                  <a:lnTo>
                    <a:pt x="117" y="71"/>
                  </a:lnTo>
                  <a:lnTo>
                    <a:pt x="117" y="37"/>
                  </a:lnTo>
                  <a:lnTo>
                    <a:pt x="121" y="32"/>
                  </a:lnTo>
                  <a:lnTo>
                    <a:pt x="146" y="32"/>
                  </a:lnTo>
                  <a:lnTo>
                    <a:pt x="146" y="4"/>
                  </a:lnTo>
                  <a:lnTo>
                    <a:pt x="150" y="0"/>
                  </a:lnTo>
                  <a:lnTo>
                    <a:pt x="208" y="0"/>
                  </a:lnTo>
                  <a:lnTo>
                    <a:pt x="212" y="4"/>
                  </a:lnTo>
                  <a:lnTo>
                    <a:pt x="212" y="106"/>
                  </a:lnTo>
                  <a:lnTo>
                    <a:pt x="208" y="111"/>
                  </a:lnTo>
                  <a:lnTo>
                    <a:pt x="150" y="111"/>
                  </a:lnTo>
                  <a:lnTo>
                    <a:pt x="146" y="106"/>
                  </a:lnTo>
                  <a:lnTo>
                    <a:pt x="146" y="76"/>
                  </a:lnTo>
                  <a:lnTo>
                    <a:pt x="121" y="76"/>
                  </a:lnTo>
                  <a:lnTo>
                    <a:pt x="121" y="106"/>
                  </a:lnTo>
                  <a:lnTo>
                    <a:pt x="117" y="111"/>
                  </a:lnTo>
                  <a:lnTo>
                    <a:pt x="91" y="111"/>
                  </a:lnTo>
                  <a:lnTo>
                    <a:pt x="91" y="400"/>
                  </a:lnTo>
                  <a:lnTo>
                    <a:pt x="117" y="400"/>
                  </a:lnTo>
                  <a:lnTo>
                    <a:pt x="121" y="406"/>
                  </a:lnTo>
                  <a:lnTo>
                    <a:pt x="121" y="435"/>
                  </a:lnTo>
                  <a:lnTo>
                    <a:pt x="117" y="441"/>
                  </a:lnTo>
                  <a:lnTo>
                    <a:pt x="4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4" y="400"/>
                  </a:lnTo>
                  <a:lnTo>
                    <a:pt x="30" y="400"/>
                  </a:lnTo>
                  <a:lnTo>
                    <a:pt x="30" y="37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4" name="Google Shape;454;p34"/>
            <p:cNvSpPr/>
            <p:nvPr/>
          </p:nvSpPr>
          <p:spPr>
            <a:xfrm>
              <a:off x="4744" y="1579"/>
              <a:ext cx="62" cy="99"/>
            </a:xfrm>
            <a:custGeom>
              <a:rect b="b" l="l" r="r" t="t"/>
              <a:pathLst>
                <a:path extrusionOk="0" h="442" w="279">
                  <a:moveTo>
                    <a:pt x="93" y="37"/>
                  </a:moveTo>
                  <a:lnTo>
                    <a:pt x="181" y="37"/>
                  </a:lnTo>
                  <a:lnTo>
                    <a:pt x="181" y="71"/>
                  </a:lnTo>
                  <a:lnTo>
                    <a:pt x="186" y="76"/>
                  </a:lnTo>
                  <a:lnTo>
                    <a:pt x="212" y="76"/>
                  </a:lnTo>
                  <a:lnTo>
                    <a:pt x="212" y="145"/>
                  </a:lnTo>
                  <a:lnTo>
                    <a:pt x="66" y="145"/>
                  </a:lnTo>
                  <a:lnTo>
                    <a:pt x="66" y="76"/>
                  </a:lnTo>
                  <a:lnTo>
                    <a:pt x="88" y="76"/>
                  </a:lnTo>
                  <a:lnTo>
                    <a:pt x="93" y="71"/>
                  </a:lnTo>
                  <a:lnTo>
                    <a:pt x="93" y="37"/>
                  </a:lnTo>
                  <a:close/>
                  <a:moveTo>
                    <a:pt x="93" y="0"/>
                  </a:moveTo>
                  <a:lnTo>
                    <a:pt x="212" y="0"/>
                  </a:lnTo>
                  <a:lnTo>
                    <a:pt x="217" y="4"/>
                  </a:lnTo>
                  <a:lnTo>
                    <a:pt x="217" y="32"/>
                  </a:lnTo>
                  <a:lnTo>
                    <a:pt x="243" y="32"/>
                  </a:lnTo>
                  <a:lnTo>
                    <a:pt x="248" y="37"/>
                  </a:lnTo>
                  <a:lnTo>
                    <a:pt x="248" y="71"/>
                  </a:lnTo>
                  <a:lnTo>
                    <a:pt x="273" y="71"/>
                  </a:lnTo>
                  <a:lnTo>
                    <a:pt x="278" y="76"/>
                  </a:lnTo>
                  <a:lnTo>
                    <a:pt x="278" y="181"/>
                  </a:lnTo>
                  <a:lnTo>
                    <a:pt x="273" y="186"/>
                  </a:lnTo>
                  <a:lnTo>
                    <a:pt x="66" y="186"/>
                  </a:lnTo>
                  <a:lnTo>
                    <a:pt x="66" y="293"/>
                  </a:lnTo>
                  <a:lnTo>
                    <a:pt x="88" y="293"/>
                  </a:lnTo>
                  <a:lnTo>
                    <a:pt x="93" y="299"/>
                  </a:lnTo>
                  <a:lnTo>
                    <a:pt x="93" y="326"/>
                  </a:lnTo>
                  <a:lnTo>
                    <a:pt x="120" y="326"/>
                  </a:lnTo>
                  <a:lnTo>
                    <a:pt x="125" y="331"/>
                  </a:lnTo>
                  <a:lnTo>
                    <a:pt x="125" y="362"/>
                  </a:lnTo>
                  <a:lnTo>
                    <a:pt x="243" y="362"/>
                  </a:lnTo>
                  <a:lnTo>
                    <a:pt x="243" y="331"/>
                  </a:lnTo>
                  <a:lnTo>
                    <a:pt x="248" y="326"/>
                  </a:lnTo>
                  <a:lnTo>
                    <a:pt x="273" y="326"/>
                  </a:lnTo>
                  <a:lnTo>
                    <a:pt x="278" y="331"/>
                  </a:lnTo>
                  <a:lnTo>
                    <a:pt x="278" y="362"/>
                  </a:lnTo>
                  <a:lnTo>
                    <a:pt x="273" y="367"/>
                  </a:lnTo>
                  <a:lnTo>
                    <a:pt x="248" y="367"/>
                  </a:lnTo>
                  <a:lnTo>
                    <a:pt x="248" y="400"/>
                  </a:lnTo>
                  <a:lnTo>
                    <a:pt x="243" y="406"/>
                  </a:lnTo>
                  <a:lnTo>
                    <a:pt x="217" y="406"/>
                  </a:lnTo>
                  <a:lnTo>
                    <a:pt x="217" y="435"/>
                  </a:lnTo>
                  <a:lnTo>
                    <a:pt x="212" y="441"/>
                  </a:lnTo>
                  <a:lnTo>
                    <a:pt x="93" y="441"/>
                  </a:lnTo>
                  <a:lnTo>
                    <a:pt x="88" y="435"/>
                  </a:lnTo>
                  <a:lnTo>
                    <a:pt x="88" y="406"/>
                  </a:lnTo>
                  <a:lnTo>
                    <a:pt x="35" y="406"/>
                  </a:lnTo>
                  <a:lnTo>
                    <a:pt x="30" y="400"/>
                  </a:lnTo>
                  <a:lnTo>
                    <a:pt x="30" y="331"/>
                  </a:lnTo>
                  <a:lnTo>
                    <a:pt x="4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4" y="106"/>
                  </a:lnTo>
                  <a:lnTo>
                    <a:pt x="30" y="106"/>
                  </a:lnTo>
                  <a:lnTo>
                    <a:pt x="30" y="37"/>
                  </a:lnTo>
                  <a:lnTo>
                    <a:pt x="35" y="32"/>
                  </a:lnTo>
                  <a:lnTo>
                    <a:pt x="88" y="32"/>
                  </a:lnTo>
                  <a:lnTo>
                    <a:pt x="88" y="4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455" name="Google Shape;455;p34"/>
          <p:cNvGrpSpPr/>
          <p:nvPr/>
        </p:nvGrpSpPr>
        <p:grpSpPr>
          <a:xfrm>
            <a:off x="6403975" y="2874963"/>
            <a:ext cx="1597025" cy="301625"/>
            <a:chOff x="3840" y="1824"/>
            <a:chExt cx="1006" cy="190"/>
          </a:xfrm>
        </p:grpSpPr>
        <p:sp>
          <p:nvSpPr>
            <p:cNvPr id="456" name="Google Shape;456;p34"/>
            <p:cNvSpPr/>
            <p:nvPr/>
          </p:nvSpPr>
          <p:spPr>
            <a:xfrm>
              <a:off x="3840" y="1868"/>
              <a:ext cx="62" cy="103"/>
            </a:xfrm>
            <a:custGeom>
              <a:rect b="b" l="l" r="r" t="t"/>
              <a:pathLst>
                <a:path extrusionOk="0" h="460" w="279">
                  <a:moveTo>
                    <a:pt x="75" y="0"/>
                  </a:moveTo>
                  <a:lnTo>
                    <a:pt x="238" y="0"/>
                  </a:lnTo>
                  <a:lnTo>
                    <a:pt x="244" y="5"/>
                  </a:lnTo>
                  <a:lnTo>
                    <a:pt x="244" y="111"/>
                  </a:lnTo>
                  <a:lnTo>
                    <a:pt x="238" y="117"/>
                  </a:lnTo>
                  <a:lnTo>
                    <a:pt x="209" y="117"/>
                  </a:lnTo>
                  <a:lnTo>
                    <a:pt x="204" y="111"/>
                  </a:lnTo>
                  <a:lnTo>
                    <a:pt x="204" y="78"/>
                  </a:lnTo>
                  <a:lnTo>
                    <a:pt x="174" y="78"/>
                  </a:lnTo>
                  <a:lnTo>
                    <a:pt x="169" y="73"/>
                  </a:lnTo>
                  <a:lnTo>
                    <a:pt x="169" y="38"/>
                  </a:lnTo>
                  <a:lnTo>
                    <a:pt x="105" y="38"/>
                  </a:lnTo>
                  <a:lnTo>
                    <a:pt x="105" y="73"/>
                  </a:lnTo>
                  <a:lnTo>
                    <a:pt x="100" y="78"/>
                  </a:lnTo>
                  <a:lnTo>
                    <a:pt x="75" y="78"/>
                  </a:lnTo>
                  <a:lnTo>
                    <a:pt x="75" y="111"/>
                  </a:lnTo>
                  <a:lnTo>
                    <a:pt x="100" y="111"/>
                  </a:lnTo>
                  <a:lnTo>
                    <a:pt x="105" y="117"/>
                  </a:lnTo>
                  <a:lnTo>
                    <a:pt x="105" y="150"/>
                  </a:lnTo>
                  <a:lnTo>
                    <a:pt x="133" y="150"/>
                  </a:lnTo>
                  <a:lnTo>
                    <a:pt x="140" y="155"/>
                  </a:lnTo>
                  <a:lnTo>
                    <a:pt x="140" y="188"/>
                  </a:lnTo>
                  <a:lnTo>
                    <a:pt x="204" y="188"/>
                  </a:lnTo>
                  <a:lnTo>
                    <a:pt x="209" y="194"/>
                  </a:lnTo>
                  <a:lnTo>
                    <a:pt x="209" y="228"/>
                  </a:lnTo>
                  <a:lnTo>
                    <a:pt x="238" y="228"/>
                  </a:lnTo>
                  <a:lnTo>
                    <a:pt x="244" y="233"/>
                  </a:lnTo>
                  <a:lnTo>
                    <a:pt x="244" y="266"/>
                  </a:lnTo>
                  <a:lnTo>
                    <a:pt x="274" y="266"/>
                  </a:lnTo>
                  <a:lnTo>
                    <a:pt x="278" y="272"/>
                  </a:lnTo>
                  <a:lnTo>
                    <a:pt x="278" y="378"/>
                  </a:lnTo>
                  <a:lnTo>
                    <a:pt x="274" y="383"/>
                  </a:lnTo>
                  <a:lnTo>
                    <a:pt x="244" y="383"/>
                  </a:lnTo>
                  <a:lnTo>
                    <a:pt x="244" y="415"/>
                  </a:lnTo>
                  <a:lnTo>
                    <a:pt x="238" y="422"/>
                  </a:lnTo>
                  <a:lnTo>
                    <a:pt x="174" y="422"/>
                  </a:lnTo>
                  <a:lnTo>
                    <a:pt x="174" y="454"/>
                  </a:lnTo>
                  <a:lnTo>
                    <a:pt x="169" y="459"/>
                  </a:lnTo>
                  <a:lnTo>
                    <a:pt x="5" y="459"/>
                  </a:lnTo>
                  <a:lnTo>
                    <a:pt x="0" y="454"/>
                  </a:lnTo>
                  <a:lnTo>
                    <a:pt x="0" y="345"/>
                  </a:lnTo>
                  <a:lnTo>
                    <a:pt x="5" y="339"/>
                  </a:lnTo>
                  <a:lnTo>
                    <a:pt x="35" y="339"/>
                  </a:lnTo>
                  <a:lnTo>
                    <a:pt x="39" y="345"/>
                  </a:lnTo>
                  <a:lnTo>
                    <a:pt x="39" y="378"/>
                  </a:lnTo>
                  <a:lnTo>
                    <a:pt x="69" y="378"/>
                  </a:lnTo>
                  <a:lnTo>
                    <a:pt x="75" y="383"/>
                  </a:lnTo>
                  <a:lnTo>
                    <a:pt x="75" y="415"/>
                  </a:lnTo>
                  <a:lnTo>
                    <a:pt x="169" y="415"/>
                  </a:lnTo>
                  <a:lnTo>
                    <a:pt x="169" y="383"/>
                  </a:lnTo>
                  <a:lnTo>
                    <a:pt x="174" y="378"/>
                  </a:lnTo>
                  <a:lnTo>
                    <a:pt x="204" y="378"/>
                  </a:lnTo>
                  <a:lnTo>
                    <a:pt x="204" y="310"/>
                  </a:lnTo>
                  <a:lnTo>
                    <a:pt x="174" y="310"/>
                  </a:lnTo>
                  <a:lnTo>
                    <a:pt x="169" y="305"/>
                  </a:lnTo>
                  <a:lnTo>
                    <a:pt x="169" y="272"/>
                  </a:lnTo>
                  <a:lnTo>
                    <a:pt x="105" y="272"/>
                  </a:lnTo>
                  <a:lnTo>
                    <a:pt x="100" y="266"/>
                  </a:lnTo>
                  <a:lnTo>
                    <a:pt x="100" y="233"/>
                  </a:lnTo>
                  <a:lnTo>
                    <a:pt x="39" y="233"/>
                  </a:lnTo>
                  <a:lnTo>
                    <a:pt x="35" y="228"/>
                  </a:lnTo>
                  <a:lnTo>
                    <a:pt x="35" y="155"/>
                  </a:lnTo>
                  <a:lnTo>
                    <a:pt x="5" y="155"/>
                  </a:lnTo>
                  <a:lnTo>
                    <a:pt x="0" y="150"/>
                  </a:lnTo>
                  <a:lnTo>
                    <a:pt x="0" y="78"/>
                  </a:lnTo>
                  <a:lnTo>
                    <a:pt x="5" y="73"/>
                  </a:lnTo>
                  <a:lnTo>
                    <a:pt x="35" y="73"/>
                  </a:lnTo>
                  <a:lnTo>
                    <a:pt x="35" y="38"/>
                  </a:lnTo>
                  <a:lnTo>
                    <a:pt x="39" y="32"/>
                  </a:lnTo>
                  <a:lnTo>
                    <a:pt x="69" y="32"/>
                  </a:lnTo>
                  <a:lnTo>
                    <a:pt x="69" y="5"/>
                  </a:lnTo>
                  <a:lnTo>
                    <a:pt x="75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3963" y="1885"/>
              <a:ext cx="92" cy="52"/>
            </a:xfrm>
            <a:custGeom>
              <a:rect b="b" l="l" r="r" t="t"/>
              <a:pathLst>
                <a:path extrusionOk="0" h="235" w="411">
                  <a:moveTo>
                    <a:pt x="4" y="153"/>
                  </a:moveTo>
                  <a:lnTo>
                    <a:pt x="405" y="153"/>
                  </a:lnTo>
                  <a:lnTo>
                    <a:pt x="410" y="158"/>
                  </a:lnTo>
                  <a:lnTo>
                    <a:pt x="410" y="229"/>
                  </a:lnTo>
                  <a:lnTo>
                    <a:pt x="405" y="234"/>
                  </a:lnTo>
                  <a:lnTo>
                    <a:pt x="4" y="234"/>
                  </a:lnTo>
                  <a:lnTo>
                    <a:pt x="0" y="229"/>
                  </a:lnTo>
                  <a:lnTo>
                    <a:pt x="0" y="158"/>
                  </a:lnTo>
                  <a:lnTo>
                    <a:pt x="4" y="153"/>
                  </a:lnTo>
                  <a:close/>
                  <a:moveTo>
                    <a:pt x="4" y="0"/>
                  </a:moveTo>
                  <a:lnTo>
                    <a:pt x="405" y="0"/>
                  </a:lnTo>
                  <a:lnTo>
                    <a:pt x="410" y="4"/>
                  </a:lnTo>
                  <a:lnTo>
                    <a:pt x="410" y="76"/>
                  </a:lnTo>
                  <a:lnTo>
                    <a:pt x="405" y="80"/>
                  </a:lnTo>
                  <a:lnTo>
                    <a:pt x="4" y="80"/>
                  </a:lnTo>
                  <a:lnTo>
                    <a:pt x="0" y="76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4120" y="1868"/>
              <a:ext cx="62" cy="103"/>
            </a:xfrm>
            <a:custGeom>
              <a:rect b="b" l="l" r="r" t="t"/>
              <a:pathLst>
                <a:path extrusionOk="0" h="460" w="279">
                  <a:moveTo>
                    <a:pt x="73" y="0"/>
                  </a:moveTo>
                  <a:lnTo>
                    <a:pt x="238" y="0"/>
                  </a:lnTo>
                  <a:lnTo>
                    <a:pt x="242" y="5"/>
                  </a:lnTo>
                  <a:lnTo>
                    <a:pt x="242" y="111"/>
                  </a:lnTo>
                  <a:lnTo>
                    <a:pt x="238" y="117"/>
                  </a:lnTo>
                  <a:lnTo>
                    <a:pt x="208" y="117"/>
                  </a:lnTo>
                  <a:lnTo>
                    <a:pt x="203" y="111"/>
                  </a:lnTo>
                  <a:lnTo>
                    <a:pt x="203" y="78"/>
                  </a:lnTo>
                  <a:lnTo>
                    <a:pt x="173" y="78"/>
                  </a:lnTo>
                  <a:lnTo>
                    <a:pt x="167" y="73"/>
                  </a:lnTo>
                  <a:lnTo>
                    <a:pt x="167" y="38"/>
                  </a:lnTo>
                  <a:lnTo>
                    <a:pt x="103" y="38"/>
                  </a:lnTo>
                  <a:lnTo>
                    <a:pt x="103" y="73"/>
                  </a:lnTo>
                  <a:lnTo>
                    <a:pt x="99" y="78"/>
                  </a:lnTo>
                  <a:lnTo>
                    <a:pt x="73" y="78"/>
                  </a:lnTo>
                  <a:lnTo>
                    <a:pt x="73" y="111"/>
                  </a:lnTo>
                  <a:lnTo>
                    <a:pt x="99" y="111"/>
                  </a:lnTo>
                  <a:lnTo>
                    <a:pt x="103" y="117"/>
                  </a:lnTo>
                  <a:lnTo>
                    <a:pt x="103" y="150"/>
                  </a:lnTo>
                  <a:lnTo>
                    <a:pt x="133" y="150"/>
                  </a:lnTo>
                  <a:lnTo>
                    <a:pt x="139" y="155"/>
                  </a:lnTo>
                  <a:lnTo>
                    <a:pt x="139" y="188"/>
                  </a:lnTo>
                  <a:lnTo>
                    <a:pt x="203" y="188"/>
                  </a:lnTo>
                  <a:lnTo>
                    <a:pt x="208" y="194"/>
                  </a:lnTo>
                  <a:lnTo>
                    <a:pt x="208" y="228"/>
                  </a:lnTo>
                  <a:lnTo>
                    <a:pt x="238" y="228"/>
                  </a:lnTo>
                  <a:lnTo>
                    <a:pt x="242" y="233"/>
                  </a:lnTo>
                  <a:lnTo>
                    <a:pt x="242" y="266"/>
                  </a:lnTo>
                  <a:lnTo>
                    <a:pt x="272" y="266"/>
                  </a:lnTo>
                  <a:lnTo>
                    <a:pt x="278" y="272"/>
                  </a:lnTo>
                  <a:lnTo>
                    <a:pt x="278" y="378"/>
                  </a:lnTo>
                  <a:lnTo>
                    <a:pt x="272" y="383"/>
                  </a:lnTo>
                  <a:lnTo>
                    <a:pt x="242" y="383"/>
                  </a:lnTo>
                  <a:lnTo>
                    <a:pt x="242" y="415"/>
                  </a:lnTo>
                  <a:lnTo>
                    <a:pt x="238" y="422"/>
                  </a:lnTo>
                  <a:lnTo>
                    <a:pt x="173" y="422"/>
                  </a:lnTo>
                  <a:lnTo>
                    <a:pt x="173" y="454"/>
                  </a:lnTo>
                  <a:lnTo>
                    <a:pt x="167" y="459"/>
                  </a:lnTo>
                  <a:lnTo>
                    <a:pt x="4" y="459"/>
                  </a:lnTo>
                  <a:lnTo>
                    <a:pt x="0" y="454"/>
                  </a:lnTo>
                  <a:lnTo>
                    <a:pt x="0" y="345"/>
                  </a:lnTo>
                  <a:lnTo>
                    <a:pt x="4" y="339"/>
                  </a:lnTo>
                  <a:lnTo>
                    <a:pt x="33" y="339"/>
                  </a:lnTo>
                  <a:lnTo>
                    <a:pt x="39" y="345"/>
                  </a:lnTo>
                  <a:lnTo>
                    <a:pt x="39" y="378"/>
                  </a:lnTo>
                  <a:lnTo>
                    <a:pt x="69" y="378"/>
                  </a:lnTo>
                  <a:lnTo>
                    <a:pt x="73" y="383"/>
                  </a:lnTo>
                  <a:lnTo>
                    <a:pt x="73" y="415"/>
                  </a:lnTo>
                  <a:lnTo>
                    <a:pt x="167" y="415"/>
                  </a:lnTo>
                  <a:lnTo>
                    <a:pt x="167" y="383"/>
                  </a:lnTo>
                  <a:lnTo>
                    <a:pt x="173" y="378"/>
                  </a:lnTo>
                  <a:lnTo>
                    <a:pt x="203" y="378"/>
                  </a:lnTo>
                  <a:lnTo>
                    <a:pt x="203" y="310"/>
                  </a:lnTo>
                  <a:lnTo>
                    <a:pt x="173" y="310"/>
                  </a:lnTo>
                  <a:lnTo>
                    <a:pt x="167" y="305"/>
                  </a:lnTo>
                  <a:lnTo>
                    <a:pt x="167" y="272"/>
                  </a:lnTo>
                  <a:lnTo>
                    <a:pt x="103" y="272"/>
                  </a:lnTo>
                  <a:lnTo>
                    <a:pt x="99" y="266"/>
                  </a:lnTo>
                  <a:lnTo>
                    <a:pt x="99" y="233"/>
                  </a:lnTo>
                  <a:lnTo>
                    <a:pt x="39" y="233"/>
                  </a:lnTo>
                  <a:lnTo>
                    <a:pt x="33" y="228"/>
                  </a:lnTo>
                  <a:lnTo>
                    <a:pt x="33" y="155"/>
                  </a:lnTo>
                  <a:lnTo>
                    <a:pt x="4" y="155"/>
                  </a:lnTo>
                  <a:lnTo>
                    <a:pt x="0" y="150"/>
                  </a:lnTo>
                  <a:lnTo>
                    <a:pt x="0" y="78"/>
                  </a:lnTo>
                  <a:lnTo>
                    <a:pt x="4" y="73"/>
                  </a:lnTo>
                  <a:lnTo>
                    <a:pt x="33" y="73"/>
                  </a:lnTo>
                  <a:lnTo>
                    <a:pt x="33" y="38"/>
                  </a:lnTo>
                  <a:lnTo>
                    <a:pt x="39" y="32"/>
                  </a:lnTo>
                  <a:lnTo>
                    <a:pt x="69" y="32"/>
                  </a:lnTo>
                  <a:lnTo>
                    <a:pt x="69" y="5"/>
                  </a:lnTo>
                  <a:lnTo>
                    <a:pt x="73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4195" y="1868"/>
              <a:ext cx="86" cy="103"/>
            </a:xfrm>
            <a:custGeom>
              <a:rect b="b" l="l" r="r" t="t"/>
              <a:pathLst>
                <a:path extrusionOk="0" h="460" w="384">
                  <a:moveTo>
                    <a:pt x="5" y="0"/>
                  </a:moveTo>
                  <a:lnTo>
                    <a:pt x="100" y="0"/>
                  </a:lnTo>
                  <a:lnTo>
                    <a:pt x="106" y="5"/>
                  </a:lnTo>
                  <a:lnTo>
                    <a:pt x="106" y="339"/>
                  </a:lnTo>
                  <a:lnTo>
                    <a:pt x="137" y="339"/>
                  </a:lnTo>
                  <a:lnTo>
                    <a:pt x="142" y="345"/>
                  </a:lnTo>
                  <a:lnTo>
                    <a:pt x="142" y="378"/>
                  </a:lnTo>
                  <a:lnTo>
                    <a:pt x="243" y="378"/>
                  </a:lnTo>
                  <a:lnTo>
                    <a:pt x="243" y="345"/>
                  </a:lnTo>
                  <a:lnTo>
                    <a:pt x="248" y="339"/>
                  </a:lnTo>
                  <a:lnTo>
                    <a:pt x="277" y="339"/>
                  </a:lnTo>
                  <a:lnTo>
                    <a:pt x="277" y="38"/>
                  </a:lnTo>
                  <a:lnTo>
                    <a:pt x="248" y="38"/>
                  </a:lnTo>
                  <a:lnTo>
                    <a:pt x="243" y="32"/>
                  </a:lnTo>
                  <a:lnTo>
                    <a:pt x="243" y="5"/>
                  </a:lnTo>
                  <a:lnTo>
                    <a:pt x="248" y="0"/>
                  </a:lnTo>
                  <a:lnTo>
                    <a:pt x="349" y="0"/>
                  </a:lnTo>
                  <a:lnTo>
                    <a:pt x="354" y="5"/>
                  </a:lnTo>
                  <a:lnTo>
                    <a:pt x="354" y="415"/>
                  </a:lnTo>
                  <a:lnTo>
                    <a:pt x="378" y="415"/>
                  </a:lnTo>
                  <a:lnTo>
                    <a:pt x="383" y="422"/>
                  </a:lnTo>
                  <a:lnTo>
                    <a:pt x="383" y="454"/>
                  </a:lnTo>
                  <a:lnTo>
                    <a:pt x="378" y="459"/>
                  </a:lnTo>
                  <a:lnTo>
                    <a:pt x="283" y="459"/>
                  </a:lnTo>
                  <a:lnTo>
                    <a:pt x="277" y="454"/>
                  </a:lnTo>
                  <a:lnTo>
                    <a:pt x="277" y="383"/>
                  </a:lnTo>
                  <a:lnTo>
                    <a:pt x="248" y="383"/>
                  </a:lnTo>
                  <a:lnTo>
                    <a:pt x="248" y="415"/>
                  </a:lnTo>
                  <a:lnTo>
                    <a:pt x="243" y="422"/>
                  </a:lnTo>
                  <a:lnTo>
                    <a:pt x="212" y="422"/>
                  </a:lnTo>
                  <a:lnTo>
                    <a:pt x="212" y="454"/>
                  </a:lnTo>
                  <a:lnTo>
                    <a:pt x="207" y="459"/>
                  </a:lnTo>
                  <a:lnTo>
                    <a:pt x="106" y="459"/>
                  </a:lnTo>
                  <a:lnTo>
                    <a:pt x="100" y="454"/>
                  </a:lnTo>
                  <a:lnTo>
                    <a:pt x="100" y="422"/>
                  </a:lnTo>
                  <a:lnTo>
                    <a:pt x="76" y="422"/>
                  </a:lnTo>
                  <a:lnTo>
                    <a:pt x="71" y="415"/>
                  </a:lnTo>
                  <a:lnTo>
                    <a:pt x="71" y="383"/>
                  </a:lnTo>
                  <a:lnTo>
                    <a:pt x="41" y="383"/>
                  </a:lnTo>
                  <a:lnTo>
                    <a:pt x="36" y="378"/>
                  </a:lnTo>
                  <a:lnTo>
                    <a:pt x="36" y="38"/>
                  </a:lnTo>
                  <a:lnTo>
                    <a:pt x="5" y="38"/>
                  </a:lnTo>
                  <a:lnTo>
                    <a:pt x="0" y="32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4291" y="1868"/>
              <a:ext cx="75" cy="146"/>
            </a:xfrm>
            <a:custGeom>
              <a:rect b="b" l="l" r="r" t="t"/>
              <a:pathLst>
                <a:path extrusionOk="0" h="650" w="336">
                  <a:moveTo>
                    <a:pt x="135" y="38"/>
                  </a:moveTo>
                  <a:lnTo>
                    <a:pt x="197" y="38"/>
                  </a:lnTo>
                  <a:lnTo>
                    <a:pt x="197" y="73"/>
                  </a:lnTo>
                  <a:lnTo>
                    <a:pt x="200" y="78"/>
                  </a:lnTo>
                  <a:lnTo>
                    <a:pt x="230" y="78"/>
                  </a:lnTo>
                  <a:lnTo>
                    <a:pt x="230" y="111"/>
                  </a:lnTo>
                  <a:lnTo>
                    <a:pt x="235" y="117"/>
                  </a:lnTo>
                  <a:lnTo>
                    <a:pt x="264" y="117"/>
                  </a:lnTo>
                  <a:lnTo>
                    <a:pt x="264" y="339"/>
                  </a:lnTo>
                  <a:lnTo>
                    <a:pt x="235" y="339"/>
                  </a:lnTo>
                  <a:lnTo>
                    <a:pt x="230" y="345"/>
                  </a:lnTo>
                  <a:lnTo>
                    <a:pt x="230" y="378"/>
                  </a:lnTo>
                  <a:lnTo>
                    <a:pt x="200" y="378"/>
                  </a:lnTo>
                  <a:lnTo>
                    <a:pt x="197" y="383"/>
                  </a:lnTo>
                  <a:lnTo>
                    <a:pt x="197" y="415"/>
                  </a:lnTo>
                  <a:lnTo>
                    <a:pt x="135" y="415"/>
                  </a:lnTo>
                  <a:lnTo>
                    <a:pt x="135" y="383"/>
                  </a:lnTo>
                  <a:lnTo>
                    <a:pt x="130" y="378"/>
                  </a:lnTo>
                  <a:lnTo>
                    <a:pt x="100" y="378"/>
                  </a:lnTo>
                  <a:lnTo>
                    <a:pt x="100" y="78"/>
                  </a:lnTo>
                  <a:lnTo>
                    <a:pt x="130" y="78"/>
                  </a:lnTo>
                  <a:lnTo>
                    <a:pt x="135" y="73"/>
                  </a:lnTo>
                  <a:lnTo>
                    <a:pt x="135" y="38"/>
                  </a:lnTo>
                  <a:close/>
                  <a:moveTo>
                    <a:pt x="4" y="0"/>
                  </a:moveTo>
                  <a:lnTo>
                    <a:pt x="96" y="0"/>
                  </a:lnTo>
                  <a:lnTo>
                    <a:pt x="100" y="5"/>
                  </a:lnTo>
                  <a:lnTo>
                    <a:pt x="100" y="32"/>
                  </a:lnTo>
                  <a:lnTo>
                    <a:pt x="130" y="32"/>
                  </a:lnTo>
                  <a:lnTo>
                    <a:pt x="130" y="5"/>
                  </a:lnTo>
                  <a:lnTo>
                    <a:pt x="135" y="0"/>
                  </a:lnTo>
                  <a:lnTo>
                    <a:pt x="230" y="0"/>
                  </a:lnTo>
                  <a:lnTo>
                    <a:pt x="235" y="5"/>
                  </a:lnTo>
                  <a:lnTo>
                    <a:pt x="235" y="32"/>
                  </a:lnTo>
                  <a:lnTo>
                    <a:pt x="297" y="32"/>
                  </a:lnTo>
                  <a:lnTo>
                    <a:pt x="303" y="38"/>
                  </a:lnTo>
                  <a:lnTo>
                    <a:pt x="303" y="111"/>
                  </a:lnTo>
                  <a:lnTo>
                    <a:pt x="331" y="111"/>
                  </a:lnTo>
                  <a:lnTo>
                    <a:pt x="335" y="117"/>
                  </a:lnTo>
                  <a:lnTo>
                    <a:pt x="335" y="339"/>
                  </a:lnTo>
                  <a:lnTo>
                    <a:pt x="331" y="345"/>
                  </a:lnTo>
                  <a:lnTo>
                    <a:pt x="303" y="345"/>
                  </a:lnTo>
                  <a:lnTo>
                    <a:pt x="303" y="415"/>
                  </a:lnTo>
                  <a:lnTo>
                    <a:pt x="297" y="421"/>
                  </a:lnTo>
                  <a:lnTo>
                    <a:pt x="235" y="421"/>
                  </a:lnTo>
                  <a:lnTo>
                    <a:pt x="235" y="454"/>
                  </a:lnTo>
                  <a:lnTo>
                    <a:pt x="230" y="459"/>
                  </a:lnTo>
                  <a:lnTo>
                    <a:pt x="135" y="459"/>
                  </a:lnTo>
                  <a:lnTo>
                    <a:pt x="130" y="454"/>
                  </a:lnTo>
                  <a:lnTo>
                    <a:pt x="130" y="421"/>
                  </a:lnTo>
                  <a:lnTo>
                    <a:pt x="100" y="421"/>
                  </a:lnTo>
                  <a:lnTo>
                    <a:pt x="100" y="606"/>
                  </a:lnTo>
                  <a:lnTo>
                    <a:pt x="130" y="606"/>
                  </a:lnTo>
                  <a:lnTo>
                    <a:pt x="135" y="611"/>
                  </a:lnTo>
                  <a:lnTo>
                    <a:pt x="135" y="644"/>
                  </a:lnTo>
                  <a:lnTo>
                    <a:pt x="130" y="649"/>
                  </a:lnTo>
                  <a:lnTo>
                    <a:pt x="4" y="649"/>
                  </a:lnTo>
                  <a:lnTo>
                    <a:pt x="0" y="644"/>
                  </a:lnTo>
                  <a:lnTo>
                    <a:pt x="0" y="611"/>
                  </a:lnTo>
                  <a:lnTo>
                    <a:pt x="4" y="606"/>
                  </a:lnTo>
                  <a:lnTo>
                    <a:pt x="34" y="606"/>
                  </a:lnTo>
                  <a:lnTo>
                    <a:pt x="34" y="38"/>
                  </a:lnTo>
                  <a:lnTo>
                    <a:pt x="4" y="38"/>
                  </a:lnTo>
                  <a:lnTo>
                    <a:pt x="0" y="32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4387" y="1868"/>
              <a:ext cx="52" cy="103"/>
            </a:xfrm>
            <a:custGeom>
              <a:rect b="b" l="l" r="r" t="t"/>
              <a:pathLst>
                <a:path extrusionOk="0" h="460" w="235">
                  <a:moveTo>
                    <a:pt x="4" y="0"/>
                  </a:moveTo>
                  <a:lnTo>
                    <a:pt x="96" y="0"/>
                  </a:lnTo>
                  <a:lnTo>
                    <a:pt x="99" y="5"/>
                  </a:lnTo>
                  <a:lnTo>
                    <a:pt x="99" y="73"/>
                  </a:lnTo>
                  <a:lnTo>
                    <a:pt x="128" y="73"/>
                  </a:lnTo>
                  <a:lnTo>
                    <a:pt x="128" y="38"/>
                  </a:lnTo>
                  <a:lnTo>
                    <a:pt x="134" y="32"/>
                  </a:lnTo>
                  <a:lnTo>
                    <a:pt x="161" y="32"/>
                  </a:lnTo>
                  <a:lnTo>
                    <a:pt x="161" y="5"/>
                  </a:lnTo>
                  <a:lnTo>
                    <a:pt x="167" y="0"/>
                  </a:lnTo>
                  <a:lnTo>
                    <a:pt x="229" y="0"/>
                  </a:lnTo>
                  <a:lnTo>
                    <a:pt x="234" y="5"/>
                  </a:lnTo>
                  <a:lnTo>
                    <a:pt x="234" y="111"/>
                  </a:lnTo>
                  <a:lnTo>
                    <a:pt x="229" y="117"/>
                  </a:lnTo>
                  <a:lnTo>
                    <a:pt x="167" y="117"/>
                  </a:lnTo>
                  <a:lnTo>
                    <a:pt x="161" y="111"/>
                  </a:lnTo>
                  <a:lnTo>
                    <a:pt x="161" y="78"/>
                  </a:lnTo>
                  <a:lnTo>
                    <a:pt x="134" y="78"/>
                  </a:lnTo>
                  <a:lnTo>
                    <a:pt x="134" y="111"/>
                  </a:lnTo>
                  <a:lnTo>
                    <a:pt x="128" y="117"/>
                  </a:lnTo>
                  <a:lnTo>
                    <a:pt x="99" y="117"/>
                  </a:lnTo>
                  <a:lnTo>
                    <a:pt x="99" y="415"/>
                  </a:lnTo>
                  <a:lnTo>
                    <a:pt x="128" y="415"/>
                  </a:lnTo>
                  <a:lnTo>
                    <a:pt x="134" y="422"/>
                  </a:lnTo>
                  <a:lnTo>
                    <a:pt x="134" y="454"/>
                  </a:lnTo>
                  <a:lnTo>
                    <a:pt x="128" y="459"/>
                  </a:lnTo>
                  <a:lnTo>
                    <a:pt x="4" y="459"/>
                  </a:lnTo>
                  <a:lnTo>
                    <a:pt x="0" y="454"/>
                  </a:lnTo>
                  <a:lnTo>
                    <a:pt x="0" y="422"/>
                  </a:lnTo>
                  <a:lnTo>
                    <a:pt x="4" y="415"/>
                  </a:lnTo>
                  <a:lnTo>
                    <a:pt x="33" y="415"/>
                  </a:lnTo>
                  <a:lnTo>
                    <a:pt x="33" y="38"/>
                  </a:lnTo>
                  <a:lnTo>
                    <a:pt x="4" y="38"/>
                  </a:lnTo>
                  <a:lnTo>
                    <a:pt x="0" y="32"/>
                  </a:lnTo>
                  <a:lnTo>
                    <a:pt x="0" y="5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62" name="Google Shape;462;p34"/>
            <p:cNvSpPr/>
            <p:nvPr/>
          </p:nvSpPr>
          <p:spPr>
            <a:xfrm>
              <a:off x="4451" y="1868"/>
              <a:ext cx="68" cy="103"/>
            </a:xfrm>
            <a:custGeom>
              <a:rect b="b" l="l" r="r" t="t"/>
              <a:pathLst>
                <a:path extrusionOk="0" h="460" w="305">
                  <a:moveTo>
                    <a:pt x="102" y="38"/>
                  </a:moveTo>
                  <a:lnTo>
                    <a:pt x="197" y="38"/>
                  </a:lnTo>
                  <a:lnTo>
                    <a:pt x="197" y="73"/>
                  </a:lnTo>
                  <a:lnTo>
                    <a:pt x="203" y="78"/>
                  </a:lnTo>
                  <a:lnTo>
                    <a:pt x="232" y="78"/>
                  </a:lnTo>
                  <a:lnTo>
                    <a:pt x="232" y="150"/>
                  </a:lnTo>
                  <a:lnTo>
                    <a:pt x="71" y="150"/>
                  </a:lnTo>
                  <a:lnTo>
                    <a:pt x="71" y="78"/>
                  </a:lnTo>
                  <a:lnTo>
                    <a:pt x="96" y="78"/>
                  </a:lnTo>
                  <a:lnTo>
                    <a:pt x="102" y="73"/>
                  </a:lnTo>
                  <a:lnTo>
                    <a:pt x="102" y="38"/>
                  </a:lnTo>
                  <a:close/>
                  <a:moveTo>
                    <a:pt x="102" y="0"/>
                  </a:moveTo>
                  <a:lnTo>
                    <a:pt x="232" y="0"/>
                  </a:lnTo>
                  <a:lnTo>
                    <a:pt x="236" y="5"/>
                  </a:lnTo>
                  <a:lnTo>
                    <a:pt x="236" y="32"/>
                  </a:lnTo>
                  <a:lnTo>
                    <a:pt x="266" y="32"/>
                  </a:lnTo>
                  <a:lnTo>
                    <a:pt x="271" y="38"/>
                  </a:lnTo>
                  <a:lnTo>
                    <a:pt x="271" y="73"/>
                  </a:lnTo>
                  <a:lnTo>
                    <a:pt x="300" y="73"/>
                  </a:lnTo>
                  <a:lnTo>
                    <a:pt x="304" y="78"/>
                  </a:lnTo>
                  <a:lnTo>
                    <a:pt x="304" y="188"/>
                  </a:lnTo>
                  <a:lnTo>
                    <a:pt x="300" y="194"/>
                  </a:lnTo>
                  <a:lnTo>
                    <a:pt x="71" y="194"/>
                  </a:lnTo>
                  <a:lnTo>
                    <a:pt x="71" y="305"/>
                  </a:lnTo>
                  <a:lnTo>
                    <a:pt x="96" y="305"/>
                  </a:lnTo>
                  <a:lnTo>
                    <a:pt x="102" y="310"/>
                  </a:lnTo>
                  <a:lnTo>
                    <a:pt x="102" y="339"/>
                  </a:lnTo>
                  <a:lnTo>
                    <a:pt x="131" y="339"/>
                  </a:lnTo>
                  <a:lnTo>
                    <a:pt x="135" y="345"/>
                  </a:lnTo>
                  <a:lnTo>
                    <a:pt x="135" y="378"/>
                  </a:lnTo>
                  <a:lnTo>
                    <a:pt x="266" y="378"/>
                  </a:lnTo>
                  <a:lnTo>
                    <a:pt x="266" y="345"/>
                  </a:lnTo>
                  <a:lnTo>
                    <a:pt x="271" y="339"/>
                  </a:lnTo>
                  <a:lnTo>
                    <a:pt x="300" y="339"/>
                  </a:lnTo>
                  <a:lnTo>
                    <a:pt x="304" y="345"/>
                  </a:lnTo>
                  <a:lnTo>
                    <a:pt x="304" y="378"/>
                  </a:lnTo>
                  <a:lnTo>
                    <a:pt x="300" y="383"/>
                  </a:lnTo>
                  <a:lnTo>
                    <a:pt x="271" y="383"/>
                  </a:lnTo>
                  <a:lnTo>
                    <a:pt x="271" y="415"/>
                  </a:lnTo>
                  <a:lnTo>
                    <a:pt x="266" y="422"/>
                  </a:lnTo>
                  <a:lnTo>
                    <a:pt x="236" y="422"/>
                  </a:lnTo>
                  <a:lnTo>
                    <a:pt x="236" y="454"/>
                  </a:lnTo>
                  <a:lnTo>
                    <a:pt x="232" y="459"/>
                  </a:lnTo>
                  <a:lnTo>
                    <a:pt x="102" y="459"/>
                  </a:lnTo>
                  <a:lnTo>
                    <a:pt x="96" y="454"/>
                  </a:lnTo>
                  <a:lnTo>
                    <a:pt x="96" y="422"/>
                  </a:lnTo>
                  <a:lnTo>
                    <a:pt x="38" y="422"/>
                  </a:lnTo>
                  <a:lnTo>
                    <a:pt x="32" y="415"/>
                  </a:lnTo>
                  <a:lnTo>
                    <a:pt x="32" y="345"/>
                  </a:lnTo>
                  <a:lnTo>
                    <a:pt x="4" y="345"/>
                  </a:lnTo>
                  <a:lnTo>
                    <a:pt x="0" y="339"/>
                  </a:lnTo>
                  <a:lnTo>
                    <a:pt x="0" y="117"/>
                  </a:lnTo>
                  <a:lnTo>
                    <a:pt x="4" y="111"/>
                  </a:lnTo>
                  <a:lnTo>
                    <a:pt x="32" y="111"/>
                  </a:lnTo>
                  <a:lnTo>
                    <a:pt x="32" y="38"/>
                  </a:lnTo>
                  <a:lnTo>
                    <a:pt x="38" y="32"/>
                  </a:lnTo>
                  <a:lnTo>
                    <a:pt x="96" y="32"/>
                  </a:lnTo>
                  <a:lnTo>
                    <a:pt x="96" y="5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63" name="Google Shape;463;p34"/>
            <p:cNvSpPr/>
            <p:nvPr/>
          </p:nvSpPr>
          <p:spPr>
            <a:xfrm>
              <a:off x="4536" y="1868"/>
              <a:ext cx="61" cy="103"/>
            </a:xfrm>
            <a:custGeom>
              <a:rect b="b" l="l" r="r" t="t"/>
              <a:pathLst>
                <a:path extrusionOk="0" h="460" w="274">
                  <a:moveTo>
                    <a:pt x="73" y="0"/>
                  </a:moveTo>
                  <a:lnTo>
                    <a:pt x="235" y="0"/>
                  </a:lnTo>
                  <a:lnTo>
                    <a:pt x="240" y="5"/>
                  </a:lnTo>
                  <a:lnTo>
                    <a:pt x="240" y="111"/>
                  </a:lnTo>
                  <a:lnTo>
                    <a:pt x="235" y="117"/>
                  </a:lnTo>
                  <a:lnTo>
                    <a:pt x="205" y="117"/>
                  </a:lnTo>
                  <a:lnTo>
                    <a:pt x="200" y="111"/>
                  </a:lnTo>
                  <a:lnTo>
                    <a:pt x="200" y="78"/>
                  </a:lnTo>
                  <a:lnTo>
                    <a:pt x="171" y="78"/>
                  </a:lnTo>
                  <a:lnTo>
                    <a:pt x="165" y="73"/>
                  </a:lnTo>
                  <a:lnTo>
                    <a:pt x="165" y="38"/>
                  </a:lnTo>
                  <a:lnTo>
                    <a:pt x="103" y="38"/>
                  </a:lnTo>
                  <a:lnTo>
                    <a:pt x="103" y="73"/>
                  </a:lnTo>
                  <a:lnTo>
                    <a:pt x="98" y="78"/>
                  </a:lnTo>
                  <a:lnTo>
                    <a:pt x="73" y="78"/>
                  </a:lnTo>
                  <a:lnTo>
                    <a:pt x="73" y="111"/>
                  </a:lnTo>
                  <a:lnTo>
                    <a:pt x="98" y="111"/>
                  </a:lnTo>
                  <a:lnTo>
                    <a:pt x="103" y="117"/>
                  </a:lnTo>
                  <a:lnTo>
                    <a:pt x="103" y="150"/>
                  </a:lnTo>
                  <a:lnTo>
                    <a:pt x="131" y="150"/>
                  </a:lnTo>
                  <a:lnTo>
                    <a:pt x="137" y="155"/>
                  </a:lnTo>
                  <a:lnTo>
                    <a:pt x="137" y="188"/>
                  </a:lnTo>
                  <a:lnTo>
                    <a:pt x="200" y="188"/>
                  </a:lnTo>
                  <a:lnTo>
                    <a:pt x="205" y="194"/>
                  </a:lnTo>
                  <a:lnTo>
                    <a:pt x="205" y="228"/>
                  </a:lnTo>
                  <a:lnTo>
                    <a:pt x="235" y="228"/>
                  </a:lnTo>
                  <a:lnTo>
                    <a:pt x="240" y="233"/>
                  </a:lnTo>
                  <a:lnTo>
                    <a:pt x="240" y="266"/>
                  </a:lnTo>
                  <a:lnTo>
                    <a:pt x="269" y="266"/>
                  </a:lnTo>
                  <a:lnTo>
                    <a:pt x="273" y="272"/>
                  </a:lnTo>
                  <a:lnTo>
                    <a:pt x="273" y="378"/>
                  </a:lnTo>
                  <a:lnTo>
                    <a:pt x="269" y="383"/>
                  </a:lnTo>
                  <a:lnTo>
                    <a:pt x="240" y="383"/>
                  </a:lnTo>
                  <a:lnTo>
                    <a:pt x="240" y="415"/>
                  </a:lnTo>
                  <a:lnTo>
                    <a:pt x="235" y="422"/>
                  </a:lnTo>
                  <a:lnTo>
                    <a:pt x="171" y="422"/>
                  </a:lnTo>
                  <a:lnTo>
                    <a:pt x="171" y="454"/>
                  </a:lnTo>
                  <a:lnTo>
                    <a:pt x="165" y="459"/>
                  </a:lnTo>
                  <a:lnTo>
                    <a:pt x="4" y="459"/>
                  </a:lnTo>
                  <a:lnTo>
                    <a:pt x="0" y="454"/>
                  </a:lnTo>
                  <a:lnTo>
                    <a:pt x="0" y="345"/>
                  </a:lnTo>
                  <a:lnTo>
                    <a:pt x="4" y="339"/>
                  </a:lnTo>
                  <a:lnTo>
                    <a:pt x="33" y="339"/>
                  </a:lnTo>
                  <a:lnTo>
                    <a:pt x="39" y="345"/>
                  </a:lnTo>
                  <a:lnTo>
                    <a:pt x="39" y="378"/>
                  </a:lnTo>
                  <a:lnTo>
                    <a:pt x="68" y="378"/>
                  </a:lnTo>
                  <a:lnTo>
                    <a:pt x="73" y="383"/>
                  </a:lnTo>
                  <a:lnTo>
                    <a:pt x="73" y="415"/>
                  </a:lnTo>
                  <a:lnTo>
                    <a:pt x="165" y="415"/>
                  </a:lnTo>
                  <a:lnTo>
                    <a:pt x="165" y="383"/>
                  </a:lnTo>
                  <a:lnTo>
                    <a:pt x="171" y="378"/>
                  </a:lnTo>
                  <a:lnTo>
                    <a:pt x="200" y="378"/>
                  </a:lnTo>
                  <a:lnTo>
                    <a:pt x="200" y="310"/>
                  </a:lnTo>
                  <a:lnTo>
                    <a:pt x="171" y="310"/>
                  </a:lnTo>
                  <a:lnTo>
                    <a:pt x="165" y="305"/>
                  </a:lnTo>
                  <a:lnTo>
                    <a:pt x="165" y="272"/>
                  </a:lnTo>
                  <a:lnTo>
                    <a:pt x="103" y="272"/>
                  </a:lnTo>
                  <a:lnTo>
                    <a:pt x="98" y="266"/>
                  </a:lnTo>
                  <a:lnTo>
                    <a:pt x="98" y="233"/>
                  </a:lnTo>
                  <a:lnTo>
                    <a:pt x="39" y="233"/>
                  </a:lnTo>
                  <a:lnTo>
                    <a:pt x="33" y="228"/>
                  </a:lnTo>
                  <a:lnTo>
                    <a:pt x="33" y="155"/>
                  </a:lnTo>
                  <a:lnTo>
                    <a:pt x="4" y="155"/>
                  </a:lnTo>
                  <a:lnTo>
                    <a:pt x="0" y="150"/>
                  </a:lnTo>
                  <a:lnTo>
                    <a:pt x="0" y="78"/>
                  </a:lnTo>
                  <a:lnTo>
                    <a:pt x="4" y="73"/>
                  </a:lnTo>
                  <a:lnTo>
                    <a:pt x="33" y="73"/>
                  </a:lnTo>
                  <a:lnTo>
                    <a:pt x="33" y="38"/>
                  </a:lnTo>
                  <a:lnTo>
                    <a:pt x="39" y="32"/>
                  </a:lnTo>
                  <a:lnTo>
                    <a:pt x="68" y="32"/>
                  </a:lnTo>
                  <a:lnTo>
                    <a:pt x="68" y="5"/>
                  </a:lnTo>
                  <a:lnTo>
                    <a:pt x="73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4611" y="1868"/>
              <a:ext cx="62" cy="103"/>
            </a:xfrm>
            <a:custGeom>
              <a:rect b="b" l="l" r="r" t="t"/>
              <a:pathLst>
                <a:path extrusionOk="0" h="460" w="279">
                  <a:moveTo>
                    <a:pt x="75" y="0"/>
                  </a:moveTo>
                  <a:lnTo>
                    <a:pt x="238" y="0"/>
                  </a:lnTo>
                  <a:lnTo>
                    <a:pt x="243" y="5"/>
                  </a:lnTo>
                  <a:lnTo>
                    <a:pt x="243" y="111"/>
                  </a:lnTo>
                  <a:lnTo>
                    <a:pt x="238" y="117"/>
                  </a:lnTo>
                  <a:lnTo>
                    <a:pt x="209" y="117"/>
                  </a:lnTo>
                  <a:lnTo>
                    <a:pt x="203" y="111"/>
                  </a:lnTo>
                  <a:lnTo>
                    <a:pt x="203" y="78"/>
                  </a:lnTo>
                  <a:lnTo>
                    <a:pt x="174" y="78"/>
                  </a:lnTo>
                  <a:lnTo>
                    <a:pt x="169" y="73"/>
                  </a:lnTo>
                  <a:lnTo>
                    <a:pt x="169" y="38"/>
                  </a:lnTo>
                  <a:lnTo>
                    <a:pt x="105" y="38"/>
                  </a:lnTo>
                  <a:lnTo>
                    <a:pt x="105" y="73"/>
                  </a:lnTo>
                  <a:lnTo>
                    <a:pt x="99" y="78"/>
                  </a:lnTo>
                  <a:lnTo>
                    <a:pt x="75" y="78"/>
                  </a:lnTo>
                  <a:lnTo>
                    <a:pt x="75" y="111"/>
                  </a:lnTo>
                  <a:lnTo>
                    <a:pt x="99" y="111"/>
                  </a:lnTo>
                  <a:lnTo>
                    <a:pt x="105" y="117"/>
                  </a:lnTo>
                  <a:lnTo>
                    <a:pt x="105" y="150"/>
                  </a:lnTo>
                  <a:lnTo>
                    <a:pt x="133" y="150"/>
                  </a:lnTo>
                  <a:lnTo>
                    <a:pt x="139" y="155"/>
                  </a:lnTo>
                  <a:lnTo>
                    <a:pt x="139" y="188"/>
                  </a:lnTo>
                  <a:lnTo>
                    <a:pt x="203" y="188"/>
                  </a:lnTo>
                  <a:lnTo>
                    <a:pt x="209" y="194"/>
                  </a:lnTo>
                  <a:lnTo>
                    <a:pt x="209" y="228"/>
                  </a:lnTo>
                  <a:lnTo>
                    <a:pt x="238" y="228"/>
                  </a:lnTo>
                  <a:lnTo>
                    <a:pt x="243" y="233"/>
                  </a:lnTo>
                  <a:lnTo>
                    <a:pt x="243" y="266"/>
                  </a:lnTo>
                  <a:lnTo>
                    <a:pt x="272" y="266"/>
                  </a:lnTo>
                  <a:lnTo>
                    <a:pt x="278" y="272"/>
                  </a:lnTo>
                  <a:lnTo>
                    <a:pt x="278" y="378"/>
                  </a:lnTo>
                  <a:lnTo>
                    <a:pt x="272" y="383"/>
                  </a:lnTo>
                  <a:lnTo>
                    <a:pt x="243" y="383"/>
                  </a:lnTo>
                  <a:lnTo>
                    <a:pt x="243" y="415"/>
                  </a:lnTo>
                  <a:lnTo>
                    <a:pt x="238" y="422"/>
                  </a:lnTo>
                  <a:lnTo>
                    <a:pt x="174" y="422"/>
                  </a:lnTo>
                  <a:lnTo>
                    <a:pt x="174" y="454"/>
                  </a:lnTo>
                  <a:lnTo>
                    <a:pt x="169" y="459"/>
                  </a:lnTo>
                  <a:lnTo>
                    <a:pt x="4" y="459"/>
                  </a:lnTo>
                  <a:lnTo>
                    <a:pt x="0" y="454"/>
                  </a:lnTo>
                  <a:lnTo>
                    <a:pt x="0" y="345"/>
                  </a:lnTo>
                  <a:lnTo>
                    <a:pt x="4" y="339"/>
                  </a:lnTo>
                  <a:lnTo>
                    <a:pt x="35" y="339"/>
                  </a:lnTo>
                  <a:lnTo>
                    <a:pt x="39" y="345"/>
                  </a:lnTo>
                  <a:lnTo>
                    <a:pt x="39" y="378"/>
                  </a:lnTo>
                  <a:lnTo>
                    <a:pt x="69" y="378"/>
                  </a:lnTo>
                  <a:lnTo>
                    <a:pt x="75" y="383"/>
                  </a:lnTo>
                  <a:lnTo>
                    <a:pt x="75" y="415"/>
                  </a:lnTo>
                  <a:lnTo>
                    <a:pt x="169" y="415"/>
                  </a:lnTo>
                  <a:lnTo>
                    <a:pt x="169" y="383"/>
                  </a:lnTo>
                  <a:lnTo>
                    <a:pt x="174" y="378"/>
                  </a:lnTo>
                  <a:lnTo>
                    <a:pt x="203" y="378"/>
                  </a:lnTo>
                  <a:lnTo>
                    <a:pt x="203" y="310"/>
                  </a:lnTo>
                  <a:lnTo>
                    <a:pt x="174" y="310"/>
                  </a:lnTo>
                  <a:lnTo>
                    <a:pt x="169" y="305"/>
                  </a:lnTo>
                  <a:lnTo>
                    <a:pt x="169" y="272"/>
                  </a:lnTo>
                  <a:lnTo>
                    <a:pt x="105" y="272"/>
                  </a:lnTo>
                  <a:lnTo>
                    <a:pt x="99" y="266"/>
                  </a:lnTo>
                  <a:lnTo>
                    <a:pt x="99" y="233"/>
                  </a:lnTo>
                  <a:lnTo>
                    <a:pt x="39" y="233"/>
                  </a:lnTo>
                  <a:lnTo>
                    <a:pt x="35" y="228"/>
                  </a:lnTo>
                  <a:lnTo>
                    <a:pt x="35" y="155"/>
                  </a:lnTo>
                  <a:lnTo>
                    <a:pt x="4" y="155"/>
                  </a:lnTo>
                  <a:lnTo>
                    <a:pt x="0" y="150"/>
                  </a:lnTo>
                  <a:lnTo>
                    <a:pt x="0" y="78"/>
                  </a:lnTo>
                  <a:lnTo>
                    <a:pt x="4" y="73"/>
                  </a:lnTo>
                  <a:lnTo>
                    <a:pt x="35" y="73"/>
                  </a:lnTo>
                  <a:lnTo>
                    <a:pt x="35" y="38"/>
                  </a:lnTo>
                  <a:lnTo>
                    <a:pt x="39" y="32"/>
                  </a:lnTo>
                  <a:lnTo>
                    <a:pt x="69" y="32"/>
                  </a:lnTo>
                  <a:lnTo>
                    <a:pt x="69" y="5"/>
                  </a:lnTo>
                  <a:lnTo>
                    <a:pt x="75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4686" y="1868"/>
              <a:ext cx="68" cy="103"/>
            </a:xfrm>
            <a:custGeom>
              <a:rect b="b" l="l" r="r" t="t"/>
              <a:pathLst>
                <a:path extrusionOk="0" h="460" w="305">
                  <a:moveTo>
                    <a:pt x="101" y="38"/>
                  </a:moveTo>
                  <a:lnTo>
                    <a:pt x="197" y="38"/>
                  </a:lnTo>
                  <a:lnTo>
                    <a:pt x="197" y="73"/>
                  </a:lnTo>
                  <a:lnTo>
                    <a:pt x="202" y="78"/>
                  </a:lnTo>
                  <a:lnTo>
                    <a:pt x="231" y="78"/>
                  </a:lnTo>
                  <a:lnTo>
                    <a:pt x="231" y="150"/>
                  </a:lnTo>
                  <a:lnTo>
                    <a:pt x="71" y="150"/>
                  </a:lnTo>
                  <a:lnTo>
                    <a:pt x="71" y="78"/>
                  </a:lnTo>
                  <a:lnTo>
                    <a:pt x="96" y="78"/>
                  </a:lnTo>
                  <a:lnTo>
                    <a:pt x="101" y="73"/>
                  </a:lnTo>
                  <a:lnTo>
                    <a:pt x="101" y="38"/>
                  </a:lnTo>
                  <a:close/>
                  <a:moveTo>
                    <a:pt x="101" y="0"/>
                  </a:moveTo>
                  <a:lnTo>
                    <a:pt x="231" y="0"/>
                  </a:lnTo>
                  <a:lnTo>
                    <a:pt x="236" y="5"/>
                  </a:lnTo>
                  <a:lnTo>
                    <a:pt x="236" y="32"/>
                  </a:lnTo>
                  <a:lnTo>
                    <a:pt x="266" y="32"/>
                  </a:lnTo>
                  <a:lnTo>
                    <a:pt x="270" y="38"/>
                  </a:lnTo>
                  <a:lnTo>
                    <a:pt x="270" y="73"/>
                  </a:lnTo>
                  <a:lnTo>
                    <a:pt x="299" y="73"/>
                  </a:lnTo>
                  <a:lnTo>
                    <a:pt x="304" y="78"/>
                  </a:lnTo>
                  <a:lnTo>
                    <a:pt x="304" y="188"/>
                  </a:lnTo>
                  <a:lnTo>
                    <a:pt x="299" y="194"/>
                  </a:lnTo>
                  <a:lnTo>
                    <a:pt x="71" y="194"/>
                  </a:lnTo>
                  <a:lnTo>
                    <a:pt x="71" y="305"/>
                  </a:lnTo>
                  <a:lnTo>
                    <a:pt x="96" y="305"/>
                  </a:lnTo>
                  <a:lnTo>
                    <a:pt x="101" y="310"/>
                  </a:lnTo>
                  <a:lnTo>
                    <a:pt x="101" y="339"/>
                  </a:lnTo>
                  <a:lnTo>
                    <a:pt x="130" y="339"/>
                  </a:lnTo>
                  <a:lnTo>
                    <a:pt x="134" y="345"/>
                  </a:lnTo>
                  <a:lnTo>
                    <a:pt x="134" y="378"/>
                  </a:lnTo>
                  <a:lnTo>
                    <a:pt x="266" y="378"/>
                  </a:lnTo>
                  <a:lnTo>
                    <a:pt x="266" y="345"/>
                  </a:lnTo>
                  <a:lnTo>
                    <a:pt x="270" y="339"/>
                  </a:lnTo>
                  <a:lnTo>
                    <a:pt x="299" y="339"/>
                  </a:lnTo>
                  <a:lnTo>
                    <a:pt x="304" y="345"/>
                  </a:lnTo>
                  <a:lnTo>
                    <a:pt x="304" y="378"/>
                  </a:lnTo>
                  <a:lnTo>
                    <a:pt x="299" y="383"/>
                  </a:lnTo>
                  <a:lnTo>
                    <a:pt x="270" y="383"/>
                  </a:lnTo>
                  <a:lnTo>
                    <a:pt x="270" y="415"/>
                  </a:lnTo>
                  <a:lnTo>
                    <a:pt x="266" y="422"/>
                  </a:lnTo>
                  <a:lnTo>
                    <a:pt x="236" y="422"/>
                  </a:lnTo>
                  <a:lnTo>
                    <a:pt x="236" y="454"/>
                  </a:lnTo>
                  <a:lnTo>
                    <a:pt x="231" y="459"/>
                  </a:lnTo>
                  <a:lnTo>
                    <a:pt x="101" y="459"/>
                  </a:lnTo>
                  <a:lnTo>
                    <a:pt x="96" y="454"/>
                  </a:lnTo>
                  <a:lnTo>
                    <a:pt x="96" y="422"/>
                  </a:lnTo>
                  <a:lnTo>
                    <a:pt x="38" y="422"/>
                  </a:lnTo>
                  <a:lnTo>
                    <a:pt x="32" y="415"/>
                  </a:lnTo>
                  <a:lnTo>
                    <a:pt x="32" y="345"/>
                  </a:lnTo>
                  <a:lnTo>
                    <a:pt x="4" y="345"/>
                  </a:lnTo>
                  <a:lnTo>
                    <a:pt x="0" y="339"/>
                  </a:lnTo>
                  <a:lnTo>
                    <a:pt x="0" y="117"/>
                  </a:lnTo>
                  <a:lnTo>
                    <a:pt x="4" y="111"/>
                  </a:lnTo>
                  <a:lnTo>
                    <a:pt x="32" y="111"/>
                  </a:lnTo>
                  <a:lnTo>
                    <a:pt x="32" y="38"/>
                  </a:lnTo>
                  <a:lnTo>
                    <a:pt x="38" y="32"/>
                  </a:lnTo>
                  <a:lnTo>
                    <a:pt x="96" y="32"/>
                  </a:lnTo>
                  <a:lnTo>
                    <a:pt x="96" y="5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66" name="Google Shape;466;p34"/>
            <p:cNvSpPr/>
            <p:nvPr/>
          </p:nvSpPr>
          <p:spPr>
            <a:xfrm>
              <a:off x="4771" y="1824"/>
              <a:ext cx="75" cy="147"/>
            </a:xfrm>
            <a:custGeom>
              <a:rect b="b" l="l" r="r" t="t"/>
              <a:pathLst>
                <a:path extrusionOk="0" h="654" w="336">
                  <a:moveTo>
                    <a:pt x="135" y="232"/>
                  </a:moveTo>
                  <a:lnTo>
                    <a:pt x="197" y="232"/>
                  </a:lnTo>
                  <a:lnTo>
                    <a:pt x="197" y="267"/>
                  </a:lnTo>
                  <a:lnTo>
                    <a:pt x="200" y="272"/>
                  </a:lnTo>
                  <a:lnTo>
                    <a:pt x="230" y="272"/>
                  </a:lnTo>
                  <a:lnTo>
                    <a:pt x="230" y="571"/>
                  </a:lnTo>
                  <a:lnTo>
                    <a:pt x="200" y="571"/>
                  </a:lnTo>
                  <a:lnTo>
                    <a:pt x="197" y="576"/>
                  </a:lnTo>
                  <a:lnTo>
                    <a:pt x="197" y="609"/>
                  </a:lnTo>
                  <a:lnTo>
                    <a:pt x="135" y="609"/>
                  </a:lnTo>
                  <a:lnTo>
                    <a:pt x="135" y="576"/>
                  </a:lnTo>
                  <a:lnTo>
                    <a:pt x="129" y="571"/>
                  </a:lnTo>
                  <a:lnTo>
                    <a:pt x="100" y="571"/>
                  </a:lnTo>
                  <a:lnTo>
                    <a:pt x="100" y="539"/>
                  </a:lnTo>
                  <a:lnTo>
                    <a:pt x="96" y="533"/>
                  </a:lnTo>
                  <a:lnTo>
                    <a:pt x="73" y="533"/>
                  </a:lnTo>
                  <a:lnTo>
                    <a:pt x="73" y="310"/>
                  </a:lnTo>
                  <a:lnTo>
                    <a:pt x="96" y="310"/>
                  </a:lnTo>
                  <a:lnTo>
                    <a:pt x="100" y="304"/>
                  </a:lnTo>
                  <a:lnTo>
                    <a:pt x="100" y="272"/>
                  </a:lnTo>
                  <a:lnTo>
                    <a:pt x="129" y="272"/>
                  </a:lnTo>
                  <a:lnTo>
                    <a:pt x="135" y="267"/>
                  </a:lnTo>
                  <a:lnTo>
                    <a:pt x="135" y="232"/>
                  </a:lnTo>
                  <a:close/>
                  <a:moveTo>
                    <a:pt x="200" y="0"/>
                  </a:moveTo>
                  <a:lnTo>
                    <a:pt x="297" y="0"/>
                  </a:lnTo>
                  <a:lnTo>
                    <a:pt x="302" y="5"/>
                  </a:lnTo>
                  <a:lnTo>
                    <a:pt x="302" y="609"/>
                  </a:lnTo>
                  <a:lnTo>
                    <a:pt x="330" y="609"/>
                  </a:lnTo>
                  <a:lnTo>
                    <a:pt x="335" y="615"/>
                  </a:lnTo>
                  <a:lnTo>
                    <a:pt x="335" y="648"/>
                  </a:lnTo>
                  <a:lnTo>
                    <a:pt x="330" y="653"/>
                  </a:lnTo>
                  <a:lnTo>
                    <a:pt x="268" y="653"/>
                  </a:lnTo>
                  <a:lnTo>
                    <a:pt x="262" y="648"/>
                  </a:lnTo>
                  <a:lnTo>
                    <a:pt x="262" y="615"/>
                  </a:lnTo>
                  <a:lnTo>
                    <a:pt x="235" y="615"/>
                  </a:lnTo>
                  <a:lnTo>
                    <a:pt x="235" y="648"/>
                  </a:lnTo>
                  <a:lnTo>
                    <a:pt x="230" y="653"/>
                  </a:lnTo>
                  <a:lnTo>
                    <a:pt x="100" y="653"/>
                  </a:lnTo>
                  <a:lnTo>
                    <a:pt x="96" y="648"/>
                  </a:lnTo>
                  <a:lnTo>
                    <a:pt x="96" y="615"/>
                  </a:lnTo>
                  <a:lnTo>
                    <a:pt x="38" y="615"/>
                  </a:lnTo>
                  <a:lnTo>
                    <a:pt x="32" y="609"/>
                  </a:lnTo>
                  <a:lnTo>
                    <a:pt x="32" y="539"/>
                  </a:lnTo>
                  <a:lnTo>
                    <a:pt x="4" y="539"/>
                  </a:lnTo>
                  <a:lnTo>
                    <a:pt x="0" y="533"/>
                  </a:lnTo>
                  <a:lnTo>
                    <a:pt x="0" y="310"/>
                  </a:lnTo>
                  <a:lnTo>
                    <a:pt x="4" y="304"/>
                  </a:lnTo>
                  <a:lnTo>
                    <a:pt x="32" y="304"/>
                  </a:lnTo>
                  <a:lnTo>
                    <a:pt x="32" y="232"/>
                  </a:lnTo>
                  <a:lnTo>
                    <a:pt x="38" y="226"/>
                  </a:lnTo>
                  <a:lnTo>
                    <a:pt x="96" y="226"/>
                  </a:lnTo>
                  <a:lnTo>
                    <a:pt x="96" y="199"/>
                  </a:lnTo>
                  <a:lnTo>
                    <a:pt x="100" y="193"/>
                  </a:lnTo>
                  <a:lnTo>
                    <a:pt x="197" y="193"/>
                  </a:lnTo>
                  <a:lnTo>
                    <a:pt x="200" y="199"/>
                  </a:lnTo>
                  <a:lnTo>
                    <a:pt x="200" y="226"/>
                  </a:lnTo>
                  <a:lnTo>
                    <a:pt x="230" y="226"/>
                  </a:lnTo>
                  <a:lnTo>
                    <a:pt x="230" y="43"/>
                  </a:lnTo>
                  <a:lnTo>
                    <a:pt x="200" y="43"/>
                  </a:lnTo>
                  <a:lnTo>
                    <a:pt x="197" y="36"/>
                  </a:lnTo>
                  <a:lnTo>
                    <a:pt x="197" y="5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467" name="Google Shape;467;p34"/>
          <p:cNvGrpSpPr/>
          <p:nvPr/>
        </p:nvGrpSpPr>
        <p:grpSpPr>
          <a:xfrm>
            <a:off x="6403975" y="4094163"/>
            <a:ext cx="1533525" cy="225425"/>
            <a:chOff x="3840" y="2592"/>
            <a:chExt cx="966" cy="142"/>
          </a:xfrm>
        </p:grpSpPr>
        <p:sp>
          <p:nvSpPr>
            <p:cNvPr id="468" name="Google Shape;468;p34"/>
            <p:cNvSpPr/>
            <p:nvPr/>
          </p:nvSpPr>
          <p:spPr>
            <a:xfrm>
              <a:off x="3840" y="2592"/>
              <a:ext cx="111" cy="110"/>
            </a:xfrm>
            <a:custGeom>
              <a:rect b="b" l="l" r="r" t="t"/>
              <a:pathLst>
                <a:path extrusionOk="0" h="490" w="495">
                  <a:moveTo>
                    <a:pt x="153" y="33"/>
                  </a:moveTo>
                  <a:lnTo>
                    <a:pt x="340" y="33"/>
                  </a:lnTo>
                  <a:lnTo>
                    <a:pt x="340" y="57"/>
                  </a:lnTo>
                  <a:lnTo>
                    <a:pt x="346" y="61"/>
                  </a:lnTo>
                  <a:lnTo>
                    <a:pt x="379" y="61"/>
                  </a:lnTo>
                  <a:lnTo>
                    <a:pt x="379" y="87"/>
                  </a:lnTo>
                  <a:lnTo>
                    <a:pt x="385" y="91"/>
                  </a:lnTo>
                  <a:lnTo>
                    <a:pt x="411" y="91"/>
                  </a:lnTo>
                  <a:lnTo>
                    <a:pt x="411" y="171"/>
                  </a:lnTo>
                  <a:lnTo>
                    <a:pt x="385" y="171"/>
                  </a:lnTo>
                  <a:lnTo>
                    <a:pt x="379" y="175"/>
                  </a:lnTo>
                  <a:lnTo>
                    <a:pt x="379" y="201"/>
                  </a:lnTo>
                  <a:lnTo>
                    <a:pt x="346" y="201"/>
                  </a:lnTo>
                  <a:lnTo>
                    <a:pt x="340" y="205"/>
                  </a:lnTo>
                  <a:lnTo>
                    <a:pt x="340" y="229"/>
                  </a:lnTo>
                  <a:lnTo>
                    <a:pt x="153" y="229"/>
                  </a:lnTo>
                  <a:lnTo>
                    <a:pt x="153" y="33"/>
                  </a:lnTo>
                  <a:close/>
                  <a:moveTo>
                    <a:pt x="5" y="0"/>
                  </a:moveTo>
                  <a:lnTo>
                    <a:pt x="379" y="0"/>
                  </a:lnTo>
                  <a:lnTo>
                    <a:pt x="385" y="4"/>
                  </a:lnTo>
                  <a:lnTo>
                    <a:pt x="385" y="29"/>
                  </a:lnTo>
                  <a:lnTo>
                    <a:pt x="449" y="29"/>
                  </a:lnTo>
                  <a:lnTo>
                    <a:pt x="454" y="33"/>
                  </a:lnTo>
                  <a:lnTo>
                    <a:pt x="454" y="87"/>
                  </a:lnTo>
                  <a:lnTo>
                    <a:pt x="489" y="87"/>
                  </a:lnTo>
                  <a:lnTo>
                    <a:pt x="494" y="91"/>
                  </a:lnTo>
                  <a:lnTo>
                    <a:pt x="494" y="171"/>
                  </a:lnTo>
                  <a:lnTo>
                    <a:pt x="489" y="175"/>
                  </a:lnTo>
                  <a:lnTo>
                    <a:pt x="454" y="175"/>
                  </a:lnTo>
                  <a:lnTo>
                    <a:pt x="454" y="229"/>
                  </a:lnTo>
                  <a:lnTo>
                    <a:pt x="449" y="233"/>
                  </a:lnTo>
                  <a:lnTo>
                    <a:pt x="385" y="233"/>
                  </a:lnTo>
                  <a:lnTo>
                    <a:pt x="385" y="259"/>
                  </a:lnTo>
                  <a:lnTo>
                    <a:pt x="379" y="263"/>
                  </a:lnTo>
                  <a:lnTo>
                    <a:pt x="153" y="263"/>
                  </a:lnTo>
                  <a:lnTo>
                    <a:pt x="153" y="457"/>
                  </a:lnTo>
                  <a:lnTo>
                    <a:pt x="225" y="457"/>
                  </a:lnTo>
                  <a:lnTo>
                    <a:pt x="230" y="461"/>
                  </a:lnTo>
                  <a:lnTo>
                    <a:pt x="230" y="485"/>
                  </a:lnTo>
                  <a:lnTo>
                    <a:pt x="225" y="489"/>
                  </a:lnTo>
                  <a:lnTo>
                    <a:pt x="5" y="489"/>
                  </a:lnTo>
                  <a:lnTo>
                    <a:pt x="0" y="485"/>
                  </a:lnTo>
                  <a:lnTo>
                    <a:pt x="0" y="461"/>
                  </a:lnTo>
                  <a:lnTo>
                    <a:pt x="5" y="457"/>
                  </a:lnTo>
                  <a:lnTo>
                    <a:pt x="77" y="457"/>
                  </a:lnTo>
                  <a:lnTo>
                    <a:pt x="77" y="33"/>
                  </a:lnTo>
                  <a:lnTo>
                    <a:pt x="5" y="33"/>
                  </a:lnTo>
                  <a:lnTo>
                    <a:pt x="0" y="29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69" name="Google Shape;469;p34"/>
            <p:cNvSpPr/>
            <p:nvPr/>
          </p:nvSpPr>
          <p:spPr>
            <a:xfrm>
              <a:off x="4016" y="2638"/>
              <a:ext cx="104" cy="39"/>
            </a:xfrm>
            <a:custGeom>
              <a:rect b="b" l="l" r="r" t="t"/>
              <a:pathLst>
                <a:path extrusionOk="0" h="177" w="464">
                  <a:moveTo>
                    <a:pt x="5" y="115"/>
                  </a:moveTo>
                  <a:lnTo>
                    <a:pt x="458" y="115"/>
                  </a:lnTo>
                  <a:lnTo>
                    <a:pt x="463" y="119"/>
                  </a:lnTo>
                  <a:lnTo>
                    <a:pt x="463" y="171"/>
                  </a:lnTo>
                  <a:lnTo>
                    <a:pt x="458" y="176"/>
                  </a:lnTo>
                  <a:lnTo>
                    <a:pt x="5" y="176"/>
                  </a:lnTo>
                  <a:lnTo>
                    <a:pt x="0" y="171"/>
                  </a:lnTo>
                  <a:lnTo>
                    <a:pt x="0" y="119"/>
                  </a:lnTo>
                  <a:lnTo>
                    <a:pt x="5" y="115"/>
                  </a:lnTo>
                  <a:close/>
                  <a:moveTo>
                    <a:pt x="5" y="0"/>
                  </a:moveTo>
                  <a:lnTo>
                    <a:pt x="458" y="0"/>
                  </a:lnTo>
                  <a:lnTo>
                    <a:pt x="463" y="4"/>
                  </a:lnTo>
                  <a:lnTo>
                    <a:pt x="463" y="57"/>
                  </a:lnTo>
                  <a:lnTo>
                    <a:pt x="458" y="61"/>
                  </a:lnTo>
                  <a:lnTo>
                    <a:pt x="5" y="61"/>
                  </a:lnTo>
                  <a:lnTo>
                    <a:pt x="0" y="57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70" name="Google Shape;470;p34"/>
            <p:cNvSpPr/>
            <p:nvPr/>
          </p:nvSpPr>
          <p:spPr>
            <a:xfrm>
              <a:off x="4191" y="2625"/>
              <a:ext cx="85" cy="109"/>
            </a:xfrm>
            <a:custGeom>
              <a:rect b="b" l="l" r="r" t="t"/>
              <a:pathLst>
                <a:path extrusionOk="0" h="486" w="380">
                  <a:moveTo>
                    <a:pt x="151" y="29"/>
                  </a:moveTo>
                  <a:lnTo>
                    <a:pt x="222" y="29"/>
                  </a:lnTo>
                  <a:lnTo>
                    <a:pt x="222" y="55"/>
                  </a:lnTo>
                  <a:lnTo>
                    <a:pt x="227" y="59"/>
                  </a:lnTo>
                  <a:lnTo>
                    <a:pt x="259" y="59"/>
                  </a:lnTo>
                  <a:lnTo>
                    <a:pt x="259" y="83"/>
                  </a:lnTo>
                  <a:lnTo>
                    <a:pt x="265" y="87"/>
                  </a:lnTo>
                  <a:lnTo>
                    <a:pt x="298" y="87"/>
                  </a:lnTo>
                  <a:lnTo>
                    <a:pt x="298" y="253"/>
                  </a:lnTo>
                  <a:lnTo>
                    <a:pt x="265" y="253"/>
                  </a:lnTo>
                  <a:lnTo>
                    <a:pt x="259" y="257"/>
                  </a:lnTo>
                  <a:lnTo>
                    <a:pt x="259" y="281"/>
                  </a:lnTo>
                  <a:lnTo>
                    <a:pt x="227" y="281"/>
                  </a:lnTo>
                  <a:lnTo>
                    <a:pt x="222" y="285"/>
                  </a:lnTo>
                  <a:lnTo>
                    <a:pt x="222" y="310"/>
                  </a:lnTo>
                  <a:lnTo>
                    <a:pt x="151" y="310"/>
                  </a:lnTo>
                  <a:lnTo>
                    <a:pt x="151" y="285"/>
                  </a:lnTo>
                  <a:lnTo>
                    <a:pt x="147" y="281"/>
                  </a:lnTo>
                  <a:lnTo>
                    <a:pt x="114" y="281"/>
                  </a:lnTo>
                  <a:lnTo>
                    <a:pt x="114" y="59"/>
                  </a:lnTo>
                  <a:lnTo>
                    <a:pt x="147" y="59"/>
                  </a:lnTo>
                  <a:lnTo>
                    <a:pt x="151" y="55"/>
                  </a:lnTo>
                  <a:lnTo>
                    <a:pt x="151" y="29"/>
                  </a:lnTo>
                  <a:close/>
                  <a:moveTo>
                    <a:pt x="4" y="0"/>
                  </a:moveTo>
                  <a:lnTo>
                    <a:pt x="108" y="0"/>
                  </a:lnTo>
                  <a:lnTo>
                    <a:pt x="114" y="4"/>
                  </a:lnTo>
                  <a:lnTo>
                    <a:pt x="114" y="25"/>
                  </a:lnTo>
                  <a:lnTo>
                    <a:pt x="147" y="25"/>
                  </a:lnTo>
                  <a:lnTo>
                    <a:pt x="147" y="4"/>
                  </a:lnTo>
                  <a:lnTo>
                    <a:pt x="151" y="0"/>
                  </a:lnTo>
                  <a:lnTo>
                    <a:pt x="259" y="0"/>
                  </a:lnTo>
                  <a:lnTo>
                    <a:pt x="265" y="4"/>
                  </a:lnTo>
                  <a:lnTo>
                    <a:pt x="265" y="25"/>
                  </a:lnTo>
                  <a:lnTo>
                    <a:pt x="335" y="25"/>
                  </a:lnTo>
                  <a:lnTo>
                    <a:pt x="341" y="29"/>
                  </a:lnTo>
                  <a:lnTo>
                    <a:pt x="341" y="83"/>
                  </a:lnTo>
                  <a:lnTo>
                    <a:pt x="373" y="83"/>
                  </a:lnTo>
                  <a:lnTo>
                    <a:pt x="379" y="87"/>
                  </a:lnTo>
                  <a:lnTo>
                    <a:pt x="379" y="253"/>
                  </a:lnTo>
                  <a:lnTo>
                    <a:pt x="373" y="257"/>
                  </a:lnTo>
                  <a:lnTo>
                    <a:pt x="341" y="257"/>
                  </a:lnTo>
                  <a:lnTo>
                    <a:pt x="341" y="310"/>
                  </a:lnTo>
                  <a:lnTo>
                    <a:pt x="335" y="314"/>
                  </a:lnTo>
                  <a:lnTo>
                    <a:pt x="265" y="314"/>
                  </a:lnTo>
                  <a:lnTo>
                    <a:pt x="265" y="338"/>
                  </a:lnTo>
                  <a:lnTo>
                    <a:pt x="259" y="342"/>
                  </a:lnTo>
                  <a:lnTo>
                    <a:pt x="151" y="342"/>
                  </a:lnTo>
                  <a:lnTo>
                    <a:pt x="147" y="338"/>
                  </a:lnTo>
                  <a:lnTo>
                    <a:pt x="147" y="314"/>
                  </a:lnTo>
                  <a:lnTo>
                    <a:pt x="114" y="314"/>
                  </a:lnTo>
                  <a:lnTo>
                    <a:pt x="114" y="451"/>
                  </a:lnTo>
                  <a:lnTo>
                    <a:pt x="147" y="451"/>
                  </a:lnTo>
                  <a:lnTo>
                    <a:pt x="151" y="456"/>
                  </a:lnTo>
                  <a:lnTo>
                    <a:pt x="151" y="481"/>
                  </a:lnTo>
                  <a:lnTo>
                    <a:pt x="147" y="485"/>
                  </a:lnTo>
                  <a:lnTo>
                    <a:pt x="4" y="485"/>
                  </a:lnTo>
                  <a:lnTo>
                    <a:pt x="0" y="481"/>
                  </a:lnTo>
                  <a:lnTo>
                    <a:pt x="0" y="456"/>
                  </a:lnTo>
                  <a:lnTo>
                    <a:pt x="4" y="451"/>
                  </a:lnTo>
                  <a:lnTo>
                    <a:pt x="37" y="451"/>
                  </a:lnTo>
                  <a:lnTo>
                    <a:pt x="37" y="29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4299" y="2625"/>
              <a:ext cx="59" cy="76"/>
            </a:xfrm>
            <a:custGeom>
              <a:rect b="b" l="l" r="r" t="t"/>
              <a:pathLst>
                <a:path extrusionOk="0" h="340" w="266">
                  <a:moveTo>
                    <a:pt x="4" y="0"/>
                  </a:moveTo>
                  <a:lnTo>
                    <a:pt x="107" y="0"/>
                  </a:lnTo>
                  <a:lnTo>
                    <a:pt x="113" y="4"/>
                  </a:lnTo>
                  <a:lnTo>
                    <a:pt x="113" y="55"/>
                  </a:lnTo>
                  <a:lnTo>
                    <a:pt x="146" y="55"/>
                  </a:lnTo>
                  <a:lnTo>
                    <a:pt x="146" y="29"/>
                  </a:lnTo>
                  <a:lnTo>
                    <a:pt x="151" y="25"/>
                  </a:lnTo>
                  <a:lnTo>
                    <a:pt x="183" y="25"/>
                  </a:lnTo>
                  <a:lnTo>
                    <a:pt x="183" y="4"/>
                  </a:lnTo>
                  <a:lnTo>
                    <a:pt x="189" y="0"/>
                  </a:lnTo>
                  <a:lnTo>
                    <a:pt x="259" y="0"/>
                  </a:lnTo>
                  <a:lnTo>
                    <a:pt x="265" y="4"/>
                  </a:lnTo>
                  <a:lnTo>
                    <a:pt x="265" y="82"/>
                  </a:lnTo>
                  <a:lnTo>
                    <a:pt x="259" y="86"/>
                  </a:lnTo>
                  <a:lnTo>
                    <a:pt x="189" y="86"/>
                  </a:lnTo>
                  <a:lnTo>
                    <a:pt x="183" y="82"/>
                  </a:lnTo>
                  <a:lnTo>
                    <a:pt x="183" y="59"/>
                  </a:lnTo>
                  <a:lnTo>
                    <a:pt x="151" y="59"/>
                  </a:lnTo>
                  <a:lnTo>
                    <a:pt x="151" y="82"/>
                  </a:lnTo>
                  <a:lnTo>
                    <a:pt x="146" y="86"/>
                  </a:lnTo>
                  <a:lnTo>
                    <a:pt x="113" y="86"/>
                  </a:lnTo>
                  <a:lnTo>
                    <a:pt x="113" y="308"/>
                  </a:lnTo>
                  <a:lnTo>
                    <a:pt x="146" y="308"/>
                  </a:lnTo>
                  <a:lnTo>
                    <a:pt x="151" y="312"/>
                  </a:lnTo>
                  <a:lnTo>
                    <a:pt x="151" y="335"/>
                  </a:lnTo>
                  <a:lnTo>
                    <a:pt x="146" y="339"/>
                  </a:lnTo>
                  <a:lnTo>
                    <a:pt x="4" y="339"/>
                  </a:lnTo>
                  <a:lnTo>
                    <a:pt x="0" y="335"/>
                  </a:lnTo>
                  <a:lnTo>
                    <a:pt x="0" y="312"/>
                  </a:lnTo>
                  <a:lnTo>
                    <a:pt x="4" y="308"/>
                  </a:lnTo>
                  <a:lnTo>
                    <a:pt x="37" y="308"/>
                  </a:lnTo>
                  <a:lnTo>
                    <a:pt x="37" y="29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4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4371" y="2625"/>
              <a:ext cx="77" cy="76"/>
            </a:xfrm>
            <a:custGeom>
              <a:rect b="b" l="l" r="r" t="t"/>
              <a:pathLst>
                <a:path extrusionOk="0" h="340" w="345">
                  <a:moveTo>
                    <a:pt x="116" y="29"/>
                  </a:moveTo>
                  <a:lnTo>
                    <a:pt x="224" y="29"/>
                  </a:lnTo>
                  <a:lnTo>
                    <a:pt x="224" y="55"/>
                  </a:lnTo>
                  <a:lnTo>
                    <a:pt x="230" y="59"/>
                  </a:lnTo>
                  <a:lnTo>
                    <a:pt x="263" y="59"/>
                  </a:lnTo>
                  <a:lnTo>
                    <a:pt x="263" y="112"/>
                  </a:lnTo>
                  <a:lnTo>
                    <a:pt x="83" y="112"/>
                  </a:lnTo>
                  <a:lnTo>
                    <a:pt x="83" y="59"/>
                  </a:lnTo>
                  <a:lnTo>
                    <a:pt x="110" y="59"/>
                  </a:lnTo>
                  <a:lnTo>
                    <a:pt x="116" y="55"/>
                  </a:lnTo>
                  <a:lnTo>
                    <a:pt x="116" y="29"/>
                  </a:lnTo>
                  <a:close/>
                  <a:moveTo>
                    <a:pt x="116" y="0"/>
                  </a:moveTo>
                  <a:lnTo>
                    <a:pt x="263" y="0"/>
                  </a:lnTo>
                  <a:lnTo>
                    <a:pt x="269" y="4"/>
                  </a:lnTo>
                  <a:lnTo>
                    <a:pt x="269" y="25"/>
                  </a:lnTo>
                  <a:lnTo>
                    <a:pt x="301" y="25"/>
                  </a:lnTo>
                  <a:lnTo>
                    <a:pt x="307" y="29"/>
                  </a:lnTo>
                  <a:lnTo>
                    <a:pt x="307" y="55"/>
                  </a:lnTo>
                  <a:lnTo>
                    <a:pt x="339" y="55"/>
                  </a:lnTo>
                  <a:lnTo>
                    <a:pt x="344" y="59"/>
                  </a:lnTo>
                  <a:lnTo>
                    <a:pt x="344" y="138"/>
                  </a:lnTo>
                  <a:lnTo>
                    <a:pt x="339" y="143"/>
                  </a:lnTo>
                  <a:lnTo>
                    <a:pt x="83" y="143"/>
                  </a:lnTo>
                  <a:lnTo>
                    <a:pt x="83" y="225"/>
                  </a:lnTo>
                  <a:lnTo>
                    <a:pt x="110" y="225"/>
                  </a:lnTo>
                  <a:lnTo>
                    <a:pt x="116" y="230"/>
                  </a:lnTo>
                  <a:lnTo>
                    <a:pt x="116" y="251"/>
                  </a:lnTo>
                  <a:lnTo>
                    <a:pt x="148" y="251"/>
                  </a:lnTo>
                  <a:lnTo>
                    <a:pt x="155" y="255"/>
                  </a:lnTo>
                  <a:lnTo>
                    <a:pt x="155" y="278"/>
                  </a:lnTo>
                  <a:lnTo>
                    <a:pt x="301" y="278"/>
                  </a:lnTo>
                  <a:lnTo>
                    <a:pt x="301" y="255"/>
                  </a:lnTo>
                  <a:lnTo>
                    <a:pt x="307" y="251"/>
                  </a:lnTo>
                  <a:lnTo>
                    <a:pt x="339" y="251"/>
                  </a:lnTo>
                  <a:lnTo>
                    <a:pt x="344" y="255"/>
                  </a:lnTo>
                  <a:lnTo>
                    <a:pt x="344" y="278"/>
                  </a:lnTo>
                  <a:lnTo>
                    <a:pt x="339" y="282"/>
                  </a:lnTo>
                  <a:lnTo>
                    <a:pt x="307" y="282"/>
                  </a:lnTo>
                  <a:lnTo>
                    <a:pt x="307" y="308"/>
                  </a:lnTo>
                  <a:lnTo>
                    <a:pt x="301" y="312"/>
                  </a:lnTo>
                  <a:lnTo>
                    <a:pt x="269" y="312"/>
                  </a:lnTo>
                  <a:lnTo>
                    <a:pt x="269" y="335"/>
                  </a:lnTo>
                  <a:lnTo>
                    <a:pt x="263" y="339"/>
                  </a:lnTo>
                  <a:lnTo>
                    <a:pt x="116" y="339"/>
                  </a:lnTo>
                  <a:lnTo>
                    <a:pt x="110" y="335"/>
                  </a:lnTo>
                  <a:lnTo>
                    <a:pt x="110" y="312"/>
                  </a:lnTo>
                  <a:lnTo>
                    <a:pt x="44" y="312"/>
                  </a:lnTo>
                  <a:lnTo>
                    <a:pt x="38" y="308"/>
                  </a:lnTo>
                  <a:lnTo>
                    <a:pt x="38" y="255"/>
                  </a:lnTo>
                  <a:lnTo>
                    <a:pt x="5" y="255"/>
                  </a:lnTo>
                  <a:lnTo>
                    <a:pt x="0" y="251"/>
                  </a:lnTo>
                  <a:lnTo>
                    <a:pt x="0" y="86"/>
                  </a:lnTo>
                  <a:lnTo>
                    <a:pt x="5" y="82"/>
                  </a:lnTo>
                  <a:lnTo>
                    <a:pt x="38" y="82"/>
                  </a:lnTo>
                  <a:lnTo>
                    <a:pt x="38" y="29"/>
                  </a:lnTo>
                  <a:lnTo>
                    <a:pt x="44" y="25"/>
                  </a:lnTo>
                  <a:lnTo>
                    <a:pt x="110" y="25"/>
                  </a:lnTo>
                  <a:lnTo>
                    <a:pt x="110" y="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4466" y="2625"/>
              <a:ext cx="70" cy="76"/>
            </a:xfrm>
            <a:custGeom>
              <a:rect b="b" l="l" r="r" t="t"/>
              <a:pathLst>
                <a:path extrusionOk="0" h="340" w="314">
                  <a:moveTo>
                    <a:pt x="84" y="0"/>
                  </a:moveTo>
                  <a:lnTo>
                    <a:pt x="269" y="0"/>
                  </a:lnTo>
                  <a:lnTo>
                    <a:pt x="274" y="4"/>
                  </a:lnTo>
                  <a:lnTo>
                    <a:pt x="274" y="82"/>
                  </a:lnTo>
                  <a:lnTo>
                    <a:pt x="269" y="86"/>
                  </a:lnTo>
                  <a:lnTo>
                    <a:pt x="235" y="86"/>
                  </a:lnTo>
                  <a:lnTo>
                    <a:pt x="229" y="82"/>
                  </a:lnTo>
                  <a:lnTo>
                    <a:pt x="229" y="59"/>
                  </a:lnTo>
                  <a:lnTo>
                    <a:pt x="195" y="59"/>
                  </a:lnTo>
                  <a:lnTo>
                    <a:pt x="190" y="55"/>
                  </a:lnTo>
                  <a:lnTo>
                    <a:pt x="190" y="29"/>
                  </a:lnTo>
                  <a:lnTo>
                    <a:pt x="117" y="29"/>
                  </a:lnTo>
                  <a:lnTo>
                    <a:pt x="117" y="55"/>
                  </a:lnTo>
                  <a:lnTo>
                    <a:pt x="112" y="59"/>
                  </a:lnTo>
                  <a:lnTo>
                    <a:pt x="84" y="59"/>
                  </a:lnTo>
                  <a:lnTo>
                    <a:pt x="84" y="82"/>
                  </a:lnTo>
                  <a:lnTo>
                    <a:pt x="112" y="82"/>
                  </a:lnTo>
                  <a:lnTo>
                    <a:pt x="117" y="86"/>
                  </a:lnTo>
                  <a:lnTo>
                    <a:pt x="117" y="112"/>
                  </a:lnTo>
                  <a:lnTo>
                    <a:pt x="150" y="112"/>
                  </a:lnTo>
                  <a:lnTo>
                    <a:pt x="157" y="116"/>
                  </a:lnTo>
                  <a:lnTo>
                    <a:pt x="157" y="138"/>
                  </a:lnTo>
                  <a:lnTo>
                    <a:pt x="229" y="138"/>
                  </a:lnTo>
                  <a:lnTo>
                    <a:pt x="235" y="143"/>
                  </a:lnTo>
                  <a:lnTo>
                    <a:pt x="235" y="169"/>
                  </a:lnTo>
                  <a:lnTo>
                    <a:pt x="269" y="169"/>
                  </a:lnTo>
                  <a:lnTo>
                    <a:pt x="274" y="173"/>
                  </a:lnTo>
                  <a:lnTo>
                    <a:pt x="274" y="196"/>
                  </a:lnTo>
                  <a:lnTo>
                    <a:pt x="307" y="196"/>
                  </a:lnTo>
                  <a:lnTo>
                    <a:pt x="313" y="201"/>
                  </a:lnTo>
                  <a:lnTo>
                    <a:pt x="313" y="278"/>
                  </a:lnTo>
                  <a:lnTo>
                    <a:pt x="307" y="282"/>
                  </a:lnTo>
                  <a:lnTo>
                    <a:pt x="274" y="282"/>
                  </a:lnTo>
                  <a:lnTo>
                    <a:pt x="274" y="308"/>
                  </a:lnTo>
                  <a:lnTo>
                    <a:pt x="269" y="312"/>
                  </a:lnTo>
                  <a:lnTo>
                    <a:pt x="195" y="312"/>
                  </a:lnTo>
                  <a:lnTo>
                    <a:pt x="195" y="335"/>
                  </a:lnTo>
                  <a:lnTo>
                    <a:pt x="190" y="339"/>
                  </a:lnTo>
                  <a:lnTo>
                    <a:pt x="4" y="339"/>
                  </a:lnTo>
                  <a:lnTo>
                    <a:pt x="0" y="335"/>
                  </a:lnTo>
                  <a:lnTo>
                    <a:pt x="0" y="255"/>
                  </a:lnTo>
                  <a:lnTo>
                    <a:pt x="4" y="251"/>
                  </a:lnTo>
                  <a:lnTo>
                    <a:pt x="39" y="251"/>
                  </a:lnTo>
                  <a:lnTo>
                    <a:pt x="44" y="255"/>
                  </a:lnTo>
                  <a:lnTo>
                    <a:pt x="44" y="278"/>
                  </a:lnTo>
                  <a:lnTo>
                    <a:pt x="79" y="278"/>
                  </a:lnTo>
                  <a:lnTo>
                    <a:pt x="84" y="282"/>
                  </a:lnTo>
                  <a:lnTo>
                    <a:pt x="84" y="308"/>
                  </a:lnTo>
                  <a:lnTo>
                    <a:pt x="190" y="308"/>
                  </a:lnTo>
                  <a:lnTo>
                    <a:pt x="190" y="282"/>
                  </a:lnTo>
                  <a:lnTo>
                    <a:pt x="195" y="278"/>
                  </a:lnTo>
                  <a:lnTo>
                    <a:pt x="229" y="278"/>
                  </a:lnTo>
                  <a:lnTo>
                    <a:pt x="229" y="230"/>
                  </a:lnTo>
                  <a:lnTo>
                    <a:pt x="195" y="230"/>
                  </a:lnTo>
                  <a:lnTo>
                    <a:pt x="190" y="225"/>
                  </a:lnTo>
                  <a:lnTo>
                    <a:pt x="190" y="201"/>
                  </a:lnTo>
                  <a:lnTo>
                    <a:pt x="117" y="201"/>
                  </a:lnTo>
                  <a:lnTo>
                    <a:pt x="112" y="196"/>
                  </a:lnTo>
                  <a:lnTo>
                    <a:pt x="112" y="173"/>
                  </a:lnTo>
                  <a:lnTo>
                    <a:pt x="44" y="173"/>
                  </a:lnTo>
                  <a:lnTo>
                    <a:pt x="39" y="169"/>
                  </a:lnTo>
                  <a:lnTo>
                    <a:pt x="39" y="116"/>
                  </a:lnTo>
                  <a:lnTo>
                    <a:pt x="4" y="116"/>
                  </a:lnTo>
                  <a:lnTo>
                    <a:pt x="0" y="112"/>
                  </a:lnTo>
                  <a:lnTo>
                    <a:pt x="0" y="59"/>
                  </a:lnTo>
                  <a:lnTo>
                    <a:pt x="4" y="55"/>
                  </a:lnTo>
                  <a:lnTo>
                    <a:pt x="39" y="55"/>
                  </a:lnTo>
                  <a:lnTo>
                    <a:pt x="39" y="29"/>
                  </a:lnTo>
                  <a:lnTo>
                    <a:pt x="44" y="25"/>
                  </a:lnTo>
                  <a:lnTo>
                    <a:pt x="79" y="25"/>
                  </a:lnTo>
                  <a:lnTo>
                    <a:pt x="79" y="4"/>
                  </a:lnTo>
                  <a:lnTo>
                    <a:pt x="84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74" name="Google Shape;474;p34"/>
            <p:cNvSpPr/>
            <p:nvPr/>
          </p:nvSpPr>
          <p:spPr>
            <a:xfrm>
              <a:off x="4551" y="2625"/>
              <a:ext cx="77" cy="76"/>
            </a:xfrm>
            <a:custGeom>
              <a:rect b="b" l="l" r="r" t="t"/>
              <a:pathLst>
                <a:path extrusionOk="0" h="340" w="345">
                  <a:moveTo>
                    <a:pt x="115" y="29"/>
                  </a:moveTo>
                  <a:lnTo>
                    <a:pt x="224" y="29"/>
                  </a:lnTo>
                  <a:lnTo>
                    <a:pt x="224" y="55"/>
                  </a:lnTo>
                  <a:lnTo>
                    <a:pt x="229" y="59"/>
                  </a:lnTo>
                  <a:lnTo>
                    <a:pt x="261" y="59"/>
                  </a:lnTo>
                  <a:lnTo>
                    <a:pt x="261" y="112"/>
                  </a:lnTo>
                  <a:lnTo>
                    <a:pt x="81" y="112"/>
                  </a:lnTo>
                  <a:lnTo>
                    <a:pt x="81" y="59"/>
                  </a:lnTo>
                  <a:lnTo>
                    <a:pt x="109" y="59"/>
                  </a:lnTo>
                  <a:lnTo>
                    <a:pt x="115" y="55"/>
                  </a:lnTo>
                  <a:lnTo>
                    <a:pt x="115" y="29"/>
                  </a:lnTo>
                  <a:close/>
                  <a:moveTo>
                    <a:pt x="115" y="0"/>
                  </a:moveTo>
                  <a:lnTo>
                    <a:pt x="261" y="0"/>
                  </a:lnTo>
                  <a:lnTo>
                    <a:pt x="267" y="4"/>
                  </a:lnTo>
                  <a:lnTo>
                    <a:pt x="267" y="25"/>
                  </a:lnTo>
                  <a:lnTo>
                    <a:pt x="300" y="25"/>
                  </a:lnTo>
                  <a:lnTo>
                    <a:pt x="306" y="29"/>
                  </a:lnTo>
                  <a:lnTo>
                    <a:pt x="306" y="55"/>
                  </a:lnTo>
                  <a:lnTo>
                    <a:pt x="338" y="55"/>
                  </a:lnTo>
                  <a:lnTo>
                    <a:pt x="344" y="59"/>
                  </a:lnTo>
                  <a:lnTo>
                    <a:pt x="344" y="138"/>
                  </a:lnTo>
                  <a:lnTo>
                    <a:pt x="338" y="143"/>
                  </a:lnTo>
                  <a:lnTo>
                    <a:pt x="81" y="143"/>
                  </a:lnTo>
                  <a:lnTo>
                    <a:pt x="81" y="225"/>
                  </a:lnTo>
                  <a:lnTo>
                    <a:pt x="109" y="225"/>
                  </a:lnTo>
                  <a:lnTo>
                    <a:pt x="115" y="230"/>
                  </a:lnTo>
                  <a:lnTo>
                    <a:pt x="115" y="251"/>
                  </a:lnTo>
                  <a:lnTo>
                    <a:pt x="147" y="251"/>
                  </a:lnTo>
                  <a:lnTo>
                    <a:pt x="153" y="255"/>
                  </a:lnTo>
                  <a:lnTo>
                    <a:pt x="153" y="278"/>
                  </a:lnTo>
                  <a:lnTo>
                    <a:pt x="300" y="278"/>
                  </a:lnTo>
                  <a:lnTo>
                    <a:pt x="300" y="255"/>
                  </a:lnTo>
                  <a:lnTo>
                    <a:pt x="306" y="251"/>
                  </a:lnTo>
                  <a:lnTo>
                    <a:pt x="338" y="251"/>
                  </a:lnTo>
                  <a:lnTo>
                    <a:pt x="344" y="255"/>
                  </a:lnTo>
                  <a:lnTo>
                    <a:pt x="344" y="278"/>
                  </a:lnTo>
                  <a:lnTo>
                    <a:pt x="338" y="282"/>
                  </a:lnTo>
                  <a:lnTo>
                    <a:pt x="306" y="282"/>
                  </a:lnTo>
                  <a:lnTo>
                    <a:pt x="306" y="308"/>
                  </a:lnTo>
                  <a:lnTo>
                    <a:pt x="300" y="312"/>
                  </a:lnTo>
                  <a:lnTo>
                    <a:pt x="267" y="312"/>
                  </a:lnTo>
                  <a:lnTo>
                    <a:pt x="267" y="335"/>
                  </a:lnTo>
                  <a:lnTo>
                    <a:pt x="261" y="339"/>
                  </a:lnTo>
                  <a:lnTo>
                    <a:pt x="115" y="339"/>
                  </a:lnTo>
                  <a:lnTo>
                    <a:pt x="109" y="335"/>
                  </a:lnTo>
                  <a:lnTo>
                    <a:pt x="109" y="312"/>
                  </a:lnTo>
                  <a:lnTo>
                    <a:pt x="42" y="312"/>
                  </a:lnTo>
                  <a:lnTo>
                    <a:pt x="36" y="308"/>
                  </a:lnTo>
                  <a:lnTo>
                    <a:pt x="36" y="255"/>
                  </a:lnTo>
                  <a:lnTo>
                    <a:pt x="4" y="255"/>
                  </a:lnTo>
                  <a:lnTo>
                    <a:pt x="0" y="251"/>
                  </a:lnTo>
                  <a:lnTo>
                    <a:pt x="0" y="86"/>
                  </a:lnTo>
                  <a:lnTo>
                    <a:pt x="4" y="82"/>
                  </a:lnTo>
                  <a:lnTo>
                    <a:pt x="36" y="82"/>
                  </a:lnTo>
                  <a:lnTo>
                    <a:pt x="36" y="29"/>
                  </a:lnTo>
                  <a:lnTo>
                    <a:pt x="42" y="25"/>
                  </a:lnTo>
                  <a:lnTo>
                    <a:pt x="109" y="25"/>
                  </a:lnTo>
                  <a:lnTo>
                    <a:pt x="109" y="4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75" name="Google Shape;475;p34"/>
            <p:cNvSpPr/>
            <p:nvPr/>
          </p:nvSpPr>
          <p:spPr>
            <a:xfrm>
              <a:off x="4647" y="2625"/>
              <a:ext cx="97" cy="76"/>
            </a:xfrm>
            <a:custGeom>
              <a:rect b="b" l="l" r="r" t="t"/>
              <a:pathLst>
                <a:path extrusionOk="0" h="340" w="433">
                  <a:moveTo>
                    <a:pt x="5" y="0"/>
                  </a:moveTo>
                  <a:lnTo>
                    <a:pt x="113" y="0"/>
                  </a:lnTo>
                  <a:lnTo>
                    <a:pt x="119" y="4"/>
                  </a:lnTo>
                  <a:lnTo>
                    <a:pt x="119" y="55"/>
                  </a:lnTo>
                  <a:lnTo>
                    <a:pt x="153" y="55"/>
                  </a:lnTo>
                  <a:lnTo>
                    <a:pt x="153" y="29"/>
                  </a:lnTo>
                  <a:lnTo>
                    <a:pt x="159" y="25"/>
                  </a:lnTo>
                  <a:lnTo>
                    <a:pt x="193" y="25"/>
                  </a:lnTo>
                  <a:lnTo>
                    <a:pt x="193" y="4"/>
                  </a:lnTo>
                  <a:lnTo>
                    <a:pt x="199" y="0"/>
                  </a:lnTo>
                  <a:lnTo>
                    <a:pt x="313" y="0"/>
                  </a:lnTo>
                  <a:lnTo>
                    <a:pt x="318" y="4"/>
                  </a:lnTo>
                  <a:lnTo>
                    <a:pt x="318" y="25"/>
                  </a:lnTo>
                  <a:lnTo>
                    <a:pt x="352" y="25"/>
                  </a:lnTo>
                  <a:lnTo>
                    <a:pt x="357" y="29"/>
                  </a:lnTo>
                  <a:lnTo>
                    <a:pt x="357" y="55"/>
                  </a:lnTo>
                  <a:lnTo>
                    <a:pt x="392" y="55"/>
                  </a:lnTo>
                  <a:lnTo>
                    <a:pt x="397" y="59"/>
                  </a:lnTo>
                  <a:lnTo>
                    <a:pt x="397" y="308"/>
                  </a:lnTo>
                  <a:lnTo>
                    <a:pt x="426" y="308"/>
                  </a:lnTo>
                  <a:lnTo>
                    <a:pt x="432" y="312"/>
                  </a:lnTo>
                  <a:lnTo>
                    <a:pt x="432" y="335"/>
                  </a:lnTo>
                  <a:lnTo>
                    <a:pt x="426" y="339"/>
                  </a:lnTo>
                  <a:lnTo>
                    <a:pt x="279" y="339"/>
                  </a:lnTo>
                  <a:lnTo>
                    <a:pt x="273" y="335"/>
                  </a:lnTo>
                  <a:lnTo>
                    <a:pt x="273" y="312"/>
                  </a:lnTo>
                  <a:lnTo>
                    <a:pt x="279" y="308"/>
                  </a:lnTo>
                  <a:lnTo>
                    <a:pt x="313" y="308"/>
                  </a:lnTo>
                  <a:lnTo>
                    <a:pt x="313" y="86"/>
                  </a:lnTo>
                  <a:lnTo>
                    <a:pt x="279" y="86"/>
                  </a:lnTo>
                  <a:lnTo>
                    <a:pt x="273" y="82"/>
                  </a:lnTo>
                  <a:lnTo>
                    <a:pt x="273" y="59"/>
                  </a:lnTo>
                  <a:lnTo>
                    <a:pt x="159" y="59"/>
                  </a:lnTo>
                  <a:lnTo>
                    <a:pt x="159" y="82"/>
                  </a:lnTo>
                  <a:lnTo>
                    <a:pt x="153" y="86"/>
                  </a:lnTo>
                  <a:lnTo>
                    <a:pt x="119" y="86"/>
                  </a:lnTo>
                  <a:lnTo>
                    <a:pt x="119" y="308"/>
                  </a:lnTo>
                  <a:lnTo>
                    <a:pt x="153" y="308"/>
                  </a:lnTo>
                  <a:lnTo>
                    <a:pt x="159" y="312"/>
                  </a:lnTo>
                  <a:lnTo>
                    <a:pt x="159" y="335"/>
                  </a:lnTo>
                  <a:lnTo>
                    <a:pt x="153" y="339"/>
                  </a:lnTo>
                  <a:lnTo>
                    <a:pt x="5" y="339"/>
                  </a:lnTo>
                  <a:lnTo>
                    <a:pt x="0" y="335"/>
                  </a:lnTo>
                  <a:lnTo>
                    <a:pt x="0" y="312"/>
                  </a:lnTo>
                  <a:lnTo>
                    <a:pt x="5" y="308"/>
                  </a:lnTo>
                  <a:lnTo>
                    <a:pt x="39" y="308"/>
                  </a:lnTo>
                  <a:lnTo>
                    <a:pt x="39" y="29"/>
                  </a:lnTo>
                  <a:lnTo>
                    <a:pt x="5" y="29"/>
                  </a:lnTo>
                  <a:lnTo>
                    <a:pt x="0" y="25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76" name="Google Shape;476;p34"/>
            <p:cNvSpPr/>
            <p:nvPr/>
          </p:nvSpPr>
          <p:spPr>
            <a:xfrm>
              <a:off x="4746" y="2605"/>
              <a:ext cx="60" cy="96"/>
            </a:xfrm>
            <a:custGeom>
              <a:rect b="b" l="l" r="r" t="t"/>
              <a:pathLst>
                <a:path extrusionOk="0" h="429" w="270">
                  <a:moveTo>
                    <a:pt x="120" y="0"/>
                  </a:moveTo>
                  <a:lnTo>
                    <a:pt x="148" y="0"/>
                  </a:lnTo>
                  <a:lnTo>
                    <a:pt x="153" y="4"/>
                  </a:lnTo>
                  <a:lnTo>
                    <a:pt x="153" y="87"/>
                  </a:lnTo>
                  <a:lnTo>
                    <a:pt x="263" y="87"/>
                  </a:lnTo>
                  <a:lnTo>
                    <a:pt x="269" y="91"/>
                  </a:lnTo>
                  <a:lnTo>
                    <a:pt x="269" y="112"/>
                  </a:lnTo>
                  <a:lnTo>
                    <a:pt x="263" y="116"/>
                  </a:lnTo>
                  <a:lnTo>
                    <a:pt x="153" y="116"/>
                  </a:lnTo>
                  <a:lnTo>
                    <a:pt x="153" y="397"/>
                  </a:lnTo>
                  <a:lnTo>
                    <a:pt x="224" y="397"/>
                  </a:lnTo>
                  <a:lnTo>
                    <a:pt x="224" y="371"/>
                  </a:lnTo>
                  <a:lnTo>
                    <a:pt x="230" y="367"/>
                  </a:lnTo>
                  <a:lnTo>
                    <a:pt x="263" y="367"/>
                  </a:lnTo>
                  <a:lnTo>
                    <a:pt x="269" y="371"/>
                  </a:lnTo>
                  <a:lnTo>
                    <a:pt x="269" y="397"/>
                  </a:lnTo>
                  <a:lnTo>
                    <a:pt x="263" y="401"/>
                  </a:lnTo>
                  <a:lnTo>
                    <a:pt x="230" y="401"/>
                  </a:lnTo>
                  <a:lnTo>
                    <a:pt x="230" y="424"/>
                  </a:lnTo>
                  <a:lnTo>
                    <a:pt x="224" y="428"/>
                  </a:lnTo>
                  <a:lnTo>
                    <a:pt x="120" y="428"/>
                  </a:lnTo>
                  <a:lnTo>
                    <a:pt x="115" y="424"/>
                  </a:lnTo>
                  <a:lnTo>
                    <a:pt x="115" y="401"/>
                  </a:lnTo>
                  <a:lnTo>
                    <a:pt x="81" y="401"/>
                  </a:lnTo>
                  <a:lnTo>
                    <a:pt x="77" y="397"/>
                  </a:lnTo>
                  <a:lnTo>
                    <a:pt x="77" y="116"/>
                  </a:lnTo>
                  <a:lnTo>
                    <a:pt x="5" y="116"/>
                  </a:lnTo>
                  <a:lnTo>
                    <a:pt x="0" y="112"/>
                  </a:lnTo>
                  <a:lnTo>
                    <a:pt x="0" y="91"/>
                  </a:lnTo>
                  <a:lnTo>
                    <a:pt x="5" y="87"/>
                  </a:lnTo>
                  <a:lnTo>
                    <a:pt x="38" y="87"/>
                  </a:lnTo>
                  <a:lnTo>
                    <a:pt x="38" y="63"/>
                  </a:lnTo>
                  <a:lnTo>
                    <a:pt x="44" y="59"/>
                  </a:lnTo>
                  <a:lnTo>
                    <a:pt x="77" y="59"/>
                  </a:lnTo>
                  <a:lnTo>
                    <a:pt x="77" y="33"/>
                  </a:lnTo>
                  <a:lnTo>
                    <a:pt x="81" y="29"/>
                  </a:lnTo>
                  <a:lnTo>
                    <a:pt x="115" y="29"/>
                  </a:lnTo>
                  <a:lnTo>
                    <a:pt x="115" y="4"/>
                  </a:lnTo>
                  <a:lnTo>
                    <a:pt x="120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477" name="Google Shape;477;p34"/>
          <p:cNvGrpSpPr/>
          <p:nvPr/>
        </p:nvGrpSpPr>
        <p:grpSpPr>
          <a:xfrm>
            <a:off x="6403975" y="4475163"/>
            <a:ext cx="1533525" cy="225425"/>
            <a:chOff x="3840" y="2832"/>
            <a:chExt cx="966" cy="142"/>
          </a:xfrm>
        </p:grpSpPr>
        <p:sp>
          <p:nvSpPr>
            <p:cNvPr id="478" name="Google Shape;478;p34"/>
            <p:cNvSpPr/>
            <p:nvPr/>
          </p:nvSpPr>
          <p:spPr>
            <a:xfrm>
              <a:off x="3840" y="2832"/>
              <a:ext cx="153" cy="142"/>
            </a:xfrm>
            <a:custGeom>
              <a:rect b="b" l="l" r="r" t="t"/>
              <a:pathLst>
                <a:path extrusionOk="0" h="632" w="680">
                  <a:moveTo>
                    <a:pt x="323" y="118"/>
                  </a:moveTo>
                  <a:lnTo>
                    <a:pt x="356" y="118"/>
                  </a:lnTo>
                  <a:lnTo>
                    <a:pt x="356" y="187"/>
                  </a:lnTo>
                  <a:lnTo>
                    <a:pt x="362" y="192"/>
                  </a:lnTo>
                  <a:lnTo>
                    <a:pt x="396" y="192"/>
                  </a:lnTo>
                  <a:lnTo>
                    <a:pt x="396" y="295"/>
                  </a:lnTo>
                  <a:lnTo>
                    <a:pt x="403" y="300"/>
                  </a:lnTo>
                  <a:lnTo>
                    <a:pt x="437" y="300"/>
                  </a:lnTo>
                  <a:lnTo>
                    <a:pt x="437" y="370"/>
                  </a:lnTo>
                  <a:lnTo>
                    <a:pt x="242" y="370"/>
                  </a:lnTo>
                  <a:lnTo>
                    <a:pt x="242" y="264"/>
                  </a:lnTo>
                  <a:lnTo>
                    <a:pt x="277" y="264"/>
                  </a:lnTo>
                  <a:lnTo>
                    <a:pt x="283" y="259"/>
                  </a:lnTo>
                  <a:lnTo>
                    <a:pt x="283" y="157"/>
                  </a:lnTo>
                  <a:lnTo>
                    <a:pt x="318" y="157"/>
                  </a:lnTo>
                  <a:lnTo>
                    <a:pt x="323" y="152"/>
                  </a:lnTo>
                  <a:lnTo>
                    <a:pt x="323" y="118"/>
                  </a:lnTo>
                  <a:close/>
                  <a:moveTo>
                    <a:pt x="323" y="0"/>
                  </a:moveTo>
                  <a:lnTo>
                    <a:pt x="356" y="0"/>
                  </a:lnTo>
                  <a:lnTo>
                    <a:pt x="362" y="5"/>
                  </a:lnTo>
                  <a:lnTo>
                    <a:pt x="362" y="38"/>
                  </a:lnTo>
                  <a:lnTo>
                    <a:pt x="396" y="38"/>
                  </a:lnTo>
                  <a:lnTo>
                    <a:pt x="403" y="43"/>
                  </a:lnTo>
                  <a:lnTo>
                    <a:pt x="403" y="113"/>
                  </a:lnTo>
                  <a:lnTo>
                    <a:pt x="437" y="113"/>
                  </a:lnTo>
                  <a:lnTo>
                    <a:pt x="444" y="118"/>
                  </a:lnTo>
                  <a:lnTo>
                    <a:pt x="444" y="187"/>
                  </a:lnTo>
                  <a:lnTo>
                    <a:pt x="472" y="187"/>
                  </a:lnTo>
                  <a:lnTo>
                    <a:pt x="477" y="192"/>
                  </a:lnTo>
                  <a:lnTo>
                    <a:pt x="477" y="295"/>
                  </a:lnTo>
                  <a:lnTo>
                    <a:pt x="513" y="295"/>
                  </a:lnTo>
                  <a:lnTo>
                    <a:pt x="518" y="300"/>
                  </a:lnTo>
                  <a:lnTo>
                    <a:pt x="518" y="407"/>
                  </a:lnTo>
                  <a:lnTo>
                    <a:pt x="553" y="407"/>
                  </a:lnTo>
                  <a:lnTo>
                    <a:pt x="559" y="413"/>
                  </a:lnTo>
                  <a:lnTo>
                    <a:pt x="559" y="516"/>
                  </a:lnTo>
                  <a:lnTo>
                    <a:pt x="594" y="516"/>
                  </a:lnTo>
                  <a:lnTo>
                    <a:pt x="598" y="521"/>
                  </a:lnTo>
                  <a:lnTo>
                    <a:pt x="598" y="590"/>
                  </a:lnTo>
                  <a:lnTo>
                    <a:pt x="673" y="590"/>
                  </a:lnTo>
                  <a:lnTo>
                    <a:pt x="679" y="595"/>
                  </a:lnTo>
                  <a:lnTo>
                    <a:pt x="679" y="625"/>
                  </a:lnTo>
                  <a:lnTo>
                    <a:pt x="673" y="631"/>
                  </a:lnTo>
                  <a:lnTo>
                    <a:pt x="444" y="631"/>
                  </a:lnTo>
                  <a:lnTo>
                    <a:pt x="437" y="625"/>
                  </a:lnTo>
                  <a:lnTo>
                    <a:pt x="437" y="595"/>
                  </a:lnTo>
                  <a:lnTo>
                    <a:pt x="444" y="590"/>
                  </a:lnTo>
                  <a:lnTo>
                    <a:pt x="513" y="590"/>
                  </a:lnTo>
                  <a:lnTo>
                    <a:pt x="513" y="521"/>
                  </a:lnTo>
                  <a:lnTo>
                    <a:pt x="477" y="521"/>
                  </a:lnTo>
                  <a:lnTo>
                    <a:pt x="472" y="516"/>
                  </a:lnTo>
                  <a:lnTo>
                    <a:pt x="472" y="413"/>
                  </a:lnTo>
                  <a:lnTo>
                    <a:pt x="201" y="413"/>
                  </a:lnTo>
                  <a:lnTo>
                    <a:pt x="201" y="482"/>
                  </a:lnTo>
                  <a:lnTo>
                    <a:pt x="196" y="488"/>
                  </a:lnTo>
                  <a:lnTo>
                    <a:pt x="161" y="488"/>
                  </a:lnTo>
                  <a:lnTo>
                    <a:pt x="161" y="590"/>
                  </a:lnTo>
                  <a:lnTo>
                    <a:pt x="236" y="590"/>
                  </a:lnTo>
                  <a:lnTo>
                    <a:pt x="242" y="595"/>
                  </a:lnTo>
                  <a:lnTo>
                    <a:pt x="242" y="625"/>
                  </a:lnTo>
                  <a:lnTo>
                    <a:pt x="236" y="631"/>
                  </a:lnTo>
                  <a:lnTo>
                    <a:pt x="5" y="631"/>
                  </a:lnTo>
                  <a:lnTo>
                    <a:pt x="0" y="625"/>
                  </a:lnTo>
                  <a:lnTo>
                    <a:pt x="0" y="595"/>
                  </a:lnTo>
                  <a:lnTo>
                    <a:pt x="5" y="590"/>
                  </a:lnTo>
                  <a:lnTo>
                    <a:pt x="80" y="590"/>
                  </a:lnTo>
                  <a:lnTo>
                    <a:pt x="80" y="557"/>
                  </a:lnTo>
                  <a:lnTo>
                    <a:pt x="86" y="552"/>
                  </a:lnTo>
                  <a:lnTo>
                    <a:pt x="120" y="552"/>
                  </a:lnTo>
                  <a:lnTo>
                    <a:pt x="120" y="449"/>
                  </a:lnTo>
                  <a:lnTo>
                    <a:pt x="127" y="443"/>
                  </a:lnTo>
                  <a:lnTo>
                    <a:pt x="155" y="443"/>
                  </a:lnTo>
                  <a:lnTo>
                    <a:pt x="155" y="339"/>
                  </a:lnTo>
                  <a:lnTo>
                    <a:pt x="161" y="334"/>
                  </a:lnTo>
                  <a:lnTo>
                    <a:pt x="196" y="334"/>
                  </a:lnTo>
                  <a:lnTo>
                    <a:pt x="196" y="225"/>
                  </a:lnTo>
                  <a:lnTo>
                    <a:pt x="201" y="220"/>
                  </a:lnTo>
                  <a:lnTo>
                    <a:pt x="236" y="220"/>
                  </a:lnTo>
                  <a:lnTo>
                    <a:pt x="236" y="157"/>
                  </a:lnTo>
                  <a:lnTo>
                    <a:pt x="242" y="152"/>
                  </a:lnTo>
                  <a:lnTo>
                    <a:pt x="277" y="152"/>
                  </a:lnTo>
                  <a:lnTo>
                    <a:pt x="277" y="43"/>
                  </a:lnTo>
                  <a:lnTo>
                    <a:pt x="283" y="38"/>
                  </a:lnTo>
                  <a:lnTo>
                    <a:pt x="318" y="38"/>
                  </a:lnTo>
                  <a:lnTo>
                    <a:pt x="318" y="5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79" name="Google Shape;479;p34"/>
            <p:cNvSpPr/>
            <p:nvPr/>
          </p:nvSpPr>
          <p:spPr>
            <a:xfrm>
              <a:off x="4066" y="2891"/>
              <a:ext cx="107" cy="50"/>
            </a:xfrm>
            <a:custGeom>
              <a:rect b="b" l="l" r="r" t="t"/>
              <a:pathLst>
                <a:path extrusionOk="0" h="225" w="477">
                  <a:moveTo>
                    <a:pt x="5" y="145"/>
                  </a:moveTo>
                  <a:lnTo>
                    <a:pt x="470" y="145"/>
                  </a:lnTo>
                  <a:lnTo>
                    <a:pt x="476" y="151"/>
                  </a:lnTo>
                  <a:lnTo>
                    <a:pt x="476" y="219"/>
                  </a:lnTo>
                  <a:lnTo>
                    <a:pt x="470" y="224"/>
                  </a:lnTo>
                  <a:lnTo>
                    <a:pt x="5" y="224"/>
                  </a:lnTo>
                  <a:lnTo>
                    <a:pt x="0" y="219"/>
                  </a:lnTo>
                  <a:lnTo>
                    <a:pt x="0" y="151"/>
                  </a:lnTo>
                  <a:lnTo>
                    <a:pt x="5" y="145"/>
                  </a:lnTo>
                  <a:close/>
                  <a:moveTo>
                    <a:pt x="5" y="0"/>
                  </a:moveTo>
                  <a:lnTo>
                    <a:pt x="470" y="0"/>
                  </a:lnTo>
                  <a:lnTo>
                    <a:pt x="476" y="4"/>
                  </a:lnTo>
                  <a:lnTo>
                    <a:pt x="476" y="73"/>
                  </a:lnTo>
                  <a:lnTo>
                    <a:pt x="470" y="78"/>
                  </a:lnTo>
                  <a:lnTo>
                    <a:pt x="5" y="78"/>
                  </a:lnTo>
                  <a:lnTo>
                    <a:pt x="0" y="73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4246" y="2875"/>
              <a:ext cx="79" cy="99"/>
            </a:xfrm>
            <a:custGeom>
              <a:rect b="b" l="l" r="r" t="t"/>
              <a:pathLst>
                <a:path extrusionOk="0" h="442" w="353">
                  <a:moveTo>
                    <a:pt x="196" y="186"/>
                  </a:moveTo>
                  <a:lnTo>
                    <a:pt x="229" y="186"/>
                  </a:lnTo>
                  <a:lnTo>
                    <a:pt x="229" y="326"/>
                  </a:lnTo>
                  <a:lnTo>
                    <a:pt x="196" y="326"/>
                  </a:lnTo>
                  <a:lnTo>
                    <a:pt x="191" y="331"/>
                  </a:lnTo>
                  <a:lnTo>
                    <a:pt x="191" y="362"/>
                  </a:lnTo>
                  <a:lnTo>
                    <a:pt x="83" y="362"/>
                  </a:lnTo>
                  <a:lnTo>
                    <a:pt x="83" y="260"/>
                  </a:lnTo>
                  <a:lnTo>
                    <a:pt x="113" y="260"/>
                  </a:lnTo>
                  <a:lnTo>
                    <a:pt x="118" y="254"/>
                  </a:lnTo>
                  <a:lnTo>
                    <a:pt x="118" y="224"/>
                  </a:lnTo>
                  <a:lnTo>
                    <a:pt x="191" y="224"/>
                  </a:lnTo>
                  <a:lnTo>
                    <a:pt x="196" y="218"/>
                  </a:lnTo>
                  <a:lnTo>
                    <a:pt x="196" y="186"/>
                  </a:lnTo>
                  <a:close/>
                  <a:moveTo>
                    <a:pt x="83" y="0"/>
                  </a:moveTo>
                  <a:lnTo>
                    <a:pt x="268" y="0"/>
                  </a:lnTo>
                  <a:lnTo>
                    <a:pt x="273" y="4"/>
                  </a:lnTo>
                  <a:lnTo>
                    <a:pt x="273" y="32"/>
                  </a:lnTo>
                  <a:lnTo>
                    <a:pt x="307" y="32"/>
                  </a:lnTo>
                  <a:lnTo>
                    <a:pt x="313" y="37"/>
                  </a:lnTo>
                  <a:lnTo>
                    <a:pt x="313" y="400"/>
                  </a:lnTo>
                  <a:lnTo>
                    <a:pt x="346" y="400"/>
                  </a:lnTo>
                  <a:lnTo>
                    <a:pt x="352" y="406"/>
                  </a:lnTo>
                  <a:lnTo>
                    <a:pt x="352" y="435"/>
                  </a:lnTo>
                  <a:lnTo>
                    <a:pt x="346" y="441"/>
                  </a:lnTo>
                  <a:lnTo>
                    <a:pt x="273" y="441"/>
                  </a:lnTo>
                  <a:lnTo>
                    <a:pt x="268" y="435"/>
                  </a:lnTo>
                  <a:lnTo>
                    <a:pt x="268" y="406"/>
                  </a:lnTo>
                  <a:lnTo>
                    <a:pt x="235" y="406"/>
                  </a:lnTo>
                  <a:lnTo>
                    <a:pt x="229" y="400"/>
                  </a:lnTo>
                  <a:lnTo>
                    <a:pt x="229" y="367"/>
                  </a:lnTo>
                  <a:lnTo>
                    <a:pt x="196" y="367"/>
                  </a:lnTo>
                  <a:lnTo>
                    <a:pt x="196" y="400"/>
                  </a:lnTo>
                  <a:lnTo>
                    <a:pt x="191" y="406"/>
                  </a:lnTo>
                  <a:lnTo>
                    <a:pt x="157" y="406"/>
                  </a:lnTo>
                  <a:lnTo>
                    <a:pt x="157" y="435"/>
                  </a:lnTo>
                  <a:lnTo>
                    <a:pt x="151" y="441"/>
                  </a:lnTo>
                  <a:lnTo>
                    <a:pt x="45" y="441"/>
                  </a:lnTo>
                  <a:lnTo>
                    <a:pt x="39" y="435"/>
                  </a:lnTo>
                  <a:lnTo>
                    <a:pt x="39" y="406"/>
                  </a:lnTo>
                  <a:lnTo>
                    <a:pt x="5" y="406"/>
                  </a:lnTo>
                  <a:lnTo>
                    <a:pt x="0" y="400"/>
                  </a:lnTo>
                  <a:lnTo>
                    <a:pt x="0" y="260"/>
                  </a:lnTo>
                  <a:lnTo>
                    <a:pt x="5" y="254"/>
                  </a:lnTo>
                  <a:lnTo>
                    <a:pt x="39" y="254"/>
                  </a:lnTo>
                  <a:lnTo>
                    <a:pt x="39" y="224"/>
                  </a:lnTo>
                  <a:lnTo>
                    <a:pt x="45" y="218"/>
                  </a:lnTo>
                  <a:lnTo>
                    <a:pt x="77" y="218"/>
                  </a:lnTo>
                  <a:lnTo>
                    <a:pt x="77" y="186"/>
                  </a:lnTo>
                  <a:lnTo>
                    <a:pt x="83" y="181"/>
                  </a:lnTo>
                  <a:lnTo>
                    <a:pt x="151" y="181"/>
                  </a:lnTo>
                  <a:lnTo>
                    <a:pt x="151" y="150"/>
                  </a:lnTo>
                  <a:lnTo>
                    <a:pt x="157" y="145"/>
                  </a:lnTo>
                  <a:lnTo>
                    <a:pt x="229" y="145"/>
                  </a:lnTo>
                  <a:lnTo>
                    <a:pt x="229" y="76"/>
                  </a:lnTo>
                  <a:lnTo>
                    <a:pt x="196" y="76"/>
                  </a:lnTo>
                  <a:lnTo>
                    <a:pt x="191" y="71"/>
                  </a:lnTo>
                  <a:lnTo>
                    <a:pt x="191" y="37"/>
                  </a:lnTo>
                  <a:lnTo>
                    <a:pt x="118" y="37"/>
                  </a:lnTo>
                  <a:lnTo>
                    <a:pt x="118" y="106"/>
                  </a:lnTo>
                  <a:lnTo>
                    <a:pt x="113" y="111"/>
                  </a:lnTo>
                  <a:lnTo>
                    <a:pt x="45" y="111"/>
                  </a:lnTo>
                  <a:lnTo>
                    <a:pt x="39" y="106"/>
                  </a:lnTo>
                  <a:lnTo>
                    <a:pt x="39" y="37"/>
                  </a:lnTo>
                  <a:lnTo>
                    <a:pt x="45" y="32"/>
                  </a:lnTo>
                  <a:lnTo>
                    <a:pt x="77" y="32"/>
                  </a:lnTo>
                  <a:lnTo>
                    <a:pt x="77" y="4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4345" y="2832"/>
              <a:ext cx="87" cy="142"/>
            </a:xfrm>
            <a:custGeom>
              <a:rect b="b" l="l" r="r" t="t"/>
              <a:pathLst>
                <a:path extrusionOk="0" h="632" w="389">
                  <a:moveTo>
                    <a:pt x="155" y="225"/>
                  </a:moveTo>
                  <a:lnTo>
                    <a:pt x="227" y="225"/>
                  </a:lnTo>
                  <a:lnTo>
                    <a:pt x="227" y="259"/>
                  </a:lnTo>
                  <a:lnTo>
                    <a:pt x="232" y="264"/>
                  </a:lnTo>
                  <a:lnTo>
                    <a:pt x="266" y="264"/>
                  </a:lnTo>
                  <a:lnTo>
                    <a:pt x="266" y="295"/>
                  </a:lnTo>
                  <a:lnTo>
                    <a:pt x="270" y="300"/>
                  </a:lnTo>
                  <a:lnTo>
                    <a:pt x="304" y="300"/>
                  </a:lnTo>
                  <a:lnTo>
                    <a:pt x="304" y="516"/>
                  </a:lnTo>
                  <a:lnTo>
                    <a:pt x="270" y="516"/>
                  </a:lnTo>
                  <a:lnTo>
                    <a:pt x="266" y="521"/>
                  </a:lnTo>
                  <a:lnTo>
                    <a:pt x="266" y="552"/>
                  </a:lnTo>
                  <a:lnTo>
                    <a:pt x="232" y="552"/>
                  </a:lnTo>
                  <a:lnTo>
                    <a:pt x="227" y="557"/>
                  </a:lnTo>
                  <a:lnTo>
                    <a:pt x="227" y="590"/>
                  </a:lnTo>
                  <a:lnTo>
                    <a:pt x="155" y="590"/>
                  </a:lnTo>
                  <a:lnTo>
                    <a:pt x="155" y="557"/>
                  </a:lnTo>
                  <a:lnTo>
                    <a:pt x="149" y="552"/>
                  </a:lnTo>
                  <a:lnTo>
                    <a:pt x="116" y="552"/>
                  </a:lnTo>
                  <a:lnTo>
                    <a:pt x="116" y="264"/>
                  </a:lnTo>
                  <a:lnTo>
                    <a:pt x="149" y="264"/>
                  </a:lnTo>
                  <a:lnTo>
                    <a:pt x="155" y="259"/>
                  </a:lnTo>
                  <a:lnTo>
                    <a:pt x="155" y="225"/>
                  </a:lnTo>
                  <a:close/>
                  <a:moveTo>
                    <a:pt x="4" y="0"/>
                  </a:moveTo>
                  <a:lnTo>
                    <a:pt x="109" y="0"/>
                  </a:lnTo>
                  <a:lnTo>
                    <a:pt x="116" y="5"/>
                  </a:lnTo>
                  <a:lnTo>
                    <a:pt x="116" y="220"/>
                  </a:lnTo>
                  <a:lnTo>
                    <a:pt x="149" y="220"/>
                  </a:lnTo>
                  <a:lnTo>
                    <a:pt x="149" y="192"/>
                  </a:lnTo>
                  <a:lnTo>
                    <a:pt x="155" y="187"/>
                  </a:lnTo>
                  <a:lnTo>
                    <a:pt x="266" y="187"/>
                  </a:lnTo>
                  <a:lnTo>
                    <a:pt x="270" y="192"/>
                  </a:lnTo>
                  <a:lnTo>
                    <a:pt x="270" y="220"/>
                  </a:lnTo>
                  <a:lnTo>
                    <a:pt x="344" y="220"/>
                  </a:lnTo>
                  <a:lnTo>
                    <a:pt x="349" y="225"/>
                  </a:lnTo>
                  <a:lnTo>
                    <a:pt x="349" y="295"/>
                  </a:lnTo>
                  <a:lnTo>
                    <a:pt x="382" y="295"/>
                  </a:lnTo>
                  <a:lnTo>
                    <a:pt x="388" y="300"/>
                  </a:lnTo>
                  <a:lnTo>
                    <a:pt x="388" y="516"/>
                  </a:lnTo>
                  <a:lnTo>
                    <a:pt x="382" y="521"/>
                  </a:lnTo>
                  <a:lnTo>
                    <a:pt x="349" y="521"/>
                  </a:lnTo>
                  <a:lnTo>
                    <a:pt x="349" y="590"/>
                  </a:lnTo>
                  <a:lnTo>
                    <a:pt x="344" y="595"/>
                  </a:lnTo>
                  <a:lnTo>
                    <a:pt x="270" y="595"/>
                  </a:lnTo>
                  <a:lnTo>
                    <a:pt x="270" y="625"/>
                  </a:lnTo>
                  <a:lnTo>
                    <a:pt x="266" y="631"/>
                  </a:lnTo>
                  <a:lnTo>
                    <a:pt x="116" y="631"/>
                  </a:lnTo>
                  <a:lnTo>
                    <a:pt x="109" y="625"/>
                  </a:lnTo>
                  <a:lnTo>
                    <a:pt x="109" y="595"/>
                  </a:lnTo>
                  <a:lnTo>
                    <a:pt x="83" y="595"/>
                  </a:lnTo>
                  <a:lnTo>
                    <a:pt x="83" y="625"/>
                  </a:lnTo>
                  <a:lnTo>
                    <a:pt x="78" y="631"/>
                  </a:lnTo>
                  <a:lnTo>
                    <a:pt x="44" y="631"/>
                  </a:lnTo>
                  <a:lnTo>
                    <a:pt x="38" y="625"/>
                  </a:lnTo>
                  <a:lnTo>
                    <a:pt x="38" y="43"/>
                  </a:lnTo>
                  <a:lnTo>
                    <a:pt x="4" y="43"/>
                  </a:lnTo>
                  <a:lnTo>
                    <a:pt x="0" y="38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82" name="Google Shape;482;p34"/>
            <p:cNvSpPr/>
            <p:nvPr/>
          </p:nvSpPr>
          <p:spPr>
            <a:xfrm>
              <a:off x="4457" y="2875"/>
              <a:ext cx="71" cy="99"/>
            </a:xfrm>
            <a:custGeom>
              <a:rect b="b" l="l" r="r" t="t"/>
              <a:pathLst>
                <a:path extrusionOk="0" h="442" w="319">
                  <a:moveTo>
                    <a:pt x="85" y="0"/>
                  </a:moveTo>
                  <a:lnTo>
                    <a:pt x="273" y="0"/>
                  </a:lnTo>
                  <a:lnTo>
                    <a:pt x="278" y="4"/>
                  </a:lnTo>
                  <a:lnTo>
                    <a:pt x="278" y="106"/>
                  </a:lnTo>
                  <a:lnTo>
                    <a:pt x="273" y="111"/>
                  </a:lnTo>
                  <a:lnTo>
                    <a:pt x="238" y="111"/>
                  </a:lnTo>
                  <a:lnTo>
                    <a:pt x="233" y="106"/>
                  </a:lnTo>
                  <a:lnTo>
                    <a:pt x="233" y="76"/>
                  </a:lnTo>
                  <a:lnTo>
                    <a:pt x="198" y="76"/>
                  </a:lnTo>
                  <a:lnTo>
                    <a:pt x="192" y="71"/>
                  </a:lnTo>
                  <a:lnTo>
                    <a:pt x="192" y="37"/>
                  </a:lnTo>
                  <a:lnTo>
                    <a:pt x="119" y="37"/>
                  </a:lnTo>
                  <a:lnTo>
                    <a:pt x="119" y="71"/>
                  </a:lnTo>
                  <a:lnTo>
                    <a:pt x="113" y="76"/>
                  </a:lnTo>
                  <a:lnTo>
                    <a:pt x="85" y="76"/>
                  </a:lnTo>
                  <a:lnTo>
                    <a:pt x="85" y="106"/>
                  </a:lnTo>
                  <a:lnTo>
                    <a:pt x="113" y="106"/>
                  </a:lnTo>
                  <a:lnTo>
                    <a:pt x="119" y="111"/>
                  </a:lnTo>
                  <a:lnTo>
                    <a:pt x="119" y="145"/>
                  </a:lnTo>
                  <a:lnTo>
                    <a:pt x="153" y="145"/>
                  </a:lnTo>
                  <a:lnTo>
                    <a:pt x="158" y="150"/>
                  </a:lnTo>
                  <a:lnTo>
                    <a:pt x="158" y="181"/>
                  </a:lnTo>
                  <a:lnTo>
                    <a:pt x="233" y="181"/>
                  </a:lnTo>
                  <a:lnTo>
                    <a:pt x="238" y="186"/>
                  </a:lnTo>
                  <a:lnTo>
                    <a:pt x="238" y="218"/>
                  </a:lnTo>
                  <a:lnTo>
                    <a:pt x="273" y="218"/>
                  </a:lnTo>
                  <a:lnTo>
                    <a:pt x="278" y="224"/>
                  </a:lnTo>
                  <a:lnTo>
                    <a:pt x="278" y="254"/>
                  </a:lnTo>
                  <a:lnTo>
                    <a:pt x="312" y="254"/>
                  </a:lnTo>
                  <a:lnTo>
                    <a:pt x="318" y="260"/>
                  </a:lnTo>
                  <a:lnTo>
                    <a:pt x="318" y="362"/>
                  </a:lnTo>
                  <a:lnTo>
                    <a:pt x="312" y="367"/>
                  </a:lnTo>
                  <a:lnTo>
                    <a:pt x="278" y="367"/>
                  </a:lnTo>
                  <a:lnTo>
                    <a:pt x="278" y="400"/>
                  </a:lnTo>
                  <a:lnTo>
                    <a:pt x="273" y="406"/>
                  </a:lnTo>
                  <a:lnTo>
                    <a:pt x="198" y="406"/>
                  </a:lnTo>
                  <a:lnTo>
                    <a:pt x="198" y="435"/>
                  </a:lnTo>
                  <a:lnTo>
                    <a:pt x="192" y="441"/>
                  </a:lnTo>
                  <a:lnTo>
                    <a:pt x="4" y="441"/>
                  </a:lnTo>
                  <a:lnTo>
                    <a:pt x="0" y="435"/>
                  </a:lnTo>
                  <a:lnTo>
                    <a:pt x="0" y="331"/>
                  </a:lnTo>
                  <a:lnTo>
                    <a:pt x="4" y="326"/>
                  </a:lnTo>
                  <a:lnTo>
                    <a:pt x="39" y="326"/>
                  </a:lnTo>
                  <a:lnTo>
                    <a:pt x="45" y="331"/>
                  </a:lnTo>
                  <a:lnTo>
                    <a:pt x="45" y="362"/>
                  </a:lnTo>
                  <a:lnTo>
                    <a:pt x="79" y="362"/>
                  </a:lnTo>
                  <a:lnTo>
                    <a:pt x="85" y="367"/>
                  </a:lnTo>
                  <a:lnTo>
                    <a:pt x="85" y="400"/>
                  </a:lnTo>
                  <a:lnTo>
                    <a:pt x="192" y="400"/>
                  </a:lnTo>
                  <a:lnTo>
                    <a:pt x="192" y="367"/>
                  </a:lnTo>
                  <a:lnTo>
                    <a:pt x="198" y="362"/>
                  </a:lnTo>
                  <a:lnTo>
                    <a:pt x="233" y="362"/>
                  </a:lnTo>
                  <a:lnTo>
                    <a:pt x="233" y="299"/>
                  </a:lnTo>
                  <a:lnTo>
                    <a:pt x="198" y="299"/>
                  </a:lnTo>
                  <a:lnTo>
                    <a:pt x="192" y="293"/>
                  </a:lnTo>
                  <a:lnTo>
                    <a:pt x="192" y="260"/>
                  </a:lnTo>
                  <a:lnTo>
                    <a:pt x="119" y="260"/>
                  </a:lnTo>
                  <a:lnTo>
                    <a:pt x="113" y="254"/>
                  </a:lnTo>
                  <a:lnTo>
                    <a:pt x="113" y="224"/>
                  </a:lnTo>
                  <a:lnTo>
                    <a:pt x="45" y="224"/>
                  </a:lnTo>
                  <a:lnTo>
                    <a:pt x="39" y="218"/>
                  </a:lnTo>
                  <a:lnTo>
                    <a:pt x="39" y="150"/>
                  </a:lnTo>
                  <a:lnTo>
                    <a:pt x="4" y="150"/>
                  </a:lnTo>
                  <a:lnTo>
                    <a:pt x="0" y="145"/>
                  </a:lnTo>
                  <a:lnTo>
                    <a:pt x="0" y="76"/>
                  </a:lnTo>
                  <a:lnTo>
                    <a:pt x="4" y="71"/>
                  </a:lnTo>
                  <a:lnTo>
                    <a:pt x="39" y="71"/>
                  </a:lnTo>
                  <a:lnTo>
                    <a:pt x="39" y="37"/>
                  </a:lnTo>
                  <a:lnTo>
                    <a:pt x="45" y="32"/>
                  </a:lnTo>
                  <a:lnTo>
                    <a:pt x="79" y="32"/>
                  </a:lnTo>
                  <a:lnTo>
                    <a:pt x="79" y="4"/>
                  </a:lnTo>
                  <a:lnTo>
                    <a:pt x="85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83" name="Google Shape;483;p34"/>
            <p:cNvSpPr/>
            <p:nvPr/>
          </p:nvSpPr>
          <p:spPr>
            <a:xfrm>
              <a:off x="4543" y="2875"/>
              <a:ext cx="79" cy="99"/>
            </a:xfrm>
            <a:custGeom>
              <a:rect b="b" l="l" r="r" t="t"/>
              <a:pathLst>
                <a:path extrusionOk="0" h="442" w="354">
                  <a:moveTo>
                    <a:pt x="119" y="37"/>
                  </a:moveTo>
                  <a:lnTo>
                    <a:pt x="230" y="37"/>
                  </a:lnTo>
                  <a:lnTo>
                    <a:pt x="230" y="71"/>
                  </a:lnTo>
                  <a:lnTo>
                    <a:pt x="236" y="76"/>
                  </a:lnTo>
                  <a:lnTo>
                    <a:pt x="269" y="76"/>
                  </a:lnTo>
                  <a:lnTo>
                    <a:pt x="269" y="145"/>
                  </a:lnTo>
                  <a:lnTo>
                    <a:pt x="84" y="145"/>
                  </a:lnTo>
                  <a:lnTo>
                    <a:pt x="84" y="76"/>
                  </a:lnTo>
                  <a:lnTo>
                    <a:pt x="113" y="76"/>
                  </a:lnTo>
                  <a:lnTo>
                    <a:pt x="119" y="71"/>
                  </a:lnTo>
                  <a:lnTo>
                    <a:pt x="119" y="37"/>
                  </a:lnTo>
                  <a:close/>
                  <a:moveTo>
                    <a:pt x="119" y="0"/>
                  </a:moveTo>
                  <a:lnTo>
                    <a:pt x="269" y="0"/>
                  </a:lnTo>
                  <a:lnTo>
                    <a:pt x="276" y="4"/>
                  </a:lnTo>
                  <a:lnTo>
                    <a:pt x="276" y="32"/>
                  </a:lnTo>
                  <a:lnTo>
                    <a:pt x="308" y="32"/>
                  </a:lnTo>
                  <a:lnTo>
                    <a:pt x="313" y="37"/>
                  </a:lnTo>
                  <a:lnTo>
                    <a:pt x="313" y="71"/>
                  </a:lnTo>
                  <a:lnTo>
                    <a:pt x="347" y="71"/>
                  </a:lnTo>
                  <a:lnTo>
                    <a:pt x="353" y="76"/>
                  </a:lnTo>
                  <a:lnTo>
                    <a:pt x="353" y="181"/>
                  </a:lnTo>
                  <a:lnTo>
                    <a:pt x="347" y="186"/>
                  </a:lnTo>
                  <a:lnTo>
                    <a:pt x="84" y="186"/>
                  </a:lnTo>
                  <a:lnTo>
                    <a:pt x="84" y="293"/>
                  </a:lnTo>
                  <a:lnTo>
                    <a:pt x="113" y="293"/>
                  </a:lnTo>
                  <a:lnTo>
                    <a:pt x="119" y="299"/>
                  </a:lnTo>
                  <a:lnTo>
                    <a:pt x="119" y="326"/>
                  </a:lnTo>
                  <a:lnTo>
                    <a:pt x="153" y="326"/>
                  </a:lnTo>
                  <a:lnTo>
                    <a:pt x="157" y="331"/>
                  </a:lnTo>
                  <a:lnTo>
                    <a:pt x="157" y="362"/>
                  </a:lnTo>
                  <a:lnTo>
                    <a:pt x="308" y="362"/>
                  </a:lnTo>
                  <a:lnTo>
                    <a:pt x="308" y="331"/>
                  </a:lnTo>
                  <a:lnTo>
                    <a:pt x="313" y="326"/>
                  </a:lnTo>
                  <a:lnTo>
                    <a:pt x="347" y="326"/>
                  </a:lnTo>
                  <a:lnTo>
                    <a:pt x="353" y="331"/>
                  </a:lnTo>
                  <a:lnTo>
                    <a:pt x="353" y="362"/>
                  </a:lnTo>
                  <a:lnTo>
                    <a:pt x="347" y="367"/>
                  </a:lnTo>
                  <a:lnTo>
                    <a:pt x="313" y="367"/>
                  </a:lnTo>
                  <a:lnTo>
                    <a:pt x="313" y="400"/>
                  </a:lnTo>
                  <a:lnTo>
                    <a:pt x="308" y="406"/>
                  </a:lnTo>
                  <a:lnTo>
                    <a:pt x="276" y="406"/>
                  </a:lnTo>
                  <a:lnTo>
                    <a:pt x="276" y="435"/>
                  </a:lnTo>
                  <a:lnTo>
                    <a:pt x="269" y="441"/>
                  </a:lnTo>
                  <a:lnTo>
                    <a:pt x="119" y="441"/>
                  </a:lnTo>
                  <a:lnTo>
                    <a:pt x="113" y="435"/>
                  </a:lnTo>
                  <a:lnTo>
                    <a:pt x="113" y="406"/>
                  </a:lnTo>
                  <a:lnTo>
                    <a:pt x="44" y="406"/>
                  </a:lnTo>
                  <a:lnTo>
                    <a:pt x="38" y="400"/>
                  </a:lnTo>
                  <a:lnTo>
                    <a:pt x="38" y="331"/>
                  </a:lnTo>
                  <a:lnTo>
                    <a:pt x="4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4" y="106"/>
                  </a:lnTo>
                  <a:lnTo>
                    <a:pt x="38" y="106"/>
                  </a:lnTo>
                  <a:lnTo>
                    <a:pt x="38" y="37"/>
                  </a:lnTo>
                  <a:lnTo>
                    <a:pt x="44" y="32"/>
                  </a:lnTo>
                  <a:lnTo>
                    <a:pt x="113" y="32"/>
                  </a:lnTo>
                  <a:lnTo>
                    <a:pt x="113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4642" y="2875"/>
              <a:ext cx="100" cy="99"/>
            </a:xfrm>
            <a:custGeom>
              <a:rect b="b" l="l" r="r" t="t"/>
              <a:pathLst>
                <a:path extrusionOk="0" h="442" w="446">
                  <a:moveTo>
                    <a:pt x="5" y="0"/>
                  </a:moveTo>
                  <a:lnTo>
                    <a:pt x="117" y="0"/>
                  </a:lnTo>
                  <a:lnTo>
                    <a:pt x="122" y="4"/>
                  </a:lnTo>
                  <a:lnTo>
                    <a:pt x="122" y="71"/>
                  </a:lnTo>
                  <a:lnTo>
                    <a:pt x="159" y="71"/>
                  </a:lnTo>
                  <a:lnTo>
                    <a:pt x="159" y="37"/>
                  </a:lnTo>
                  <a:lnTo>
                    <a:pt x="164" y="32"/>
                  </a:lnTo>
                  <a:lnTo>
                    <a:pt x="199" y="32"/>
                  </a:lnTo>
                  <a:lnTo>
                    <a:pt x="199" y="4"/>
                  </a:lnTo>
                  <a:lnTo>
                    <a:pt x="205" y="0"/>
                  </a:lnTo>
                  <a:lnTo>
                    <a:pt x="322" y="0"/>
                  </a:lnTo>
                  <a:lnTo>
                    <a:pt x="328" y="4"/>
                  </a:lnTo>
                  <a:lnTo>
                    <a:pt x="328" y="32"/>
                  </a:lnTo>
                  <a:lnTo>
                    <a:pt x="364" y="32"/>
                  </a:lnTo>
                  <a:lnTo>
                    <a:pt x="370" y="37"/>
                  </a:lnTo>
                  <a:lnTo>
                    <a:pt x="370" y="71"/>
                  </a:lnTo>
                  <a:lnTo>
                    <a:pt x="404" y="71"/>
                  </a:lnTo>
                  <a:lnTo>
                    <a:pt x="410" y="76"/>
                  </a:lnTo>
                  <a:lnTo>
                    <a:pt x="410" y="400"/>
                  </a:lnTo>
                  <a:lnTo>
                    <a:pt x="439" y="400"/>
                  </a:lnTo>
                  <a:lnTo>
                    <a:pt x="445" y="406"/>
                  </a:lnTo>
                  <a:lnTo>
                    <a:pt x="445" y="435"/>
                  </a:lnTo>
                  <a:lnTo>
                    <a:pt x="439" y="441"/>
                  </a:lnTo>
                  <a:lnTo>
                    <a:pt x="287" y="441"/>
                  </a:lnTo>
                  <a:lnTo>
                    <a:pt x="282" y="435"/>
                  </a:lnTo>
                  <a:lnTo>
                    <a:pt x="282" y="406"/>
                  </a:lnTo>
                  <a:lnTo>
                    <a:pt x="287" y="400"/>
                  </a:lnTo>
                  <a:lnTo>
                    <a:pt x="322" y="400"/>
                  </a:lnTo>
                  <a:lnTo>
                    <a:pt x="322" y="111"/>
                  </a:lnTo>
                  <a:lnTo>
                    <a:pt x="287" y="111"/>
                  </a:lnTo>
                  <a:lnTo>
                    <a:pt x="282" y="106"/>
                  </a:lnTo>
                  <a:lnTo>
                    <a:pt x="282" y="76"/>
                  </a:lnTo>
                  <a:lnTo>
                    <a:pt x="164" y="76"/>
                  </a:lnTo>
                  <a:lnTo>
                    <a:pt x="164" y="106"/>
                  </a:lnTo>
                  <a:lnTo>
                    <a:pt x="159" y="111"/>
                  </a:lnTo>
                  <a:lnTo>
                    <a:pt x="122" y="111"/>
                  </a:lnTo>
                  <a:lnTo>
                    <a:pt x="122" y="400"/>
                  </a:lnTo>
                  <a:lnTo>
                    <a:pt x="159" y="400"/>
                  </a:lnTo>
                  <a:lnTo>
                    <a:pt x="164" y="406"/>
                  </a:lnTo>
                  <a:lnTo>
                    <a:pt x="164" y="435"/>
                  </a:lnTo>
                  <a:lnTo>
                    <a:pt x="159" y="441"/>
                  </a:lnTo>
                  <a:lnTo>
                    <a:pt x="5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5" y="400"/>
                  </a:lnTo>
                  <a:lnTo>
                    <a:pt x="41" y="400"/>
                  </a:lnTo>
                  <a:lnTo>
                    <a:pt x="41" y="37"/>
                  </a:lnTo>
                  <a:lnTo>
                    <a:pt x="5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4744" y="2849"/>
              <a:ext cx="62" cy="125"/>
            </a:xfrm>
            <a:custGeom>
              <a:rect b="b" l="l" r="r" t="t"/>
              <a:pathLst>
                <a:path extrusionOk="0" h="557" w="279">
                  <a:moveTo>
                    <a:pt x="125" y="0"/>
                  </a:moveTo>
                  <a:lnTo>
                    <a:pt x="153" y="0"/>
                  </a:lnTo>
                  <a:lnTo>
                    <a:pt x="159" y="4"/>
                  </a:lnTo>
                  <a:lnTo>
                    <a:pt x="159" y="113"/>
                  </a:lnTo>
                  <a:lnTo>
                    <a:pt x="272" y="113"/>
                  </a:lnTo>
                  <a:lnTo>
                    <a:pt x="278" y="118"/>
                  </a:lnTo>
                  <a:lnTo>
                    <a:pt x="278" y="146"/>
                  </a:lnTo>
                  <a:lnTo>
                    <a:pt x="272" y="151"/>
                  </a:lnTo>
                  <a:lnTo>
                    <a:pt x="159" y="151"/>
                  </a:lnTo>
                  <a:lnTo>
                    <a:pt x="159" y="515"/>
                  </a:lnTo>
                  <a:lnTo>
                    <a:pt x="233" y="515"/>
                  </a:lnTo>
                  <a:lnTo>
                    <a:pt x="233" y="482"/>
                  </a:lnTo>
                  <a:lnTo>
                    <a:pt x="238" y="477"/>
                  </a:lnTo>
                  <a:lnTo>
                    <a:pt x="272" y="477"/>
                  </a:lnTo>
                  <a:lnTo>
                    <a:pt x="278" y="482"/>
                  </a:lnTo>
                  <a:lnTo>
                    <a:pt x="278" y="515"/>
                  </a:lnTo>
                  <a:lnTo>
                    <a:pt x="272" y="521"/>
                  </a:lnTo>
                  <a:lnTo>
                    <a:pt x="238" y="521"/>
                  </a:lnTo>
                  <a:lnTo>
                    <a:pt x="238" y="550"/>
                  </a:lnTo>
                  <a:lnTo>
                    <a:pt x="233" y="556"/>
                  </a:lnTo>
                  <a:lnTo>
                    <a:pt x="125" y="556"/>
                  </a:lnTo>
                  <a:lnTo>
                    <a:pt x="119" y="550"/>
                  </a:lnTo>
                  <a:lnTo>
                    <a:pt x="119" y="521"/>
                  </a:lnTo>
                  <a:lnTo>
                    <a:pt x="84" y="521"/>
                  </a:lnTo>
                  <a:lnTo>
                    <a:pt x="80" y="515"/>
                  </a:lnTo>
                  <a:lnTo>
                    <a:pt x="80" y="151"/>
                  </a:lnTo>
                  <a:lnTo>
                    <a:pt x="5" y="151"/>
                  </a:lnTo>
                  <a:lnTo>
                    <a:pt x="0" y="146"/>
                  </a:lnTo>
                  <a:lnTo>
                    <a:pt x="0" y="118"/>
                  </a:lnTo>
                  <a:lnTo>
                    <a:pt x="5" y="113"/>
                  </a:lnTo>
                  <a:lnTo>
                    <a:pt x="40" y="113"/>
                  </a:lnTo>
                  <a:lnTo>
                    <a:pt x="40" y="82"/>
                  </a:lnTo>
                  <a:lnTo>
                    <a:pt x="46" y="77"/>
                  </a:lnTo>
                  <a:lnTo>
                    <a:pt x="80" y="77"/>
                  </a:lnTo>
                  <a:lnTo>
                    <a:pt x="80" y="43"/>
                  </a:lnTo>
                  <a:lnTo>
                    <a:pt x="84" y="38"/>
                  </a:lnTo>
                  <a:lnTo>
                    <a:pt x="119" y="38"/>
                  </a:lnTo>
                  <a:lnTo>
                    <a:pt x="119" y="4"/>
                  </a:lnTo>
                  <a:lnTo>
                    <a:pt x="125" y="0"/>
                  </a:lnTo>
                </a:path>
              </a:pathLst>
            </a:custGeom>
            <a:solidFill>
              <a:srgbClr val="0000CC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5"/>
          <p:cNvSpPr txBox="1"/>
          <p:nvPr>
            <p:ph type="title"/>
          </p:nvPr>
        </p:nvSpPr>
        <p:spPr>
          <a:xfrm>
            <a:off x="1063229" y="182563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graph- Example</a:t>
            </a:r>
            <a:endParaRPr/>
          </a:p>
        </p:txBody>
      </p:sp>
      <p:sp>
        <p:nvSpPr>
          <p:cNvPr id="493" name="Google Shape;493;p3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⚫"/>
            </a:pPr>
            <a:r>
              <a:rPr lang="en-IN" sz="4000"/>
              <a:t>Put a row in the decision table for each cause or effect: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88"/>
              </a:spcBef>
              <a:spcAft>
                <a:spcPts val="0"/>
              </a:spcAft>
              <a:buSzPts val="3600"/>
              <a:buChar char="◦"/>
            </a:pPr>
            <a:r>
              <a:rPr lang="en-IN" sz="3600"/>
              <a:t>in the example, there are five rows for causes and three for effects.</a:t>
            </a:r>
            <a:endParaRPr/>
          </a:p>
        </p:txBody>
      </p:sp>
      <p:sp>
        <p:nvSpPr>
          <p:cNvPr id="494" name="Google Shape;494;p3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6"/>
          <p:cNvSpPr txBox="1"/>
          <p:nvPr>
            <p:ph type="title"/>
          </p:nvPr>
        </p:nvSpPr>
        <p:spPr>
          <a:xfrm>
            <a:off x="406400" y="182563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graph- Example</a:t>
            </a:r>
            <a:endParaRPr/>
          </a:p>
        </p:txBody>
      </p:sp>
      <p:sp>
        <p:nvSpPr>
          <p:cNvPr id="502" name="Google Shape;502;p3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The columns of the decision table correspond to test cases.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788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Define the columns by examining each effect: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ts val="3200"/>
              <a:buChar char="◦"/>
            </a:pPr>
            <a:r>
              <a:rPr lang="en-IN" sz="3200"/>
              <a:t>list each combination of causes that can lead to that effect.</a:t>
            </a:r>
            <a:endParaRPr/>
          </a:p>
        </p:txBody>
      </p:sp>
      <p:sp>
        <p:nvSpPr>
          <p:cNvPr id="503" name="Google Shape;503;p3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"/>
          <p:cNvSpPr txBox="1"/>
          <p:nvPr>
            <p:ph type="title"/>
          </p:nvPr>
        </p:nvSpPr>
        <p:spPr>
          <a:xfrm>
            <a:off x="406400" y="182563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graph- Example</a:t>
            </a:r>
            <a:endParaRPr/>
          </a:p>
        </p:txBody>
      </p:sp>
      <p:sp>
        <p:nvSpPr>
          <p:cNvPr id="511" name="Google Shape;511;p3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We can determine the number of columns of the decision table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ts val="3200"/>
              <a:buChar char="◦"/>
            </a:pPr>
            <a:r>
              <a:rPr lang="en-IN" sz="3200"/>
              <a:t>by examining the lines flowing into the effect nodes of the graph.</a:t>
            </a:r>
            <a:endParaRPr/>
          </a:p>
        </p:txBody>
      </p:sp>
      <p:sp>
        <p:nvSpPr>
          <p:cNvPr id="512" name="Google Shape;512;p3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8"/>
          <p:cNvSpPr txBox="1"/>
          <p:nvPr>
            <p:ph type="title"/>
          </p:nvPr>
        </p:nvSpPr>
        <p:spPr>
          <a:xfrm>
            <a:off x="406400" y="182563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graph- Example</a:t>
            </a:r>
            <a:endParaRPr/>
          </a:p>
        </p:txBody>
      </p:sp>
      <p:sp>
        <p:nvSpPr>
          <p:cNvPr id="520" name="Google Shape;520;p3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IN" sz="3600"/>
              <a:t>Theoretically we could have generated 2</a:t>
            </a:r>
            <a:r>
              <a:rPr baseline="30000" lang="en-IN" sz="3600"/>
              <a:t>5</a:t>
            </a:r>
            <a:r>
              <a:rPr lang="en-IN" sz="3600"/>
              <a:t>=32 test cases.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13"/>
              </a:spcBef>
              <a:spcAft>
                <a:spcPts val="0"/>
              </a:spcAft>
              <a:buSzPts val="3200"/>
              <a:buChar char="◦"/>
            </a:pPr>
            <a:r>
              <a:rPr lang="en-IN" sz="3200"/>
              <a:t>Using cause effect graphing technique reduces that number  to 5.</a:t>
            </a:r>
            <a:endParaRPr/>
          </a:p>
        </p:txBody>
      </p:sp>
      <p:sp>
        <p:nvSpPr>
          <p:cNvPr id="521" name="Google Shape;521;p3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9"/>
          <p:cNvSpPr txBox="1"/>
          <p:nvPr>
            <p:ph type="title"/>
          </p:nvPr>
        </p:nvSpPr>
        <p:spPr>
          <a:xfrm>
            <a:off x="406400" y="182563"/>
            <a:ext cx="7769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Cause effect graph</a:t>
            </a:r>
            <a:endParaRPr/>
          </a:p>
        </p:txBody>
      </p:sp>
      <p:sp>
        <p:nvSpPr>
          <p:cNvPr id="529" name="Google Shape;529;p3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⚫"/>
            </a:pPr>
            <a:r>
              <a:rPr lang="en-IN" sz="4000"/>
              <a:t>Not practical for systems which: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88"/>
              </a:spcBef>
              <a:spcAft>
                <a:spcPts val="0"/>
              </a:spcAft>
              <a:buSzPts val="3600"/>
              <a:buChar char="◦"/>
            </a:pPr>
            <a:r>
              <a:rPr lang="en-IN" sz="3600"/>
              <a:t>include timing aspects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788"/>
              </a:spcBef>
              <a:spcAft>
                <a:spcPts val="0"/>
              </a:spcAft>
              <a:buSzPts val="3600"/>
              <a:buChar char="◦"/>
            </a:pPr>
            <a:r>
              <a:rPr lang="en-IN" sz="3600"/>
              <a:t>feedback from processes is used for some other processes.</a:t>
            </a:r>
            <a:endParaRPr/>
          </a:p>
        </p:txBody>
      </p:sp>
      <p:sp>
        <p:nvSpPr>
          <p:cNvPr id="530" name="Google Shape;530;p3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0"/>
          <p:cNvSpPr txBox="1"/>
          <p:nvPr>
            <p:ph type="title"/>
          </p:nvPr>
        </p:nvSpPr>
        <p:spPr>
          <a:xfrm>
            <a:off x="154546" y="90152"/>
            <a:ext cx="8834908" cy="953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200"/>
              <a:buFont typeface="Gill Sans"/>
              <a:buNone/>
            </a:pPr>
            <a:r>
              <a:rPr lang="en-IN" sz="3200"/>
              <a:t>Procedure used for the generation of tests</a:t>
            </a:r>
            <a:endParaRPr sz="3200"/>
          </a:p>
        </p:txBody>
      </p:sp>
      <p:sp>
        <p:nvSpPr>
          <p:cNvPr id="536" name="Google Shape;536;p40"/>
          <p:cNvSpPr txBox="1"/>
          <p:nvPr>
            <p:ph idx="1" type="body"/>
          </p:nvPr>
        </p:nvSpPr>
        <p:spPr>
          <a:xfrm>
            <a:off x="965915" y="1049628"/>
            <a:ext cx="8036417" cy="5595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Identify causes and effects by reading the requirements.  Each cause and effect is assigned a unique identifier. Note that an effect can also be a cause for some other effect.</a:t>
            </a:r>
            <a:endParaRPr/>
          </a:p>
          <a:p>
            <a:pPr indent="-14122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Express the relationship between causes and effects using a cause-effect graph.</a:t>
            </a:r>
            <a:endParaRPr/>
          </a:p>
          <a:p>
            <a:pPr indent="-14122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Transform the cause-effect graph into a limited entry decision table, hereafter referred to as decision table.</a:t>
            </a:r>
            <a:endParaRPr/>
          </a:p>
          <a:p>
            <a:pPr indent="-14122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Generate tests from the decision table.</a:t>
            </a:r>
            <a:endParaRPr sz="2800"/>
          </a:p>
        </p:txBody>
      </p:sp>
      <p:sp>
        <p:nvSpPr>
          <p:cNvPr id="537" name="Google Shape;537;p4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"/>
          <p:cNvSpPr txBox="1"/>
          <p:nvPr>
            <p:ph type="title"/>
          </p:nvPr>
        </p:nvSpPr>
        <p:spPr>
          <a:xfrm>
            <a:off x="406481" y="-22508"/>
            <a:ext cx="9144000" cy="605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200"/>
              <a:buFont typeface="Gill Sans"/>
              <a:buNone/>
            </a:pPr>
            <a:r>
              <a:rPr lang="en-IN" sz="3200"/>
              <a:t>Basic elements of a cause-effect graph</a:t>
            </a:r>
            <a:endParaRPr/>
          </a:p>
        </p:txBody>
      </p:sp>
      <p:sp>
        <p:nvSpPr>
          <p:cNvPr id="543" name="Google Shape;543;p41"/>
          <p:cNvSpPr txBox="1"/>
          <p:nvPr>
            <p:ph idx="1" type="body"/>
          </p:nvPr>
        </p:nvSpPr>
        <p:spPr>
          <a:xfrm>
            <a:off x="1460402" y="548417"/>
            <a:ext cx="9028090" cy="6143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implication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not (~)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and (^)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or (v)</a:t>
            </a:r>
            <a:endParaRPr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C, C</a:t>
            </a:r>
            <a:r>
              <a:rPr baseline="-25000" lang="en-IN" sz="2400"/>
              <a:t>1</a:t>
            </a:r>
            <a:r>
              <a:rPr lang="en-IN" sz="2400"/>
              <a:t>, C</a:t>
            </a:r>
            <a:r>
              <a:rPr baseline="-25000" lang="en-IN" sz="2400"/>
              <a:t>2</a:t>
            </a:r>
            <a:r>
              <a:rPr lang="en-IN" sz="2400"/>
              <a:t>, C</a:t>
            </a:r>
            <a:r>
              <a:rPr baseline="-25000" lang="en-IN" sz="2400"/>
              <a:t>3</a:t>
            </a:r>
            <a:r>
              <a:rPr lang="en-IN" sz="2400"/>
              <a:t> denote causes.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Ef denotes an effect.</a:t>
            </a:r>
            <a:endParaRPr sz="2400"/>
          </a:p>
        </p:txBody>
      </p:sp>
      <p:sp>
        <p:nvSpPr>
          <p:cNvPr id="544" name="Google Shape;544;p41"/>
          <p:cNvSpPr txBox="1"/>
          <p:nvPr>
            <p:ph idx="12" type="sldNum"/>
          </p:nvPr>
        </p:nvSpPr>
        <p:spPr>
          <a:xfrm>
            <a:off x="9020129" y="6283042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5" name="Google Shape;545;p41"/>
          <p:cNvSpPr/>
          <p:nvPr/>
        </p:nvSpPr>
        <p:spPr>
          <a:xfrm>
            <a:off x="1114819" y="2939633"/>
            <a:ext cx="450761" cy="463639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6" name="Google Shape;546;p41"/>
          <p:cNvSpPr txBox="1"/>
          <p:nvPr/>
        </p:nvSpPr>
        <p:spPr>
          <a:xfrm>
            <a:off x="1186150" y="2986786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7" name="Google Shape;547;p41"/>
          <p:cNvSpPr/>
          <p:nvPr/>
        </p:nvSpPr>
        <p:spPr>
          <a:xfrm>
            <a:off x="2264509" y="2935478"/>
            <a:ext cx="450761" cy="463639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8" name="Google Shape;548;p41"/>
          <p:cNvSpPr/>
          <p:nvPr/>
        </p:nvSpPr>
        <p:spPr>
          <a:xfrm>
            <a:off x="4469765" y="2935477"/>
            <a:ext cx="450761" cy="463639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9" name="Google Shape;549;p41"/>
          <p:cNvSpPr/>
          <p:nvPr/>
        </p:nvSpPr>
        <p:spPr>
          <a:xfrm>
            <a:off x="5619455" y="2935477"/>
            <a:ext cx="450761" cy="463639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0" name="Google Shape;550;p41"/>
          <p:cNvSpPr/>
          <p:nvPr/>
        </p:nvSpPr>
        <p:spPr>
          <a:xfrm>
            <a:off x="1114819" y="4124487"/>
            <a:ext cx="450761" cy="463639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1" name="Google Shape;551;p41"/>
          <p:cNvSpPr/>
          <p:nvPr/>
        </p:nvSpPr>
        <p:spPr>
          <a:xfrm>
            <a:off x="1114818" y="4631125"/>
            <a:ext cx="450761" cy="463639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2" name="Google Shape;552;p41"/>
          <p:cNvSpPr/>
          <p:nvPr/>
        </p:nvSpPr>
        <p:spPr>
          <a:xfrm>
            <a:off x="1114817" y="5137763"/>
            <a:ext cx="450761" cy="463639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3" name="Google Shape;553;p41"/>
          <p:cNvSpPr/>
          <p:nvPr/>
        </p:nvSpPr>
        <p:spPr>
          <a:xfrm>
            <a:off x="2256333" y="4631125"/>
            <a:ext cx="450761" cy="463639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4" name="Google Shape;554;p41"/>
          <p:cNvSpPr/>
          <p:nvPr/>
        </p:nvSpPr>
        <p:spPr>
          <a:xfrm>
            <a:off x="4469764" y="4173925"/>
            <a:ext cx="450761" cy="463639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5" name="Google Shape;555;p41"/>
          <p:cNvSpPr/>
          <p:nvPr/>
        </p:nvSpPr>
        <p:spPr>
          <a:xfrm>
            <a:off x="4469764" y="5094764"/>
            <a:ext cx="450761" cy="463639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6" name="Google Shape;556;p41"/>
          <p:cNvSpPr/>
          <p:nvPr/>
        </p:nvSpPr>
        <p:spPr>
          <a:xfrm>
            <a:off x="5749067" y="4586048"/>
            <a:ext cx="450761" cy="463639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7" name="Google Shape;557;p41"/>
          <p:cNvSpPr txBox="1"/>
          <p:nvPr/>
        </p:nvSpPr>
        <p:spPr>
          <a:xfrm>
            <a:off x="2327664" y="2969957"/>
            <a:ext cx="393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Ef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8" name="Google Shape;558;p41"/>
          <p:cNvSpPr txBox="1"/>
          <p:nvPr/>
        </p:nvSpPr>
        <p:spPr>
          <a:xfrm>
            <a:off x="1171794" y="4171640"/>
            <a:ext cx="4026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9" name="Google Shape;559;p41"/>
          <p:cNvSpPr txBox="1"/>
          <p:nvPr/>
        </p:nvSpPr>
        <p:spPr>
          <a:xfrm>
            <a:off x="1171794" y="4678278"/>
            <a:ext cx="4026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0" name="Google Shape;560;p41"/>
          <p:cNvSpPr txBox="1"/>
          <p:nvPr/>
        </p:nvSpPr>
        <p:spPr>
          <a:xfrm>
            <a:off x="1189619" y="5223964"/>
            <a:ext cx="4026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1" name="Google Shape;561;p41"/>
          <p:cNvSpPr txBox="1"/>
          <p:nvPr/>
        </p:nvSpPr>
        <p:spPr>
          <a:xfrm>
            <a:off x="4516334" y="2995407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2" name="Google Shape;562;p41"/>
          <p:cNvSpPr txBox="1"/>
          <p:nvPr/>
        </p:nvSpPr>
        <p:spPr>
          <a:xfrm>
            <a:off x="4519305" y="4193447"/>
            <a:ext cx="4026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3" name="Google Shape;563;p41"/>
          <p:cNvSpPr txBox="1"/>
          <p:nvPr/>
        </p:nvSpPr>
        <p:spPr>
          <a:xfrm>
            <a:off x="4541095" y="5137761"/>
            <a:ext cx="4026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4" name="Google Shape;564;p41"/>
          <p:cNvSpPr txBox="1"/>
          <p:nvPr/>
        </p:nvSpPr>
        <p:spPr>
          <a:xfrm>
            <a:off x="2309807" y="4678278"/>
            <a:ext cx="393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Ef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5" name="Google Shape;565;p41"/>
          <p:cNvSpPr txBox="1"/>
          <p:nvPr/>
        </p:nvSpPr>
        <p:spPr>
          <a:xfrm>
            <a:off x="5664753" y="2982630"/>
            <a:ext cx="393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Ef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6" name="Google Shape;566;p41"/>
          <p:cNvSpPr txBox="1"/>
          <p:nvPr/>
        </p:nvSpPr>
        <p:spPr>
          <a:xfrm>
            <a:off x="5794365" y="4586047"/>
            <a:ext cx="393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Ef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567" name="Google Shape;567;p41"/>
          <p:cNvCxnSpPr>
            <a:stCxn id="545" idx="6"/>
            <a:endCxn id="547" idx="2"/>
          </p:cNvCxnSpPr>
          <p:nvPr/>
        </p:nvCxnSpPr>
        <p:spPr>
          <a:xfrm flipH="1" rot="10800000">
            <a:off x="1565580" y="3167253"/>
            <a:ext cx="699000" cy="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41"/>
          <p:cNvCxnSpPr>
            <a:endCxn id="549" idx="2"/>
          </p:cNvCxnSpPr>
          <p:nvPr/>
        </p:nvCxnSpPr>
        <p:spPr>
          <a:xfrm>
            <a:off x="4920455" y="3167296"/>
            <a:ext cx="69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p41"/>
          <p:cNvCxnSpPr>
            <a:stCxn id="558" idx="3"/>
          </p:cNvCxnSpPr>
          <p:nvPr/>
        </p:nvCxnSpPr>
        <p:spPr>
          <a:xfrm>
            <a:off x="1574468" y="4356306"/>
            <a:ext cx="777600" cy="31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p41"/>
          <p:cNvCxnSpPr>
            <a:stCxn id="559" idx="3"/>
            <a:endCxn id="553" idx="2"/>
          </p:cNvCxnSpPr>
          <p:nvPr/>
        </p:nvCxnSpPr>
        <p:spPr>
          <a:xfrm>
            <a:off x="1574468" y="4862944"/>
            <a:ext cx="68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41"/>
          <p:cNvCxnSpPr>
            <a:stCxn id="560" idx="3"/>
            <a:endCxn id="553" idx="3"/>
          </p:cNvCxnSpPr>
          <p:nvPr/>
        </p:nvCxnSpPr>
        <p:spPr>
          <a:xfrm flipH="1" rot="10800000">
            <a:off x="1592293" y="5026730"/>
            <a:ext cx="730200" cy="38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2" name="Google Shape;572;p41"/>
          <p:cNvCxnSpPr/>
          <p:nvPr/>
        </p:nvCxnSpPr>
        <p:spPr>
          <a:xfrm>
            <a:off x="4918663" y="4378113"/>
            <a:ext cx="849944" cy="39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p41"/>
          <p:cNvCxnSpPr>
            <a:stCxn id="555" idx="6"/>
          </p:cNvCxnSpPr>
          <p:nvPr/>
        </p:nvCxnSpPr>
        <p:spPr>
          <a:xfrm flipH="1" rot="10800000">
            <a:off x="4920525" y="4817784"/>
            <a:ext cx="815700" cy="50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4" name="Google Shape;574;p41"/>
          <p:cNvSpPr/>
          <p:nvPr/>
        </p:nvSpPr>
        <p:spPr>
          <a:xfrm>
            <a:off x="2045809" y="4575247"/>
            <a:ext cx="173400" cy="528034"/>
          </a:xfrm>
          <a:custGeom>
            <a:rect b="b" l="l" r="r" t="t"/>
            <a:pathLst>
              <a:path extrusionOk="0" h="528034" w="129368">
                <a:moveTo>
                  <a:pt x="90731" y="0"/>
                </a:moveTo>
                <a:cubicBezTo>
                  <a:pt x="42435" y="97665"/>
                  <a:pt x="-5861" y="195330"/>
                  <a:pt x="579" y="283336"/>
                </a:cubicBezTo>
                <a:cubicBezTo>
                  <a:pt x="7018" y="371342"/>
                  <a:pt x="97171" y="418564"/>
                  <a:pt x="129368" y="528034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5" name="Google Shape;575;p41"/>
          <p:cNvSpPr txBox="1"/>
          <p:nvPr/>
        </p:nvSpPr>
        <p:spPr>
          <a:xfrm>
            <a:off x="1809232" y="4614924"/>
            <a:ext cx="3059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^</a:t>
            </a:r>
            <a:endParaRPr/>
          </a:p>
        </p:txBody>
      </p:sp>
      <p:sp>
        <p:nvSpPr>
          <p:cNvPr id="576" name="Google Shape;576;p41"/>
          <p:cNvSpPr txBox="1"/>
          <p:nvPr/>
        </p:nvSpPr>
        <p:spPr>
          <a:xfrm>
            <a:off x="5298306" y="4638708"/>
            <a:ext cx="3059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v</a:t>
            </a:r>
            <a:endParaRPr/>
          </a:p>
        </p:txBody>
      </p:sp>
      <p:sp>
        <p:nvSpPr>
          <p:cNvPr id="577" name="Google Shape;577;p41"/>
          <p:cNvSpPr txBox="1"/>
          <p:nvPr/>
        </p:nvSpPr>
        <p:spPr>
          <a:xfrm>
            <a:off x="1221577" y="2578614"/>
            <a:ext cx="18218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 implies Ef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8" name="Google Shape;578;p41"/>
          <p:cNvSpPr txBox="1"/>
          <p:nvPr/>
        </p:nvSpPr>
        <p:spPr>
          <a:xfrm>
            <a:off x="4544803" y="2462003"/>
            <a:ext cx="18218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not C implies Ef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9" name="Google Shape;579;p41"/>
          <p:cNvSpPr txBox="1"/>
          <p:nvPr/>
        </p:nvSpPr>
        <p:spPr>
          <a:xfrm>
            <a:off x="1168445" y="3620029"/>
            <a:ext cx="27410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Ef when 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and 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and 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0" name="Google Shape;580;p41"/>
          <p:cNvSpPr txBox="1"/>
          <p:nvPr/>
        </p:nvSpPr>
        <p:spPr>
          <a:xfrm>
            <a:off x="4516334" y="3720148"/>
            <a:ext cx="20076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Ef when 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or 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1" name="Google Shape;581;p41"/>
          <p:cNvSpPr/>
          <p:nvPr/>
        </p:nvSpPr>
        <p:spPr>
          <a:xfrm rot="-1467489">
            <a:off x="5065717" y="2933627"/>
            <a:ext cx="408545" cy="467337"/>
          </a:xfrm>
          <a:custGeom>
            <a:rect b="b" l="l" r="r" t="t"/>
            <a:pathLst>
              <a:path extrusionOk="0" h="510594" w="515154">
                <a:moveTo>
                  <a:pt x="0" y="146688"/>
                </a:moveTo>
                <a:cubicBezTo>
                  <a:pt x="115910" y="53316"/>
                  <a:pt x="231820" y="-40056"/>
                  <a:pt x="270456" y="17899"/>
                </a:cubicBezTo>
                <a:cubicBezTo>
                  <a:pt x="309092" y="75854"/>
                  <a:pt x="191036" y="438610"/>
                  <a:pt x="231819" y="494418"/>
                </a:cubicBezTo>
                <a:cubicBezTo>
                  <a:pt x="272602" y="550227"/>
                  <a:pt x="393878" y="451488"/>
                  <a:pt x="515154" y="35275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2"/>
          <p:cNvSpPr txBox="1"/>
          <p:nvPr>
            <p:ph type="title"/>
          </p:nvPr>
        </p:nvSpPr>
        <p:spPr>
          <a:xfrm>
            <a:off x="602894" y="0"/>
            <a:ext cx="7886700" cy="74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Semantics of basic elements</a:t>
            </a:r>
            <a:endParaRPr/>
          </a:p>
        </p:txBody>
      </p:sp>
      <p:sp>
        <p:nvSpPr>
          <p:cNvPr id="587" name="Google Shape;587;p42"/>
          <p:cNvSpPr txBox="1"/>
          <p:nvPr>
            <p:ph idx="1" type="body"/>
          </p:nvPr>
        </p:nvSpPr>
        <p:spPr>
          <a:xfrm>
            <a:off x="1002139" y="1143045"/>
            <a:ext cx="801307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i="1" lang="en-IN" sz="2400"/>
              <a:t>C</a:t>
            </a:r>
            <a:r>
              <a:rPr lang="en-IN" sz="2400"/>
              <a:t> implies </a:t>
            </a:r>
            <a:r>
              <a:rPr i="1" lang="en-IN" sz="2400"/>
              <a:t>Ef         </a:t>
            </a:r>
            <a:r>
              <a:rPr lang="en-IN" sz="2400"/>
              <a:t>:			if(</a:t>
            </a:r>
            <a:r>
              <a:rPr i="1" lang="en-IN" sz="2400"/>
              <a:t>C</a:t>
            </a:r>
            <a:r>
              <a:rPr lang="en-IN" sz="2400"/>
              <a:t>) then </a:t>
            </a:r>
            <a:r>
              <a:rPr i="1" lang="en-IN" sz="2400"/>
              <a:t>Ef</a:t>
            </a:r>
            <a:r>
              <a:rPr lang="en-IN" sz="2400"/>
              <a:t>;	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not </a:t>
            </a:r>
            <a:r>
              <a:rPr i="1" lang="en-IN" sz="2400"/>
              <a:t>C</a:t>
            </a:r>
            <a:r>
              <a:rPr lang="en-IN" sz="2400"/>
              <a:t> implies </a:t>
            </a:r>
            <a:r>
              <a:rPr i="1" lang="en-IN" sz="2400"/>
              <a:t>Ef     </a:t>
            </a:r>
            <a:r>
              <a:rPr lang="en-IN" sz="2400"/>
              <a:t>:		if(⌐</a:t>
            </a:r>
            <a:r>
              <a:rPr i="1" lang="en-IN" sz="2400"/>
              <a:t>C</a:t>
            </a:r>
            <a:r>
              <a:rPr lang="en-IN" sz="2400"/>
              <a:t>) then </a:t>
            </a:r>
            <a:r>
              <a:rPr i="1" lang="en-IN" sz="2400"/>
              <a:t>Ef</a:t>
            </a:r>
            <a:r>
              <a:rPr lang="en-IN" sz="2400"/>
              <a:t>;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i="1" lang="en-IN" sz="2400"/>
              <a:t>Ef</a:t>
            </a:r>
            <a:r>
              <a:rPr lang="en-IN" sz="2400"/>
              <a:t> when </a:t>
            </a:r>
            <a:r>
              <a:rPr i="1" lang="en-IN" sz="2400"/>
              <a:t>C</a:t>
            </a:r>
            <a:r>
              <a:rPr baseline="-25000" i="1" lang="en-IN" sz="2400"/>
              <a:t>1</a:t>
            </a:r>
            <a:r>
              <a:rPr lang="en-IN" sz="2400"/>
              <a:t> and </a:t>
            </a:r>
            <a:r>
              <a:rPr i="1" lang="en-IN" sz="2400"/>
              <a:t>C</a:t>
            </a:r>
            <a:r>
              <a:rPr baseline="-25000" i="1" lang="en-IN" sz="2400"/>
              <a:t>2</a:t>
            </a:r>
            <a:r>
              <a:rPr i="1" lang="en-IN" sz="2400"/>
              <a:t> </a:t>
            </a:r>
            <a:r>
              <a:rPr lang="en-IN" sz="2400"/>
              <a:t>and </a:t>
            </a:r>
            <a:r>
              <a:rPr i="1" lang="en-IN" sz="2400"/>
              <a:t>C</a:t>
            </a:r>
            <a:r>
              <a:rPr baseline="-25000" i="1" lang="en-IN" sz="2400"/>
              <a:t>3 </a:t>
            </a:r>
            <a:r>
              <a:rPr lang="en-IN" sz="2400"/>
              <a:t>:	          if(</a:t>
            </a:r>
            <a:r>
              <a:rPr i="1" lang="en-IN" sz="2400"/>
              <a:t>C</a:t>
            </a:r>
            <a:r>
              <a:rPr baseline="-25000" i="1" lang="en-IN" sz="2400"/>
              <a:t>1</a:t>
            </a:r>
            <a:r>
              <a:rPr lang="en-IN" sz="2400"/>
              <a:t>&amp;&amp;</a:t>
            </a:r>
            <a:r>
              <a:rPr i="1" lang="en-IN" sz="2400"/>
              <a:t>C</a:t>
            </a:r>
            <a:r>
              <a:rPr baseline="-25000" i="1" lang="en-IN" sz="2400"/>
              <a:t>2</a:t>
            </a:r>
            <a:r>
              <a:rPr lang="en-IN" sz="2400"/>
              <a:t>&amp;&amp;</a:t>
            </a:r>
            <a:r>
              <a:rPr i="1" lang="en-IN" sz="2400"/>
              <a:t>C</a:t>
            </a:r>
            <a:r>
              <a:rPr baseline="-25000" i="1" lang="en-IN" sz="2400"/>
              <a:t>3</a:t>
            </a:r>
            <a:r>
              <a:rPr lang="en-IN" sz="2400"/>
              <a:t>) then </a:t>
            </a:r>
            <a:r>
              <a:rPr i="1" lang="en-IN" sz="2400"/>
              <a:t>Ef</a:t>
            </a:r>
            <a:r>
              <a:rPr lang="en-IN" sz="2400"/>
              <a:t>;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i="1" lang="en-IN" sz="2400"/>
              <a:t>Ef</a:t>
            </a:r>
            <a:r>
              <a:rPr lang="en-IN" sz="2400"/>
              <a:t> when </a:t>
            </a:r>
            <a:r>
              <a:rPr i="1" lang="en-IN" sz="2400"/>
              <a:t>C</a:t>
            </a:r>
            <a:r>
              <a:rPr baseline="-25000" i="1" lang="en-IN" sz="2400"/>
              <a:t>1</a:t>
            </a:r>
            <a:r>
              <a:rPr lang="en-IN" sz="2400"/>
              <a:t> or </a:t>
            </a:r>
            <a:r>
              <a:rPr i="1" lang="en-IN" sz="2400"/>
              <a:t>C</a:t>
            </a:r>
            <a:r>
              <a:rPr baseline="-25000" i="1" lang="en-IN" sz="2400"/>
              <a:t>2     </a:t>
            </a:r>
            <a:r>
              <a:rPr lang="en-IN" sz="2400"/>
              <a:t>:		if(</a:t>
            </a:r>
            <a:r>
              <a:rPr i="1" lang="en-IN" sz="2400"/>
              <a:t>C</a:t>
            </a:r>
            <a:r>
              <a:rPr baseline="-25000" i="1" lang="en-IN" sz="2400"/>
              <a:t>1</a:t>
            </a:r>
            <a:r>
              <a:rPr lang="en-IN" sz="2400"/>
              <a:t>||</a:t>
            </a:r>
            <a:r>
              <a:rPr i="1" lang="en-IN" sz="2400"/>
              <a:t>C</a:t>
            </a:r>
            <a:r>
              <a:rPr baseline="-25000" i="1" lang="en-IN" sz="2400"/>
              <a:t>2</a:t>
            </a:r>
            <a:r>
              <a:rPr lang="en-IN" sz="2400"/>
              <a:t>) then </a:t>
            </a:r>
            <a:r>
              <a:rPr i="1" lang="en-IN" sz="2400"/>
              <a:t>Ef</a:t>
            </a:r>
            <a:r>
              <a:rPr lang="en-IN" sz="2400"/>
              <a:t>;</a:t>
            </a:r>
            <a:endParaRPr sz="2400"/>
          </a:p>
        </p:txBody>
      </p:sp>
      <p:sp>
        <p:nvSpPr>
          <p:cNvPr id="588" name="Google Shape;588;p4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3"/>
          <p:cNvSpPr txBox="1"/>
          <p:nvPr>
            <p:ph type="title"/>
          </p:nvPr>
        </p:nvSpPr>
        <p:spPr>
          <a:xfrm>
            <a:off x="193185" y="0"/>
            <a:ext cx="9144000" cy="450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Constraints amongst causes (E,I,O,R)</a:t>
            </a:r>
            <a:endParaRPr/>
          </a:p>
        </p:txBody>
      </p:sp>
      <p:sp>
        <p:nvSpPr>
          <p:cNvPr id="594" name="Google Shape;594;p43"/>
          <p:cNvSpPr txBox="1"/>
          <p:nvPr>
            <p:ph idx="1" type="body"/>
          </p:nvPr>
        </p:nvSpPr>
        <p:spPr>
          <a:xfrm>
            <a:off x="1059285" y="660770"/>
            <a:ext cx="7894749" cy="2923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Constraints show the relationship between the causes.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Exclusive (E)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Inclusive (I)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Requires (R)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One and only one (O)</a:t>
            </a:r>
            <a:endParaRPr sz="2400"/>
          </a:p>
        </p:txBody>
      </p:sp>
      <p:sp>
        <p:nvSpPr>
          <p:cNvPr id="595" name="Google Shape;595;p4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96" name="Google Shape;596;p43"/>
          <p:cNvSpPr/>
          <p:nvPr/>
        </p:nvSpPr>
        <p:spPr>
          <a:xfrm>
            <a:off x="1970468" y="3863662"/>
            <a:ext cx="399245" cy="399245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7" name="Google Shape;597;p43"/>
          <p:cNvSpPr/>
          <p:nvPr/>
        </p:nvSpPr>
        <p:spPr>
          <a:xfrm>
            <a:off x="1970467" y="4368084"/>
            <a:ext cx="399245" cy="399245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8" name="Google Shape;598;p43"/>
          <p:cNvSpPr/>
          <p:nvPr/>
        </p:nvSpPr>
        <p:spPr>
          <a:xfrm>
            <a:off x="1970467" y="4913290"/>
            <a:ext cx="399245" cy="399245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9" name="Google Shape;599;p43"/>
          <p:cNvSpPr/>
          <p:nvPr/>
        </p:nvSpPr>
        <p:spPr>
          <a:xfrm>
            <a:off x="4372377" y="3863661"/>
            <a:ext cx="399245" cy="399245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0" name="Google Shape;600;p43"/>
          <p:cNvSpPr/>
          <p:nvPr/>
        </p:nvSpPr>
        <p:spPr>
          <a:xfrm>
            <a:off x="1972614" y="5808369"/>
            <a:ext cx="399245" cy="399245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1" name="Google Shape;601;p43"/>
          <p:cNvSpPr/>
          <p:nvPr/>
        </p:nvSpPr>
        <p:spPr>
          <a:xfrm>
            <a:off x="1966174" y="6344989"/>
            <a:ext cx="399245" cy="399245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2" name="Google Shape;602;p43"/>
          <p:cNvSpPr/>
          <p:nvPr/>
        </p:nvSpPr>
        <p:spPr>
          <a:xfrm>
            <a:off x="4372376" y="4677176"/>
            <a:ext cx="399245" cy="399245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3" name="Google Shape;603;p43"/>
          <p:cNvSpPr/>
          <p:nvPr/>
        </p:nvSpPr>
        <p:spPr>
          <a:xfrm>
            <a:off x="4372375" y="5608746"/>
            <a:ext cx="399245" cy="399245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4" name="Google Shape;604;p43"/>
          <p:cNvSpPr/>
          <p:nvPr/>
        </p:nvSpPr>
        <p:spPr>
          <a:xfrm>
            <a:off x="4372374" y="6261275"/>
            <a:ext cx="399245" cy="399245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5" name="Google Shape;605;p43"/>
          <p:cNvSpPr txBox="1"/>
          <p:nvPr/>
        </p:nvSpPr>
        <p:spPr>
          <a:xfrm>
            <a:off x="1972614" y="3893574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6" name="Google Shape;606;p43"/>
          <p:cNvSpPr txBox="1"/>
          <p:nvPr/>
        </p:nvSpPr>
        <p:spPr>
          <a:xfrm>
            <a:off x="1972614" y="5823325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7" name="Google Shape;607;p43"/>
          <p:cNvSpPr txBox="1"/>
          <p:nvPr/>
        </p:nvSpPr>
        <p:spPr>
          <a:xfrm>
            <a:off x="4372374" y="3878617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8" name="Google Shape;608;p43"/>
          <p:cNvSpPr txBox="1"/>
          <p:nvPr/>
        </p:nvSpPr>
        <p:spPr>
          <a:xfrm>
            <a:off x="4372374" y="5593789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9" name="Google Shape;609;p43"/>
          <p:cNvSpPr txBox="1"/>
          <p:nvPr/>
        </p:nvSpPr>
        <p:spPr>
          <a:xfrm>
            <a:off x="4368079" y="4662219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0" name="Google Shape;610;p43"/>
          <p:cNvSpPr txBox="1"/>
          <p:nvPr/>
        </p:nvSpPr>
        <p:spPr>
          <a:xfrm>
            <a:off x="4368079" y="6248601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611" name="Google Shape;611;p43"/>
          <p:cNvSpPr txBox="1"/>
          <p:nvPr/>
        </p:nvSpPr>
        <p:spPr>
          <a:xfrm>
            <a:off x="1972613" y="4406651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2" name="Google Shape;612;p43"/>
          <p:cNvSpPr txBox="1"/>
          <p:nvPr/>
        </p:nvSpPr>
        <p:spPr>
          <a:xfrm>
            <a:off x="1972612" y="4896044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3" name="Google Shape;613;p43"/>
          <p:cNvSpPr txBox="1"/>
          <p:nvPr/>
        </p:nvSpPr>
        <p:spPr>
          <a:xfrm>
            <a:off x="1972612" y="6312718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4" name="Google Shape;614;p43"/>
          <p:cNvSpPr txBox="1"/>
          <p:nvPr/>
        </p:nvSpPr>
        <p:spPr>
          <a:xfrm>
            <a:off x="3483732" y="4262906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5" name="Google Shape;615;p43"/>
          <p:cNvSpPr txBox="1"/>
          <p:nvPr/>
        </p:nvSpPr>
        <p:spPr>
          <a:xfrm>
            <a:off x="949816" y="4368084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6" name="Google Shape;616;p43"/>
          <p:cNvSpPr txBox="1"/>
          <p:nvPr/>
        </p:nvSpPr>
        <p:spPr>
          <a:xfrm>
            <a:off x="1299690" y="6076609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R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7" name="Google Shape;617;p43"/>
          <p:cNvSpPr txBox="1"/>
          <p:nvPr/>
        </p:nvSpPr>
        <p:spPr>
          <a:xfrm>
            <a:off x="3483732" y="5907173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O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8" name="Google Shape;618;p43"/>
          <p:cNvSpPr txBox="1"/>
          <p:nvPr/>
        </p:nvSpPr>
        <p:spPr>
          <a:xfrm>
            <a:off x="949816" y="3399609"/>
            <a:ext cx="33420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Exclusive: either C</a:t>
            </a:r>
            <a:r>
              <a:rPr baseline="-25000" lang="en-IN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lang="en-IN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or C</a:t>
            </a:r>
            <a:r>
              <a:rPr baseline="-25000" lang="en-IN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IN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or C</a:t>
            </a:r>
            <a:r>
              <a:rPr baseline="-25000" lang="en-IN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 baseline="-25000" sz="16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9" name="Google Shape;619;p43"/>
          <p:cNvSpPr txBox="1"/>
          <p:nvPr/>
        </p:nvSpPr>
        <p:spPr>
          <a:xfrm>
            <a:off x="3715552" y="3381343"/>
            <a:ext cx="31488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Inclusive: at least C</a:t>
            </a:r>
            <a:r>
              <a:rPr baseline="-25000" lang="en-IN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lang="en-IN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or C</a:t>
            </a:r>
            <a:r>
              <a:rPr baseline="-25000" lang="en-IN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aseline="-25000" sz="16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0" name="Google Shape;620;p43"/>
          <p:cNvSpPr txBox="1"/>
          <p:nvPr/>
        </p:nvSpPr>
        <p:spPr>
          <a:xfrm>
            <a:off x="1299690" y="5400677"/>
            <a:ext cx="16238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 </a:t>
            </a: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requires 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1" name="Google Shape;621;p43"/>
          <p:cNvSpPr txBox="1"/>
          <p:nvPr/>
        </p:nvSpPr>
        <p:spPr>
          <a:xfrm>
            <a:off x="3696230" y="5258936"/>
            <a:ext cx="33356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One and only one, of 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 </a:t>
            </a: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and C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622" name="Google Shape;622;p43"/>
          <p:cNvCxnSpPr>
            <a:stCxn id="600" idx="2"/>
            <a:endCxn id="601" idx="2"/>
          </p:cNvCxnSpPr>
          <p:nvPr/>
        </p:nvCxnSpPr>
        <p:spPr>
          <a:xfrm flipH="1">
            <a:off x="1966314" y="6007992"/>
            <a:ext cx="6300" cy="536700"/>
          </a:xfrm>
          <a:prstGeom prst="curvedConnector3">
            <a:avLst>
              <a:gd fmla="val 5366207" name="adj1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23" name="Google Shape;623;p43"/>
          <p:cNvCxnSpPr>
            <a:stCxn id="596" idx="2"/>
            <a:endCxn id="615" idx="3"/>
          </p:cNvCxnSpPr>
          <p:nvPr/>
        </p:nvCxnSpPr>
        <p:spPr>
          <a:xfrm flipH="1">
            <a:off x="1413368" y="4063285"/>
            <a:ext cx="557100" cy="48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24" name="Google Shape;624;p43"/>
          <p:cNvCxnSpPr>
            <a:stCxn id="615" idx="3"/>
            <a:endCxn id="611" idx="1"/>
          </p:cNvCxnSpPr>
          <p:nvPr/>
        </p:nvCxnSpPr>
        <p:spPr>
          <a:xfrm>
            <a:off x="1413457" y="4552750"/>
            <a:ext cx="559200" cy="3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25" name="Google Shape;625;p43"/>
          <p:cNvCxnSpPr>
            <a:stCxn id="615" idx="3"/>
            <a:endCxn id="612" idx="1"/>
          </p:cNvCxnSpPr>
          <p:nvPr/>
        </p:nvCxnSpPr>
        <p:spPr>
          <a:xfrm>
            <a:off x="1413457" y="4552750"/>
            <a:ext cx="559200" cy="52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26" name="Google Shape;626;p43"/>
          <p:cNvCxnSpPr>
            <a:stCxn id="614" idx="3"/>
            <a:endCxn id="599" idx="2"/>
          </p:cNvCxnSpPr>
          <p:nvPr/>
        </p:nvCxnSpPr>
        <p:spPr>
          <a:xfrm flipH="1" rot="10800000">
            <a:off x="3947373" y="4063272"/>
            <a:ext cx="425100" cy="38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27" name="Google Shape;627;p43"/>
          <p:cNvCxnSpPr>
            <a:stCxn id="614" idx="3"/>
            <a:endCxn id="609" idx="1"/>
          </p:cNvCxnSpPr>
          <p:nvPr/>
        </p:nvCxnSpPr>
        <p:spPr>
          <a:xfrm>
            <a:off x="3947373" y="4447572"/>
            <a:ext cx="420600" cy="39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28" name="Google Shape;628;p43"/>
          <p:cNvCxnSpPr>
            <a:stCxn id="617" idx="3"/>
            <a:endCxn id="603" idx="2"/>
          </p:cNvCxnSpPr>
          <p:nvPr/>
        </p:nvCxnSpPr>
        <p:spPr>
          <a:xfrm flipH="1" rot="10800000">
            <a:off x="3947373" y="5808339"/>
            <a:ext cx="425100" cy="28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29" name="Google Shape;629;p43"/>
          <p:cNvCxnSpPr>
            <a:stCxn id="617" idx="3"/>
            <a:endCxn id="610" idx="1"/>
          </p:cNvCxnSpPr>
          <p:nvPr/>
        </p:nvCxnSpPr>
        <p:spPr>
          <a:xfrm>
            <a:off x="3947373" y="6091839"/>
            <a:ext cx="420600" cy="3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4"/>
          <p:cNvSpPr txBox="1"/>
          <p:nvPr>
            <p:ph type="title"/>
          </p:nvPr>
        </p:nvSpPr>
        <p:spPr>
          <a:xfrm>
            <a:off x="291548" y="272648"/>
            <a:ext cx="9144000" cy="708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Constraints amongst causes (E,I,O,R)</a:t>
            </a:r>
            <a:endParaRPr/>
          </a:p>
        </p:txBody>
      </p:sp>
      <p:sp>
        <p:nvSpPr>
          <p:cNvPr id="635" name="Google Shape;635;p44"/>
          <p:cNvSpPr txBox="1"/>
          <p:nvPr>
            <p:ph idx="1" type="body"/>
          </p:nvPr>
        </p:nvSpPr>
        <p:spPr>
          <a:xfrm>
            <a:off x="998113" y="1246076"/>
            <a:ext cx="8145887" cy="5270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Exclusive (E) constraint between three causes C</a:t>
            </a:r>
            <a:r>
              <a:rPr baseline="-25000" lang="en-IN" sz="2800"/>
              <a:t>1</a:t>
            </a:r>
            <a:r>
              <a:rPr lang="en-IN" sz="2800"/>
              <a:t>, C</a:t>
            </a:r>
            <a:r>
              <a:rPr baseline="-25000" lang="en-IN" sz="2800"/>
              <a:t>2</a:t>
            </a:r>
            <a:r>
              <a:rPr lang="en-IN" sz="2800"/>
              <a:t> and C</a:t>
            </a:r>
            <a:r>
              <a:rPr baseline="-25000" lang="en-IN" sz="2800"/>
              <a:t>3</a:t>
            </a:r>
            <a:r>
              <a:rPr lang="en-IN" sz="2800"/>
              <a:t> implies that exactly one of C</a:t>
            </a:r>
            <a:r>
              <a:rPr baseline="-25000" lang="en-IN" sz="2800"/>
              <a:t>1</a:t>
            </a:r>
            <a:r>
              <a:rPr lang="en-IN" sz="2800"/>
              <a:t>, C</a:t>
            </a:r>
            <a:r>
              <a:rPr baseline="-25000" lang="en-IN" sz="2800"/>
              <a:t>2</a:t>
            </a:r>
            <a:r>
              <a:rPr lang="en-IN" sz="2800"/>
              <a:t>, C</a:t>
            </a:r>
            <a:r>
              <a:rPr baseline="-25000" lang="en-IN" sz="2800"/>
              <a:t>3</a:t>
            </a:r>
            <a:r>
              <a:rPr lang="en-IN" sz="2800"/>
              <a:t> can be true.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Inclusive (I) constraint between two causes C</a:t>
            </a:r>
            <a:r>
              <a:rPr baseline="-25000" lang="en-IN" sz="2800"/>
              <a:t>1</a:t>
            </a:r>
            <a:r>
              <a:rPr lang="en-IN" sz="2800"/>
              <a:t> and C</a:t>
            </a:r>
            <a:r>
              <a:rPr baseline="-25000" lang="en-IN" sz="2800"/>
              <a:t>2</a:t>
            </a:r>
            <a:r>
              <a:rPr lang="en-IN" sz="2800"/>
              <a:t> implies that at least one of the two must be present.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Requires (R) constraint between C</a:t>
            </a:r>
            <a:r>
              <a:rPr baseline="-25000" lang="en-IN" sz="2800"/>
              <a:t>1</a:t>
            </a:r>
            <a:r>
              <a:rPr lang="en-IN" sz="2800"/>
              <a:t> and C</a:t>
            </a:r>
            <a:r>
              <a:rPr baseline="-25000" lang="en-IN" sz="2800"/>
              <a:t>2</a:t>
            </a:r>
            <a:r>
              <a:rPr lang="en-IN" sz="2800"/>
              <a:t> implies that C</a:t>
            </a:r>
            <a:r>
              <a:rPr baseline="-25000" lang="en-IN" sz="2800"/>
              <a:t>1</a:t>
            </a:r>
            <a:r>
              <a:rPr lang="en-IN" sz="2800"/>
              <a:t> requires C</a:t>
            </a:r>
            <a:r>
              <a:rPr baseline="-25000" lang="en-IN" sz="2800"/>
              <a:t>2</a:t>
            </a:r>
            <a:r>
              <a:rPr lang="en-IN" sz="2800"/>
              <a:t>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One and only one (O) constraint models the condition that one, and only one, of C</a:t>
            </a:r>
            <a:r>
              <a:rPr baseline="-25000" lang="en-IN" sz="2800"/>
              <a:t>1</a:t>
            </a:r>
            <a:r>
              <a:rPr lang="en-IN" sz="2800"/>
              <a:t> and C</a:t>
            </a:r>
            <a:r>
              <a:rPr baseline="-25000" lang="en-IN" sz="2800"/>
              <a:t>2</a:t>
            </a:r>
            <a:r>
              <a:rPr lang="en-IN" sz="2800"/>
              <a:t> must hold.</a:t>
            </a:r>
            <a:endParaRPr sz="2800"/>
          </a:p>
        </p:txBody>
      </p:sp>
      <p:sp>
        <p:nvSpPr>
          <p:cNvPr id="636" name="Google Shape;636;p4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5"/>
          <p:cNvSpPr txBox="1"/>
          <p:nvPr>
            <p:ph type="title"/>
          </p:nvPr>
        </p:nvSpPr>
        <p:spPr>
          <a:xfrm>
            <a:off x="185530" y="314460"/>
            <a:ext cx="9144000" cy="566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IN" sz="3600"/>
              <a:t>Possible values of causes constrained by </a:t>
            </a:r>
            <a:br>
              <a:rPr lang="en-IN" sz="3600"/>
            </a:br>
            <a:r>
              <a:rPr lang="en-IN" sz="3600"/>
              <a:t>E, I, R,O</a:t>
            </a:r>
            <a:endParaRPr sz="3600"/>
          </a:p>
        </p:txBody>
      </p:sp>
      <p:sp>
        <p:nvSpPr>
          <p:cNvPr id="642" name="Google Shape;642;p45"/>
          <p:cNvSpPr txBox="1"/>
          <p:nvPr>
            <p:ph idx="1" type="body"/>
          </p:nvPr>
        </p:nvSpPr>
        <p:spPr>
          <a:xfrm>
            <a:off x="1017432" y="1262130"/>
            <a:ext cx="7997779" cy="5138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A 0 or 1 under a cause implies that the corresponding condition is, respectively, false and true.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The arity of all constraints, except R, is greater than or equal to 2, i.e., all except the R constraint can be applied to two or more causes; the R constraint is applied to two causes.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A condition that is false (true) is said to be in the “0-state” (1 state).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Similarly, an effect can be “present” (1 state) or “absent” (0 state).</a:t>
            </a:r>
            <a:endParaRPr sz="2800"/>
          </a:p>
        </p:txBody>
      </p:sp>
      <p:sp>
        <p:nvSpPr>
          <p:cNvPr id="643" name="Google Shape;643;p4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6"/>
          <p:cNvSpPr txBox="1"/>
          <p:nvPr>
            <p:ph type="title"/>
          </p:nvPr>
        </p:nvSpPr>
        <p:spPr>
          <a:xfrm>
            <a:off x="0" y="-1"/>
            <a:ext cx="9144000" cy="1081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800"/>
              <a:buFont typeface="Gill Sans"/>
              <a:buNone/>
            </a:pPr>
            <a:r>
              <a:rPr lang="en-IN" sz="2800"/>
              <a:t>Possible values of causes constrained by E, I, R,O</a:t>
            </a:r>
            <a:endParaRPr/>
          </a:p>
        </p:txBody>
      </p:sp>
      <p:sp>
        <p:nvSpPr>
          <p:cNvPr id="649" name="Google Shape;649;p4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650" name="Google Shape;650;p46"/>
          <p:cNvGraphicFramePr/>
          <p:nvPr/>
        </p:nvGraphicFramePr>
        <p:xfrm>
          <a:off x="1086113" y="129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{759DD32C-77DF-4FCA-B1A2-BB5107056568}</a:tableStyleId>
              </a:tblPr>
              <a:tblGrid>
                <a:gridCol w="1580950"/>
                <a:gridCol w="1199175"/>
                <a:gridCol w="1390050"/>
                <a:gridCol w="1390050"/>
                <a:gridCol w="1390050"/>
              </a:tblGrid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Constraint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Arity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Possible values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</a:rPr>
                        <a:t>C1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</a:rPr>
                        <a:t>C2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</a:rPr>
                        <a:t>C3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E(C</a:t>
                      </a:r>
                      <a:r>
                        <a:rPr baseline="-25000" i="1"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,C</a:t>
                      </a:r>
                      <a:r>
                        <a:rPr baseline="-25000" i="1" lang="en-IN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,C</a:t>
                      </a:r>
                      <a:r>
                        <a:rPr baseline="-25000" i="1" lang="en-IN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)</a:t>
                      </a:r>
                      <a:endParaRPr i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≥2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I(C</a:t>
                      </a:r>
                      <a:r>
                        <a:rPr baseline="-25000" i="1"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,C</a:t>
                      </a:r>
                      <a:r>
                        <a:rPr baseline="-25000" i="1" lang="en-IN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≥2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R(C</a:t>
                      </a:r>
                      <a:r>
                        <a:rPr baseline="-25000" i="1"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,C</a:t>
                      </a:r>
                      <a:r>
                        <a:rPr baseline="-25000" i="1" lang="en-IN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=2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O(C</a:t>
                      </a:r>
                      <a:r>
                        <a:rPr baseline="-25000" i="1"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,C</a:t>
                      </a:r>
                      <a:r>
                        <a:rPr baseline="-25000" i="1" lang="en-IN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,C</a:t>
                      </a:r>
                      <a:r>
                        <a:rPr baseline="-25000" i="1" lang="en-IN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i="1" lang="en-IN" sz="1800" u="none" cap="none" strike="noStrike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≥2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7"/>
          <p:cNvSpPr txBox="1"/>
          <p:nvPr>
            <p:ph type="title"/>
          </p:nvPr>
        </p:nvSpPr>
        <p:spPr>
          <a:xfrm>
            <a:off x="628650" y="267882"/>
            <a:ext cx="7886700" cy="7436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Constraint amongst effects</a:t>
            </a:r>
            <a:endParaRPr/>
          </a:p>
        </p:txBody>
      </p:sp>
      <p:sp>
        <p:nvSpPr>
          <p:cNvPr id="656" name="Google Shape;656;p47"/>
          <p:cNvSpPr txBox="1"/>
          <p:nvPr>
            <p:ph idx="1" type="body"/>
          </p:nvPr>
        </p:nvSpPr>
        <p:spPr>
          <a:xfrm>
            <a:off x="950622" y="1299175"/>
            <a:ext cx="7886700" cy="5167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1543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Masking (M)</a:t>
            </a:r>
            <a:endParaRPr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Masking (M) constraint between two effects </a:t>
            </a:r>
            <a:r>
              <a:rPr i="1" lang="en-IN" sz="2400"/>
              <a:t>Ef</a:t>
            </a:r>
            <a:r>
              <a:rPr baseline="-25000" i="1" lang="en-IN" sz="2400"/>
              <a:t>1</a:t>
            </a:r>
            <a:r>
              <a:rPr lang="en-IN" sz="2400"/>
              <a:t> and </a:t>
            </a:r>
            <a:r>
              <a:rPr i="1" lang="en-IN" sz="2400"/>
              <a:t>Ef</a:t>
            </a:r>
            <a:r>
              <a:rPr baseline="-25000" i="1" lang="en-IN" sz="2400"/>
              <a:t>2</a:t>
            </a:r>
            <a:r>
              <a:rPr lang="en-IN" sz="2400"/>
              <a:t> implies that if </a:t>
            </a:r>
            <a:r>
              <a:rPr i="1" lang="en-IN" sz="2400"/>
              <a:t>Ef</a:t>
            </a:r>
            <a:r>
              <a:rPr baseline="-25000" i="1" lang="en-IN" sz="2400"/>
              <a:t>1</a:t>
            </a:r>
            <a:r>
              <a:rPr lang="en-IN" sz="2400"/>
              <a:t> is present, then </a:t>
            </a:r>
            <a:r>
              <a:rPr i="1" lang="en-IN" sz="2400"/>
              <a:t>Ef</a:t>
            </a:r>
            <a:r>
              <a:rPr baseline="-25000" i="1" lang="en-IN" sz="2400"/>
              <a:t>2</a:t>
            </a:r>
            <a:r>
              <a:rPr lang="en-IN" sz="2400"/>
              <a:t> is forced to be absent.</a:t>
            </a:r>
            <a:endParaRPr sz="2400"/>
          </a:p>
        </p:txBody>
      </p:sp>
      <p:sp>
        <p:nvSpPr>
          <p:cNvPr id="657" name="Google Shape;657;p4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58" name="Google Shape;658;p47"/>
          <p:cNvSpPr/>
          <p:nvPr/>
        </p:nvSpPr>
        <p:spPr>
          <a:xfrm>
            <a:off x="1882462" y="3683355"/>
            <a:ext cx="399245" cy="399245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9" name="Google Shape;659;p47"/>
          <p:cNvSpPr/>
          <p:nvPr/>
        </p:nvSpPr>
        <p:spPr>
          <a:xfrm>
            <a:off x="1876022" y="4219975"/>
            <a:ext cx="399245" cy="399245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60" name="Google Shape;660;p47"/>
          <p:cNvSpPr txBox="1"/>
          <p:nvPr/>
        </p:nvSpPr>
        <p:spPr>
          <a:xfrm>
            <a:off x="1882462" y="3698311"/>
            <a:ext cx="5774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Ef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61" name="Google Shape;661;p47"/>
          <p:cNvSpPr txBox="1"/>
          <p:nvPr/>
        </p:nvSpPr>
        <p:spPr>
          <a:xfrm>
            <a:off x="1882460" y="4187704"/>
            <a:ext cx="5774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Ef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62" name="Google Shape;662;p47"/>
          <p:cNvSpPr txBox="1"/>
          <p:nvPr/>
        </p:nvSpPr>
        <p:spPr>
          <a:xfrm>
            <a:off x="1209538" y="3951595"/>
            <a:ext cx="463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63" name="Google Shape;663;p47"/>
          <p:cNvSpPr txBox="1"/>
          <p:nvPr/>
        </p:nvSpPr>
        <p:spPr>
          <a:xfrm>
            <a:off x="1325450" y="3275663"/>
            <a:ext cx="15079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Ef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 </a:t>
            </a: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masks Ef</a:t>
            </a:r>
            <a:r>
              <a:rPr baseline="-25000"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aseline="-25000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664" name="Google Shape;664;p47"/>
          <p:cNvCxnSpPr>
            <a:stCxn id="658" idx="2"/>
            <a:endCxn id="659" idx="2"/>
          </p:cNvCxnSpPr>
          <p:nvPr/>
        </p:nvCxnSpPr>
        <p:spPr>
          <a:xfrm flipH="1">
            <a:off x="1876162" y="3882978"/>
            <a:ext cx="6300" cy="536700"/>
          </a:xfrm>
          <a:prstGeom prst="curvedConnector3">
            <a:avLst>
              <a:gd fmla="val 5366207" name="adj1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8"/>
          <p:cNvSpPr txBox="1"/>
          <p:nvPr>
            <p:ph type="title"/>
          </p:nvPr>
        </p:nvSpPr>
        <p:spPr>
          <a:xfrm>
            <a:off x="521593" y="-88883"/>
            <a:ext cx="9144000" cy="961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lang="en-IN" sz="2400">
                <a:solidFill>
                  <a:schemeClr val="dk1"/>
                </a:solidFill>
              </a:rPr>
              <a:t>Steps for generating test cases using Cause-Effect Graph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670" name="Google Shape;670;p48"/>
          <p:cNvSpPr txBox="1"/>
          <p:nvPr>
            <p:ph idx="1" type="body"/>
          </p:nvPr>
        </p:nvSpPr>
        <p:spPr>
          <a:xfrm>
            <a:off x="1957201" y="1315763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 sz="3200"/>
              <a:t> </a:t>
            </a:r>
            <a:endParaRPr sz="3200"/>
          </a:p>
        </p:txBody>
      </p:sp>
      <p:sp>
        <p:nvSpPr>
          <p:cNvPr id="671" name="Google Shape;671;p48"/>
          <p:cNvSpPr txBox="1"/>
          <p:nvPr>
            <p:ph idx="12" type="sldNum"/>
          </p:nvPr>
        </p:nvSpPr>
        <p:spPr>
          <a:xfrm>
            <a:off x="9135241" y="6173513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672" name="Google Shape;672;p48"/>
          <p:cNvSpPr txBox="1"/>
          <p:nvPr/>
        </p:nvSpPr>
        <p:spPr>
          <a:xfrm>
            <a:off x="4745863" y="4353734"/>
            <a:ext cx="2588654" cy="10156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Design limited entry decision table from graph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3" name="Google Shape;673;p48"/>
          <p:cNvSpPr txBox="1"/>
          <p:nvPr/>
        </p:nvSpPr>
        <p:spPr>
          <a:xfrm>
            <a:off x="2155064" y="2426895"/>
            <a:ext cx="2150772" cy="70788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Design the cause-effect graph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4" name="Google Shape;674;p48"/>
          <p:cNvSpPr txBox="1"/>
          <p:nvPr/>
        </p:nvSpPr>
        <p:spPr>
          <a:xfrm>
            <a:off x="3133858" y="3483367"/>
            <a:ext cx="2498501" cy="70788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Apply constraints, if any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5" name="Google Shape;675;p48"/>
          <p:cNvSpPr txBox="1"/>
          <p:nvPr/>
        </p:nvSpPr>
        <p:spPr>
          <a:xfrm>
            <a:off x="983086" y="1321129"/>
            <a:ext cx="2150772" cy="70788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Identification of all causes and effects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6" name="Google Shape;676;p48"/>
          <p:cNvSpPr txBox="1"/>
          <p:nvPr/>
        </p:nvSpPr>
        <p:spPr>
          <a:xfrm>
            <a:off x="5943599" y="5478453"/>
            <a:ext cx="2897746" cy="10156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Write test cases using every column of the decision table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677" name="Google Shape;677;p48"/>
          <p:cNvCxnSpPr>
            <a:stCxn id="675" idx="3"/>
          </p:cNvCxnSpPr>
          <p:nvPr/>
        </p:nvCxnSpPr>
        <p:spPr>
          <a:xfrm>
            <a:off x="3133858" y="1675072"/>
            <a:ext cx="347700" cy="75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8" name="Google Shape;678;p48"/>
          <p:cNvCxnSpPr>
            <a:stCxn id="673" idx="3"/>
          </p:cNvCxnSpPr>
          <p:nvPr/>
        </p:nvCxnSpPr>
        <p:spPr>
          <a:xfrm>
            <a:off x="4305836" y="2780838"/>
            <a:ext cx="440100" cy="66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9" name="Google Shape;679;p48"/>
          <p:cNvCxnSpPr>
            <a:stCxn id="674" idx="3"/>
          </p:cNvCxnSpPr>
          <p:nvPr/>
        </p:nvCxnSpPr>
        <p:spPr>
          <a:xfrm>
            <a:off x="5632359" y="3837310"/>
            <a:ext cx="311100" cy="516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0" name="Google Shape;680;p48"/>
          <p:cNvCxnSpPr/>
          <p:nvPr/>
        </p:nvCxnSpPr>
        <p:spPr>
          <a:xfrm flipH="1" rot="-5400000">
            <a:off x="7317717" y="4893632"/>
            <a:ext cx="601500" cy="567900"/>
          </a:xfrm>
          <a:prstGeom prst="bentConnector3">
            <a:avLst>
              <a:gd fmla="val 290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9"/>
          <p:cNvSpPr txBox="1"/>
          <p:nvPr>
            <p:ph type="title"/>
          </p:nvPr>
        </p:nvSpPr>
        <p:spPr>
          <a:xfrm>
            <a:off x="628650" y="0"/>
            <a:ext cx="7886700" cy="515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Creating Cause-Effect Graph</a:t>
            </a:r>
            <a:endParaRPr/>
          </a:p>
        </p:txBody>
      </p:sp>
      <p:sp>
        <p:nvSpPr>
          <p:cNvPr id="686" name="Google Shape;686;p49"/>
          <p:cNvSpPr txBox="1"/>
          <p:nvPr>
            <p:ph idx="1" type="body"/>
          </p:nvPr>
        </p:nvSpPr>
        <p:spPr>
          <a:xfrm>
            <a:off x="940156" y="920839"/>
            <a:ext cx="8075055" cy="62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The process of creating a cause-effect graph consists of two major steps.</a:t>
            </a:r>
            <a:endParaRPr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The causes and effects are identified by a careful examination of the requirements.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This process also exposes the relationships amongst various causes and effects as well as constraints amongst the causes and effects.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Each cause and effect is assigned a unique identifier for ease of reference in the cause-effect graph.</a:t>
            </a:r>
            <a:endParaRPr/>
          </a:p>
        </p:txBody>
      </p:sp>
      <p:sp>
        <p:nvSpPr>
          <p:cNvPr id="687" name="Google Shape;687;p4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Creating Cause-Effect Graph</a:t>
            </a:r>
            <a:endParaRPr/>
          </a:p>
        </p:txBody>
      </p:sp>
      <p:sp>
        <p:nvSpPr>
          <p:cNvPr id="693" name="Google Shape;693;p5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The cause-effect graph is constructed to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200"/>
              <a:buChar char="◦"/>
            </a:pPr>
            <a:r>
              <a:rPr lang="en-IN" sz="2200"/>
              <a:t>express the relationships extracted from the requirements.</a:t>
            </a:r>
            <a:endParaRPr/>
          </a:p>
          <a:p>
            <a:pPr indent="-980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When the number of causes and effects is large, say over 100 causes and 45 effects,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200"/>
              <a:buChar char="◦"/>
            </a:pPr>
            <a:r>
              <a:rPr lang="en-IN" sz="2200"/>
              <a:t>it is appropriate to use an incremental approach.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694" name="Google Shape;694;p5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1"/>
          <p:cNvSpPr txBox="1"/>
          <p:nvPr>
            <p:ph type="title"/>
          </p:nvPr>
        </p:nvSpPr>
        <p:spPr>
          <a:xfrm>
            <a:off x="0" y="0"/>
            <a:ext cx="9144000" cy="540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Another example</a:t>
            </a:r>
            <a:endParaRPr/>
          </a:p>
        </p:txBody>
      </p:sp>
      <p:sp>
        <p:nvSpPr>
          <p:cNvPr id="700" name="Google Shape;700;p51"/>
          <p:cNvSpPr txBox="1"/>
          <p:nvPr>
            <p:ph idx="1" type="body"/>
          </p:nvPr>
        </p:nvSpPr>
        <p:spPr>
          <a:xfrm>
            <a:off x="1030310" y="550617"/>
            <a:ext cx="8010659" cy="6307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Consider the example of keeping the record of marital status and number of children of a citizen. </a:t>
            </a:r>
            <a:endParaRPr sz="2400"/>
          </a:p>
          <a:p>
            <a:pPr indent="-16154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The value of marital status must be `U' or `M'. </a:t>
            </a:r>
            <a:endParaRPr sz="2400"/>
          </a:p>
          <a:p>
            <a:pPr indent="-16154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The value of the number of children must be digit or null in case a citizen is unmarried. </a:t>
            </a:r>
            <a:endParaRPr sz="2400"/>
          </a:p>
          <a:p>
            <a:pPr indent="-16154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If the information entered by the user is correct then an update is made. </a:t>
            </a:r>
            <a:endParaRPr sz="2400"/>
          </a:p>
          <a:p>
            <a:pPr indent="-16154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If the value of marital status of the citizen is incorrect, then the error message 1 is issued. </a:t>
            </a:r>
            <a:endParaRPr sz="2400"/>
          </a:p>
          <a:p>
            <a:pPr indent="-16154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Similarly, if the value of the number of children is incorrect, then the error message 2 is issued. </a:t>
            </a:r>
            <a:endParaRPr/>
          </a:p>
        </p:txBody>
      </p:sp>
      <p:sp>
        <p:nvSpPr>
          <p:cNvPr id="701" name="Google Shape;701;p5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2"/>
          <p:cNvSpPr txBox="1"/>
          <p:nvPr>
            <p:ph type="title"/>
          </p:nvPr>
        </p:nvSpPr>
        <p:spPr>
          <a:xfrm>
            <a:off x="0" y="0"/>
            <a:ext cx="9144000" cy="540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Answer</a:t>
            </a:r>
            <a:endParaRPr/>
          </a:p>
        </p:txBody>
      </p:sp>
      <p:sp>
        <p:nvSpPr>
          <p:cNvPr id="707" name="Google Shape;707;p52"/>
          <p:cNvSpPr txBox="1"/>
          <p:nvPr>
            <p:ph idx="1" type="body"/>
          </p:nvPr>
        </p:nvSpPr>
        <p:spPr>
          <a:xfrm>
            <a:off x="1043189" y="772732"/>
            <a:ext cx="7856112" cy="5795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 sz="3200"/>
              <a:t>Causes are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IN" sz="2800"/>
              <a:t>c1: marital status is U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IN" sz="2800"/>
              <a:t>c2: marital status is M</a:t>
            </a:r>
            <a:endParaRPr sz="2800"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IN" sz="2800"/>
              <a:t>c3: number of children is a digit</a:t>
            </a:r>
            <a:endParaRPr sz="28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 sz="3200"/>
              <a:t>Effects are</a:t>
            </a:r>
            <a:endParaRPr sz="3200"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IN" sz="2800"/>
              <a:t>e1: updation made</a:t>
            </a:r>
            <a:endParaRPr sz="2800"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IN" sz="2800"/>
              <a:t>e2: error message 1 is issued</a:t>
            </a:r>
            <a:endParaRPr sz="2800"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IN" sz="2800"/>
              <a:t>e3: error message 2 is issued</a:t>
            </a:r>
            <a:endParaRPr/>
          </a:p>
        </p:txBody>
      </p:sp>
      <p:sp>
        <p:nvSpPr>
          <p:cNvPr id="708" name="Google Shape;708;p5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3"/>
          <p:cNvSpPr txBox="1"/>
          <p:nvPr>
            <p:ph type="title"/>
          </p:nvPr>
        </p:nvSpPr>
        <p:spPr>
          <a:xfrm>
            <a:off x="628650" y="0"/>
            <a:ext cx="7886700" cy="66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Answer</a:t>
            </a:r>
            <a:endParaRPr/>
          </a:p>
        </p:txBody>
      </p:sp>
      <p:sp>
        <p:nvSpPr>
          <p:cNvPr id="714" name="Google Shape;714;p53"/>
          <p:cNvSpPr txBox="1"/>
          <p:nvPr>
            <p:ph idx="1" type="body"/>
          </p:nvPr>
        </p:nvSpPr>
        <p:spPr>
          <a:xfrm>
            <a:off x="1129631" y="3693066"/>
            <a:ext cx="7886700" cy="2231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There are two constraints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Exclusive (between c1 and c2) and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Requires (between c3 and c2)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Causes c1 and c2 cannot occur simultaneously.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For cause c3 to be true, cause c2 has to be true.</a:t>
            </a:r>
            <a:endParaRPr sz="2400"/>
          </a:p>
        </p:txBody>
      </p:sp>
      <p:sp>
        <p:nvSpPr>
          <p:cNvPr id="715" name="Google Shape;715;p5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16" name="Google Shape;716;p53"/>
          <p:cNvSpPr/>
          <p:nvPr/>
        </p:nvSpPr>
        <p:spPr>
          <a:xfrm>
            <a:off x="2511380" y="978793"/>
            <a:ext cx="425003" cy="412124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17" name="Google Shape;717;p53"/>
          <p:cNvSpPr/>
          <p:nvPr/>
        </p:nvSpPr>
        <p:spPr>
          <a:xfrm>
            <a:off x="2511379" y="2000517"/>
            <a:ext cx="425003" cy="412124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18" name="Google Shape;718;p53"/>
          <p:cNvSpPr/>
          <p:nvPr/>
        </p:nvSpPr>
        <p:spPr>
          <a:xfrm>
            <a:off x="4359498" y="1588393"/>
            <a:ext cx="425003" cy="412124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19" name="Google Shape;719;p53"/>
          <p:cNvSpPr/>
          <p:nvPr/>
        </p:nvSpPr>
        <p:spPr>
          <a:xfrm>
            <a:off x="2511378" y="2979311"/>
            <a:ext cx="425003" cy="412124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20" name="Google Shape;720;p53"/>
          <p:cNvSpPr/>
          <p:nvPr/>
        </p:nvSpPr>
        <p:spPr>
          <a:xfrm>
            <a:off x="6235520" y="2979311"/>
            <a:ext cx="425003" cy="412124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6235521" y="980939"/>
            <a:ext cx="425003" cy="412124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6235520" y="2000517"/>
            <a:ext cx="425003" cy="412124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723" name="Google Shape;723;p53"/>
          <p:cNvCxnSpPr>
            <a:stCxn id="716" idx="6"/>
            <a:endCxn id="718" idx="2"/>
          </p:cNvCxnSpPr>
          <p:nvPr/>
        </p:nvCxnSpPr>
        <p:spPr>
          <a:xfrm>
            <a:off x="2936383" y="1184855"/>
            <a:ext cx="14232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53"/>
          <p:cNvCxnSpPr>
            <a:stCxn id="717" idx="6"/>
            <a:endCxn id="718" idx="2"/>
          </p:cNvCxnSpPr>
          <p:nvPr/>
        </p:nvCxnSpPr>
        <p:spPr>
          <a:xfrm flipH="1" rot="10800000">
            <a:off x="2936382" y="1794379"/>
            <a:ext cx="1423200" cy="41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53"/>
          <p:cNvCxnSpPr>
            <a:stCxn id="718" idx="6"/>
            <a:endCxn id="721" idx="2"/>
          </p:cNvCxnSpPr>
          <p:nvPr/>
        </p:nvCxnSpPr>
        <p:spPr>
          <a:xfrm flipH="1" rot="10800000">
            <a:off x="4784501" y="1186955"/>
            <a:ext cx="1451100" cy="60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53"/>
          <p:cNvCxnSpPr>
            <a:stCxn id="718" idx="6"/>
            <a:endCxn id="722" idx="2"/>
          </p:cNvCxnSpPr>
          <p:nvPr/>
        </p:nvCxnSpPr>
        <p:spPr>
          <a:xfrm>
            <a:off x="4784501" y="1794455"/>
            <a:ext cx="1451100" cy="41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7" name="Google Shape;727;p53"/>
          <p:cNvCxnSpPr>
            <a:stCxn id="719" idx="6"/>
            <a:endCxn id="721" idx="2"/>
          </p:cNvCxnSpPr>
          <p:nvPr/>
        </p:nvCxnSpPr>
        <p:spPr>
          <a:xfrm flipH="1" rot="10800000">
            <a:off x="2936381" y="1187073"/>
            <a:ext cx="3299100" cy="199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8" name="Google Shape;728;p53"/>
          <p:cNvCxnSpPr>
            <a:stCxn id="719" idx="6"/>
            <a:endCxn id="720" idx="2"/>
          </p:cNvCxnSpPr>
          <p:nvPr/>
        </p:nvCxnSpPr>
        <p:spPr>
          <a:xfrm>
            <a:off x="2936381" y="3185373"/>
            <a:ext cx="3299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9" name="Google Shape;729;p53"/>
          <p:cNvSpPr txBox="1"/>
          <p:nvPr/>
        </p:nvSpPr>
        <p:spPr>
          <a:xfrm>
            <a:off x="1365161" y="1588393"/>
            <a:ext cx="2833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0" name="Google Shape;730;p53"/>
          <p:cNvSpPr txBox="1"/>
          <p:nvPr/>
        </p:nvSpPr>
        <p:spPr>
          <a:xfrm>
            <a:off x="1944705" y="2588720"/>
            <a:ext cx="2833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R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1" name="Google Shape;731;p53"/>
          <p:cNvSpPr txBox="1"/>
          <p:nvPr/>
        </p:nvSpPr>
        <p:spPr>
          <a:xfrm>
            <a:off x="2501716" y="1021585"/>
            <a:ext cx="501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c1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2" name="Google Shape;732;p53"/>
          <p:cNvSpPr txBox="1"/>
          <p:nvPr/>
        </p:nvSpPr>
        <p:spPr>
          <a:xfrm>
            <a:off x="2511378" y="2043309"/>
            <a:ext cx="4536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c2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3" name="Google Shape;733;p53"/>
          <p:cNvSpPr txBox="1"/>
          <p:nvPr/>
        </p:nvSpPr>
        <p:spPr>
          <a:xfrm>
            <a:off x="2511377" y="3026602"/>
            <a:ext cx="4915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c3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4" name="Google Shape;734;p53"/>
          <p:cNvSpPr txBox="1"/>
          <p:nvPr/>
        </p:nvSpPr>
        <p:spPr>
          <a:xfrm>
            <a:off x="6235519" y="978793"/>
            <a:ext cx="5130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e1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5" name="Google Shape;735;p53"/>
          <p:cNvSpPr txBox="1"/>
          <p:nvPr/>
        </p:nvSpPr>
        <p:spPr>
          <a:xfrm>
            <a:off x="6209760" y="2022050"/>
            <a:ext cx="5387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e2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6" name="Google Shape;736;p53"/>
          <p:cNvSpPr txBox="1"/>
          <p:nvPr/>
        </p:nvSpPr>
        <p:spPr>
          <a:xfrm>
            <a:off x="6248397" y="2958052"/>
            <a:ext cx="500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e3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7" name="Google Shape;737;p53"/>
          <p:cNvSpPr txBox="1"/>
          <p:nvPr/>
        </p:nvSpPr>
        <p:spPr>
          <a:xfrm>
            <a:off x="3647940" y="1553980"/>
            <a:ext cx="2833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v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8" name="Google Shape;738;p53"/>
          <p:cNvSpPr txBox="1"/>
          <p:nvPr/>
        </p:nvSpPr>
        <p:spPr>
          <a:xfrm>
            <a:off x="5239553" y="1514203"/>
            <a:ext cx="2833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^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739" name="Google Shape;739;p53"/>
          <p:cNvCxnSpPr>
            <a:stCxn id="729" idx="3"/>
            <a:endCxn id="716" idx="2"/>
          </p:cNvCxnSpPr>
          <p:nvPr/>
        </p:nvCxnSpPr>
        <p:spPr>
          <a:xfrm flipH="1" rot="10800000">
            <a:off x="1648496" y="1184759"/>
            <a:ext cx="862800" cy="58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40" name="Google Shape;740;p53"/>
          <p:cNvCxnSpPr>
            <a:stCxn id="729" idx="3"/>
            <a:endCxn id="717" idx="2"/>
          </p:cNvCxnSpPr>
          <p:nvPr/>
        </p:nvCxnSpPr>
        <p:spPr>
          <a:xfrm>
            <a:off x="1648496" y="1773059"/>
            <a:ext cx="862800" cy="43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41" name="Google Shape;741;p53"/>
          <p:cNvSpPr/>
          <p:nvPr/>
        </p:nvSpPr>
        <p:spPr>
          <a:xfrm>
            <a:off x="5551572" y="1416675"/>
            <a:ext cx="192405" cy="104747"/>
          </a:xfrm>
          <a:custGeom>
            <a:rect b="b" l="l" r="r" t="t"/>
            <a:pathLst>
              <a:path extrusionOk="0" h="104747" w="192405">
                <a:moveTo>
                  <a:pt x="102253" y="0"/>
                </a:moveTo>
                <a:cubicBezTo>
                  <a:pt x="1368" y="67614"/>
                  <a:pt x="-99516" y="135228"/>
                  <a:pt x="192405" y="90152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2" name="Google Shape;742;p53"/>
          <p:cNvSpPr/>
          <p:nvPr/>
        </p:nvSpPr>
        <p:spPr>
          <a:xfrm>
            <a:off x="4081859" y="1712889"/>
            <a:ext cx="52259" cy="167425"/>
          </a:xfrm>
          <a:custGeom>
            <a:rect b="b" l="l" r="r" t="t"/>
            <a:pathLst>
              <a:path extrusionOk="0" h="167425" w="52259">
                <a:moveTo>
                  <a:pt x="52259" y="0"/>
                </a:moveTo>
                <a:cubicBezTo>
                  <a:pt x="28648" y="11805"/>
                  <a:pt x="5037" y="23611"/>
                  <a:pt x="744" y="51515"/>
                </a:cubicBezTo>
                <a:cubicBezTo>
                  <a:pt x="-3549" y="79419"/>
                  <a:pt x="11476" y="123422"/>
                  <a:pt x="26502" y="167425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743" name="Google Shape;743;p53"/>
          <p:cNvCxnSpPr>
            <a:stCxn id="719" idx="2"/>
            <a:endCxn id="717" idx="2"/>
          </p:cNvCxnSpPr>
          <p:nvPr/>
        </p:nvCxnSpPr>
        <p:spPr>
          <a:xfrm flipH="1" rot="10800000">
            <a:off x="2511378" y="2206473"/>
            <a:ext cx="600" cy="978900"/>
          </a:xfrm>
          <a:prstGeom prst="curvedConnector3">
            <a:avLst>
              <a:gd fmla="val -38100167" name="adj1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744" name="Google Shape;744;p53"/>
          <p:cNvSpPr/>
          <p:nvPr/>
        </p:nvSpPr>
        <p:spPr>
          <a:xfrm>
            <a:off x="5354390" y="1880314"/>
            <a:ext cx="456127" cy="315534"/>
          </a:xfrm>
          <a:custGeom>
            <a:rect b="b" l="l" r="r" t="t"/>
            <a:pathLst>
              <a:path extrusionOk="0" h="510594" w="515154">
                <a:moveTo>
                  <a:pt x="0" y="146688"/>
                </a:moveTo>
                <a:cubicBezTo>
                  <a:pt x="115910" y="53316"/>
                  <a:pt x="231820" y="-40056"/>
                  <a:pt x="270456" y="17899"/>
                </a:cubicBezTo>
                <a:cubicBezTo>
                  <a:pt x="309092" y="75854"/>
                  <a:pt x="191036" y="438610"/>
                  <a:pt x="231819" y="494418"/>
                </a:cubicBezTo>
                <a:cubicBezTo>
                  <a:pt x="272602" y="550227"/>
                  <a:pt x="393878" y="451488"/>
                  <a:pt x="515154" y="35275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5" name="Google Shape;745;p53"/>
          <p:cNvSpPr/>
          <p:nvPr/>
        </p:nvSpPr>
        <p:spPr>
          <a:xfrm rot="-1467489">
            <a:off x="4586021" y="2921059"/>
            <a:ext cx="408545" cy="467337"/>
          </a:xfrm>
          <a:custGeom>
            <a:rect b="b" l="l" r="r" t="t"/>
            <a:pathLst>
              <a:path extrusionOk="0" h="510594" w="515154">
                <a:moveTo>
                  <a:pt x="0" y="146688"/>
                </a:moveTo>
                <a:cubicBezTo>
                  <a:pt x="115910" y="53316"/>
                  <a:pt x="231820" y="-40056"/>
                  <a:pt x="270456" y="17899"/>
                </a:cubicBezTo>
                <a:cubicBezTo>
                  <a:pt x="309092" y="75854"/>
                  <a:pt x="191036" y="438610"/>
                  <a:pt x="231819" y="494418"/>
                </a:cubicBezTo>
                <a:cubicBezTo>
                  <a:pt x="272602" y="550227"/>
                  <a:pt x="393878" y="451488"/>
                  <a:pt x="515154" y="35275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4"/>
          <p:cNvSpPr txBox="1"/>
          <p:nvPr>
            <p:ph type="title"/>
          </p:nvPr>
        </p:nvSpPr>
        <p:spPr>
          <a:xfrm>
            <a:off x="641527" y="167425"/>
            <a:ext cx="8811563" cy="605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Decision Table from cause-effect graph</a:t>
            </a:r>
            <a:endParaRPr/>
          </a:p>
        </p:txBody>
      </p:sp>
      <p:sp>
        <p:nvSpPr>
          <p:cNvPr id="751" name="Google Shape;751;p54"/>
          <p:cNvSpPr txBox="1"/>
          <p:nvPr>
            <p:ph idx="1" type="body"/>
          </p:nvPr>
        </p:nvSpPr>
        <p:spPr>
          <a:xfrm>
            <a:off x="924863" y="975621"/>
            <a:ext cx="8128985" cy="5309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Each column of the decision table represents a combination of input values, and hence a test.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There is one row for each condition and effect.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Thus the table  decision table can be viewed as an N X M matrix with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N being the sum of the number of conditions and effects and 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M the number of tests.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Each entry in the decision table is a 0 or 1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depending on whether or not the corresponding condition is false or true, respectively.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For a row corresponding to an effect, an entry is 0 or 1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if the effect is not present or present, respectively. </a:t>
            </a:r>
            <a:endParaRPr sz="2000"/>
          </a:p>
        </p:txBody>
      </p:sp>
      <p:sp>
        <p:nvSpPr>
          <p:cNvPr id="752" name="Google Shape;752;p5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5"/>
          <p:cNvSpPr txBox="1"/>
          <p:nvPr>
            <p:ph type="title"/>
          </p:nvPr>
        </p:nvSpPr>
        <p:spPr>
          <a:xfrm>
            <a:off x="0" y="0"/>
            <a:ext cx="9144000" cy="463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Test generation from a decision table</a:t>
            </a:r>
            <a:endParaRPr/>
          </a:p>
        </p:txBody>
      </p:sp>
      <p:sp>
        <p:nvSpPr>
          <p:cNvPr id="758" name="Google Shape;758;p55"/>
          <p:cNvSpPr txBox="1"/>
          <p:nvPr>
            <p:ph idx="1" type="body"/>
          </p:nvPr>
        </p:nvSpPr>
        <p:spPr>
          <a:xfrm>
            <a:off x="792051" y="672214"/>
            <a:ext cx="8442101" cy="61857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Test generation from a decision table is relatively forward.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Each column in the decision table generates at least one test input.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Note that each combination might be able to generate more than one  test when a condition in the cause-effect graph can be satisfied in more than one way.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For example, consider the following cause: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i="1" lang="en-IN" sz="2400"/>
              <a:t>C</a:t>
            </a:r>
            <a:r>
              <a:rPr lang="en-IN" sz="2400"/>
              <a:t>: </a:t>
            </a:r>
            <a:r>
              <a:rPr i="1" lang="en-IN" sz="2400"/>
              <a:t>x</a:t>
            </a:r>
            <a:r>
              <a:rPr lang="en-IN" sz="2400"/>
              <a:t>&lt;99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The condition above can be satisfied by many values such as </a:t>
            </a:r>
            <a:r>
              <a:rPr i="1" lang="en-IN" sz="2400"/>
              <a:t>x</a:t>
            </a:r>
            <a:r>
              <a:rPr lang="en-IN" sz="2400"/>
              <a:t>=1 and </a:t>
            </a:r>
            <a:r>
              <a:rPr i="1" lang="en-IN" sz="2400"/>
              <a:t>x</a:t>
            </a:r>
            <a:r>
              <a:rPr lang="en-IN" sz="2400"/>
              <a:t>=49.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Also, </a:t>
            </a:r>
            <a:r>
              <a:rPr i="1" lang="en-IN" sz="2400"/>
              <a:t>C</a:t>
            </a:r>
            <a:r>
              <a:rPr lang="en-IN" sz="2400"/>
              <a:t> can be made false by many values of </a:t>
            </a:r>
            <a:r>
              <a:rPr i="1" lang="en-IN" sz="2400"/>
              <a:t>x</a:t>
            </a:r>
            <a:r>
              <a:rPr lang="en-IN" sz="2400"/>
              <a:t> such as </a:t>
            </a:r>
            <a:r>
              <a:rPr i="1" lang="en-IN" sz="2400"/>
              <a:t>x</a:t>
            </a:r>
            <a:r>
              <a:rPr lang="en-IN" sz="2400"/>
              <a:t>=100 and </a:t>
            </a:r>
            <a:r>
              <a:rPr i="1" lang="en-IN" sz="2400"/>
              <a:t>x</a:t>
            </a:r>
            <a:r>
              <a:rPr lang="en-IN" sz="2400"/>
              <a:t>=999.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Thus, one might have a choice of values of input variables while generating tests using columns from a decision table</a:t>
            </a:r>
            <a:endParaRPr sz="2400"/>
          </a:p>
        </p:txBody>
      </p:sp>
      <p:sp>
        <p:nvSpPr>
          <p:cNvPr id="759" name="Google Shape;759;p5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6"/>
          <p:cNvSpPr txBox="1"/>
          <p:nvPr>
            <p:ph type="title"/>
          </p:nvPr>
        </p:nvSpPr>
        <p:spPr>
          <a:xfrm>
            <a:off x="231820" y="0"/>
            <a:ext cx="9144000" cy="510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765" name="Google Shape;765;p56"/>
          <p:cNvSpPr txBox="1"/>
          <p:nvPr>
            <p:ph idx="1" type="body"/>
          </p:nvPr>
        </p:nvSpPr>
        <p:spPr>
          <a:xfrm>
            <a:off x="798490" y="650384"/>
            <a:ext cx="8242479" cy="6207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A tourist of age greater than 21 years and having a clean driving record is supplied a rental car.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A premium amount is also charged if the tourist is on business,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Otherwise, it is not charged.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IN" sz="2800"/>
              <a:t>If the tourist is less than 21 year old, or does not have a clean driving record,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IN" sz="2400"/>
              <a:t>The system will display the following message: “Car cannot be supplied”.</a:t>
            </a:r>
            <a:endParaRPr sz="2400"/>
          </a:p>
          <a:p>
            <a:pPr indent="-14122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14122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</p:txBody>
      </p:sp>
      <p:sp>
        <p:nvSpPr>
          <p:cNvPr id="766" name="Google Shape;766;p5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7"/>
          <p:cNvSpPr txBox="1"/>
          <p:nvPr>
            <p:ph type="title"/>
          </p:nvPr>
        </p:nvSpPr>
        <p:spPr>
          <a:xfrm>
            <a:off x="115910" y="43154"/>
            <a:ext cx="8886422" cy="562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Answer</a:t>
            </a:r>
            <a:endParaRPr/>
          </a:p>
        </p:txBody>
      </p:sp>
      <p:sp>
        <p:nvSpPr>
          <p:cNvPr id="772" name="Google Shape;772;p57"/>
          <p:cNvSpPr txBox="1"/>
          <p:nvPr>
            <p:ph idx="1" type="body"/>
          </p:nvPr>
        </p:nvSpPr>
        <p:spPr>
          <a:xfrm>
            <a:off x="946598" y="528034"/>
            <a:ext cx="8783391" cy="3377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⚫"/>
            </a:pPr>
            <a:r>
              <a:rPr lang="en-IN" sz="2000"/>
              <a:t>Causes are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c1: Age is over 21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c2: Driving record is clean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c3: Tourist is on business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⚫"/>
            </a:pPr>
            <a:r>
              <a:rPr lang="en-IN" sz="2000"/>
              <a:t>Effects are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e1: Supply a rental car without premium charge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e2: Supply a rental car with premium charge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e3: Car cannot be supplied</a:t>
            </a:r>
            <a:endParaRPr sz="1800"/>
          </a:p>
        </p:txBody>
      </p:sp>
      <p:sp>
        <p:nvSpPr>
          <p:cNvPr id="773" name="Google Shape;773;p5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74" name="Google Shape;774;p57"/>
          <p:cNvSpPr/>
          <p:nvPr/>
        </p:nvSpPr>
        <p:spPr>
          <a:xfrm>
            <a:off x="927279" y="4121239"/>
            <a:ext cx="437882" cy="46364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5" name="Google Shape;775;p57"/>
          <p:cNvSpPr/>
          <p:nvPr/>
        </p:nvSpPr>
        <p:spPr>
          <a:xfrm>
            <a:off x="927279" y="5027858"/>
            <a:ext cx="437882" cy="46364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6" name="Google Shape;776;p57"/>
          <p:cNvSpPr/>
          <p:nvPr/>
        </p:nvSpPr>
        <p:spPr>
          <a:xfrm>
            <a:off x="926206" y="5956479"/>
            <a:ext cx="437882" cy="46364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7" name="Google Shape;777;p57"/>
          <p:cNvSpPr/>
          <p:nvPr/>
        </p:nvSpPr>
        <p:spPr>
          <a:xfrm>
            <a:off x="4288664" y="4121239"/>
            <a:ext cx="437882" cy="46364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8" name="Google Shape;778;p57"/>
          <p:cNvSpPr/>
          <p:nvPr/>
        </p:nvSpPr>
        <p:spPr>
          <a:xfrm>
            <a:off x="5915696" y="4121239"/>
            <a:ext cx="437882" cy="46364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9" name="Google Shape;779;p57"/>
          <p:cNvSpPr/>
          <p:nvPr/>
        </p:nvSpPr>
        <p:spPr>
          <a:xfrm>
            <a:off x="4288664" y="5027858"/>
            <a:ext cx="437882" cy="46364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80" name="Google Shape;780;p57"/>
          <p:cNvSpPr/>
          <p:nvPr/>
        </p:nvSpPr>
        <p:spPr>
          <a:xfrm>
            <a:off x="2607971" y="4538460"/>
            <a:ext cx="437882" cy="46364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81" name="Google Shape;781;p57"/>
          <p:cNvSpPr/>
          <p:nvPr/>
        </p:nvSpPr>
        <p:spPr>
          <a:xfrm>
            <a:off x="4288664" y="5956479"/>
            <a:ext cx="437882" cy="46364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82" name="Google Shape;782;p57"/>
          <p:cNvSpPr/>
          <p:nvPr/>
        </p:nvSpPr>
        <p:spPr>
          <a:xfrm>
            <a:off x="5885643" y="5027858"/>
            <a:ext cx="437882" cy="46364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83" name="Google Shape;783;p57"/>
          <p:cNvSpPr/>
          <p:nvPr/>
        </p:nvSpPr>
        <p:spPr>
          <a:xfrm>
            <a:off x="5915696" y="5956479"/>
            <a:ext cx="437882" cy="46364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784" name="Google Shape;784;p57"/>
          <p:cNvCxnSpPr>
            <a:stCxn id="774" idx="6"/>
            <a:endCxn id="780" idx="1"/>
          </p:cNvCxnSpPr>
          <p:nvPr/>
        </p:nvCxnSpPr>
        <p:spPr>
          <a:xfrm>
            <a:off x="1365161" y="4353059"/>
            <a:ext cx="1306800" cy="2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57"/>
          <p:cNvCxnSpPr>
            <a:stCxn id="775" idx="6"/>
            <a:endCxn id="780" idx="1"/>
          </p:cNvCxnSpPr>
          <p:nvPr/>
        </p:nvCxnSpPr>
        <p:spPr>
          <a:xfrm flipH="1" rot="10800000">
            <a:off x="1365161" y="4606278"/>
            <a:ext cx="1306800" cy="65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p57"/>
          <p:cNvCxnSpPr>
            <a:stCxn id="780" idx="6"/>
            <a:endCxn id="777" idx="2"/>
          </p:cNvCxnSpPr>
          <p:nvPr/>
        </p:nvCxnSpPr>
        <p:spPr>
          <a:xfrm flipH="1" rot="10800000">
            <a:off x="3045853" y="4352980"/>
            <a:ext cx="1242900" cy="41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p57"/>
          <p:cNvCxnSpPr>
            <a:stCxn id="780" idx="6"/>
            <a:endCxn id="779" idx="2"/>
          </p:cNvCxnSpPr>
          <p:nvPr/>
        </p:nvCxnSpPr>
        <p:spPr>
          <a:xfrm>
            <a:off x="3045853" y="4770280"/>
            <a:ext cx="1242900" cy="48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8" name="Google Shape;788;p57"/>
          <p:cNvCxnSpPr>
            <a:endCxn id="781" idx="1"/>
          </p:cNvCxnSpPr>
          <p:nvPr/>
        </p:nvCxnSpPr>
        <p:spPr>
          <a:xfrm>
            <a:off x="2994390" y="4899077"/>
            <a:ext cx="1358400" cy="112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9" name="Google Shape;789;p57"/>
          <p:cNvCxnSpPr>
            <a:stCxn id="777" idx="6"/>
            <a:endCxn id="778" idx="2"/>
          </p:cNvCxnSpPr>
          <p:nvPr/>
        </p:nvCxnSpPr>
        <p:spPr>
          <a:xfrm>
            <a:off x="4726546" y="4353059"/>
            <a:ext cx="1189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p57"/>
          <p:cNvCxnSpPr>
            <a:stCxn id="779" idx="6"/>
            <a:endCxn id="782" idx="2"/>
          </p:cNvCxnSpPr>
          <p:nvPr/>
        </p:nvCxnSpPr>
        <p:spPr>
          <a:xfrm>
            <a:off x="4726546" y="5259678"/>
            <a:ext cx="1159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1" name="Google Shape;791;p57"/>
          <p:cNvCxnSpPr>
            <a:stCxn id="781" idx="6"/>
            <a:endCxn id="783" idx="2"/>
          </p:cNvCxnSpPr>
          <p:nvPr/>
        </p:nvCxnSpPr>
        <p:spPr>
          <a:xfrm>
            <a:off x="4726546" y="6188299"/>
            <a:ext cx="1189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2" name="Google Shape;792;p57"/>
          <p:cNvCxnSpPr>
            <a:stCxn id="776" idx="6"/>
            <a:endCxn id="777" idx="2"/>
          </p:cNvCxnSpPr>
          <p:nvPr/>
        </p:nvCxnSpPr>
        <p:spPr>
          <a:xfrm flipH="1" rot="10800000">
            <a:off x="1364088" y="4353199"/>
            <a:ext cx="2924700" cy="183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3" name="Google Shape;793;p57"/>
          <p:cNvCxnSpPr>
            <a:stCxn id="776" idx="6"/>
            <a:endCxn id="779" idx="2"/>
          </p:cNvCxnSpPr>
          <p:nvPr/>
        </p:nvCxnSpPr>
        <p:spPr>
          <a:xfrm flipH="1" rot="10800000">
            <a:off x="1364088" y="5259799"/>
            <a:ext cx="2924700" cy="92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4" name="Google Shape;794;p57"/>
          <p:cNvSpPr/>
          <p:nvPr/>
        </p:nvSpPr>
        <p:spPr>
          <a:xfrm>
            <a:off x="2266682" y="4559121"/>
            <a:ext cx="128788" cy="180304"/>
          </a:xfrm>
          <a:custGeom>
            <a:rect b="b" l="l" r="r" t="t"/>
            <a:pathLst>
              <a:path extrusionOk="0" h="180304" w="128788">
                <a:moveTo>
                  <a:pt x="128788" y="180304"/>
                </a:moveTo>
                <a:cubicBezTo>
                  <a:pt x="64394" y="156693"/>
                  <a:pt x="0" y="133082"/>
                  <a:pt x="0" y="103031"/>
                </a:cubicBezTo>
                <a:cubicBezTo>
                  <a:pt x="0" y="72980"/>
                  <a:pt x="64394" y="36490"/>
                  <a:pt x="128788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5" name="Google Shape;795;p57"/>
          <p:cNvSpPr/>
          <p:nvPr/>
        </p:nvSpPr>
        <p:spPr>
          <a:xfrm>
            <a:off x="3940935" y="5166840"/>
            <a:ext cx="128788" cy="180304"/>
          </a:xfrm>
          <a:custGeom>
            <a:rect b="b" l="l" r="r" t="t"/>
            <a:pathLst>
              <a:path extrusionOk="0" h="180304" w="128788">
                <a:moveTo>
                  <a:pt x="128788" y="180304"/>
                </a:moveTo>
                <a:cubicBezTo>
                  <a:pt x="64394" y="156693"/>
                  <a:pt x="0" y="133082"/>
                  <a:pt x="0" y="103031"/>
                </a:cubicBezTo>
                <a:cubicBezTo>
                  <a:pt x="0" y="72980"/>
                  <a:pt x="64394" y="36490"/>
                  <a:pt x="128788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6" name="Google Shape;796;p57"/>
          <p:cNvSpPr/>
          <p:nvPr/>
        </p:nvSpPr>
        <p:spPr>
          <a:xfrm>
            <a:off x="3876541" y="4481848"/>
            <a:ext cx="12879" cy="115910"/>
          </a:xfrm>
          <a:custGeom>
            <a:rect b="b" l="l" r="r" t="t"/>
            <a:pathLst>
              <a:path extrusionOk="0" h="115910" w="12879">
                <a:moveTo>
                  <a:pt x="12879" y="115910"/>
                </a:moveTo>
                <a:cubicBezTo>
                  <a:pt x="10732" y="68687"/>
                  <a:pt x="8586" y="21465"/>
                  <a:pt x="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7" name="Google Shape;797;p57"/>
          <p:cNvSpPr/>
          <p:nvPr/>
        </p:nvSpPr>
        <p:spPr>
          <a:xfrm>
            <a:off x="2181973" y="5434885"/>
            <a:ext cx="393802" cy="218940"/>
          </a:xfrm>
          <a:custGeom>
            <a:rect b="b" l="l" r="r" t="t"/>
            <a:pathLst>
              <a:path extrusionOk="0" h="218940" w="393802">
                <a:moveTo>
                  <a:pt x="7435" y="218940"/>
                </a:moveTo>
                <a:cubicBezTo>
                  <a:pt x="995" y="179230"/>
                  <a:pt x="-5444" y="139520"/>
                  <a:pt x="7435" y="115909"/>
                </a:cubicBezTo>
                <a:cubicBezTo>
                  <a:pt x="20314" y="92298"/>
                  <a:pt x="35340" y="68687"/>
                  <a:pt x="84709" y="77273"/>
                </a:cubicBezTo>
                <a:cubicBezTo>
                  <a:pt x="134078" y="85859"/>
                  <a:pt x="252135" y="180304"/>
                  <a:pt x="303650" y="167425"/>
                </a:cubicBezTo>
                <a:cubicBezTo>
                  <a:pt x="355165" y="154546"/>
                  <a:pt x="374483" y="77273"/>
                  <a:pt x="393802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8" name="Google Shape;798;p57"/>
          <p:cNvSpPr/>
          <p:nvPr/>
        </p:nvSpPr>
        <p:spPr>
          <a:xfrm rot="4056302">
            <a:off x="3852508" y="5665382"/>
            <a:ext cx="393802" cy="218940"/>
          </a:xfrm>
          <a:custGeom>
            <a:rect b="b" l="l" r="r" t="t"/>
            <a:pathLst>
              <a:path extrusionOk="0" h="218940" w="393802">
                <a:moveTo>
                  <a:pt x="7435" y="218940"/>
                </a:moveTo>
                <a:cubicBezTo>
                  <a:pt x="995" y="179230"/>
                  <a:pt x="-5444" y="139520"/>
                  <a:pt x="7435" y="115909"/>
                </a:cubicBezTo>
                <a:cubicBezTo>
                  <a:pt x="20314" y="92298"/>
                  <a:pt x="35340" y="68687"/>
                  <a:pt x="84709" y="77273"/>
                </a:cubicBezTo>
                <a:cubicBezTo>
                  <a:pt x="134078" y="85859"/>
                  <a:pt x="252135" y="180304"/>
                  <a:pt x="303650" y="167425"/>
                </a:cubicBezTo>
                <a:cubicBezTo>
                  <a:pt x="355165" y="154546"/>
                  <a:pt x="374483" y="77273"/>
                  <a:pt x="393802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9" name="Google Shape;799;p57"/>
          <p:cNvSpPr txBox="1"/>
          <p:nvPr/>
        </p:nvSpPr>
        <p:spPr>
          <a:xfrm>
            <a:off x="965917" y="4146791"/>
            <a:ext cx="4378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c1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0" name="Google Shape;800;p57"/>
          <p:cNvSpPr txBox="1"/>
          <p:nvPr/>
        </p:nvSpPr>
        <p:spPr>
          <a:xfrm>
            <a:off x="945390" y="5049338"/>
            <a:ext cx="4378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c2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1" name="Google Shape;801;p57"/>
          <p:cNvSpPr txBox="1"/>
          <p:nvPr/>
        </p:nvSpPr>
        <p:spPr>
          <a:xfrm>
            <a:off x="942103" y="6003633"/>
            <a:ext cx="4378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c3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2" name="Google Shape;802;p57"/>
          <p:cNvSpPr txBox="1"/>
          <p:nvPr/>
        </p:nvSpPr>
        <p:spPr>
          <a:xfrm>
            <a:off x="5915696" y="4136461"/>
            <a:ext cx="4378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e1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3" name="Google Shape;803;p57"/>
          <p:cNvSpPr txBox="1"/>
          <p:nvPr/>
        </p:nvSpPr>
        <p:spPr>
          <a:xfrm>
            <a:off x="5915696" y="5086013"/>
            <a:ext cx="4378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e2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4" name="Google Shape;804;p57"/>
          <p:cNvSpPr txBox="1"/>
          <p:nvPr/>
        </p:nvSpPr>
        <p:spPr>
          <a:xfrm>
            <a:off x="5950172" y="6003633"/>
            <a:ext cx="4378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e3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5" name="Google Shape;805;p57"/>
          <p:cNvSpPr txBox="1"/>
          <p:nvPr/>
        </p:nvSpPr>
        <p:spPr>
          <a:xfrm>
            <a:off x="2018629" y="4572000"/>
            <a:ext cx="2480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^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6" name="Google Shape;806;p57"/>
          <p:cNvSpPr txBox="1"/>
          <p:nvPr/>
        </p:nvSpPr>
        <p:spPr>
          <a:xfrm>
            <a:off x="3509492" y="4505793"/>
            <a:ext cx="2480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^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7" name="Google Shape;807;p57"/>
          <p:cNvSpPr txBox="1"/>
          <p:nvPr/>
        </p:nvSpPr>
        <p:spPr>
          <a:xfrm>
            <a:off x="3662829" y="5086013"/>
            <a:ext cx="2480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^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8"/>
          <p:cNvSpPr txBox="1"/>
          <p:nvPr>
            <p:ph type="title"/>
          </p:nvPr>
        </p:nvSpPr>
        <p:spPr>
          <a:xfrm>
            <a:off x="486983" y="0"/>
            <a:ext cx="7886700" cy="540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Decision Table and Test Cases</a:t>
            </a:r>
            <a:endParaRPr/>
          </a:p>
        </p:txBody>
      </p:sp>
      <p:graphicFrame>
        <p:nvGraphicFramePr>
          <p:cNvPr id="813" name="Google Shape;813;p58"/>
          <p:cNvGraphicFramePr/>
          <p:nvPr/>
        </p:nvGraphicFramePr>
        <p:xfrm>
          <a:off x="1054040" y="5762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{759DD32C-77DF-4FCA-B1A2-BB5107056568}</a:tableStyleId>
              </a:tblPr>
              <a:tblGrid>
                <a:gridCol w="5460925"/>
                <a:gridCol w="570175"/>
                <a:gridCol w="570175"/>
                <a:gridCol w="570175"/>
                <a:gridCol w="557950"/>
              </a:tblGrid>
              <a:tr h="36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c1: Over 21?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c2: Driving record clean?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c3: On business?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e1: Supply a rental car without premium charge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e2: Supply a rental car with premium charge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075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e3: Car cannot be supplied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4" name="Google Shape;814;p5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815" name="Google Shape;815;p58"/>
          <p:cNvGraphicFramePr/>
          <p:nvPr/>
        </p:nvGraphicFramePr>
        <p:xfrm>
          <a:off x="1066538" y="34061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{759DD32C-77DF-4FCA-B1A2-BB5107056568}</a:tableStyleId>
              </a:tblPr>
              <a:tblGrid>
                <a:gridCol w="686450"/>
                <a:gridCol w="598050"/>
                <a:gridCol w="2378850"/>
                <a:gridCol w="1416425"/>
                <a:gridCol w="2868875"/>
              </a:tblGrid>
              <a:tr h="626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Test Case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Age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Driving_record_clean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On_business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Expected Output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20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Yes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Yes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Car cannot be supplied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26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Yes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Car cannot be supplied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62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Yes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Supply a rental car without premium charge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62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Yes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Yes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Gill Sans"/>
                        <a:buNone/>
                      </a:pPr>
                      <a:r>
                        <a:rPr lang="en-IN" sz="1600">
                          <a:solidFill>
                            <a:schemeClr val="dk1"/>
                          </a:solidFill>
                        </a:rPr>
                        <a:t>Supply a rental car with premium charge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9"/>
          <p:cNvSpPr txBox="1"/>
          <p:nvPr>
            <p:ph type="title"/>
          </p:nvPr>
        </p:nvSpPr>
        <p:spPr>
          <a:xfrm>
            <a:off x="656823" y="180305"/>
            <a:ext cx="8487177" cy="476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IN" sz="3600"/>
              <a:t>Example 2: Triangle Classification Problem</a:t>
            </a:r>
            <a:endParaRPr sz="3600"/>
          </a:p>
        </p:txBody>
      </p:sp>
      <p:sp>
        <p:nvSpPr>
          <p:cNvPr id="821" name="Google Shape;821;p59"/>
          <p:cNvSpPr txBox="1"/>
          <p:nvPr>
            <p:ph idx="1" type="body"/>
          </p:nvPr>
        </p:nvSpPr>
        <p:spPr>
          <a:xfrm>
            <a:off x="882203" y="1155924"/>
            <a:ext cx="8261797" cy="4729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Consider a program for classification of a triangle. </a:t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Its input is a triple of positive integers (say a, b and c) and the input values are greater than zero and less than or equal to 100. </a:t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IN" sz="2400"/>
              <a:t>The triangle is classified according to the following rules: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Right angled triangle: c</a:t>
            </a:r>
            <a:r>
              <a:rPr baseline="30000" lang="en-IN" sz="2000"/>
              <a:t>2</a:t>
            </a:r>
            <a:r>
              <a:rPr lang="en-IN" sz="2000"/>
              <a:t>=a</a:t>
            </a:r>
            <a:r>
              <a:rPr baseline="30000" lang="en-IN" sz="2000"/>
              <a:t>2</a:t>
            </a:r>
            <a:r>
              <a:rPr lang="en-IN" sz="2000"/>
              <a:t>+b</a:t>
            </a:r>
            <a:r>
              <a:rPr baseline="30000" lang="en-IN" sz="2000"/>
              <a:t>2 </a:t>
            </a:r>
            <a:r>
              <a:rPr lang="en-IN" sz="2000"/>
              <a:t>or a</a:t>
            </a:r>
            <a:r>
              <a:rPr baseline="30000" lang="en-IN" sz="2000"/>
              <a:t>2</a:t>
            </a:r>
            <a:r>
              <a:rPr lang="en-IN" sz="2000"/>
              <a:t>=b</a:t>
            </a:r>
            <a:r>
              <a:rPr baseline="30000" lang="en-IN" sz="2000"/>
              <a:t>2</a:t>
            </a:r>
            <a:r>
              <a:rPr lang="en-IN" sz="2000"/>
              <a:t>+c</a:t>
            </a:r>
            <a:r>
              <a:rPr baseline="30000" lang="en-IN" sz="2000"/>
              <a:t>2 </a:t>
            </a:r>
            <a:r>
              <a:rPr lang="en-IN" sz="2000"/>
              <a:t>or b</a:t>
            </a:r>
            <a:r>
              <a:rPr baseline="30000" lang="en-IN" sz="2000"/>
              <a:t>2</a:t>
            </a:r>
            <a:r>
              <a:rPr lang="en-IN" sz="2000"/>
              <a:t>=c</a:t>
            </a:r>
            <a:r>
              <a:rPr baseline="30000" lang="en-IN" sz="2000"/>
              <a:t>2</a:t>
            </a:r>
            <a:r>
              <a:rPr lang="en-IN" sz="2000"/>
              <a:t>+ a</a:t>
            </a:r>
            <a:r>
              <a:rPr baseline="30000" lang="en-IN" sz="2000"/>
              <a:t>2</a:t>
            </a:r>
            <a:endParaRPr baseline="30000" sz="2000"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Obtuse angled triangle: c</a:t>
            </a:r>
            <a:r>
              <a:rPr baseline="30000" lang="en-IN" sz="2000"/>
              <a:t>2</a:t>
            </a:r>
            <a:r>
              <a:rPr lang="en-IN" sz="2000"/>
              <a:t>&gt;a</a:t>
            </a:r>
            <a:r>
              <a:rPr baseline="30000" lang="en-IN" sz="2000"/>
              <a:t>2</a:t>
            </a:r>
            <a:r>
              <a:rPr lang="en-IN" sz="2000"/>
              <a:t>+b</a:t>
            </a:r>
            <a:r>
              <a:rPr baseline="30000" lang="en-IN" sz="2000"/>
              <a:t>2 </a:t>
            </a:r>
            <a:r>
              <a:rPr lang="en-IN" sz="2000"/>
              <a:t>or a</a:t>
            </a:r>
            <a:r>
              <a:rPr baseline="30000" lang="en-IN" sz="2000"/>
              <a:t>2</a:t>
            </a:r>
            <a:r>
              <a:rPr lang="en-IN" sz="2000"/>
              <a:t>&gt;b</a:t>
            </a:r>
            <a:r>
              <a:rPr baseline="30000" lang="en-IN" sz="2000"/>
              <a:t>2</a:t>
            </a:r>
            <a:r>
              <a:rPr lang="en-IN" sz="2000"/>
              <a:t>+c</a:t>
            </a:r>
            <a:r>
              <a:rPr baseline="30000" lang="en-IN" sz="2000"/>
              <a:t>2 </a:t>
            </a:r>
            <a:r>
              <a:rPr lang="en-IN" sz="2000"/>
              <a:t>or b</a:t>
            </a:r>
            <a:r>
              <a:rPr baseline="30000" lang="en-IN" sz="2000"/>
              <a:t>2</a:t>
            </a:r>
            <a:r>
              <a:rPr lang="en-IN" sz="2000"/>
              <a:t>&gt;c</a:t>
            </a:r>
            <a:r>
              <a:rPr baseline="30000" lang="en-IN" sz="2000"/>
              <a:t>2</a:t>
            </a:r>
            <a:r>
              <a:rPr lang="en-IN" sz="2000"/>
              <a:t>+ a</a:t>
            </a:r>
            <a:r>
              <a:rPr baseline="30000" lang="en-IN" sz="2000"/>
              <a:t>2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Acute angled triangle: c</a:t>
            </a:r>
            <a:r>
              <a:rPr baseline="30000" lang="en-IN" sz="2000"/>
              <a:t>2</a:t>
            </a:r>
            <a:r>
              <a:rPr lang="en-IN" sz="2000"/>
              <a:t>&lt;a</a:t>
            </a:r>
            <a:r>
              <a:rPr baseline="30000" lang="en-IN" sz="2000"/>
              <a:t>2</a:t>
            </a:r>
            <a:r>
              <a:rPr lang="en-IN" sz="2000"/>
              <a:t>+b</a:t>
            </a:r>
            <a:r>
              <a:rPr baseline="30000" lang="en-IN" sz="2000"/>
              <a:t>2 </a:t>
            </a:r>
            <a:r>
              <a:rPr lang="en-IN" sz="2000"/>
              <a:t>or a</a:t>
            </a:r>
            <a:r>
              <a:rPr baseline="30000" lang="en-IN" sz="2000"/>
              <a:t>2</a:t>
            </a:r>
            <a:r>
              <a:rPr lang="en-IN" sz="2000"/>
              <a:t>&lt;b</a:t>
            </a:r>
            <a:r>
              <a:rPr baseline="30000" lang="en-IN" sz="2000"/>
              <a:t>2</a:t>
            </a:r>
            <a:r>
              <a:rPr lang="en-IN" sz="2000"/>
              <a:t>+c</a:t>
            </a:r>
            <a:r>
              <a:rPr baseline="30000" lang="en-IN" sz="2000"/>
              <a:t>2 </a:t>
            </a:r>
            <a:r>
              <a:rPr lang="en-IN" sz="2000"/>
              <a:t>or b</a:t>
            </a:r>
            <a:r>
              <a:rPr baseline="30000" lang="en-IN" sz="2000"/>
              <a:t>2</a:t>
            </a:r>
            <a:r>
              <a:rPr lang="en-IN" sz="2000"/>
              <a:t>&lt;c</a:t>
            </a:r>
            <a:r>
              <a:rPr baseline="30000" lang="en-IN" sz="2000"/>
              <a:t>2</a:t>
            </a:r>
            <a:r>
              <a:rPr lang="en-IN" sz="2000"/>
              <a:t>+a</a:t>
            </a:r>
            <a:r>
              <a:rPr baseline="30000" lang="en-IN" sz="2000"/>
              <a:t>2</a:t>
            </a:r>
            <a:endParaRPr baseline="30000" sz="2000"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Char char="◦"/>
            </a:pPr>
            <a:r>
              <a:rPr lang="en-IN" sz="2000"/>
              <a:t>The program output may have one of the following words: [Acute angled triangle, Obtuse angled triangle, Right angled triangle, Invalid triangle, Input values are out of range]</a:t>
            </a:r>
            <a:endParaRPr/>
          </a:p>
        </p:txBody>
      </p:sp>
      <p:sp>
        <p:nvSpPr>
          <p:cNvPr id="822" name="Google Shape;822;p5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0"/>
          <p:cNvSpPr txBox="1"/>
          <p:nvPr>
            <p:ph type="title"/>
          </p:nvPr>
        </p:nvSpPr>
        <p:spPr>
          <a:xfrm>
            <a:off x="0" y="1"/>
            <a:ext cx="9144000" cy="437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Answer</a:t>
            </a:r>
            <a:endParaRPr/>
          </a:p>
        </p:txBody>
      </p:sp>
      <p:sp>
        <p:nvSpPr>
          <p:cNvPr id="828" name="Google Shape;828;p60"/>
          <p:cNvSpPr txBox="1"/>
          <p:nvPr>
            <p:ph idx="1" type="body"/>
          </p:nvPr>
        </p:nvSpPr>
        <p:spPr>
          <a:xfrm>
            <a:off x="976379" y="486222"/>
            <a:ext cx="7961559" cy="6275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⚫"/>
            </a:pPr>
            <a:r>
              <a:rPr lang="en-IN" sz="2000"/>
              <a:t>Causes are: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c1: side “a” is less than the sum of sides “b” and “c”.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c2: side “b” is less than the sum of sides “a” and “c”.</a:t>
            </a:r>
            <a:endParaRPr sz="1800"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c3: side “c” is less than the sum of sides “a” and “b”.</a:t>
            </a:r>
            <a:endParaRPr sz="1800"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c4: square of side “a” is equal to the sum of squares of sides “b” and “c”.</a:t>
            </a:r>
            <a:endParaRPr sz="1800"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c5: square of side “a” is greater than the sum of squares of sides “b” and “c”.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c6: square of side “a” is less than the the sum of squares of sides “b” and “c”.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⚫"/>
            </a:pPr>
            <a:r>
              <a:rPr lang="en-IN" sz="2000"/>
              <a:t>Effects are: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e1: Invalid triangle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e2: Right angle triangle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e3: Obtuse angled triangle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e4: Acute angled triangle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</a:pPr>
            <a:r>
              <a:rPr lang="en-IN" sz="1800"/>
              <a:t>e5: Impossible stage</a:t>
            </a:r>
            <a:endParaRPr/>
          </a:p>
          <a:p>
            <a:pPr indent="-1818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</p:txBody>
      </p:sp>
      <p:sp>
        <p:nvSpPr>
          <p:cNvPr id="829" name="Google Shape;829;p6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1"/>
          <p:cNvSpPr txBox="1"/>
          <p:nvPr>
            <p:ph type="title"/>
          </p:nvPr>
        </p:nvSpPr>
        <p:spPr>
          <a:xfrm>
            <a:off x="0" y="1"/>
            <a:ext cx="9144000" cy="592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Cause-Effect Graph</a:t>
            </a:r>
            <a:endParaRPr/>
          </a:p>
        </p:txBody>
      </p:sp>
      <p:sp>
        <p:nvSpPr>
          <p:cNvPr id="835" name="Google Shape;835;p6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6" name="Google Shape;836;p61"/>
          <p:cNvSpPr/>
          <p:nvPr/>
        </p:nvSpPr>
        <p:spPr>
          <a:xfrm>
            <a:off x="2266679" y="940158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7" name="Google Shape;837;p61"/>
          <p:cNvSpPr/>
          <p:nvPr/>
        </p:nvSpPr>
        <p:spPr>
          <a:xfrm>
            <a:off x="2266677" y="1687861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8" name="Google Shape;838;p61"/>
          <p:cNvSpPr/>
          <p:nvPr/>
        </p:nvSpPr>
        <p:spPr>
          <a:xfrm>
            <a:off x="2266676" y="2506033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9" name="Google Shape;839;p61"/>
          <p:cNvSpPr/>
          <p:nvPr/>
        </p:nvSpPr>
        <p:spPr>
          <a:xfrm>
            <a:off x="4081525" y="1687861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0" name="Google Shape;840;p61"/>
          <p:cNvSpPr/>
          <p:nvPr/>
        </p:nvSpPr>
        <p:spPr>
          <a:xfrm>
            <a:off x="7396845" y="1703057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1" name="Google Shape;841;p61"/>
          <p:cNvSpPr/>
          <p:nvPr/>
        </p:nvSpPr>
        <p:spPr>
          <a:xfrm>
            <a:off x="2266676" y="3386151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2" name="Google Shape;842;p61"/>
          <p:cNvSpPr/>
          <p:nvPr/>
        </p:nvSpPr>
        <p:spPr>
          <a:xfrm>
            <a:off x="2266676" y="4251670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3" name="Google Shape;843;p61"/>
          <p:cNvSpPr/>
          <p:nvPr/>
        </p:nvSpPr>
        <p:spPr>
          <a:xfrm>
            <a:off x="2266675" y="5117189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4" name="Google Shape;844;p61"/>
          <p:cNvSpPr/>
          <p:nvPr/>
        </p:nvSpPr>
        <p:spPr>
          <a:xfrm>
            <a:off x="5468823" y="3383573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5" name="Google Shape;845;p61"/>
          <p:cNvSpPr/>
          <p:nvPr/>
        </p:nvSpPr>
        <p:spPr>
          <a:xfrm>
            <a:off x="5468823" y="4253716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6" name="Google Shape;846;p61"/>
          <p:cNvSpPr/>
          <p:nvPr/>
        </p:nvSpPr>
        <p:spPr>
          <a:xfrm>
            <a:off x="5468822" y="5119235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7" name="Google Shape;847;p61"/>
          <p:cNvSpPr/>
          <p:nvPr/>
        </p:nvSpPr>
        <p:spPr>
          <a:xfrm>
            <a:off x="5468822" y="5984754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8" name="Google Shape;848;p61"/>
          <p:cNvSpPr/>
          <p:nvPr/>
        </p:nvSpPr>
        <p:spPr>
          <a:xfrm>
            <a:off x="7396844" y="3396723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9" name="Google Shape;849;p61"/>
          <p:cNvSpPr/>
          <p:nvPr/>
        </p:nvSpPr>
        <p:spPr>
          <a:xfrm>
            <a:off x="7396844" y="4264687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0" name="Google Shape;850;p61"/>
          <p:cNvSpPr/>
          <p:nvPr/>
        </p:nvSpPr>
        <p:spPr>
          <a:xfrm>
            <a:off x="7396844" y="5138465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1" name="Google Shape;851;p61"/>
          <p:cNvSpPr/>
          <p:nvPr/>
        </p:nvSpPr>
        <p:spPr>
          <a:xfrm>
            <a:off x="7396844" y="5997904"/>
            <a:ext cx="553791" cy="540912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2" name="Google Shape;852;p61"/>
          <p:cNvSpPr txBox="1"/>
          <p:nvPr/>
        </p:nvSpPr>
        <p:spPr>
          <a:xfrm>
            <a:off x="2337504" y="1055128"/>
            <a:ext cx="553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c1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3" name="Google Shape;853;p61"/>
          <p:cNvSpPr txBox="1"/>
          <p:nvPr/>
        </p:nvSpPr>
        <p:spPr>
          <a:xfrm>
            <a:off x="2304634" y="1799931"/>
            <a:ext cx="553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c2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4" name="Google Shape;854;p61"/>
          <p:cNvSpPr txBox="1"/>
          <p:nvPr/>
        </p:nvSpPr>
        <p:spPr>
          <a:xfrm>
            <a:off x="2304633" y="2563180"/>
            <a:ext cx="553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c3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5" name="Google Shape;855;p61"/>
          <p:cNvSpPr txBox="1"/>
          <p:nvPr/>
        </p:nvSpPr>
        <p:spPr>
          <a:xfrm>
            <a:off x="2337504" y="3440862"/>
            <a:ext cx="553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c4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6" name="Google Shape;856;p61"/>
          <p:cNvSpPr txBox="1"/>
          <p:nvPr/>
        </p:nvSpPr>
        <p:spPr>
          <a:xfrm>
            <a:off x="2317508" y="4328514"/>
            <a:ext cx="553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c5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7" name="Google Shape;857;p61"/>
          <p:cNvSpPr txBox="1"/>
          <p:nvPr/>
        </p:nvSpPr>
        <p:spPr>
          <a:xfrm>
            <a:off x="2317508" y="5171441"/>
            <a:ext cx="553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c6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8" name="Google Shape;858;p61"/>
          <p:cNvSpPr txBox="1"/>
          <p:nvPr/>
        </p:nvSpPr>
        <p:spPr>
          <a:xfrm>
            <a:off x="7480551" y="1773651"/>
            <a:ext cx="553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e1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9" name="Google Shape;859;p61"/>
          <p:cNvSpPr txBox="1"/>
          <p:nvPr/>
        </p:nvSpPr>
        <p:spPr>
          <a:xfrm>
            <a:off x="7480552" y="3456058"/>
            <a:ext cx="553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e2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0" name="Google Shape;860;p61"/>
          <p:cNvSpPr txBox="1"/>
          <p:nvPr/>
        </p:nvSpPr>
        <p:spPr>
          <a:xfrm>
            <a:off x="7447676" y="4318132"/>
            <a:ext cx="553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e3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1" name="Google Shape;861;p61"/>
          <p:cNvSpPr txBox="1"/>
          <p:nvPr/>
        </p:nvSpPr>
        <p:spPr>
          <a:xfrm>
            <a:off x="7480551" y="5197535"/>
            <a:ext cx="553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e4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2" name="Google Shape;862;p61"/>
          <p:cNvSpPr txBox="1"/>
          <p:nvPr/>
        </p:nvSpPr>
        <p:spPr>
          <a:xfrm>
            <a:off x="7447676" y="6062120"/>
            <a:ext cx="553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e5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3" name="Google Shape;863;p61"/>
          <p:cNvSpPr txBox="1"/>
          <p:nvPr/>
        </p:nvSpPr>
        <p:spPr>
          <a:xfrm>
            <a:off x="910693" y="4335281"/>
            <a:ext cx="3256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864" name="Google Shape;864;p61"/>
          <p:cNvCxnSpPr>
            <a:stCxn id="836" idx="6"/>
            <a:endCxn id="839" idx="2"/>
          </p:cNvCxnSpPr>
          <p:nvPr/>
        </p:nvCxnSpPr>
        <p:spPr>
          <a:xfrm>
            <a:off x="2820470" y="1210614"/>
            <a:ext cx="1261200" cy="74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p61"/>
          <p:cNvCxnSpPr>
            <a:stCxn id="837" idx="6"/>
            <a:endCxn id="839" idx="2"/>
          </p:cNvCxnSpPr>
          <p:nvPr/>
        </p:nvCxnSpPr>
        <p:spPr>
          <a:xfrm>
            <a:off x="2820468" y="1958317"/>
            <a:ext cx="126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p61"/>
          <p:cNvCxnSpPr>
            <a:stCxn id="838" idx="6"/>
            <a:endCxn id="839" idx="2"/>
          </p:cNvCxnSpPr>
          <p:nvPr/>
        </p:nvCxnSpPr>
        <p:spPr>
          <a:xfrm flipH="1" rot="10800000">
            <a:off x="2820467" y="1958389"/>
            <a:ext cx="1261200" cy="81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7" name="Google Shape;867;p61"/>
          <p:cNvCxnSpPr>
            <a:stCxn id="839" idx="6"/>
            <a:endCxn id="840" idx="2"/>
          </p:cNvCxnSpPr>
          <p:nvPr/>
        </p:nvCxnSpPr>
        <p:spPr>
          <a:xfrm>
            <a:off x="4635316" y="1958317"/>
            <a:ext cx="2761500" cy="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61"/>
          <p:cNvCxnSpPr>
            <a:stCxn id="841" idx="6"/>
            <a:endCxn id="844" idx="2"/>
          </p:cNvCxnSpPr>
          <p:nvPr/>
        </p:nvCxnSpPr>
        <p:spPr>
          <a:xfrm flipH="1" rot="10800000">
            <a:off x="2820467" y="3653907"/>
            <a:ext cx="2648400" cy="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61"/>
          <p:cNvCxnSpPr>
            <a:stCxn id="844" idx="6"/>
            <a:endCxn id="848" idx="2"/>
          </p:cNvCxnSpPr>
          <p:nvPr/>
        </p:nvCxnSpPr>
        <p:spPr>
          <a:xfrm>
            <a:off x="6022614" y="3654029"/>
            <a:ext cx="13743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61"/>
          <p:cNvCxnSpPr>
            <a:stCxn id="856" idx="3"/>
            <a:endCxn id="856" idx="3"/>
          </p:cNvCxnSpPr>
          <p:nvPr/>
        </p:nvCxnSpPr>
        <p:spPr>
          <a:xfrm>
            <a:off x="2871299" y="451318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1" name="Google Shape;871;p61"/>
          <p:cNvCxnSpPr>
            <a:stCxn id="842" idx="6"/>
            <a:endCxn id="845" idx="2"/>
          </p:cNvCxnSpPr>
          <p:nvPr/>
        </p:nvCxnSpPr>
        <p:spPr>
          <a:xfrm>
            <a:off x="2820467" y="4522126"/>
            <a:ext cx="26484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2" name="Google Shape;872;p61"/>
          <p:cNvCxnSpPr>
            <a:stCxn id="845" idx="6"/>
            <a:endCxn id="849" idx="2"/>
          </p:cNvCxnSpPr>
          <p:nvPr/>
        </p:nvCxnSpPr>
        <p:spPr>
          <a:xfrm>
            <a:off x="6022614" y="4524172"/>
            <a:ext cx="1374300" cy="1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3" name="Google Shape;873;p61"/>
          <p:cNvCxnSpPr>
            <a:stCxn id="843" idx="6"/>
            <a:endCxn id="846" idx="2"/>
          </p:cNvCxnSpPr>
          <p:nvPr/>
        </p:nvCxnSpPr>
        <p:spPr>
          <a:xfrm>
            <a:off x="2820466" y="5387645"/>
            <a:ext cx="26484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4" name="Google Shape;874;p61"/>
          <p:cNvCxnSpPr>
            <a:stCxn id="846" idx="6"/>
            <a:endCxn id="850" idx="2"/>
          </p:cNvCxnSpPr>
          <p:nvPr/>
        </p:nvCxnSpPr>
        <p:spPr>
          <a:xfrm>
            <a:off x="6022613" y="5389691"/>
            <a:ext cx="1374300" cy="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61"/>
          <p:cNvCxnSpPr>
            <a:stCxn id="847" idx="6"/>
            <a:endCxn id="851" idx="2"/>
          </p:cNvCxnSpPr>
          <p:nvPr/>
        </p:nvCxnSpPr>
        <p:spPr>
          <a:xfrm>
            <a:off x="6022613" y="6255210"/>
            <a:ext cx="13743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61"/>
          <p:cNvCxnSpPr>
            <a:stCxn id="843" idx="6"/>
            <a:endCxn id="847" idx="1"/>
          </p:cNvCxnSpPr>
          <p:nvPr/>
        </p:nvCxnSpPr>
        <p:spPr>
          <a:xfrm>
            <a:off x="2820466" y="5387645"/>
            <a:ext cx="2729400" cy="6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61"/>
          <p:cNvCxnSpPr>
            <a:stCxn id="839" idx="6"/>
            <a:endCxn id="844" idx="2"/>
          </p:cNvCxnSpPr>
          <p:nvPr/>
        </p:nvCxnSpPr>
        <p:spPr>
          <a:xfrm>
            <a:off x="4635316" y="1958317"/>
            <a:ext cx="833400" cy="169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8" name="Google Shape;878;p61"/>
          <p:cNvCxnSpPr>
            <a:stCxn id="839" idx="5"/>
            <a:endCxn id="845" idx="2"/>
          </p:cNvCxnSpPr>
          <p:nvPr/>
        </p:nvCxnSpPr>
        <p:spPr>
          <a:xfrm>
            <a:off x="4554215" y="2149558"/>
            <a:ext cx="914700" cy="237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9" name="Google Shape;879;p61"/>
          <p:cNvCxnSpPr>
            <a:stCxn id="839" idx="4"/>
            <a:endCxn id="846" idx="2"/>
          </p:cNvCxnSpPr>
          <p:nvPr/>
        </p:nvCxnSpPr>
        <p:spPr>
          <a:xfrm>
            <a:off x="4358421" y="2228773"/>
            <a:ext cx="1110300" cy="316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61"/>
          <p:cNvCxnSpPr>
            <a:stCxn id="839" idx="3"/>
            <a:endCxn id="847" idx="1"/>
          </p:cNvCxnSpPr>
          <p:nvPr/>
        </p:nvCxnSpPr>
        <p:spPr>
          <a:xfrm>
            <a:off x="4162626" y="2149558"/>
            <a:ext cx="1387200" cy="3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1" name="Google Shape;881;p61"/>
          <p:cNvCxnSpPr>
            <a:stCxn id="847" idx="1"/>
            <a:endCxn id="841" idx="6"/>
          </p:cNvCxnSpPr>
          <p:nvPr/>
        </p:nvCxnSpPr>
        <p:spPr>
          <a:xfrm rot="10800000">
            <a:off x="2820523" y="3656469"/>
            <a:ext cx="2729400" cy="240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2" name="Google Shape;882;p61"/>
          <p:cNvCxnSpPr>
            <a:stCxn id="847" idx="1"/>
            <a:endCxn id="842" idx="6"/>
          </p:cNvCxnSpPr>
          <p:nvPr/>
        </p:nvCxnSpPr>
        <p:spPr>
          <a:xfrm rot="10800000">
            <a:off x="2820523" y="4522269"/>
            <a:ext cx="2729400" cy="15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3" name="Google Shape;883;p61"/>
          <p:cNvCxnSpPr>
            <a:stCxn id="863" idx="3"/>
            <a:endCxn id="841" idx="2"/>
          </p:cNvCxnSpPr>
          <p:nvPr/>
        </p:nvCxnSpPr>
        <p:spPr>
          <a:xfrm flipH="1" rot="10800000">
            <a:off x="1236372" y="3656547"/>
            <a:ext cx="1030200" cy="86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84" name="Google Shape;884;p61"/>
          <p:cNvCxnSpPr>
            <a:stCxn id="863" idx="3"/>
            <a:endCxn id="842" idx="2"/>
          </p:cNvCxnSpPr>
          <p:nvPr/>
        </p:nvCxnSpPr>
        <p:spPr>
          <a:xfrm>
            <a:off x="1236372" y="4519947"/>
            <a:ext cx="10302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85" name="Google Shape;885;p61"/>
          <p:cNvCxnSpPr>
            <a:stCxn id="863" idx="3"/>
            <a:endCxn id="843" idx="2"/>
          </p:cNvCxnSpPr>
          <p:nvPr/>
        </p:nvCxnSpPr>
        <p:spPr>
          <a:xfrm>
            <a:off x="1236372" y="4519947"/>
            <a:ext cx="1030200" cy="86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6" name="Google Shape;886;p61"/>
          <p:cNvSpPr/>
          <p:nvPr/>
        </p:nvSpPr>
        <p:spPr>
          <a:xfrm>
            <a:off x="3039414" y="1314618"/>
            <a:ext cx="360609" cy="293937"/>
          </a:xfrm>
          <a:custGeom>
            <a:rect b="b" l="l" r="r" t="t"/>
            <a:pathLst>
              <a:path extrusionOk="0" h="293937" w="360609">
                <a:moveTo>
                  <a:pt x="0" y="24785"/>
                </a:moveTo>
                <a:cubicBezTo>
                  <a:pt x="85859" y="3320"/>
                  <a:pt x="171718" y="-18144"/>
                  <a:pt x="206062" y="24785"/>
                </a:cubicBezTo>
                <a:cubicBezTo>
                  <a:pt x="240406" y="67714"/>
                  <a:pt x="180304" y="245872"/>
                  <a:pt x="206062" y="282362"/>
                </a:cubicBezTo>
                <a:cubicBezTo>
                  <a:pt x="231820" y="318852"/>
                  <a:pt x="334851" y="258751"/>
                  <a:pt x="360609" y="243726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7" name="Google Shape;887;p61"/>
          <p:cNvSpPr/>
          <p:nvPr/>
        </p:nvSpPr>
        <p:spPr>
          <a:xfrm>
            <a:off x="3065172" y="1826793"/>
            <a:ext cx="296214" cy="226937"/>
          </a:xfrm>
          <a:custGeom>
            <a:rect b="b" l="l" r="r" t="t"/>
            <a:pathLst>
              <a:path extrusionOk="0" h="226937" w="296214">
                <a:moveTo>
                  <a:pt x="0" y="130796"/>
                </a:moveTo>
                <a:cubicBezTo>
                  <a:pt x="39710" y="58889"/>
                  <a:pt x="79420" y="-13018"/>
                  <a:pt x="115910" y="2007"/>
                </a:cubicBezTo>
                <a:cubicBezTo>
                  <a:pt x="152400" y="17032"/>
                  <a:pt x="188890" y="197337"/>
                  <a:pt x="218941" y="220948"/>
                </a:cubicBezTo>
                <a:cubicBezTo>
                  <a:pt x="248992" y="244559"/>
                  <a:pt x="272603" y="194117"/>
                  <a:pt x="296214" y="143675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8" name="Google Shape;888;p61"/>
          <p:cNvSpPr/>
          <p:nvPr/>
        </p:nvSpPr>
        <p:spPr>
          <a:xfrm>
            <a:off x="3123640" y="2421185"/>
            <a:ext cx="284119" cy="167469"/>
          </a:xfrm>
          <a:custGeom>
            <a:rect b="b" l="l" r="r" t="t"/>
            <a:pathLst>
              <a:path extrusionOk="0" h="167469" w="284119">
                <a:moveTo>
                  <a:pt x="5926" y="154590"/>
                </a:moveTo>
                <a:cubicBezTo>
                  <a:pt x="-1587" y="76243"/>
                  <a:pt x="-9099" y="-2103"/>
                  <a:pt x="31684" y="43"/>
                </a:cubicBezTo>
                <a:cubicBezTo>
                  <a:pt x="72467" y="2189"/>
                  <a:pt x="211988" y="167469"/>
                  <a:pt x="250625" y="167469"/>
                </a:cubicBezTo>
                <a:cubicBezTo>
                  <a:pt x="289262" y="167469"/>
                  <a:pt x="295701" y="27947"/>
                  <a:pt x="263504" y="43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9" name="Google Shape;889;p61"/>
          <p:cNvSpPr/>
          <p:nvPr/>
        </p:nvSpPr>
        <p:spPr>
          <a:xfrm>
            <a:off x="3232597" y="3999727"/>
            <a:ext cx="296214" cy="279451"/>
          </a:xfrm>
          <a:custGeom>
            <a:rect b="b" l="l" r="r" t="t"/>
            <a:pathLst>
              <a:path extrusionOk="0" h="279451" w="296214">
                <a:moveTo>
                  <a:pt x="0" y="31360"/>
                </a:moveTo>
                <a:cubicBezTo>
                  <a:pt x="104104" y="6675"/>
                  <a:pt x="208209" y="-18009"/>
                  <a:pt x="231820" y="18481"/>
                </a:cubicBezTo>
                <a:cubicBezTo>
                  <a:pt x="255431" y="54971"/>
                  <a:pt x="130936" y="207371"/>
                  <a:pt x="141668" y="250301"/>
                </a:cubicBezTo>
                <a:cubicBezTo>
                  <a:pt x="152400" y="293231"/>
                  <a:pt x="296214" y="276059"/>
                  <a:pt x="296214" y="276059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0" name="Google Shape;890;p61"/>
          <p:cNvSpPr/>
          <p:nvPr/>
        </p:nvSpPr>
        <p:spPr>
          <a:xfrm>
            <a:off x="3400023" y="4817671"/>
            <a:ext cx="386366" cy="303287"/>
          </a:xfrm>
          <a:custGeom>
            <a:rect b="b" l="l" r="r" t="t"/>
            <a:pathLst>
              <a:path extrusionOk="0" h="303287" w="386366">
                <a:moveTo>
                  <a:pt x="0" y="24785"/>
                </a:moveTo>
                <a:cubicBezTo>
                  <a:pt x="97664" y="3320"/>
                  <a:pt x="195329" y="-18145"/>
                  <a:pt x="231819" y="24785"/>
                </a:cubicBezTo>
                <a:cubicBezTo>
                  <a:pt x="268309" y="67715"/>
                  <a:pt x="193182" y="241580"/>
                  <a:pt x="218940" y="282363"/>
                </a:cubicBezTo>
                <a:cubicBezTo>
                  <a:pt x="244698" y="323146"/>
                  <a:pt x="315532" y="296315"/>
                  <a:pt x="386366" y="269484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1" name="Google Shape;891;p61"/>
          <p:cNvSpPr/>
          <p:nvPr/>
        </p:nvSpPr>
        <p:spPr>
          <a:xfrm>
            <a:off x="3618963" y="5537173"/>
            <a:ext cx="399245" cy="200319"/>
          </a:xfrm>
          <a:custGeom>
            <a:rect b="b" l="l" r="r" t="t"/>
            <a:pathLst>
              <a:path extrusionOk="0" h="200319" w="399245">
                <a:moveTo>
                  <a:pt x="0" y="26500"/>
                </a:moveTo>
                <a:cubicBezTo>
                  <a:pt x="113763" y="6108"/>
                  <a:pt x="227527" y="-14283"/>
                  <a:pt x="257578" y="13621"/>
                </a:cubicBezTo>
                <a:cubicBezTo>
                  <a:pt x="287629" y="41525"/>
                  <a:pt x="156694" y="172461"/>
                  <a:pt x="180305" y="193926"/>
                </a:cubicBezTo>
                <a:cubicBezTo>
                  <a:pt x="203916" y="215391"/>
                  <a:pt x="301580" y="178900"/>
                  <a:pt x="399245" y="14241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2" name="Google Shape;892;p61"/>
          <p:cNvSpPr/>
          <p:nvPr/>
        </p:nvSpPr>
        <p:spPr>
          <a:xfrm>
            <a:off x="4816699" y="2279561"/>
            <a:ext cx="193202" cy="399245"/>
          </a:xfrm>
          <a:custGeom>
            <a:rect b="b" l="l" r="r" t="t"/>
            <a:pathLst>
              <a:path extrusionOk="0" h="399245" w="193202">
                <a:moveTo>
                  <a:pt x="0" y="0"/>
                </a:moveTo>
                <a:cubicBezTo>
                  <a:pt x="95518" y="6439"/>
                  <a:pt x="191037" y="12879"/>
                  <a:pt x="193183" y="51515"/>
                </a:cubicBezTo>
                <a:cubicBezTo>
                  <a:pt x="195329" y="90152"/>
                  <a:pt x="15025" y="173864"/>
                  <a:pt x="12878" y="231819"/>
                </a:cubicBezTo>
                <a:cubicBezTo>
                  <a:pt x="10731" y="289774"/>
                  <a:pt x="95517" y="344509"/>
                  <a:pt x="180304" y="399245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" name="Google Shape;893;p61"/>
          <p:cNvSpPr/>
          <p:nvPr/>
        </p:nvSpPr>
        <p:spPr>
          <a:xfrm>
            <a:off x="4824304" y="2859110"/>
            <a:ext cx="172826" cy="373487"/>
          </a:xfrm>
          <a:custGeom>
            <a:rect b="b" l="l" r="r" t="t"/>
            <a:pathLst>
              <a:path extrusionOk="0" h="373487" w="172826">
                <a:moveTo>
                  <a:pt x="18152" y="0"/>
                </a:moveTo>
                <a:cubicBezTo>
                  <a:pt x="93279" y="31124"/>
                  <a:pt x="168406" y="62248"/>
                  <a:pt x="172699" y="90152"/>
                </a:cubicBezTo>
                <a:cubicBezTo>
                  <a:pt x="176992" y="118056"/>
                  <a:pt x="71814" y="128788"/>
                  <a:pt x="43910" y="167425"/>
                </a:cubicBezTo>
                <a:cubicBezTo>
                  <a:pt x="16006" y="206062"/>
                  <a:pt x="-11899" y="287628"/>
                  <a:pt x="5273" y="321972"/>
                </a:cubicBezTo>
                <a:cubicBezTo>
                  <a:pt x="22445" y="356316"/>
                  <a:pt x="84693" y="364901"/>
                  <a:pt x="146941" y="373487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4" name="Google Shape;894;p61"/>
          <p:cNvSpPr/>
          <p:nvPr/>
        </p:nvSpPr>
        <p:spPr>
          <a:xfrm>
            <a:off x="4415589" y="2498501"/>
            <a:ext cx="233811" cy="334851"/>
          </a:xfrm>
          <a:custGeom>
            <a:rect b="b" l="l" r="r" t="t"/>
            <a:pathLst>
              <a:path extrusionOk="0" h="334851" w="233811">
                <a:moveTo>
                  <a:pt x="27622" y="0"/>
                </a:moveTo>
                <a:cubicBezTo>
                  <a:pt x="132799" y="31124"/>
                  <a:pt x="237977" y="62248"/>
                  <a:pt x="233684" y="103031"/>
                </a:cubicBezTo>
                <a:cubicBezTo>
                  <a:pt x="229391" y="143814"/>
                  <a:pt x="16890" y="206062"/>
                  <a:pt x="1865" y="244699"/>
                </a:cubicBezTo>
                <a:cubicBezTo>
                  <a:pt x="-13160" y="283336"/>
                  <a:pt x="65186" y="309093"/>
                  <a:pt x="143532" y="334851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5" name="Google Shape;895;p61"/>
          <p:cNvSpPr/>
          <p:nvPr/>
        </p:nvSpPr>
        <p:spPr>
          <a:xfrm>
            <a:off x="4365315" y="2884868"/>
            <a:ext cx="207022" cy="296214"/>
          </a:xfrm>
          <a:custGeom>
            <a:rect b="b" l="l" r="r" t="t"/>
            <a:pathLst>
              <a:path extrusionOk="0" h="296214" w="207022">
                <a:moveTo>
                  <a:pt x="39260" y="0"/>
                </a:moveTo>
                <a:cubicBezTo>
                  <a:pt x="126192" y="12879"/>
                  <a:pt x="213125" y="25758"/>
                  <a:pt x="206685" y="64394"/>
                </a:cubicBezTo>
                <a:cubicBezTo>
                  <a:pt x="200246" y="103031"/>
                  <a:pt x="9209" y="193182"/>
                  <a:pt x="623" y="231819"/>
                </a:cubicBezTo>
                <a:cubicBezTo>
                  <a:pt x="-7963" y="270456"/>
                  <a:pt x="73603" y="283335"/>
                  <a:pt x="155170" y="296214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6" name="Google Shape;896;p61"/>
          <p:cNvSpPr/>
          <p:nvPr/>
        </p:nvSpPr>
        <p:spPr>
          <a:xfrm>
            <a:off x="5215944" y="3335628"/>
            <a:ext cx="103031" cy="321972"/>
          </a:xfrm>
          <a:custGeom>
            <a:rect b="b" l="l" r="r" t="t"/>
            <a:pathLst>
              <a:path extrusionOk="0" h="321972" w="103031">
                <a:moveTo>
                  <a:pt x="0" y="321972"/>
                </a:moveTo>
                <a:lnTo>
                  <a:pt x="103031" y="0"/>
                </a:ln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7" name="Google Shape;897;p61"/>
          <p:cNvSpPr/>
          <p:nvPr/>
        </p:nvSpPr>
        <p:spPr>
          <a:xfrm>
            <a:off x="3759972" y="1828800"/>
            <a:ext cx="116569" cy="257577"/>
          </a:xfrm>
          <a:custGeom>
            <a:rect b="b" l="l" r="r" t="t"/>
            <a:pathLst>
              <a:path extrusionOk="0" h="257577" w="116569">
                <a:moveTo>
                  <a:pt x="116569" y="257577"/>
                </a:moveTo>
                <a:cubicBezTo>
                  <a:pt x="61833" y="195329"/>
                  <a:pt x="7098" y="133081"/>
                  <a:pt x="659" y="90152"/>
                </a:cubicBezTo>
                <a:cubicBezTo>
                  <a:pt x="-5781" y="47222"/>
                  <a:pt x="36075" y="23611"/>
                  <a:pt x="77932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8" name="Google Shape;898;p61"/>
          <p:cNvSpPr/>
          <p:nvPr/>
        </p:nvSpPr>
        <p:spPr>
          <a:xfrm>
            <a:off x="5331854" y="4314423"/>
            <a:ext cx="51515" cy="218940"/>
          </a:xfrm>
          <a:custGeom>
            <a:rect b="b" l="l" r="r" t="t"/>
            <a:pathLst>
              <a:path extrusionOk="0" h="218940" w="51515">
                <a:moveTo>
                  <a:pt x="0" y="218940"/>
                </a:moveTo>
                <a:lnTo>
                  <a:pt x="51515" y="0"/>
                </a:ln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9" name="Google Shape;899;p61"/>
          <p:cNvSpPr/>
          <p:nvPr/>
        </p:nvSpPr>
        <p:spPr>
          <a:xfrm>
            <a:off x="5215944" y="5138670"/>
            <a:ext cx="180304" cy="244699"/>
          </a:xfrm>
          <a:custGeom>
            <a:rect b="b" l="l" r="r" t="t"/>
            <a:pathLst>
              <a:path extrusionOk="0" h="244699" w="180304">
                <a:moveTo>
                  <a:pt x="0" y="244699"/>
                </a:moveTo>
                <a:lnTo>
                  <a:pt x="180304" y="0"/>
                </a:ln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00" name="Google Shape;900;p61"/>
          <p:cNvSpPr/>
          <p:nvPr/>
        </p:nvSpPr>
        <p:spPr>
          <a:xfrm>
            <a:off x="5189512" y="5820838"/>
            <a:ext cx="284009" cy="167838"/>
          </a:xfrm>
          <a:custGeom>
            <a:rect b="b" l="l" r="r" t="t"/>
            <a:pathLst>
              <a:path extrusionOk="0" h="167838" w="284009">
                <a:moveTo>
                  <a:pt x="65068" y="167838"/>
                </a:moveTo>
                <a:cubicBezTo>
                  <a:pt x="21065" y="110956"/>
                  <a:pt x="-22937" y="54074"/>
                  <a:pt x="13553" y="26170"/>
                </a:cubicBezTo>
                <a:cubicBezTo>
                  <a:pt x="50043" y="-1734"/>
                  <a:pt x="167026" y="-661"/>
                  <a:pt x="284009" y="413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01" name="Google Shape;901;p61"/>
          <p:cNvSpPr txBox="1"/>
          <p:nvPr/>
        </p:nvSpPr>
        <p:spPr>
          <a:xfrm>
            <a:off x="3496756" y="1887539"/>
            <a:ext cx="3256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v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02" name="Google Shape;902;p61"/>
          <p:cNvSpPr txBox="1"/>
          <p:nvPr/>
        </p:nvSpPr>
        <p:spPr>
          <a:xfrm>
            <a:off x="4989076" y="3186899"/>
            <a:ext cx="3256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^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03" name="Google Shape;903;p61"/>
          <p:cNvSpPr txBox="1"/>
          <p:nvPr/>
        </p:nvSpPr>
        <p:spPr>
          <a:xfrm>
            <a:off x="5053433" y="4101509"/>
            <a:ext cx="3256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^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04" name="Google Shape;904;p61"/>
          <p:cNvSpPr txBox="1"/>
          <p:nvPr/>
        </p:nvSpPr>
        <p:spPr>
          <a:xfrm>
            <a:off x="4952979" y="5014037"/>
            <a:ext cx="3256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^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05" name="Google Shape;905;p61"/>
          <p:cNvSpPr txBox="1"/>
          <p:nvPr/>
        </p:nvSpPr>
        <p:spPr>
          <a:xfrm>
            <a:off x="5145482" y="5492563"/>
            <a:ext cx="3256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^</a:t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62"/>
          <p:cNvSpPr txBox="1"/>
          <p:nvPr>
            <p:ph type="title"/>
          </p:nvPr>
        </p:nvSpPr>
        <p:spPr>
          <a:xfrm>
            <a:off x="577134" y="0"/>
            <a:ext cx="7886700" cy="540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Decision Table</a:t>
            </a:r>
            <a:endParaRPr/>
          </a:p>
        </p:txBody>
      </p:sp>
      <p:graphicFrame>
        <p:nvGraphicFramePr>
          <p:cNvPr id="911" name="Google Shape;911;p62"/>
          <p:cNvGraphicFramePr/>
          <p:nvPr/>
        </p:nvGraphicFramePr>
        <p:xfrm>
          <a:off x="991672" y="5409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{759DD32C-77DF-4FCA-B1A2-BB5107056568}</a:tableStyleId>
              </a:tblPr>
              <a:tblGrid>
                <a:gridCol w="2678800"/>
                <a:gridCol w="408600"/>
                <a:gridCol w="408600"/>
                <a:gridCol w="408600"/>
                <a:gridCol w="408600"/>
                <a:gridCol w="408600"/>
                <a:gridCol w="408600"/>
                <a:gridCol w="408600"/>
                <a:gridCol w="408600"/>
                <a:gridCol w="408600"/>
                <a:gridCol w="495250"/>
                <a:gridCol w="517850"/>
              </a:tblGrid>
              <a:tr h="62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8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c1: a&lt;b+c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c2: b&lt;a+c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c3: c&lt;a+b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c4: a</a:t>
                      </a:r>
                      <a:r>
                        <a:rPr baseline="30000" lang="en-I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=b</a:t>
                      </a:r>
                      <a:r>
                        <a:rPr baseline="30000" lang="en-I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+c</a:t>
                      </a:r>
                      <a:r>
                        <a:rPr baseline="30000" lang="en-IN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3000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c5: a</a:t>
                      </a:r>
                      <a:r>
                        <a:rPr baseline="30000" lang="en-I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&gt;b</a:t>
                      </a:r>
                      <a:r>
                        <a:rPr baseline="30000" lang="en-I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+c</a:t>
                      </a:r>
                      <a:r>
                        <a:rPr baseline="30000" lang="en-IN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3000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c6: a</a:t>
                      </a:r>
                      <a:r>
                        <a:rPr baseline="30000" lang="en-I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&lt;b</a:t>
                      </a:r>
                      <a:r>
                        <a:rPr baseline="30000" lang="en-IN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+c</a:t>
                      </a:r>
                      <a:r>
                        <a:rPr baseline="30000" lang="en-IN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baseline="3000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e1:</a:t>
                      </a: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Invalid triangle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e2: Right angle triangle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150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e3: Obtuse angled triangle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150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ill Sans"/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e4: Acute angled triangle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e5: Impossible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X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2" name="Google Shape;912;p6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918" name="Google Shape;918;p63"/>
          <p:cNvSpPr txBox="1"/>
          <p:nvPr>
            <p:ph idx="1" type="body"/>
          </p:nvPr>
        </p:nvSpPr>
        <p:spPr>
          <a:xfrm>
            <a:off x="628650" y="2511379"/>
            <a:ext cx="7886700" cy="3665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80"/>
              <a:buNone/>
            </a:pPr>
            <a:r>
              <a:rPr lang="en-IN" sz="9600"/>
              <a:t>Thank You</a:t>
            </a:r>
            <a:endParaRPr/>
          </a:p>
        </p:txBody>
      </p:sp>
      <p:sp>
        <p:nvSpPr>
          <p:cNvPr id="919" name="Google Shape;919;p6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