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256" r:id="rId2"/>
    <p:sldId id="627" r:id="rId3"/>
    <p:sldId id="646" r:id="rId4"/>
    <p:sldId id="645" r:id="rId5"/>
    <p:sldId id="628" r:id="rId6"/>
    <p:sldId id="640" r:id="rId7"/>
    <p:sldId id="643" r:id="rId8"/>
    <p:sldId id="644" r:id="rId9"/>
    <p:sldId id="327" r:id="rId10"/>
    <p:sldId id="328" r:id="rId11"/>
    <p:sldId id="332" r:id="rId12"/>
    <p:sldId id="647" r:id="rId13"/>
    <p:sldId id="342" r:id="rId14"/>
    <p:sldId id="346" r:id="rId15"/>
    <p:sldId id="354" r:id="rId16"/>
    <p:sldId id="359" r:id="rId17"/>
    <p:sldId id="364" r:id="rId18"/>
    <p:sldId id="377" r:id="rId19"/>
    <p:sldId id="386" r:id="rId20"/>
    <p:sldId id="392" r:id="rId21"/>
    <p:sldId id="393" r:id="rId22"/>
    <p:sldId id="398" r:id="rId23"/>
    <p:sldId id="400" r:id="rId24"/>
    <p:sldId id="401" r:id="rId25"/>
    <p:sldId id="402" r:id="rId26"/>
    <p:sldId id="407" r:id="rId27"/>
    <p:sldId id="408" r:id="rId28"/>
    <p:sldId id="413" r:id="rId29"/>
    <p:sldId id="648" r:id="rId30"/>
    <p:sldId id="603" r:id="rId31"/>
  </p:sldIdLst>
  <p:sldSz cx="5765800" cy="3244850"/>
  <p:notesSz cx="5765800" cy="3244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2" d="100"/>
          <a:sy n="112" d="100"/>
        </p:scale>
        <p:origin x="90" y="109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5999" units="cm"/>
          <inkml:channel name="Y" type="integer" max="9999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999.9375" units="1/cm"/>
          <inkml:channelProperty channel="Y" name="resolution" value="999.90002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8-24T07:51:26.69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1092 5836 1467 0,'-3'17'9'0,"2"-11"-8"0,0 1-23 16,1-7-101-16,0 0-80 0,0 0 27 16,0 0-133-16,0 0-332 0</inkml:trace>
  <inkml:trace contextRef="#ctx0" brushRef="#br0" timeOffset="2888.9251">1594 1020 684 0,'0'0'162'0,"0"0"-80"0,0 0 21 15,0 0 7-15,0 0-50 0,0 0 30 0,0 0-35 16,0 0 2-16,0 0 10 0,0 0-31 0,0 0-4 15,0 0 25-15,0 0-27 16,0 0-16-16,-5 2-33 0,0 0 42 0,5-2 30 0,0 0-40 16,-2 5 23-16,1 0-11 0,0-1 27 15,0 2-47-15,0-2-2 0,1 2 57 16,-1 1-58-16,1-1-16 0,0 2 26 0,-1 1 32 16,0 0-10-16,-1 6-23 15,2-10-26-15,-1 6 61 0,-1 5-58 0,1-4-18 0,-1 2 53 16,0 0-10-16,0 0 53 0,0 1-65 15,0 0-25-15,-1 0 83 0,1 2-48 16,0 1-36-16,0 1 46 0,1 1-12 0,-1 2 84 16,1 0-101-1,1 1-22-15,-1 1 100 0,1 0-97 0,0 1 5 0,0 0 33 0,0 1 34 16,1 2-5 0,1-1-14-16,-1 1-14 0,1 0 61 0,0 1-110 0,0 1 4 15,1-1 108-15,0 1-70 0,1-2-9 0,-1 2 21 16,1 2 12-1,1 0-45-15,0 2 37 0,0 1 35 0,0 0-73 0,0 1 26 16,0 2 15-16,0-1-49 0,1 0 44 0,-1 1-33 0,1-2 42 31,0 1-6-31,0-1-35 0,-1 1 29 0,1-1 17 16,-1 1-65-16,2 1 16 0,-1 0 72 16,-1 3-75-16,1 0 4 0,0 1 73 0,-1 0-67 15,0 0 40-15,1 1-76 0,-1-1 51 16,0 0-29-16,-1 0 27 0,0 0-8 0,-1 0-26 15,-1 1 52-15,1 2-34 0,-1 1 39 16,0 2-16-16,0 0-29 0,-1 0 40 16,-1 2 14-16,-1-1-76 0,0 0 50 0,1 0 23 15,-1 0-82-15,-1-1 55 0,-1 2-32 0,2 2 44 16,-1 0 21-16,-1 2-68 0,1 0 42 16,-1-1-18-16,1 1-21 0,-1-2 23 15,1 0-27-15,0-2 54 0,0 0 3 0,0 0-47 16,1 0 33-16,0 0-7 15,0 2-27-15,0 0 32 0,0-1-47 0,0-1 71 0,0-1 8 16,-1-1-69-16,-1-2 45 16,1-1 19-16,-1-2-58 0,0-2 35 0,1 0-56 15,-1-2 57-15,1 0 25 0,-2-1-60 0,1 1 25 16,-1-3 25-16,-1 0-54 0,0 0 34 16,0-1-56-16,0-2 62 0,-1-1-35 0,1-2 15 15,0-2-13-15,0-1 29 0,0-2-38 16,1-3 45-16,-1-1 11 0,0-2-52 0,1-2 2 15,1-2 5-15,0-2 11 0,1-2 58 16,1-6-54-16,0 3-10 16,-1 1 26-16,1-4-12 0,0 1 6 0,1-6-20 15,-2 7 16-15,1-1 43 0,1-6-54 16,0 0-44-16,0 0-24 0,0 0-16 16,0 0-57-16,0 0-119 0,2-8-72 0,1-1-239 0,-3-3-626 0</inkml:trace>
  <inkml:trace contextRef="#ctx0" brushRef="#br0" timeOffset="4938.1668">36 4649 701 0,'0'0'141'0,"0"0"-66"0,0 0 31 0,0 0-59 15,0 0 9-15,0 0 8 0,0 0-69 0,0 0 38 16,0 0 8-16,0 0-43 16,0 0 49-16,0 0-36 15,0 0 35-15,0 0 2 0,0 0-38 0,0 0 36 16,0 0 16-16,0 0-27 0,0 0 2 16,0 0-32-16,0 0 23 0,0 0 10 0,0 0-44 15,0 0 33-15,0 0 10 0,0 0-26 16,0 0 17-16,0 0-9 0,0 0 16 0,4-3-13 15,1 0-27-15,-5 3 26 0,0 0 4 16,0 0 35-16,0 0-54 0,0 0-9 0,0 0 66 16,0 0-65-16,0 0-29 0,0 0 34 0,0 0 3 15,0 0-34 1,0 0 28-16,0 0 7 0,0 0 11 0,0 0-24 16,0 0 8-16,7-1 45 0,0-1-46 15,-7 2-32-15,10 1 32 0,1-1 7 0,0-1 39 16,8 1-50-16,-3 0-5 0,1 0 47 15,2-1-29-15,3 0-48 0,2 0 67 0,5-1-25 16,2-1-40-16,2 1 46 0,4-1 2 16,0 0 28-16,2 0-40 0,1-1-31 0,2 1 68 15,2 1-37-15,3-1-40 0,2 0 32 16,2 1 21-16,2-1 5 0,3 1-9 16,1-1 18-16,3 1 21 0,1-1-77 15,1 1-11-15,2 0 92 0,3 1-72 0,2 0-29 16,2-1 66-16,3 1-10 0,1 0 35 0,1 0-52 15,2 1-8-15,0 1 76 0,2-1-73 16,3 1-27-16,2-1 74 0,2 0-35 16,1-1-51-16,1 1 42 0,3-1 27 0,0 0 31 15,3-1-54-15,3 1-14 16,0-2 67-16,0 0-74 0,2 0-26 0,2 0 118 0,0-1-83 16,2 0-25-16,2-1 58 0,1 1-1 15,2-2 64-15,0 0-63 0,1 0-56 16,3-1 106-16,1-1-76 0,-1 1-31 0,2-1 119 15,1 1-58-15,1-1-57 0,0-1 69 0,-2 1-46 16,-1 0 90-16,-2 1-138 0,-1 1 47 16,-1 0 81-16,-2-1-125 0,-3 1 23 15,-2 1 114-15,-4-1-67 0,-4 0-46 16,-3 1 27-16,-3 1 2 0,-4-1 83 0,-2 1-113 16,-4 0-5-16,-3 0 117 0,-5 1-112 0,-4-1 14 15,-4 2 90 1,-3 0-65-16,-4-1-47 0,-4 1 40 0,-3 1 44 0,-3-1 30 0,-3 1-119 15,-6 1 82-15,-2-1 17 16,-3 0-103-16,-3 1 31 0,-3 0 82 0,-1-1-70 16,-4 1-26-16,-1 0 57 0,-2-1 6 0,-1 0-47 15,-1 2 31-15,-1-1-5 16,-1-1 78-16,1 2-108 0,-1 0 13 0,-1 0 67 16,1 0-112-16,-2 0 33 15,-6-1 80-15,5 1-70 0,1 0-29 0,-3-1 30 0,0 1 9 16,-2-1-61-16,1 1 43 15,-3 0-25-15,1 1-50 0,-6-2-13 0,0 0-142 16,0 0-4-16,0 0-207 0,-6-3-486 16</inkml:trace>
  <inkml:trace contextRef="#ctx0" brushRef="#br0" timeOffset="11308.026">1699 4605 693 0,'0'0'127'0,"0"0"-27"0,0 0-43 0,0 0 38 0,0 0-53 16,0 0 4-16,0 0 17 16,0 0-69-16,0 0 42 0,0 0 18 15,0 0-62-15,0 0 30 0,0 0 15 16,0 0-47-16,0 0 46 0,0 0-31 0,0 0 18 15,0 0-1-15,0 0-52 0,0 0 45 16,0 0 1-16,0 0-27 0,0 0 25 16,0 0-19-16,0 0-19 0,0 0 54 0,0 0-30 15,0 0 16-15,0 0 12 0,0 0-41 16,0 0 27-16,0 0 4 0,0 0-23 0,0 0 15 16,0 0-26-16,0 0 22 0,0 0 14 15,0 0-45-15,0 0 42 0,0 0-1 16,0 0-34-16,0 0 28 0,0 0 9 0,0 0-37 15,0 0 33-15,0 0-30 0,0 0 25 0,0 0 8 16,0 0-41-16,0 0 25 0,0 0 8 16,0 0-40-16,0 0 41 0,0 0 6 15,0 0-31-15,0 0 32 0,0 0-21 0,0 0 26 16,0 0 8-16,0 0-37 0,0 0 26 16,0 0 10-16,-1-5-10 0,1 1-5 0,0 4 12 15,0 0 14-15,0 0-26 16,0 0-27-16,0 0 35 0,0 0 17 15,0 0-36-15,0 0 36 0,0 0 21 0,0 0 16 0,0 0-45 16,0 0-16-16,0 0 86 0,0 0-71 16,0 0-28-16,0 0 51 0,0 0-9 15,0 0 50-15,0 0-82 0,0 0 40 0,0 0-14 16,0 0-7-16,0 0 54 0,0 0-63 0,0 0-25 16,-4-3 39-16,1 0-35 15,3 3 14-15,0 0-8 0,0 0-7 16,0 0 39-16,0 0-23 0,0 0-29 0,0 0 59 0,0 0-28 0,0 0-17 15,0 0 26-15,0 0-19 16,0 0 27-16,0 0-23 0,0 0-34 0,0 0 31 16,0 0-5-16,0 0-11 15,0 0 9-15,0 0-6 0,0 0 35 16,2-4-28-16,1-1-22 0,-3 5 56 0,2-5-51 0,0-1-12 16,0 2 33-16,-1 0-13 0,0-1 34 15,1 0-31-15,-1 1-41 0,1-2 62 16,-1 1-21-16,0 0-11 0,1 0 22 15,0 1-13-15,-1-2 35 0,1 1-35 16,-1 0-20-16,0 1 40 0,1-1-14 0,0 2-15 0,-2 3 7 16,2-7-7-1,0 2 51-15,-2 5-39 0,2-7-43 0,1 0 64 0,-2 3-24 16,0-1-17-16,1 1 22 0,0-1-3 0,0 0 19 0,0-1-24 16,0 2-27-16,0 0 71 0,0 0-44 15,0-1-6-15,-1-1 17 0,1 1-14 16,0-3 36-16,1 2-36 15,0-1-17-15,0 1 68 0,0-1-56 0,-1 2 5 16,1 0 17-16,0 0-2 16,-1 0 9-16,0 0-14 0,-1 0-44 0,1-1 46 15,0 1 0-15,0 0-7 0,0 1 12 16,1-1 0-16,-3 5 12 0,2-7-17 0,0 1-24 16,0 1 24-16,0 1 2 0,0-1-17 15,1 1 20-15,-1-1-13 0,0 0 22 16,0-1-13-16,0 2-23 0,1-2 15 0,0 0 0 15,0 0 6-15,0 0-1 0,1 0 0 16,-1 0 18-16,0 0-17 0,1 0-25 0,-1 0 22 16,0 0-3-16,0 0-15 0,1 1 26 15,-1-3-9-15,1 2 24 0,0-1-25 16,2-4-27-16,-4 8 40 0,2-6-7 0,3-4-8 16,-3 3 8-16,1-1-3 0,0 0 36 15,1 1-52-15,-1 0-17 0,-1-1 41 16,1 0-6-16,0 0-17 0,0 0-8 0,0 1 20 15,1 0 29-15,-1-2-29 0,1 0-15 0,-1 0 26 16,0 0-11-16,1-2 4 0,0 2-9 16,0-2-3-16,0 0-14 0,0 0 32 0,0 1-4 15,0-1 43-15,-1 0-69 0,1 0 21 16,-2 1-30-16,1 0 18 0,-1 0 53 16,0 2-47-16,0-1 0 0,0 0 22 0,0 2-11 15,-1-1-20-15,1-1 10 0,0 1 12 0,-1 1 25 16,1-1-35-16,0 1 0 0,0-1 26 15,-1 1-30-15,1-1-5 0,0 1-26 0,1 0 50 16,0 0 26 0,0 0-44-16,1 0-23 0,0 0 8 0,0-1 25 0,0 0 2 0,-1 0 36 15,0 0-49-15,0 1-3 0,1-2 4 16,1 1-15-16,-1-1 11 0,0 1 6 16,1-2-11-16,-1 1 38 0,1 1-33 0,0-1 6 15,0 0 5-15,0-1-19 16,1 2-15-16,0-1 107 0,-1 0-84 15,0 0-14-15,-1 0 43 0,1 0-36 0,0 0 84 16,-1 0-81-16,1-1-23 0,-1 2 90 16,0-1-64-16,-1 1 22 0,1-1-25 0,0 1-14 0,0-1 94 15,0 1-87-15,1 0-38 0,-1 0 122 0,0 1-110 16,1-1 47 0,-1 0-2-16,1 0 13 0,0 0 13 0,0 1-72 0,0 0 24 15,0 0 86 1,0 0-103-16,0 1-11 0,0-1 102 0,0 2-72 0,0-1 7 0,-1 1 19 15,2-1-22-15,-1 1 90 0,-2-1-119 0,2 2 3 16,-1 0 97-16,0-1-57 16,0 2-29-16,0-1 33 15,0 0 27-15,0 0 53 0,-1 1-127 16,0-2 26-16,-2 5 67 0,2-4-84 0,4-3 6 16,-6 8 90-16,2-5-55 0,-1 1-27 15,1 1 40-15,1-1-37 0,-2 2 90 16,1-2-111-16,0 2-7 0,-1-2 102 0,0 1-45 15,1 1-42-15,-1-2 25 0,1 1-4 16,0 0 97-16,0 0-124 0,0-1 0 0,1 1 97 16,-1 0-100-16,0-2 14 0,1 2 29 15,3-4 8-15,-6 6-2 0,3-3-1 0,3-3 25 16,-6 6 37-16,1-3-113 0,1-1 8 16,0 0 98-16,-1 1-49 0,1-1-54 0,2-3 50 15,-2 4-20-15,-2 2 98 0,1-2-110 16,3-5-9-16,-5 8 100 0,3-4-82 0,2-3-8 15,-4 6 33-15,2-3 9 16,3-5 50-16,-3 4-102 0,1 0 5 0,-1 1 70 0,0 0-89 16,0 0 26-16,0-1 89 0,-2 5-63 15,2-3-56-15,0 1 54 16,1-1 19-16,3-3 50 0,-2 2-105 0,-1 2-21 16,1-1 119-16,0-2-85 0,0 2-12 15,1 1 31-15,1-2-14 0,-1 1 94 16,1 1-127-16,1-3 0 0,-1 2 104 0,0 0-88 15,0-1 18-15,-1 0 32 0,-3 5-3 16,2-3-44-16,5-2 55 0,-5 1-12 0,0 1 52 0,-3 2-84 16,2 0-12-16,1-1 88 0,0 0-46 0,-1 0-43 15,1 0 24-15,0 0-10 0,-1 0 85 16,1 1-90-16,1-2-9 0,-1 2 96 16,0-1-61-16,1 0-42 15,-1 1 29-15,1-1 13 0,0 1 65 0,0 0-94 0,0 0 11 16,0 0 66-16,0 0-76 0,0-1-16 0,0 2 44 15,0 0-10-15,1-1-16 16,4-1 37-16,-3 0-22 0,-1 1 84 0,1-1-115 0,-1 0 3 16,1 1 101-1,-1-1-83-15,1-1-17 0,1 3 44 0,0-2 6 0,0 0 58 16,0 1-96-16,1-1-22 16,0 2 108-16,0-1-84 0,0-1-15 0,1 2 48 15,-1-1-23-15,0 0-17 0,0 1 53 16,1 0 8-16,0 0 39 15,0 0-117-15,0 1 6 0,1-1 98 0,0 1-71 0,0 1-16 16,1 0 26-16,0 0 38 16,0 0 25-16,1-1-107 0,0 1 17 0,1 0 89 15,0 0-101-15,0 0 4 0,1 1 47 0,0-1 23 16,1 2-61-16,0 0 43 0,-1 0 13 16,1 1 28-16,-2-2-107 0,1 2 9 0,-1 0 114 15,1-1-82-15,-1 0-27 0,0 1 44 0,0 1-15 0,-1 0 92 16,0 0-105-16,0 0-6 15,-1 1 90-15,0-1-115 16,0 0 29-16,0 0 20 0,0 2-5 16,0-1-22-16,-2 1 43 0,1-1 7 0,0 1 68 0,-1 0-131 0,0-1 10 15,0 1 93 1,0 1-50-16,-1-1-53 0,0 1 38 0,0 0 15 16,1 1 73-16,-1 0-129 0,1 0 2 15,-1 1 110-15,3 0-80 0,-2-1-14 16,0 1 62-16,1 0-32 0,0 0-40 0,0 2 37 15,0 0 18-15,0-1 68 0,0-1-108 16,0 1-18-16,0-1 101 0,0 1-59 0,1 0-31 16,0 0 39-16,-1 0-25 0,0 0-21 15,1 1 53-15,-1 0-11 0,1-1 69 0,-1-1-94 16,0 1-19-16,0 2 101 0,0-1-54 16,0 0-47-16,-1 0 28 0,0-1 18 0,-1 1 72 15,0 0-128-15,0 0 70 16,0 0 38-16,-1-1-113 0,1 1 6 0,-2 1 109 0,1 0-77 15,-1-1-11-15,0 0 38 0,0 0-25 16,0 1 93-16,0 0-124 0,1-1 22 16,-1 1 78-16,1 0-75 0,-1-1-21 0,0 2 62 15,1-1-21-15,-1-1-24 16,0 2 44-16,1 0 18 0,-1-1 45 16,-1 2-128-16,0 1 17 0,1-1 99 0,1 0-85 0,1 1-13 15,-2 1 40-15,1-1-16 0,-1-1-26 16,0 1 29-16,0 0-8 0,1 1 86 15,-1 0-99-15,0-1-13 0,0 0 105 0,1 0-71 0,-1 0-41 16,-1 1 54-16,1-1-11 0,-1 1-22 16,0-2 23-16,1 1-8 0,0-1 88 15,-2 1-96-15,1-1-15 16,0 2 103-16,-1-3-89 0,0 1-19 0,0 1 47 0,1-1-2 0,-1 0-35 16,0-1 42-16,0 1 16 0,0-1-77 15,1 2 62-15,-1-1-54 16,1 0 110-16,0-1-101 0,-1 1 31 0,1 0-3 0,0 0 17 15,-1 0-47 1,1 1 59-16,0 1-40 0,0-1 96 0,0 1-103 16,0 0-19-16,1-1 104 0,-1 1-89 0,0 0-18 0,0 2 45 15,0-2 10 1,0 0-19-16,0 0-6 0,0 0-9 0,0 1 85 16,0 0-81-16,0 0-21 0,0 1 82 0,0-1-62 0,1 0-18 0,-1 0 94 15,1 1-59 1,0 0-34-16,0-1 25 0,0 0 11 15,1 0 65-15,-1-1-73 0,-1 0-57 0,1 1 130 16,0-2-108-16,0 1 42 16,1 0 62-16,-2 0-80 0,1 0-21 15,0-1 26-15,1 2-8 0,0 0 96 0,1 0-97 16,1 0-30-16,-1 1 122 0,0 0-90 16,0 0-24-16,1 0 104 0,-1 1-58 0,1-1 15 15,0-1-50-15,0 2 8 0,-1 0 94 16,1 1-98-16,1 0 38 0,-1-1-17 0,0 0-1 15,1-1 62-15,-1 1-84 0,0 0 40 16,0-1 13-16,0 0-37 0,0 0-4 16,0 0 70-16,0-1-80 0,-1 2-9 15,0-3 85-15,0 1-61 0,0-1 63 0,0 0-71 0,0 1-5 16,0-2 49-16,-1 1-30 0,1-1 14 16,-1 1-17-16,1 1 0 0,-1-1 54 0,0 2-71 15,1 0 35-15,0 0 32 0,0 1-33 16,0 0-4-16,0 0 25 0,0 0-42 15,-1-1 30-15,0 1-25 0,0-1 5 0,1 1 51 16,-2-2-50-16,1 0-5 0,-1-1 7 16,0 1 4-16,0-2-18 0,0 0 38 15,1 0-27-15,2-1-6 0,-1 0 14 16,1 0-8-16,-1-1 35 0,0 0-41 0,1 1-23 0,-1-2 43 16,1 2-21-16,0-2 5 0,-1 1 53 15,1 0-56-15,-1-1 9 0,0 0-10 16,0 0 0-16,1-1 48 0,0 1-37 15,-1 0-35-15,0 0 34 0,0-2-2 16,0 1 6-16,-1 1 2 0,1-1 0 0,1 0-4 16,-1 1-8-16,0 1 5 0,-1-1 32 15,1 1-27-15,0 0-18 0,0 0 47 16,-1 0-47-16,0 0-8 0,-1 1 55 0,1-1-45 0,0 2-1 16,0 0 18-16,-1 0-6 0,0 1 18 15,-1 0-16-15,2 1-11 0,-1-2 26 16,1 2-16-16,0-1-32 0,-1-2 51 15,2 0-23-15,-1-1-3 0,2 0 20 0,0-1-15 0,1-2 15 16,0 1-13 0,0-1-16-16,2-1 30 0,1-1-22 0,1 0-27 0,0-2 28 15,2-1-2-15,1 0-23 0,0-2 21 0,0 1-10 16,0-1 50 0,1-1-47-16,-1-2-16 0,0 1 29 0,0-1-9 0,0-1-13 0,0 1 39 15,-1-2-26-15,0 0 10 16,-1-1-7-16,0 0-3 0,0-2 2 15,-1 1-13-15,0-2 13 0,-1 1 35 0,-1-2-64 0,0 1 42 16,-1-1 14-16,0 0-56 0,-1-1 4 0,-1-1 51 16,0 0-62-1,0 0 12-15,-1 0 89 0,0-1-88 0,2-1-23 16,-2 0 114-16,0 0-112 0,-1-1-3 16,1 1 107-16,-1-2-86 0,1 1-20 0,-1 0 24 15,1-1 39-15,1 1-70 0,0-2 41 16,0 1-2-16,0-2 58 0,1 0-66 0,-1-1 44 15,-1 0 11-15,0 0-57 0,-1 0-10 16,-1 0 100-16,0 2-76 16,-1-1-36-16,0 0 94 0,-1 1-53 15,1-1-35-15,0 1 51 0,-1 0 25 0,1-1-71 16,0 2 54-16,0-1-16 0,-1 1 50 0,0 1-35 0,0-1-24 16,0 2 61-16,-1 0-56 0,1 0-23 0,-1 1 68 0,-1-1-54 31,0 1-19-31,1 0 95 0,-1 1-69 15,0 1-31-15,-1 1 47 0,0 0 9 0,-2 3-52 16,1-1 41-16,0 0-1 0,0 1 43 16,0-1-46-16,-1 2 14 0,0-1 20 15,-3 4-37-15,3-4-31 0,1 0 77 0,-4 4-39 16,0 0-19-16,0 0 64 0,3-3-77 16,0 1-20-16,-3 2 46 0,0 0 3 0,0 0-50 15,0 0 21-15,0 0 3 0,0 0-8 16,0 0-9-16,0 0 11 0,0 0-63 0,0 0-41 15,0 0-124-15,0 0 46 16,0 0-145-16,0 0-403 0</inkml:trace>
  <inkml:trace contextRef="#ctx0" brushRef="#br0" timeOffset="13631.2214">2030 4153 240 0,'0'0'-5'0,"0"0"53"0,0 0 50 0,0 0-109 15,0 0 43-15,0 0 69 0,0 0-101 16,0 0 4-16,0 0-28 0,0 0 38 16,0 0-5-16,0 0-43 0,0 0 41 0,0 0 31 15,0 0-74-15,0 0 50 0,0 0 66 0,0 0-82 16,0 0 21-16,0 0-48 0,0 0 41 16,0 0-5-16,0 0-25 0,0 0 43 0,0 0 42 15,0 0-103-15,0 0 44 0,0 0 59 16,0 0-76-16,0 0 20 0,0 0-77 15,0 0 68-15,-1 5 56 0,0 0-101 16,1-5 65-16,0 0 40 0,0 0-100 16,0 0 44-16,0 0 48 0,-1 4-72 0,0 2 26 0,1-6-36 15,0 0 27-15,0 0 65 0,0 0-103 16,0 4 49-16,1 2 44 16,-1-6-86-16,0 0 49 0,0 0 39 0,2 3-80 0,0 2 35 15,-2-5-27-15,0 0 17 16,2 4 45-16,0 1-52 0,-2-5 33 0,4 4 26 0,-1 1-91 15,1-2 59-15,0 1 25 0,0 1-64 16,0-1 18-16,1 1-5 0,0 0 0 16,1-1 54-16,0 2-73 0,1-3 40 0,-1 2 27 15,1-1-59-15,5 3-14 16,-5-3 30-16,-3-1-74 0,4 0-49 0,0-1-4 0,-2 0-82 16,0 1-231-1</inkml:trace>
  <inkml:trace contextRef="#ctx0" brushRef="#br0" timeOffset="13935.7237">2131 4171 684 0,'0'0'81'0,"0"0"-10"0,0 0 13 0,0 6-67 0,0 1 20 15,-2-3-12-15,1 1-27 16,-1 2 51-16,0 0-54 16,1 3 30-16,-1 5 18 0,0-4-95 15,2 1 69-15,0 0 29 0,-1 0-65 0,1 0 33 16,1 0-31-16,-1 0-15 0,-1 1 46 15,0-1-102-15,1-1 0 0,-1-5-17 16,0 3-25-16,0 0-83 0,1-2-240 0</inkml:trace>
  <inkml:trace contextRef="#ctx0" brushRef="#br0" timeOffset="15387.8538">1907 3295 713 0,'1'-5'162'0,"1"0"-31"0,-2 5-54 16,0 0 31-16,0 0-44 0,-2-5 31 16,0 1-15-16,2 4-47 15,0 0 17-15,0 0 18 0,0 0-36 16,0 0-5-16,-3-4 2 0,1 0 3 0,2 4-18 16,0 0-22-16,0 0 33 0,0 0-20 15,0 0-36-15,0 0 41 0,0 0-5 16,0 0-7-16,0 0 7 0,0 0 7 0,5 2-9 15,0-1 7-15,0 2-31 0,-1 0 19 16,2-1-6-16,0 2-40 0,2-1 29 16,-1 0 1-16,1 0-35 0,1 0 24 0,-1-1 6 15,0 0-30-15,-1-1 37 0,0 0-59 0,-1-1 6 16,1 1 11-16,-2-3-73 0,0 0-45 16,-2-2-130-16,1 0-335 0</inkml:trace>
  <inkml:trace contextRef="#ctx0" brushRef="#br0" timeOffset="15589.8196">2011 3161 748 0,'0'0'146'0,"0"0"-25"0,0 0-66 16,0 0 14-16,-3 5 6 15,1-2-73-15,-1 1 37 0,1 1-2 16,0 1-37-16,0 0 41 0,-1 3-37 0,-1 5 18 0,2-3 7 15,1 0-69-15,-1 1 60 0,1 1 1 16,0 0-57-16,0 2 0 0,1-1-80 16,-1 0-8-16,1-1-44 15,-1 0-127-15,-1-3-316 0</inkml:trace>
  <inkml:trace contextRef="#ctx0" brushRef="#br0" timeOffset="16056.983">2221 2673 439 0,'8'2'92'16,"-2"0"17"-16,-1 0-115 0,-5-2 45 16,7 1 45-16,0 0-79 0,0-1 12 15,1 1-49-15,0-2 35 0,0 1 39 0,1-1-77 16,1 0 42-16,-1-1 33 0,5 0-101 15,-4-1-6-15,-2-2-39 0,-4 3-87 0,2-2-181 16</inkml:trace>
  <inkml:trace contextRef="#ctx0" brushRef="#br0" timeOffset="16255.1118">2330 2546 665 0,'-1'7'129'15,"0"0"-86"-15,0-2 17 16,0 0-12-16,-1 0-25 0,1 0 51 0,-2 2-60 16,0 5 24-16,1-2 12 0,0 1-64 0,1 2 38 15,-1 1 18-15,0 0-65 16,0 0 12-16,1 1-48 0,0-1-43 0,-1-1-48 0,2-8 15 16,-1 5-95-16,0 1-253 0</inkml:trace>
  <inkml:trace contextRef="#ctx0" brushRef="#br0" timeOffset="16656.8301">2724 2244 467 0,'7'1'64'0,"-1"2"-66"0,0 1 47 0,-1-2 26 15,0-1-79-15,0 1 47 0,0 1 38 0,2-1-86 16,0 0 38-16,2 1-48 0,-1-1 13 16,1 1 44-16,0-2-58 0,1 1 44 15,-1 0 21-15,1-1-105 0,0-1 33 0,-2 0 43 16,0 0-110-16,-1-3-12 0,1 1-84 15,-4-2-181-15</inkml:trace>
  <inkml:trace contextRef="#ctx0" brushRef="#br0" timeOffset="16851.7303">2798 2175 641 0,'-5'11'144'0,"3"-7"-87"15,-1 0 30-15,1 1 1 0,-1 0-63 0,0 1 27 0,-2 6-27 16,1-2-20-16,0 1 54 0,0 0-52 16,0 2-10-16,1 1-9 0,0-2-99 15,1 1-54-15,-2-1-126 0,2-6-314 0</inkml:trace>
  <inkml:trace contextRef="#ctx0" brushRef="#br0" timeOffset="17456.9975">3370 2033 561 0,'11'8'97'0,"-5"-5"14"15,1 1-86-15,0 1 21 0,1-2 12 16,4 3-58-16,-2-2 19 0,-1 0-26 15,2-1 12-15,1 0 52 0,-1 1-75 16,1-1 18-16,0 1 28 0,0-1-76 0,0-1 15 0,0 0-107 16,0-1-107-16,-5 0-264 0</inkml:trace>
  <inkml:trace contextRef="#ctx0" brushRef="#br0" timeOffset="17650.1148">3599 1987 753 0,'-4'2'91'0,"4"-2"15"0,0 0 0 0,0 0-64 16,0 0 14-16,0 0-16 0,0 0-33 0,0 0 44 15,-3 5-51-15,-1-1 31 0,2 1 0 16,0 0-46-16,0 2 31 16,-1-1 14-16,1 2-50 0,-1 6 27 15,0-4-34-15,-1 1-80 0,1 1-83 0,-1 0-134 0,0-1-357 16</inkml:trace>
  <inkml:trace contextRef="#ctx0" brushRef="#br0" timeOffset="18322.4173">3434 2714 842 0,'0'0'175'16,"0"0"-60"-16,0 0 7 16,0 0-24-16,-1-4-38 0,0-2 1 0,1 6-8 0,0 0-26 15,0 0-2-15,0 0-29 0,0 0 23 0,5-1-2 16,-1-2-34 0,2 2 13-16,-1 0 19 0,3 1-47 0,2-1 21 0,1 1-22 15,7-1-17-15,-3 1 39 16,0 1-51-16,0 0 9 0,1 0 15 0,-1 0-60 0,0 1 5 15,1-1-27-15,-1 0 46 0,0-1-9 0,-2 0-52 16</inkml:trace>
  <inkml:trace contextRef="#ctx0" brushRef="#br0" timeOffset="18482.2964">3732 2685 358 0,'-3'-10'23'0,"3"10"116"16,-3-6-93-16,-1 2 30 0,0 0 4 0,0 0-6 16,-2-1 47-16,-1 1-48 0,0-1 16 0,0 1 3 0,-1 1-57 15,0-1 27-15,1 3 10 16,-1-1-51-16,0 2 10 15,1 0-34-15,-1 3-3 0,1 0 42 16,0 1-29-16,-2 5 17 0,3-1-4 0,0 0-52 16,0 1 27-16,1 2 7 0,0 1-73 15,1 3 8-15,-1 1-91 0,2 0-25 0,-1 2-134 16,0 1-339-16</inkml:trace>
  <inkml:trace contextRef="#ctx0" brushRef="#br0" timeOffset="19465.2562">4495 3158 715 0,'9'7'33'0,"-9"-7"50"0,4 3 15 16,1-1-76-16,-1 1 26 16,0 0-16-16,0-1-31 0,1 0 51 0,1 1-77 0,-1 0 28 15,1-2 19-15,0 2-75 0,-1-2 29 16,1 1 45-16,-6-2-60 0,8-1 18 15,0 0-30-15,-8 1 36 0,5-3 32 0,1 1-32 16,-3-3 34-16,-1 1 49 16,-1-1-42-16,1 0 15 0,-2-1 24 15,0 0-62-15,-1 0 52 0,1-1 6 0,-2-1-29 0,1 2 25 16,-2 0-36-16,1-1 0 0,0 2 54 16,-1 0-39-16,1 2 7 0,-1-1-2 15,3 4-34-15,-4-2 19 0,0-1 0 16,4 3-16-16,-7 3 2 0,-2 5-39 0,5 0 43 0,-1 0-1 15,0 3-28-15,1 0 5 0,0 2-5 16,1 1-72-16,0 1 5 16,0 0-22-16,0 1-118 0,0 1-141 0,-2 0-407 0</inkml:trace>
  <inkml:trace contextRef="#ctx0" brushRef="#br0" timeOffset="20486.183">5139 2996 666 0,'0'0'145'0,"0"0"-88"0,0 0 13 15,0 0 12-15,0 0-58 0,0 0 30 0,0 0 4 16,0 0-46-16,0 7 57 0,1 0-41 0,0-3 1 16,0 1 13-16,1 0-57 0,1 1 36 15,0-1 14-15,1 1-38 16,1 0 21-16,3 3-6 0,-5-6-49 0,3 2 47 0,1 0-55 0,0-1 32 15,0 0 26-15,0-2-79 0,1 1 40 16,0-2 21-16,-1 1-63 16,0-2 29-16,0 0-32 15,0-1 14-15,1 0 46 0,-3-2-75 0,1 1 49 0,-1-3 50 16,0 1-79-16,-2 0 64 0,1-1 41 0,-1 0-55 16,0 0 39-1,-2-1-14-15,1 1 11 0,-2 5 39 0,0-7 1 16,0 0 4-16,0 7 38 0,-1-5-51 15,0 0 5-15,1 5-1 0,0 0-57 0,0 0 34 16,-6-1 12-16,0 1-51 0,1 4 26 16,0 1 3-16,0 2-35 0,-2 4 25 0,3-2-65 15,0 3-3-15,0 1-5 0,0 0-119 16,0 2 9-16,0 2-127 0,0 2-320 0</inkml:trace>
  <inkml:trace contextRef="#ctx0" brushRef="#br0" timeOffset="21343.8652">4815 4075 875 0,'0'0'127'16,"0"0"3"-16,1-3-63 0,1-2 14 16,-2 5-2-16,0 0-49 0,0 0 11 0,0 0 1 15,0 0-58-15,0 0 42 0,0 0-3 16,0 0-23-16,7 2 15 0,0 1-32 0,-2-1 10 16,0-1 38-16,3 2-38 0,-1 1 13 15,2-2 18-15,5 4-58 0,-3-2 27 16,1 0 1-16,1 0-56 0,0 0 10 0,1 0-28 15,-1-2-6-15,0-1 34 0,0 1-55 16,-7-2 27-16,3-1 39 0,1 0-73 16,-2-1 49-16,0-1 83 0,-3-2-60 0,0 1 22 15,-3-2 61-15,1 1-47 0,-4-1 15 16,1 0-16-16,-2 1 28 0,0 0 69 16,-1 1-60-16,0-1 11 0,-1 3 27 0,0-2-91 15,-1 3 59-15,0 0 29 0,-2 2-71 16,1 0 33-16,-1 2-12 0,1 0-27 0,-1 3 31 15,-4 3-26-15,5-2 0 0,0 0 49 0,0 1-83 16,1 1-1-16,3-4-24 0,-1 2-88 16,-2 4-125-16,3-7-292 15</inkml:trace>
  <inkml:trace contextRef="#ctx0" brushRef="#br0" timeOffset="21946.1834">5706 3866 613 0,'8'9'155'15,"-3"-4"-83"1,0-1 2-16,0 2 8 0,0-3-72 0,5 5 30 0,-3-4 19 16,-3-1-61-1,4 0 29-15,0 1-13 0,0-2-26 0,0 0 60 0,-1-2-51 16,0 0 14-16,0 0 24 0,0 0-45 0,-1-3 19 0,-1 0 19 15,0 0-54 1,1-1 50-16,-2-1 16 16,0-1-43-16,-1 0 27 0,0 0 7 0,-2 0-33 15,1 0 66-15,-1 0-46 0,0 1 28 16,-1 5 6-16,-1-7-26 0,0 0 34 0,1 7-4 16,0 0-23-16,-2-5 9 0,1 0-10 15,1 5-17-15,0 0-13 0,0 0-4 16,-4 5 30-16,-1 5-20 0,1 0-28 0,0 2 13 15,1 5-25-15,-1 1-41 0,1 3-11 16,-1 2-25-16,-1 1-132 0,0 1-161 0,0 1-445 16</inkml:trace>
  <inkml:trace contextRef="#ctx0" brushRef="#br0" timeOffset="22765.147">6108 4818 801 0,'9'7'140'16,"-9"-7"-87"-16,4 3 36 0,0 0 1 0,-4-3-72 15,4 3 39-15,1-1 5 0,1 0-42 16,0 0 12-16,2-1 16 0,0 0-43 0,2 0 34 16,-1-1-38-16,2 1 16 0,6 0 3 15,-11-1-28-15,5 0 20 0,0 0 12 16,-1-1-52-16,0 0 31 0,-1 0 22 0,0 0-34 16,-2-2 15-16,0 0 15 0,-2 0-35 15,0-1 24-15,-3 0-16 0,0-1 14 16,-2 0 35-16,1-1-25 0,-3 1 49 0,0 0-5 15,-1 1-25-15,1-1 6 0,-2 3 4 16,1-1-7-16,3 3-39 0,-6-4 12 0,1 2 15 16,5 2-20-16,0 0-34 0,-7 1 62 0,0 2-42 15,3 1-34-15,1 0 11 0,-1 3 6 16,-2 4-53-16,3-1 12 0,-1 2-10 16,-1 1-69-16,0 2-98 0,-1 0 40 15,-1 3-139-15,1 4-373 0</inkml:trace>
  <inkml:trace contextRef="#ctx0" brushRef="#br0" timeOffset="23538.1144">6073 5606 663 0,'4'7'116'0,"-3"0"23"0,0 0-56 15,-1-3 8-15,1 2-2 0,1-1-52 0,0 1 16 16,2 1 9-16,0 0-68 0,0 0 40 0,3 3 4 15,0-4-47-15,0 1 37 0,2-2 2 16,0 0-44-16,0 0 31 0,1 0 6 16,0-1-35-16,-1 1 35 15,0-3-48-15,-4 0 22 0,4 0 13 0,0 1-26 0,-1-3 13 16,0 2 8-16,-1-2-49 0,0 0 35 16,-2 0 19-16,1-1-58 0,-1 0 58 15,0-1-3-15,-3-3-20 16,1 2 25-16,-2-3 17 0,0 1-34 0,-2-2 53 15,1 2-31-15,-1 0 12 0,-1-1 4 0,0 2-26 0,1-1 44 16,1 5-6-16,-3-4-14 16,1-1 10-16,2 5-3 0,0 0-30 0,0 0-1 15,0 0 12-15,-6 1-15 0,0 1 2 0,3 4 8 16,-2 5-18-16,2-2 14 0,-1 1-31 0,1 2-11 16,0 0 29-16,0 3-30 0,1 0 12 15,-1 1-25-15,2 1-112 16,-1 0-22-16,1-1-32 0,1 0-141 15,1-1-391-15</inkml:trace>
  <inkml:trace contextRef="#ctx0" brushRef="#br0" timeOffset="24688.4662">7162 5411 961 0,'0'0'107'0,"0"0"12"15,2-3-14-15,0-1-54 0,-2 4 10 16,0 0-40-16,0 0 10 0,0 0 19 0,0 0-32 16,0 0 11-16,0 0-3 15,0 0-24-15,0 0 17 0,0 0 2 0,4 3-34 0,1 0 29 16,-2 1-2-16,1 0-15 0,1 0 14 0,0 1 6 16,0-2-30-1,0 2 16-15,0-2 1 0,1 2-26 16,-1-2 22-16,1 1-33 0,-2-2 35 15,1 1-5-15,-5-3-35 0,7 0 46 16,-1 0 0-16,-6 0-40 0,5-3 28 0,0 0 15 16,-2-1-39-16,-1 0 44 0,-1 0-6 15,1-2 0-15,-2 6 14 0,-1-6 5 16,1-1-4-16,0 7 0 0,-2-5-39 0,0 0 45 16,2 5-17-16,0 0-33 0,-6 0 22 0,1-1 26 15,-1 5-17-15,-4 5-23 0,3-1 19 16,0 1-71-16,-1 2 23 0,0 2 5 15,0 0-91-15,1-1-28 0,-1 2-72 0,0 0-144 16,0 0-415-16</inkml:trace>
  <inkml:trace contextRef="#ctx0" brushRef="#br0" timeOffset="26624.3183">7744 5428 542 0,'3'-4'166'0,"0"-1"-45"0,-3 5-26 15,0 0 30-15,0 0-51 16,0-5 5-16,1 0-6 0,-1 5-58 0,0 0 26 0,0 0-5 16,0 0-55-16,0 0 44 0,0 0 10 15,0 0-62-15,0 0 45 0,5 0 4 16,1 1-38-16,-2 2 31 0,0 0 5 15,0 1-37-15,0 1 42 0,1-1-42 16,0 2-4-16,0-1 13 0,1 1-56 0,0 0 20 16,0-1 19-16,0 1-61 15,0-2 22-15,-1 0 53 0,0 0-51 0,-1-2 33 16,0 0 23-16,-4-2-40 0,0 0 25 0,6-2-22 0,0 0 15 16,-4-2 49-1,0 0-42-15,-1-1 16 0,0-1 64 0,-1 1-64 0,1-1 37 16,-2 1 30-16,0 0-58 15,0 0 46-15,0 1 29 0,1 4-56 16,-3-6 30-16,0 2 0 0,3 4-51 0,-5-3 22 0,1 1 10 0,4 2-49 16,-6 4 35-16,0 0 8 0,1 2-45 0,-2 3 52 15,1-1-47 1,1 2-12-16,0 0-28 0,-2-1-157 16,-1 1-142-16,0 1-387 0</inkml:trace>
  <inkml:trace contextRef="#ctx0" brushRef="#br0" timeOffset="28082.7127">6738 6568 667 0,'10'4'125'0,"-6"-2"2"16,-4-2-80-16,0 0 31 0,5 4 6 0,-1-2-75 16,-4-2 41-16,5 5 1 0,-1-1-39 15,0-1 17-15,0 1-6 0,1-1-30 0,-1 1 40 16,1 0-51-16,1-1 23 16,-1 0 2-16,0 1-54 0,0-3 24 0,0 2 28 0,-5-3-68 15,7 0 30-15,0 1 37 0,-3-4-63 0,0 1 35 0,-1-3-16 16,0 1 15-1,-2-2 50-15,1 0-9 0,-2-1-10 0,1-1 53 0,-1 0-48 16,-1 0-6-16,0-1 55 0,-1 1-32 0,0 1 16 16,0 0 25-1,-1 0-21-15,1 1 28 0,0 1-8 0,0 2-38 16,2 3-7-16,0 0 6 16,0 0-25-16,0 0 9 0,-8 3 15 0,1 0-13 0,3 4-14 0,-2 5 15 15,3-3-3 1,0 1-13-16,0 1-33 0,-1 0 22 15,2 0 3-15,0-1-52 0,-1 1-2 0,0 0-18 16,0-1-109-16,0 0-13 0,0 0-137 16,-1 1-378-16</inkml:trace>
  <inkml:trace contextRef="#ctx0" brushRef="#br0" timeOffset="31334.4859">9249 1372 943 0,'1'-6'204'16,"-1"6"-72"-16,0 0 15 0,0 0-49 0,0 0-15 0,0 0-36 0,0 0-6 15,0 0 16 1,0 0-29-16,5 2-13 0,1 1 30 16,-1 2-52-16,4 5-5 0,-3-2 33 0,1 2 12 0,0 0-51 15,1 1 34-15,1 2 0 0,-1-1 3 16,1 1-6-16,1 0-11 15,-1-2 8-15,1 1-25 0,-2-2 0 0,2-1 16 16,0-1-13-16,-2-2-28 0,1 0 50 16,-5-3-4-16,3-1-32 0,0 2 45 0,1-5 1 15,1 1-4-15,0-4-30 0,3-1 34 16,-4-1-18-16,0-1-13 0,-1 0 2 16,-1-1 34-16,1 0-29 0,-1-1-37 0,0-1 60 15,-1 0-12-15,0 1-32 0,-2 5 27 16,0-5 31-16,0 2 25 0,-1 2-53 0,1 0-6 15,-3 5 18-15,2-4-34 0,0-2 8 16,-2 6 28-16,0 0-18 0,0 0-18 0,0 8 29 16,-2 6-31-16,-2-1-14 0,0 1 45 15,-1 2 21-15,-1 2-72 0,1 1 51 16,-1 2 3-16,0 0 21 0,0 0-32 0,0 2 21 16,1 0 2-16,-1 0-31 15,2 0-20-15,-2-2 56 0,2 1-41 0,0-3-36 16,0 0 50-16,0-1-26 0,0-2-44 0,0-2 25 15,0 1-1-15,1-1-33 0,0-1-1 16,0-2-24-16,-1-2-136 0,2-5 18 0,-2 3-145 16,1 0-403-16</inkml:trace>
  <inkml:trace contextRef="#ctx0" brushRef="#br0" timeOffset="31955.8994">9808 1627 956 0,'0'0'169'0,"0"0"-10"0,0 0-54 16,0 0 19-16,0-5 2 0,0-1 2 16,0 6-67-16,0 0-5 0,0 0 49 15,0 0-66-15,0 0-18 0,0 0 36 0,0 0-40 16,5-2-47-16,0-1 88 0,3 0-73 15,4-2-47-15,0 0 19 0,1 0 2 0,2-1-49 16,0 1 11-16,1 1-2 0,0-2-76 16,-2 1-45-16,0 0-23 0,-3 2-144 0,-6 2-415 15</inkml:trace>
  <inkml:trace contextRef="#ctx0" brushRef="#br0" timeOffset="32146.039">9836 1740 1433 0,'-2'-4'166'16,"2"4"-23"-16,0 0 5 0,0 0 15 15,0 0-126-15,0 0 10 0,0 0 41 0,0 0-105 16,4-3-42-16,1 0 62 0,2 2-44 16,0 0-22-16,3-1 43 0,9-1-40 0,-2 0-46 15,1-1-39-15,4 0-117 0,1-2-214 16,2 0-500-16</inkml:trace>
  <inkml:trace contextRef="#ctx0" brushRef="#br0" timeOffset="34469.8493">10334 1441 539 0,'5'-1'82'15,"-5"1"-1"-15,0 0-74 0,0 0 21 0,0 0 48 16,0 0-81-16,0 0 13 0,0 0 44 15,0 0-64-15,0 0 8 0,0 0-34 16,0 0 39-16,0 0 24 0,0 0-44 0,0 0 14 0,0 0 62 0,0 0-68 16,0 0 36-1,0 0 27-15,0 0-71 0,0 0 36 0,0 0 30 0,0 0-65 0,0 0 28 16,0 0 30 0,0 0-50-16,0 0 35 0,0 0-17 0,0 0 0 0,0 0 55 15,0 0-44 1,0 0-16-16,0 0 59 0,0 0-40 15,0 0 21-15,0 0 4 0,0 0-56 0,0 0 50 16,0 0 4-16,0 0-36 0,0 0 25 16,0 0 2-16,0 0-23 0,0 0 9 0,0 0 14 15,0 0-36-15,0 0 26 0,0 0-38 16,0 0 32-16,0 0 2 0,0 0-30 16,0 0 13-16,0 0 16 0,0 0-40 0,0 0 24 15,0 0 16-15,0 0-13 0,0 0 1 16,0 0 14-16,0 0-6 0,0 0 0 15,0 0 20-15,0 0 11 0,0 0-25 0,0 0-32 16,0 0 51-16,0 0 2 0,0 0-69 0,0 0 45 16,0 0 14-16,0 0-24 0,0 0-23 15,0 0 30-15,0 0-6 0,3-4-15 16,1 1-11-16,2 3 35 0,1 1-25 16,1 1-26-16,6 3 41 0,-3 1-8 0,0 1-40 0,0 2 61 15,-1 3 4-15,1 0-61 16,0 4 33-16,-1 0 24 0,0 2 1 0,-1 0-23 15,0 1 25-15,-1-1-22 0,0 1-5 0,0-1-14 16,-1-1 46-16,-1-1-43 0,-1-1-3 16,0-2 41-16,-1-2-29 0,-1-6-29 0,-1 2 61 15,0 0 8-15,0-2-37 0,0 1 26 16,-2-6 13-16,0 0 57 0,0 0-128 0,0 0 22 16,0 0 17-16,0 0-49 0,0 0 6 15,1-7 7-15,2-3-11 0,0 1-6 0,2 0 3 16,1-2 2-16,0 0-18 0,1 1 32 15,-1 2 20 1,1 0-35-16,0 2 46 0,-4 3-1 0,3-2-42 16,1 2 36-16,0 2 18 0,1 0-47 0,-1 3 29 0,5 3 6 15,-4 1 2 1,0 0-9-16,1 2 14 0,0 0-4 0,0 1 1 0,0 0-20 0,0 0 28 16,1-1-4-16,-2-1-37 0,0 0 45 0,-4-5 31 15,1 2 80 1,0 0-33-16,-5-4-29 0,6 0 84 0,0 1-138 15,-3-6-4-15,0 1 92 0,-1-3-55 0,2-5 26 0,-2 3-60 16,0-1 23-16,0-1 0 16,1-1-28-16,-1-1 0 15,1-2-11-15,2 0-12 0,-1-1 33 0,1-2-39 0,-1 0 44 0,1 0 32 16,-1-1-80-16,0 1 38 0,1 0 33 16,0-1-69-16,-1 2 27 0,-1 0 4 0,0 3-28 15,0 0 20-15,0 3-13 0,-1 1-30 16,0 5-1-16,0-3 63 0,0 0-96 0,1 1-20 31,-1 0 53-31,2 2-59 0,0 1-37 16,1-1-3-16,1 1 17 0,1 2-117 0,-1-1-3 0,2 2-175 0,-1 0-455 0</inkml:trace>
  <inkml:trace contextRef="#ctx0" brushRef="#br0" timeOffset="35171.2532">10912 1721 1018 0,'0'0'159'0,"2"-4"-45"0,1 2-17 0,-3 2-55 16,0 0 35-16,0 0-20 0,2 3-22 0,0 1 45 0,-1 1 8 15,0 1-69-15,0 2 45 0,0 0-25 16,0-1 24-1,0 1-25-15,-1 2-20 0,0 1 47 0,0-2-65 16,1 6 12-16,-1-9 66 0,0 3-87 0,0 1-1 0,0-1 80 16,0 0-76-16,0 0-35 15,0-1 38-15,-1-1 23 0,1 0-53 0,-1-1 59 0,1 0-15 16,0-6 49-16,0 7-65 0,1-1 2 16,-1-6-28-1,0 6-52-15,1-1 1 0,-1-5-60 16,3 5-5-16,-1-1-116 0,-2-4 21 0,0 0-160 0,6-2-443 0</inkml:trace>
  <inkml:trace contextRef="#ctx0" brushRef="#br0" timeOffset="36388.8268">11124 1544 825 0,'0'0'161'16,"0"0"-49"-16,0 0 3 16,0 0-43-16,0 0-17 0,0 0 24 15,0 0-28-15,2-4 19 0,0 0-12 0,-2 4-32 16,0 0 30-16,0 0-15 0,0 0-8 0,0 0-1 15,2-4 6-15,0 1-1 0,2-1-29 0,0 2-12 16,1-1 24 0,0-1-27-16,2 1-30 0,0 0 55 0,2-1-28 0,0 2-20 0,1-1 32 15,0 1 26 1,1 2-47-16,-1 0 37 0,0 2 6 0,4 1-17 0,-5 1-4 16,-1 2 7-1,-2 2-17-15,-1 1-5 0,-1 0 10 0,-1 1 28 0,-3 2-38 16,-2 0 30-16,-1 0-7 0,-1 0-28 0,-1 0-28 0,0-1 19 15,-1-1 22 1,0-1-31-16,0-2 56 0,0-1 7 16,3-3-63-16,-3 1 46 0,0 1-3 0,1-3 8 15,1 0-12-15,4-2-6 0,-5-1 13 0,0-1-23 16,3-3 11-16,1 1-5 0,3-4-7 16,1-5-8-16,1 3-8 0,2-2 20 0,0 1-24 0,2-2 6 15,0-1 13-15,2-1-32 16,0 1 42-16,0-1 3 0,1-1-43 0,1 1 44 15,0 0 10-15,0 0-48 0,-1 0 33 0,1 0 28 16,-2 2-45-16,0 0 31 0,-1 1 16 0,-1 1-40 16,0 0 31-16,0 2-16 0,-2 1 32 15,-3 3-12 1,1-1-24-16,0-1 55 0,-2 1 1 0,0 2-29 0,-2 4 5 0,2-5-10 16,0 0-4-16,-2 5 2 0,0 0-1 0,-4 3 19 15,-3 2-29-15,1 3 4 0,-2 2 9 16,0 3-8-16,0 0-41 0,0 2 37 15,1 0-2 1,-1 1-25-16,1 1 55 0,1 1 11 16,1 0-21-16,0 0-28 0,1 1 22 15,2-2 25-15,1 1-53 0,1-2 0 0,1 0 48 16,0 0-34-16,2-1-25 0,0-2 72 16,1 0-66-16,1-1-26 0,0-2 100 15,1-1-75-15,1 0-22 0,1-3 38 0,0-1 19 16,0 0-47-16,-3-3 35 0,4-1 34 15,1 1 20-15,-1-2-66 0,1 0 30 16,-2-2 12-16,1 2-64 0,-2-2-17 0,0 1 91 16,-2-3-69-16,1 1-10 0,-1 1 92 15,-1-1-58-15,-4 3-48 0,4-4 66 0,0 1-42 16,-4 3-22-16,0 0 45 0,3-4-44 16,0 1-50-16,-3 3-25 0,0 0-68 15,0 0-71-15,0 0-202 0,0 0-484 0</inkml:trace>
  <inkml:trace contextRef="#ctx0" brushRef="#br0" timeOffset="37097.0532">11769 1526 1056 0,'0'0'196'0,"0"0"-27"0,0 0-54 15,0 0 16-15,0 0-58 0,0 0-40 16,0 0 36-16,0 0-49 0,0 0-37 0,0 0 63 16,7-2-34-1,-1 1-29-15,4 1 28 0,-1 1 23 0,3-2-52 0,7 1 39 0,-4-1-1 16,1 0-5-16,0-2-45 0,2 1 5 15,0 0-23-15,0-1 8 0,0-1-9 0,0 1-46 16,-1 0 20-16,-1-2-41 16,0 1-13-16,-2-2 40 0,0 0-116 0,-3 1-137 0,-3-1-381 15</inkml:trace>
  <inkml:trace contextRef="#ctx0" brushRef="#br0" timeOffset="37298.1896">12006 1379 796 0,'-15'-2'155'0,"11"1"-5"16,-1-1 1-16,5 2-26 16,-6-2-19-16,0 0-66 0,6 2 59 0,-5-1-58 15,0-1-34-15,5 2 39 0,0 0-1 16,0 0-51-16,-5 4 20 0,0 0 12 16,3 3-11-16,1 0-12 0,1 4 33 0,-1 6-13 15,1-4-16-15,0 2-11 0,1 0 21 16,0 2-20-16,1-1-17 0,0 2-46 0,0-1-11 15,0 0-123-15,1-1-43 0,1 1-170 16,-1-4-454-16</inkml:trace>
  <inkml:trace contextRef="#ctx0" brushRef="#br0" timeOffset="38303.0329">12307 1290 1165 0,'0'0'121'0,"0"0"34"0,0 0-52 0,0 0-35 0,0 0-18 0,0 0 7 16,0 0-36-16,5 2 5 16,0-1-5-16,0 5 15 15,3 3-33-15,-2 0-7 0,1 1 26 0,0 2-25 0,1-1-23 0,1 3 42 31,-1 0-11-31,1 2-25 0,-1-1 30 16,1-1-6-16,-1 2-39 0,-1-1 8 0,-1-1 22 16,-1-1-49-16,-1 0 36 0,-1-2 9 15,-1 0-43-15,-1-6 34 0,1 3 9 0,0-1-22 16,-1-2 25-16,0 2-2 0,-1-7-58 16,0 0 18-16,3 2-29 0,0 2-9 0,1-8 70 15,-1 2-56-15,4-5 25 0,2-2 58 16,-2 3-70-16,1-1 36 0,0 1 42 0,0-1-62 15,-1 1 36-15,1 1 27 0,-4 3-59 16,4-1 21-16,-1 0 52 0,0 2-68 16,0 0 21-16,-1 2-9 0,1 1 9 15,0 1 19-15,3 3-22 0,-3 0 10 0,0 0 65 16,0 1-40-16,0 0-7 0,1 2 69 0,-1-1-41 16,1-1 36-16,0 0 13 0,-4-4-26 15,1 1 31-15,0 1 21 0,-2-1 125 0,1 0-63 16,-4-4-48-16,0 0-7 0,4-4-19 15,1 0 26-15,-3-4-37 0,1-5-38 0,-2 9 39 16,0-8-33-16,1-4-45 0,-2 4 29 16,1-1-26-16,0-1-19 15,0-2 14-15,-1 0-23 0,2 1-4 0,-1-1-2 0,1 0-19 16,0-1 45-16,0 2-70 0,1 0 18 16,0-1 14-16,1 1-68 0,1 1 39 0,0 3-57 15,-1 1 16-15,2 2-12 16,1 1-51-16,-3 5 16 0,3 0-4 0,1 0-120 15,1 5-217-15,4 2-510 0</inkml:trace>
  <inkml:trace contextRef="#ctx0" brushRef="#br0" timeOffset="38776.4914">12971 1586 984 0,'0'0'197'0,"0"0"-42"0,0 0-34 0,0 0-46 0,0 0-40 16,0 0 44-1,-4 4-37-15,0 0-29 0,0 2 30 16,-1 5-5-16,4-7-44 0,-2 4 36 16,-1 5 7-16,3-7-35 0,0 3 6 15,0 0-2-15,1-2 13 0,0 1-25 0,1-1 30 16,0 1-9-16,1-3-32 0,0 0 8 16,1-1 34-16,-1-1-39 0,-2-3 5 0,6 1 17 15,0 1-3-15,0-5-42 0,0 1 52 16,0-4-21-16,2-2-24 0,-2 0 47 0,-1 0-7 15,0 0-20-15,-2-1 53 16,0-1-18-16,-2 5 84 0,0-3-65 0,1-1 38 16,-3 3 31-16,1 0-114 0,-3 0-19 0,0 1 90 15,-4 1-106-15,1 1 21 16,-4 3 77-16,1-1-106 0,-1 2-7 0,-5 2 73 16,5 0-97-16,5-2-47 0,-3 3-15 0,1 1-36 15,0-2-96-15,0 2-217 0,0-2-511 16</inkml:trace>
  <inkml:trace contextRef="#ctx0" brushRef="#br0" timeOffset="41777.1092">9388 2655 866 0,'0'0'121'0,"0"0"-73"0,5 4 35 0,1 0-13 16,-2 2-37-16,4 4 10 15,-1-1-6-15,1 1-28 0,1 0 39 0,2 2-28 16,0-1 1-16,1 0 18 0,1 1-42 16,0-1 24-16,0 0-2 0,0-2-42 0,-1-1 36 15,0-1 10-15,-1-1-48 0,-1-1 43 0,-1-1 5 16,-4-2-31-16,4-1 20 16,0 0 8-16,1-3-29 0,4-3 31 0,-4-1-43 0,0-1 37 15,1-1 2-15,-1-1-31 0,0-2 12 16,-1 0 15-16,0-1-46 0,0 0 42 15,-1-2 8-15,-1 1-51 0,-1-1 44 16,-1 1 17-16,-1 1-3 0,-1 1 11 0,-1 6-8 0,-1-3 38 16,0 0-27-16,0 0-36 0,-1 2 24 15,0 6-6 1,0 0-42-16,0 0 27 0,0 0 4 0,0 0-21 16,-4 8 26-16,-2 8 8 0,2 0-29 15,0 4 2-15,-1 0 13 0,0 4-11 0,0 0 11 0,0 0 3 16,0 3 12-16,0-1-28 0,1-1 1 15,-1 0 19-15,1 0-19 0,-1-1-28 0,0-2 34 0,0 1 1 32,-1-1-18-32,0-3 47 0,1 2-14 0,-1-1 4 15,0 0-14-15,0-2-16 0,0-2-7 0,1 0-3 16,0-2-5-16,1-2-13 0,0-3 3 0,2-4 2 16,0 2-42-16,-1 1 35 15,2-3-71-15,0 0-45 0,1-5-74 0,0 0-143 0,0 0-420 0</inkml:trace>
  <inkml:trace contextRef="#ctx0" brushRef="#br0" timeOffset="42054.2372">9971 2815 1105 0,'3'-3'135'15,"-3"3"19"-15,0 0-31 0,0 0-80 16,0 0 9-16,2-6 10 0,0 1-12 16,2 0-30-16,4-2 24 0,0 1-4 0,2-1-41 15,2-2 4-15,2 2 7 0,1-1-40 0,2 0-15 16,2 1-28-16,0 0 21 0,0 0-61 15,-1 1-15-15,-1 0-28 0,-2 0-43 0,-2 2-136 16,-7 3-371-16</inkml:trace>
  <inkml:trace contextRef="#ctx0" brushRef="#br0" timeOffset="42259.2066">10000 2971 834 0,'0'0'224'0,"0"0"-21"15,0 0-65-15,0 0 13 0,0 0-24 16,0 0-57-16,0 0 32 0,0 0-26 0,0 0 28 0,4-5-72 0,-1-1 9 16,4 3 0-16,6-4-81 15,-2 1 7-15,2 1 1 0,2-2-39 16,2 0 4-16,2 0-44 0,1 0 16 16,1-2-87-16,2-2-61 0,0-2-166 0,1 1-448 15</inkml:trace>
  <inkml:trace contextRef="#ctx0" brushRef="#br0" timeOffset="44315.1333">9630 1822 352 0,'0'0'68'0,"0"0"16"0,0 0-39 16,0 0 14-16,0 0 73 0,4-2-72 0,0-1 15 15,-4 3 14-15,0 0-54 0,0 0 27 0,0 0 13 16,0 0-51-16,0 0 29 0,0 0 7 15,0 0-32-15,0 0 16 0,0 0-6 16,0 0-23-16,0 0 21 16,0 0-44-16,0 0 20 0,0 0 16 0,0 0-35 0,0 0 33 15,0 0-9-15,0 0-32 0,0 0 35 0,0 0 9 16,0 0-45 0,0 0 37-16,0 0 2 0,0 0-20 0,0 0 9 15,0 0 17-15,0 0-17 0,0 0 10 0,0 0-25 0,0 0 3 16,0 0 15-16,0 0-39 0,0 0 28 15,0 0 22-15,0 0-51 0,0 0 23 16,0 0 20-16,0 0-37 0,0 0 15 16,0 0 9-16,0 0-6 0,-3 4 11 15,0 0 4-15,3-4-21 0,-1 7 8 0,1-1 10 0,-1-1-27 16,1 1 15-16,0 0-18 16,0 0 36-16,-1 1 1 0,1-1-45 0,0 1 39 0,0 1-4 15,-1-1-16 1,1 1 17-16,0 1-1 0,0 0-26 0,2 1 14 0,0 5-19 0,1-5-81 15,-1-5-55-15,1 3-60 0,0-1-144 0,-3-7-406 16</inkml:trace>
  <inkml:trace contextRef="#ctx0" brushRef="#br0" timeOffset="45382.2135">9659 3197 773 0,'14'-7'119'15,"-10"3"-17"-15,-1 0 5 0,2 0-67 16,0 1 17-16,1-1 2 0,4-3-56 16,-2 3 29-16,1-1-1 0,0 1-34 0,1 0 24 15,-6 2-27-15,5 0-13 0,1 1 46 16,-3 1-49-16,1 0 21 0,-3 2 18 0,1 1-42 15,-2 2 23-15,0 1 13 0,-2 0-58 0,0 1 41 16,-1 1 18-16,-1 1-59 0,-1-1 47 16,1 1-16-16,-2-2-7 0,0 0 32 15,-1-1-1-15,0 2-17 0,-1-3 59 0,0 0-34 16,0 0 25-16,-1 0 7 16,1-1-27-16,0 0 6 0,0-1 19 15,1 1-53-15,3-4 39 0,-5 2 11 0,1 1-54 16,4-3 30-16,0 0 2 0,0 0-28 0,0 0 9 15,0 0 9-15,0 0-17 0,0 0 8 16,4 3-18-16,1 0 16 16,-5-3 25-16,8 0-41 0,1 0 24 0,-2-1 5 0,1 1-40 0,1-2 19 15,5 0-6-15,-3 0-48 0,1 0-19 16,0-1-41-16,1-1-79 0,0 0-135 16,0-3-374-16</inkml:trace>
  <inkml:trace contextRef="#ctx0" brushRef="#br0" timeOffset="46813.9468">10619 2423 871 0,'-14'-4'151'0,"14"4"3"0,0 0-18 16,0 0-34-16,0 0-12 0,0 0-16 0,0 0 1 0,0 0-42 15,0 0-21-15,0 0 26 0,0 0-15 16,3-4-38-16,0-1 42 0,5 3 9 16,5-1-52-16,-1 1 21 0,3 0 14 0,1-1-42 0,3 0 4 15,2 0 14 1,1 1-59-16,1-1 21 0,1 0-8 0,-1 1-47 0,0 0-19 15,-2-1-77-15,-2-1 3 0,-2 3-133 0,-3 0-359 16</inkml:trace>
  <inkml:trace contextRef="#ctx0" brushRef="#br0" timeOffset="47685.6075">10512 2477 577 0,'6'6'109'0,"-6"-6"-20"16,0 0-32-16,0 0 52 0,0 0-60 0,0 0 31 31,0 0 5-31,0 0-33 0,0 0 10 0,0 0-8 15,0 0-47-15,0 0 26 0,0 0 6 16,0 0-54-16,6 1 43 0,0 1 21 0,-1 2-49 16,5 3 24-16,-2-2 5 0,3 3-19 15,2 1 12-15,2 1-17 0,1 0-8 0,1 1 23 16,2 1-35-16,2-1 5 0,1 0 43 16,1-1-59-16,0 0 21 0,-1-1 16 0,1-1-36 15,-2 0 25-15,-2-3 9 0,-1 0-40 16,-2-1 36-16,-2 0 25 0,-1-2-50 0,-8 0 33 15,4-1 8-15,0 1-3 0,-3-3 25 16,0 1-42-16,-6 0 53 0,6-2-18 0,-1 1-23 16,-5 1 19-16,0 0 4 0,0 0-35 15,0 0 19-15,0 0 2 16,0 0-1-16,0 0-18 0,-5 3 28 0,-4 3-29 0,1 1 5 16,-2 3-11-16,0 1 29 15,-1 2-39-15,-1-1 5 0,-2 3 13 0,0 0-16 16,0 1-13-16,-1 2 41 0,-2 0-20 0,0 1-19 15,-1 1 39-15,-1-1-3 16,1 0-46-16,-1-1 45 0,0-1 12 0,0 0-15 0,2 0-30 16,0-4 24-16,2 0-12 15,1-2-1-15,2-2-7 0,1 0-2 0,3-3-13 0,1 0-2 16,4-2-25-16,-1-1 22 16,0 2-42-16,4-5-19 0,0 0 62 15,0 0-59-15,6-4 26 0,0 2 24 0,0-3-79 16,1 1 60-16,0-1 48 0,3-2-48 15,-2 1 8-15,-4 4 71 0,3-2-62 16,0 1 20-16,0 0-35 0,1 0 55 0,-2 1 6 0,1 1-5 0,0 1 6 16,1 0 71-1,-2 2-74-15,1 0 32 0,0 2 21 16,0-1-54-16,0 2 37 0,4 3 27 16,-5-3-68-16,1 2 31 0,0 0 25 0,-1-1-63 0,0 0 41 0,-2-3 4 15,2 2-22-15,0 0 37 0,-1-1 0 16,1-1-28-16,-1 0 45 15,1 0-49-15,0-2 12 0,0-1 30 0,2 0-47 0,-1 0 19 16,2-1 21-16,5-3-31 0,-4 0 5 0,0 1 19 16,2-2-48-16,0 0 27 15,2-1 1-15,-1-1-33 16,2 1 32-16,1-1 5 0,1 0-25 16,0 0-1-16,-1 0 10 0,0 1-16 15,0-1 18-15,0 0-32 0,-1 1 2 0,0 1 10 16,-2-1-49-16,0 2-12 0,-2-1-35 15,-2-1-115-15,-5 3-142 0,0-1-403 0</inkml:trace>
  <inkml:trace contextRef="#ctx0" brushRef="#br0" timeOffset="48110.0566">10664 3385 848 0,'0'0'190'0,"0"0"-46"0,0 0-11 15,0 0-15-15,0 0-44 16,0 0-34-16,0 0 10 0,0 0-13 0,0 0-16 0,2 4 11 15,-1 1-7-15,-1 2-12 0,1 0-26 16,-1 1 30-16,0 1-6 0,1-1-42 16,0 0 33-16,1 0-12 15,0 1-68-15,-1 0-38 0,1 1 42 16,0-3-93-16,-1 1-35 0,0-2-139 0,0 1-379 16</inkml:trace>
  <inkml:trace contextRef="#ctx0" brushRef="#br0" timeOffset="48343.7872">10526 3142 1387 0,'-11'-4'180'0,"7"2"19"15,4 2-61-15,0 0-17 0,0 0-64 0,-4-3 78 16,0 2-153-16,4 1-48 0,0 0-29 16,0 0-5-16,0 0-75 0,0 0-61 15,5 0-8-15,1 2-169 0,-1 0-454 0</inkml:trace>
  <inkml:trace contextRef="#ctx0" brushRef="#br0" timeOffset="48654.6766">10719 3264 1388 0,'-8'-7'134'15,"8"7"-32"-15,0 0 50 0,0 0-106 0,0 0-15 0,4-5 12 16,0 1-39-16,3-1-41 15,5-1 6-15,-1 0 6 0,1 0-36 16,0 0 1-16,1 0 4 0,1-1-69 0,1 0 48 0,0 0 38 16,-1 1-53-16,0 0 37 15,-1 1 47-15,-1 1-59 0,-7 3 42 0,4 0-24 16,0-1 18-16,-9 2 32 0,5 2-33 0,1 2 7 16,-7 2 58-16,-3 6-147 0,-1-2-28 15,-2 1-113-15,-1 1-270 0</inkml:trace>
  <inkml:trace contextRef="#ctx0" brushRef="#br0" timeOffset="48788.2769">10730 3380 1177 0,'-5'-2'176'16,"5"2"5"-16,0 0-39 0,0 0-43 15,0 0-2-15,-3-4 14 0,1 0 13 16,2 4-104-16,3-2-13 16,0-1 63-16,4-1-77 0,7-2-34 0,-2 1-5 0,2-2-22 0,3 1-19 15,2-1-66-15,2-2-39 0,1 0-60 16,0-1-191-16,-1 0-469 15</inkml:trace>
  <inkml:trace contextRef="#ctx0" brushRef="#br0" timeOffset="49330.6766">11069 3153 1098 0,'2'-12'161'16,"-2"12"34"-16,0 0-41 0,0 0-56 0,-1-6 46 16,0 2-29-16,1 4 72 0,0 0-122 15,0 0-2-15,0 0 38 0,0 0-24 16,0 0 45-16,0 0-60 0,0 0-34 0,0 0 16 16,0 0 0-16,0 0-27 0,0 0 37 15,0 0-61-15,0 0-18 0,0 0 9 0,0 0 6 16,0 0 48-16,0 0-51 0,2 6-12 15,1 6 13-15,-1-1-89 0,0-1-11 16,0 3-60-16,1 1 5 0,0 1-53 0,1-2-93 16,-1 0-230-16,-1 0-585 0</inkml:trace>
  <inkml:trace contextRef="#ctx0" brushRef="#br0" timeOffset="50306.3606">10668 2172 929 0,'0'0'91'0,"0"0"25"0,0 0 0 0,0 0-67 15,0 0 18-15,0 0-6 16,0 0-50-16,0 0 22 0,0 0-40 16,0 0 21-16,0 0 19 0,0 0-51 15,0 0 39-15,0 0-4 0,3 4-35 0,1-1 31 0,-3 2 20 16,0 1-41-16,-1 2 29 0,1 0-2 16,-1 2-40-16,0 7 42 0,0-5 6 0,0 2-22 15,1 0-7-15,-1 0-9 16,1 0-60-16,1 0 5 0,0-1-110 0,-1-6-20 15,1 2 23-15,0 0-127 0,0-2-327 0</inkml:trace>
  <inkml:trace contextRef="#ctx0" brushRef="#br0" timeOffset="50836.1723">10836 2181 702 0,'0'0'102'0,"0"0"-48"0,1 6 48 16,-1 0-52-16,0-1-22 15,-1 0 47-15,0 2-53 0,-1 1 21 0,1 1 17 16,0 0-44-16,0 0 9 0,-1 6 11 0,1-10-60 16,1 5 49-16,-1 1 7 15,1-1-40-15,1 1 29 0,0-2 6 0,2 4-42 16,1-4 24-16,-3-4-10 0,3 2-42 0,3 3 46 16,-4-7-48-16,2 1-14 0,1 1 54 15,2-3-56-15,-1 1 20 0,1-2 41 0,0 0-72 16,1-2 53-16,0 0 33 0,0-2-59 15,-1 1 37-15,-1-2 34 16,0 0-62-16,-2-1 17 0,0 1-6 0,-1-3 17 0,1 2 30 16,-3-1-22-16,0 0 11 15,-1 0 65-15,0-1-62 0,-2 1 29 0,0-1 14 0,-2 0-40 16,-2-5 26-16,1 4 12 0,0-1-52 16,-2 1 50-16,-1-2 10 0,-1 1-53 15,1 0 45-15,-1 1 1 0,0 0-35 0,-1 0-3 16,0 1 9-16,1 2-29 15,0-1 20-15,4 5-27 0,-3-2 11 0,0-1 14 0,0 3-48 16,1 0 13-16,-1 2-19 0,0 1-103 0,0 0-45 16,0 1-4-16,1 0-134 15,1 2-350-15</inkml:trace>
  <inkml:trace contextRef="#ctx0" brushRef="#br0" timeOffset="52709.3683">11135 2510 764 0,'0'0'173'0,"0"0"-67"0,0 0 5 0,0 0-31 0,0 0 6 15,1-6-8-15,0 2-47 0,-1 4 31 0,0 0 19 16,0 0-50-16,0 0 12 15,0 0 25-15,0 0-19 0,0 0-11 0,0 0 6 16,0 0 11-16,-2-6-32 0,0 2-21 0,2 4 48 16,0 0-44-1,0 0-17-15,0 0 87 0,0 0-61 0,0 0-41 0,0 0 89 16,0 0-65-16,0 0-17 16,0 0 56-16,-3-4 11 0,1 1-77 0,2 3 45 0,0 0 26 15,0 0 10-15,0 0-63 0,-2-5-2 0,1 1 88 16,1 4-127-1,0 0 24-15,0 0 87 0,0 0-57 0,0 0-39 0,0 0 99 0,0 0-54 16,1-6-58 0,-1 1 48-16,0 5-2 0,0 0-34 0,0 0 30 15,4-3 11-15,-1 0 61 0,-3 3-113 0,5-2 31 0,0 0 59 16,-5 2-64-16,6 0-17 16,1 0 87-16,-1 1-75 0,0 1-7 0,1 1 75 15,3 3-54-15,-2 0-34 16,0 0 48-16,1 3 2 0,-1 2-38 15,0 3 56-15,0-1-9 0,0 2-49 0,0 2 42 16,-1 2 8-16,0-1-21 0,1 0-11 0,-2 0-14 16,0 1 14-16,-1-3-2 0,0-1-2 0,0-1 20 0,-2-3-5 15,0 0-17-15,-1-6 40 0,-1 2-25 0,1 1-21 16,-1-4 46-16,0 2-17 16,-1-6-25-16,0 0 34 0,0 0 4 15,0 0-31 1,0 0 30-16,0 0 0 0,-1-7-27 0,1-1-4 15,2-1 18-15,2-5-8 0,-1 3-15 16,2 0 22-16,0 1-19 0,0 0 6 0,0 2 7 16,1-1-13-16,0 3 4 0,-3 3-15 15,3-1 20-15,1-1 4 0,-1 4-29 0,1 1 44 16,0 3 1-16,4 4-31 0,-4 0 27 16,-1 1 0-16,1 2-19 0,-1 1 21 0,0-1 12 15,1 1-49-15,0 0 40 0,-1-2 3 16,-2-5 15-16,-1 1 38 0,1 1 26 15,-1-2 93-15,0 0-84 0,-3-4-21 0,4-2 47 16,0-1-51-16,-2-3 46 0,0-1-72 16,1-2 6-16,0-4 28 0,-1 1-67 0,0 0 4 15,1 1-9-15,0-2-18 0,0 0 55 16,2-1-68-16,0 1 8 0,0-1 46 16,0-1-75-16,1 0 7 0,0 0-46 0,1 1 30 15,0-2-10-15,0 3-23 0,-1-1 58 16,-1 2 3-16,2 0-10 0,-1 2-24 0,-1 1-22 15,-2 4-57-15,1 0 27 16,0 0 25-16,1 4-67 0,0-1-20 0,-1 4-61 0,1-1-147 16,-3 6-431-16</inkml:trace>
  <inkml:trace contextRef="#ctx0" brushRef="#br0" timeOffset="53204.7792">11640 2925 1093 0,'0'0'149'16,"0"0"-29"-16,0 0-12 0,0 0-41 0,0 0-22 15,0 0 8-15,0 0-2 0,0 0-24 16,-3 5-39-16,0-1 67 0,0 3-26 0,0 0-45 16,1 1 32-16,0 0 14 0,0 1-49 15,0 0 51-15,1-1 6 0,0-1-33 0,1 1-10 16,-1 1 15-16,2-1 6 0,0-1-26 15,0-1 7-15,0 0-29 0,0-1-25 0,1-1-8 16,0 1-50-16,0-1-25 0,-2-4-100 16,0 0-154-16,6-2-439 0</inkml:trace>
  <inkml:trace contextRef="#ctx0" brushRef="#br0" timeOffset="53442.0629">11567 2758 1332 0,'-10'-10'184'0,"10"10"49"0,-4-3-108 0,0 1-49 0,4 2 94 15,0 0-112-15,0 0-62 0,0 0-5 16,0 0-55-16,0 0-51 15,0 0-1-15,0 0-29 0,0 0-118 0,0 0-217 0,7 1-499 16</inkml:trace>
  <inkml:trace contextRef="#ctx0" brushRef="#br0" timeOffset="55120.2741">11738 2564 826 0,'0'0'156'0,"0"0"-13"0,3-4-41 0,0 0-2 0,-3 4-17 16,0 0-52 0,4-4 26-16,0-1 1 0,1 2-44 15,0-1 18-15,1 2 4 0,1 0-14 16,1 0-13-16,0 1 9 0,1 0 1 0,0 0-6 15,0 2-23-15,1 0 12 0,0 3 1 16,3 2-9-16,-5 2 21 0,0 1 4 0,-2 1-42 16,-1 2 53-16,-1-1-19 0,-2 2-21 15,-1 1 28-15,-1-1 2 0,-1 1-17 16,-2-2-6-16,-2 1 11 0,0-1-4 16,-1-3 11-16,-1 2-20 0,1-2 27 0,1-1-17 15,-2-1 3-15,4-5-6 0,-2 3 2 16,0-1 3-16,1-1-3 0,0 0 0 0,4-3-39 15,0 0 15-15,-6-2 25 0,0 1-25 16,6 1 19-16,0-8 23 0,1 1-60 16,1-1 47-16,3-6 9 0,0 4-23 0,1-1-9 15,0 1 25-15,1-1-18 0,1-1 7 0,-1 0 10 16,1 2-10-16,1-3-16 0,-1 1 12 16,1 1 1-16,-1 0-9 0,0 1 13 15,-1 1-12-15,0 0 4 0,0 1-23 16,0 0 32-16,-2-1-1 0,-2 7-28 0,2-4 38 15,-1 1 19-15,-1 0-37 0,0 1 31 0,-3 4 15 16,3-5 14-16,0 0-25 0,-3 5 12 16,0 0 2-16,0 0-35 0,0 0-25 15,0 0 52-15,0 0-37 0,0 0-4 16,0 0 13-16,0 0-16 0,-7 4-29 16,-1 3 52-16,3 3-12 0,1 0-30 0,-1 1 42 0,1 2-7 15,1 0-28-15,0 1 22 16,0 0 5-16,2 0 28 0,0-1-42 0,0 2 10 0,1-2 21 15,1 0-21-15,0 0 22 16,1-2-15-16,0 0-1 0,0 0-16 0,0-1 24 0,1-1-31 16,0 0-26-16,-1-5-5 0,2 4 0 15,0 0-14-15,1-2-53 16,4 3 5-16,-6-6-137 0,2-1 33 0,1-1-141 16,-1 1-398-16</inkml:trace>
  <inkml:trace contextRef="#ctx0" brushRef="#br0" timeOffset="56710.8331">12123 2392 881 0,'7'-5'89'0,"-7"5"39"0,0 0-54 16,0 0-9-16,0 0 23 0,-1-5-51 15,0 0 39-15,1 5-18 0,0 0-37 16,0 0 18-16,0 0 5 0,0 0-14 0,-3-4 9 16,0 1-4-16,3 3-1 15,0 0-13-15,0 0 33 0,0 0 2 16,-3-3-28-16,0 0-14 0,3 3 32 0,0 0-30 0,0 0-33 15,0 0 46-15,0 0-35 0,0 0-24 16,0 0 65-16,0 0-36 0,0 0-33 0,-4 4 48 16,0 1-18-16,1 1-33 15,1 0 57-15,0 1-18 0,-1 5 18 16,1-2-17-16,1-5 25 0,0 4 2 0,-1 7-37 16,2-11-3-16,0 5 43 0,0 6-35 0,2-5-8 15,0-1 51-15,0 1-67 0,-1-6 0 0,1 3 33 16,0 1-26-16,2-3-46 0,-1 0 4 0,1-2 25 15,1 0-52-15,-5-4-1 16,7 0-30-16,1-1-127 0,-2-2-174 0,0 0-459 0</inkml:trace>
  <inkml:trace contextRef="#ctx0" brushRef="#br0" timeOffset="57013.4024">12084 2179 768 0,'0'0'183'0,"0"0"-47"0,-4-2-5 0,0-1-2 0,4 3-66 0,0 0 15 16,0 0-11-1,0 0-19-15,0 0-1 0,0 0-16 0,0 0-25 0,0 0 1 16,0 0-15-16,0 0-40 0,0 0-3 16,0 0-52-16,0 0-75 15,2 4-31-15,1-1-142 0,0 0-392 16</inkml:trace>
  <inkml:trace contextRef="#ctx0" brushRef="#br0" timeOffset="57510.2968">12310 2602 960 0,'9'-7'195'0,"-9"7"-77"15,0 0 18-15,3-3-43 0,-1 0-19 16,3 0-15-16,4-2-13 0,0 2 2 16,2 0-12-16,1-2-11 0,2 0-2 0,0 2-16 0,2-2-24 15,1 1-7-15,0-1-18 0,0 2-30 16,0-1-4-16,0 1 21 16,-2 1-89-16,-2-1-16 0,0-1-37 0,-2-1-135 15,-6 3-366-15</inkml:trace>
  <inkml:trace contextRef="#ctx0" brushRef="#br0" timeOffset="57762.9704">12478 2433 853 0,'0'0'178'15,"0"0"-32"-15,0 0-40 0,0 0-21 0,0 0 1 0,0 0-60 0,0 0 12 16,0 0 18-16,-4 3-13 15,1 0-11-15,1 3 3 0,0 0-8 0,1 1-6 0,-2 7 5 16,2-3 4 0,-1 2-20-16,1 2-33 0,1 1 54 15,0 0-21-15,1 1-67 0,0 0 13 0,2 1-11 0,0-1-102 16,-1 0-86-16,1-3 41 16,1 1-137-16,-1-2-377 0</inkml:trace>
  <inkml:trace contextRef="#ctx0" brushRef="#br0" timeOffset="58459.8424">12753 2419 1207 0,'6'-3'133'0,"-6"3"4"0,0 0-11 0,0 0 8 16,0 0-69-16,0 0 9 0,1-5 23 15,0 0-62-15,-1 5-13 0,0 0 59 0,0 0-82 16,0 0-30-16,0 0 86 0,7 0-56 16,0-1-15-16,-3 5 65 0,1-2-72 0,1 5-19 15,2 4 42-15,-3-2-12 16,0 1-15-16,0 2 36 0,-1 2 10 0,1 0-70 16,0 0 29-16,-1 2 6 0,0-2 4 0,0 1-18 15,-1-1 12-15,0-1-47 0,0-3 31 16,-1 0 10-16,-1-4-20 0,1 0 39 0,-1 1 12 15,-1-7-7-15,1 7-7 0,0-1-10 16,-1-6-37-16,0 0 21 0,0 0 6 16,4-6-43-16,0 0 42 0,0-1-36 0,4-6 21 15,-1 3 19-15,0 1-44 0,1-1 38 16,1 1 28-16,-1 0-42 0,0 1 31 0,0 2 21 16,0 0-55-16,-4 4 35 0,3-3 36 15,0 2-62-15,0 1 34 0,-1 0 29 0,0 3-60 16,0 0 38-16,-1 3-19 15,1-1-8-15,-2 3 43 0,3 4-18 16,-5-7 8-16,3 4 56 0,-1 1-37 0,0-4 20 16,0 1 76-16,-4-5-4 0,2 4 89 15,0 1 15-15,-2-5-16 0,4-4-53 0,0 1-25 16,0-2 7-16,0-1-31 0,1-2-19 0,2-3-11 16,-3 3-17-16,1-1-16 15,0-1-4-15,-1 0-41 0,1 0 48 0,0-1-27 0,0-1-49 16,1 1 36-16,0-2-32 15,0-1-28-15,0 0-24 0,0-1-35 0,1-1-6 16,1 1 10-16,0 1-47 0,0 1-29 0,-1 2-110 16,0 1-7-16,-4 7-226 0,1-2-566 0</inkml:trace>
  <inkml:trace contextRef="#ctx0" brushRef="#br0" timeOffset="59115.3865">13240 2707 772 0,'0'0'172'16,"0"0"-106"-16,0 0 29 0,0 0 7 15,-2 5-57-15,0-2 5 0,-2 4 14 16,-2 3-66-16,2-2 43 0,0 1 6 16,2-5-45-16,-1 5 17 0,1-1-2 0,0 0-20 0,1-1 12 15,1 1 13-15,-1-2-27 0,2-1 19 16,-1 2-25-16,0-7-6 15,2 6 31-15,0 0-24 0,-2-6 24 0,4 3-7 0,1 0-37 16,-5-3 27 0,8-2 8-16,0 1-41 0,-1-4 36 0,3-1 11 15,-7 3-53-15,3-3 46 0,2-4 19 16,-3 3-58-16,-3 3 67 0,1-3 20 16,1 1-8-16,-3-1 10 0,0-1 29 0,-2 2-2 15,1 0-37-15,-2 0-8 0,0 1 41 16,-1 1-67-16,0-2 4 0,-1 2 40 0,-1-1-48 15,0 2-31-15,0-1 67 0,0 1-44 16,0 1-27-16,-1 0 39 0,1-1-17 16,5 3-43-16,-6 0-5 0,0 0-6 0,1 2-87 15,1 0-82-15,-1 0-7 0,-1 2-152 16,1 0-435-16</inkml:trace>
  <inkml:trace contextRef="#ctx0" brushRef="#br0" timeOffset="60736.0226">13182 1403 896 0,'3'-4'126'16,"-3"4"-1"-16,0 0-9 15,0 0-17-15,0 0-4 0,0 0-24 0,0 0 10 16,0 0-20-16,0 0-48 0,0 0 35 0,0 0 1 15,0 0-50-15,0 0 52 0,-3-3 3 16,1 0-66-16,2 3 42 0,0 0 6 16,0 0 13-16,0 0-52 0,0 0 9 0,0 0 34 15,0 0-39-15,3-3-26 0,0 0 62 16,2 2-39-16,1-1-6 0,3-1 50 0,6-2-61 16,-3 0-11-16,0 1 60 0,2-2-37 0,0 2-32 15,0-2 37-15,1 2 3 16,0 0-32-16,1-1 51 0,0 0-11 15,-1 3-53-15,1-1 44 0,-2 0-19 16,0 0-9-16,-1 0-1 0,-1 0 15 0,-7 2-22 0,4-1 22 16,1 1-6-16,-3 0-31 0,0 0-5 0,-7 1-84 15,5-3-110 1,0 0 41-16,-5 3-142 0,0 0-392 0</inkml:trace>
  <inkml:trace contextRef="#ctx0" brushRef="#br0" timeOffset="61517.8542">13147 1283 740 0,'10'-4'106'16,"-10"4"-2"-16,0 0-3 0,5-3-41 15,0 1 10-15,-5 2 2 0,5-2-49 0,0-1 36 16,-5 3 6-16,4-2-46 0,0 0 24 16,-4 2 2-16,0 0-37 0,5-3 24 15,0 1 14-15,-5 2-29 0,0 0-9 0,0 0 13 16,4-2-12-16,1-1 6 0,-5 3 4 15,0 0-16-15,0 0-2 0,0 0-12 16,0 0-11-16,5-2 31 0,-1 1-21 16,-4 1 34-16,0 0 7 0,0 0-39 0,0 0 20 15,0 0 8-15,0 0-10 0,0 0-3 0,0 0 18 16,0 0-24-16,0 0-6 0,0 0 17 16,-1 6-17-16,-3 5 6 0,-2-1 15 0,0 2-12 15,-1 2 10-15,-1 3-8 0,-1 1 0 16,0 1 8-16,0 1-43 0,0-1 53 15,0-2-21-15,2-1-15 0,0-2 14 0,2-1 2 16,0-3-27-16,0-1 30 0,3-5 28 16,-1 2-55-16,0 2 36 0,0-4 47 15,1 1 17-15,2-5-23 0,-2 4-9 0,0 1 81 16,2-5-101-16,0 0-23 16,0 0 89-16,0 0-124 0,0 0 6 0,0 0 98 15,0 0-118-15,0 0 7 0,2-7 82 0,0 2-71 16,3 2-18-16,1 0 58 0,0 1-14 0,0 0-45 15,2 1 47-15,0 0 4 16,2 0-48-16,0 1 32 0,1 1 7 16,4 2 40-16,-4 0-49 0,0-1 7 0,0 1 40 0,0 0-49 15,1-1 4-15,-1 1 31 0,0 0-45 0,0 0-22 16,1 0-11-16,0 1-36 16,1-2-44-16,-6 0-88 0,3 0-17 0,8 1-167 15,-12-1-449-15</inkml:trace>
  <inkml:trace contextRef="#ctx0" brushRef="#br0" timeOffset="62659.7315">13743 1071 581 0,'9'-6'156'0,"-9"6"-92"0,0 0 16 0,0 0-6 16,0 0-35-16,0 0 25 0,0 0-11 15,0 0-33-15,2-4 51 0,0 0-34 0,-2 4-29 16,0 0 54-16,0 0-28 0,0 0 15 16,0 0-2-16,0 0-29 0,0 0 18 0,0 0-11 15,0 0-25-15,0 0 22 0,0 0-7 16,0 0-22-16,0 0 15 0,0 0 15 0,0 0-51 15,-4-2 28-15,0-1 29 0,-1 6-41 16,0 0 14-16,-2 3 10 0,-6 3-20 16,3-1 12-16,-1 1-1 0,0 0-12 0,0 1 24 15,0-1-41-15,0 1 5 0,1 0 40 16,0-1-27-16,2 0 7 0,0-2 10 0,1 0-24 16,1 0 15-16,3-3 13 0,-1 1-23 15,0 1 12-15,1-2 8 0,1 1-26 16,2-5 19-16,-1 5 11 0,1 1-31 15,3-2 30-15,0 0 9 0,4-2-31 16,4 2 9-16,-6-2 16 0,6 0-34 0,5 1 25 16,-4-1 7-16,0 1-23 0,1-1 17 0,-1 2-6 15,0-1-19-15,1 0 22 0,-1 1-29 0,-1 0-12 16,-1 0 49-16,0 1-26 16,-1 0 19-16,-2 0 6 0,0 2-40 0,-1-1 24 15,-3-2 20-15,0 1-50 0,0 0 46 16,-3 1 4-16,1 0-30 0,-3 0 49 0,0 1 11 15,-3-1-45-15,-4 3 28 16,1-4 5-16,-2 1-5 0,-1-1-1 0,-1 1-7 16,-1-2 20-16,1 0-18 0,0-2-1 0,0 1-3 15,1-1-23-15,6 0-19 0,-5-1 28 0,1 1 1 16,1-2-12-16,0 0 37 16,8 0-27-16,-8 0-37 0,1 1 7 15,7-1-24-15,0 0-44 0,0 0 11 16,0 0 7-16,0 0-76 0,6-2-61 0,0-1-143 0,1 1-398 15</inkml:trace>
  <inkml:trace contextRef="#ctx0" brushRef="#br0" timeOffset="63004.5451">13964 1243 1073 0,'0'0'167'0,"0"0"-19"0,0 0-75 0,0 0-6 15,0 0-16-15,0 0-29 16,0 0 16-16,2 5-6 0,0 0-9 16,-2-5-12-16,0 7 0 0,0 1 7 0,-1-2-12 0,1 0 9 15,0 0 9-15,0 1-46 0,1 0-7 16,-1 0-76-16,1 0-2 0,0 1-135 16,-1-3-169-16,0 0-449 0</inkml:trace>
  <inkml:trace contextRef="#ctx0" brushRef="#br0" timeOffset="63218.0521">13870 1110 1361 0,'-9'-4'189'0,"5"2"-86"0,4 2 67 0,0 0-83 16,0 0-55-16,-3-3 24 0,-1 0-88 16,4 3-70-16,0 0-20 0,0 0-11 0,9 1-119 15,0 0-188-15,-2 0-474 0</inkml:trace>
  <inkml:trace contextRef="#ctx0" brushRef="#br0" timeOffset="64084.8047">14074 1182 844 0,'8'-7'95'0,"-8"7"29"0,0 0-20 15,0 0-52 1,0 0 28-16,0 0-7 0,2-5-33 0,0 1 8 0,-2 4-13 0,0 0-29 16,0 0 18-16,0 0 7 0,0 0-30 15,0 0-2-15,6 0 14 16,-1 0-34-16,-5 0 32 0,4 4-34 0,-1 1 20 16,-1 1 18-16,1 0-22 15,-2 3-10-15,2 6 33 0,-2-4-12 0,0 1 14 0,-1 0-3 16,0 0-24-16,0 0 20 0,1-6 9 0,-1 4-21 15,-1 0 4-15,2-3 6 0,0 1-18 16,-1-8 42-16,-1 6 54 16,1 1-1-16,0-7-55 0,0 0 22 15,0 0-12-15,0 0-20 0,-5-2-39 16,1-1 47-16,4 3-22 0,0-8-4 16,1 0-22-16,1 1-9 0,2-4 0 0,0 3-20 15,1-1-1-15,1 1-18 0,1-1 15 16,0 1 34-16,1 0-29 0,0 2 30 0,0 0 5 15,-4 4-20-15,2-2 13 0,0 0 11 16,0 3-28-16,0-1 32 0,-6 2 0 16,7 2-42-16,1-1 45 0,-4 4 5 0,1-1-35 15,-2 3 43-15,0-1 3 0,-1 1-50 16,1 0 50-16,-2-1 5 0,1 0-31 16,-1-1 23-16,0 0 12 0,-1-5-19 0,0 0 34 15,1 5 21-15,-1 1 3 0,0-6-21 0,0 0-46 16,0 0 49-16,0 0-35 0,-2-5-11 15,0 2 3-15,3-3 1 0,1 1-33 16,1-2 40-16,4-3-3 0,-2 2-40 0,1 1 32 16,1 0 8-16,1 0-40 15,-1 0 39-15,0 1-8 0,-4 4-12 0,3-2 9 0,0 0 3 16,-1 3-32-16,1-1 42 16,-1 3 4-16,1 0-25 0,-2 2 29 0,1 2 15 0,-1 1-40 15,1 0 13-15,-1 1 10 0,1 0 13 16,-1 0-18-16,0-1 10 15,-1-1-30-15,0 0 9 0,-3-5-17 0,3 4 42 0,0 0 1 16,-3-4-68-16,0 0-61 16,0 0-48-16,0 0-81 0,3-4-150 0,1 0-430 0</inkml:trace>
  <inkml:trace contextRef="#ctx0" brushRef="#br0" timeOffset="64523.5432">14492 978 686 0,'0'0'145'0,"0"0"-32"15,3 5-51-15,-1 0 16 0,-1 0-6 0,-1 1-50 16,0 2 33-16,0 0-2 0,-1 3-42 0,1 6 37 15,-1-4-3-15,0 1-48 16,-1 1 40-16,0 2-6 0,0 1-34 0,0-1 22 16,0 1 12-16,-1 0-37 0,1 0 25 15,0-1 7-15,0-1-26 0,0-1 12 16,1 0 2-16,0-2-30 0,-1-2 18 16,1 0-31-16,0-6-29 0,0 4 26 0,0 0-88 0,-1-2-18 15,0 0-48-15,0-3-132 0,-1 0-351 16</inkml:trace>
  <inkml:trace contextRef="#ctx0" brushRef="#br0" timeOffset="64899.9768">14530 1047 968 0,'3'-5'133'0,"0"1"-6"16,1 0-35-16,1 2-43 0,-1-1 6 0,2 2-2 15,1-1-45-15,1 1 19 0,0-1-2 16,0 2-18-16,1-1 8 0,-1 2 6 16,0 0-23-16,0 2 5 0,0-1-1 0,-2 3-13 15,3 2 10-15,-6-3 17 0,0 3-25 16,0 1 10-16,-3 1 19 0,0 0-26 0,-4 0 13 15,-1 4 5-15,-1-5-22 0,0-1 7 16,-2 0-11-16,-1 0 11 0,-1-2 19 0,0 0-28 16,0-2 13-16,-1 1 11 0,0-2-31 15,6-2 36-15,-6 1-10 0,1 0-26 0,1 0 20 16,0-1 11-16,2-1-48 0,0 0 4 16,2 0-18-16,1 0-73 0,4 1-17 15,-2-6 10-15,0 1-39 0,5-1-129 16,0 1-319-16</inkml:trace>
  <inkml:trace contextRef="#ctx0" brushRef="#br0" timeOffset="65238.0445">14821 919 1012 0,'2'-7'186'16,"-2"7"-16"-16,0 0-18 0,-1-5-43 0,0 0-21 16,1 5 37-1,0 0-68-15,0 0 7 0,0 0 14 0,0 0-52 0,0 0-42 0,0 0 48 16,0 0-46 0,0 0-5-16,-3 7 51 0,1-1-28 15,0 4-29-15,-1 7 66 0,0-3-61 0,0 4-16 0,-1 0 74 0,0 1-48 16,0 0-22-1,-2 1 75-15,1 0-34 0,0-1-39 0,0-1 54 16,1-1-28-16,0-1-37 16,0-2 33-16,2-2-17 0,0 0-43 0,1-6-10 15,0 2-17-15,0 1-64 0,0-3 32 0,1 0-26 16,0-6-63-16,0 0-140 0,0 0-399 16</inkml:trace>
  <inkml:trace contextRef="#ctx0" brushRef="#br0" timeOffset="65671.0273">14897 1143 790 0,'10'-6'133'16,"-6"3"-40"-16,3 2 10 0,-1-1-51 0,1 1 21 0,0 1-12 0,1-2-24 15,0 0-1-15,0-1-7 16,0 0-13-16,0 0 11 15,4-3-15-15,-8 5-17 0,2-3 24 0,1 1-13 16,-1-2-37-16,0 0 45 0,0 1 2 0,-1-1-40 16,0 0 42-16,-1 0-3 0,0-2-25 15,-1 2 26-15,-1-1-9 0,1 0-25 16,-2-1 35-16,0 1 11 0,-2-1-11 0,1 1 19 0,-1 1-10 16,0 0-13-16,1 5 6 0,-4-3-10 15,1-1-10-15,3 4 11 16,-9 2-2-16,0-1-14 0,2 3 6 0,-5 4-11 0,3-1 36 15,-1 3-3-15,0 0-16 0,0 2 26 0,0 2-9 16,0-1-39 0,1 1 47-16,1-2-29 0,1 2-12 15,2 0 20-15,1 0-3 0,1-1-20 0,2 0 40 16,1-8-12-16,1 5-34 0,2 6 42 16,0-7 15-16,2-1-4 0,2-1-21 0,1-1-7 15,2-1 13-15,3-2-48 0,1 1-22 16,2-2-62-16,1-1-16 0,0-1-61 15,0-1-41-15,1 0-145 0,-1-1-427 16</inkml:trace>
  <inkml:trace contextRef="#ctx0" brushRef="#br0" timeOffset="66601.6933">13390 2301 834 0,'8'-5'130'16,"-3"3"-20"-16,0-1-53 16,1 0 10-16,2-1 0 0,5-3-46 0,-1 2 18 0,3-2 2 0,2-1-41 15,1 1 39-15,2-2-30 0,3-1-5 16,-2 1 40-16,0 0-46 0,0 0 37 16,1 0 4-16,-2 0-50 0,0 1 35 0,-2 0-2 0,-1 1-20 31,0 0 22-31,-2 1 0 0,0 0-34 15,-2 0 20-15,0 1-1 0,-1 0-34 0,-1 1 39 16,0 0 1-16,-2 1-30 0,-4 1 17 16,2-2-4-16,1 1-51 0,-2 2 21 15,1-1-36-15,-7 2-77 0,0 0-69 0,0 0-140 16,0 0-394-16</inkml:trace>
  <inkml:trace contextRef="#ctx0" brushRef="#br0" timeOffset="67335.5931">13503 2092 963 0,'5'-3'171'0,"-5"3"-34"0,0 0-21 15,0 0 9-15,0 0-39 16,0 0-4-16,0 0-37 0,0 0 47 0,0 0-61 16,0 0-4-16,0 0 29 15,0 0-62-15,0 0 1 0,0 0 45 0,-5 3-55 16,-2 6-17-16,2 0 63 0,-1 2-21 15,-1 0-37-15,0 2 54 0,0 2-17 0,-1-1-41 16,0 1 33-16,1-1 19 0,-1 1-50 0,2 0 22 16,0-2-37-16,0 0-9 0,1 0 26 15,0-3 10-15,0 1-25 0,0-1 33 0,1-1 12 0,-1-1-26 16,3-4 24-16,-1 1-6 0,-1 2-8 0,2-3 15 16,0 1 0-1,2-5-14-15,-3 3 17 0,1 1-41 0,2-4 24 0,0 0 24 16,0 0-29-1,0 0 26-15,6-2-12 0,0 0-25 16,0-1 40-16,0-1 5 0,2 0-45 0,5-1 36 16,-3 1 1-16,1 2-38 0,1-1 39 15,1 0 9-15,1 1-33 0,0 0 21 0,1 0 10 0,0 1-44 16,-1 0 31-16,2 1 21 16,-3 0-34-16,0 0 17 0,0 1 4 15,-7-1-31-15,4 1 27 0,1 0 3 0,-3 0-20 16,1 0 14-16,-3 0-37 0,1 0 31 0,-2 1 13 15,1 0-34-15,-2 1-8 0,0-1 31 0,0 0-36 16,0 1-12-16,0 0-4 0,0-1-133 0,1 0-18 16,1 0-137-1,1-2-378-15</inkml:trace>
  <inkml:trace contextRef="#ctx0" brushRef="#br0" timeOffset="68378.3184">14085 1856 860 0,'4'-4'167'0,"-4"4"-29"0,0 0-23 16,0 0-14-16,0 0-9 0,0 0-18 15,0 0-24-15,0 0-46 0,0 0 45 0,0 0-16 16,0 0-32-16,0 0-2 0,0 0 23 0,0 0-25 15,0 0 15-15,0 0 6 0,0 0-38 16,0 0 30-16,0 0 18 0,0 0-50 16,0 0 39-16,0 0 4 0,0 0-10 15,0 0 0-15,0 0 9 0,0 0-17 0,0 0 1 0,-4-2 17 16,1-1 4-16,3 3-1 0,0 0-7 16,0 0 20-16,0 0-45 0,-6 0 12 0,-1 0 26 15,7 0-42-15,-6 0 3 16,1 1 35-16,5-1-49 0,-8 2-16 0,1 0 30 0,2 1 13 15,-1 2-31-15,1-1 35 16,-4 4 0-16,3-1-43 0,0 2 33 16,0-1 20-16,0 0-42 15,1 1 37-15,1 1 1 0,1 1 7 0,0 0-29 16,0 1 11-16,2 0 7 0,1-1-4 0,1 1 4 0,0-1-6 16,2 0-14-16,1 0 2 0,1-1-22 0,1-1-3 15,1-2 11-15,0-1-26 16,2 0 22-16,0-1 10 0,2-2-29 0,0-2 36 0,1 0-23 15,0-2 2-15,1 0 27 16,0-3-35-16,1 0 15 0,-1 1 24 0,0-3-34 16,0-1 19-16,1 1 12 0,-2-1-17 0,0-1 20 15,-1-1-8 1,-1-1-13-16,0 0 28 0,-1 1-5 0,-2 0-18 0,-1 1 43 0,0 0 6 31,-3 5-21-31,0-3 26 0,0 1-8 0,-1 0-11 0,0 1 15 16,-2 4-4-16,0 0-33 15,0 0 19-15,0 0 7 0,0 0 11 0,-6 1-36 16,1 0-5-16,0 5-8 0,-1 4 22 16,1-3 2-16,1 2-14 0,0 0-4 0,2 1 5 15,1-5-5-15,-1 5 5 0,1-1-16 16,2 0 21-16,1 0-2 0,0-1-32 16,0 0 45-16,2-3-14 0,0 1-26 0,1-5 44 15,1 2-10-15,2-4-31 0,0 1 26 16,0-4 6-16,5-4 4 0,-4 2 19 0,-2-1 4 15,1-1 18-15,-2-2-31 16,-1-1 16-16,0 0-8 0,-2 0-13 0,0-2-11 0,-2 8 14 16,-1-6-13-16,-1-4-6 15,-2 5 28-15,0 2-36 0,-2 0-3 0,3 5 8 16,-3-3-40-16,0 2 7 0,-1-1-29 0,0 2-9 16,-2 2-53-16,1-1-52 0,1 2-58 15,0-1-147-15,1 2-433 0</inkml:trace>
  <inkml:trace contextRef="#ctx0" brushRef="#br0" timeOffset="69218.8214">14516 1898 949 0,'5'-1'110'16,"-5"1"-4"-16,0 0-17 16,0 0-62-16,0 0 14 0,0 0 10 15,0 0-42-15,5 1 28 0,-1 1-28 0,-4-2-8 16,2 7 10-16,0 0-20 15,-2 1-15-15,1 0 52 0,-1 2-35 16,1 0 20-16,-2-1 0 0,1 1-34 0,-1-1 28 16,0 0 1-16,-1-3-20 0,0 1 17 15,-1-1 18-15,1-1-1 0,-2-2 16 0,1 0 9 16,3-3-7-16,-7-2 1 0,0 1 31 16,3-4-17-16,0 2-32 0,1-4 2 15,0 0 8-15,3-1-31 0,-1 0 19 16,3-2-7-16,2-4-11 0,0 5-11 0,1 1 23 15,-2 5-33-15,2-4 14 0,0 2-12 0,0 1-8 16,1 0 9-16,-1 1-14 0,0 0-2 16,-5 3-8-16,8 0 4 0,-1 1 13 15,-3 0-15-15,1 2 17 0,-1 2 3 0,1-1-35 16,-1 1 40-16,0 1-4 0,-1 0-14 16,1 1 10-16,-1-1 11 0,0 0-27 0,-1-2 39 15,-1 0 29-15,-1-4-6 0,0 0 47 16,0 0-14-16,0 0 3 0,0 0-11 0,0 0-5 15,0 0-6-15,0-6-10 0,0-1 5 0,1 0-16 16,0 2-23-16,2-1 11 0,0-1 21 16,0 2-43-16,1 0 12 15,0-2 6-15,0 2-16 0,0 1-4 16,0 1 38-16,0 0-35 0,0 1-25 0,-4 2 44 0,5-1-2 16,0 0-25-16,-5 1-9 0,5 4 43 15,-1 0-33-15,-1 2 46 0,0 0-13 16,1 0-43-16,1 5 46 0,-2-1 3 15,-2-4-46-15,2 1 58 0,0 0-4 0,-1-1-26 16,0 1-5-16,-1-4 15 0,1 2 1 0,-2-5-42 16,0 0-79-16,0 0-157 0,0 0-217 0,4-4-505 15</inkml:trace>
  <inkml:trace contextRef="#ctx0" brushRef="#br0" timeOffset="69960.8712">14783 1707 1080 0,'0'0'196'15,"0"0"65"-15,0 0-119 0,0 0-45 0,0 0 65 0,0 0-92 0,0 0-38 16,0 0 53-16,0 0-68 0,0 0-38 16,2 5 41-16,-1-1-9 15,2 4-31-15,4 6 44 0,-3-1-1 0,0 1-38 0,0 2 29 16,1 1-9 0,-1 3-14-16,-1 1 28 0,0 1 30 0,0 1 25 0,-1 2-117 15,0 0 17-15,-1 0 24 16,0-2-35-16,-1 0 5 0,0-2-59 0,-1-2 8 15,0-2-16-15,0 0-60 16,-1-3-15-16,1-8-4 0,-3 2-49 0,1 0-145 16,3-8-418-16</inkml:trace>
  <inkml:trace contextRef="#ctx0" brushRef="#br0" timeOffset="70349.7076">14897 1839 1201 0,'6'-10'184'0,"-2"5"-63"0,2 0-47 0,0 1 33 16,1 0-46-16,4-3-34 0,-1 2 40 15,-1 1-39-15,1-1-8 0,-1 1 23 16,1 0-34-16,-6 2-16 0,5 0 4 0,-1 0-22 15,0 1-39-15,0 1-1 0,-3 3 31 0,1 0-28 16,-4 4 10-16,1-1 26 0,-6 3-42 16,-2 5-6-16,-1-3 40 0,-2 0-56 15,-1 1 40-15,-1-2 17 0,-1 0-42 0,0-1 46 16,-2 0 28-16,0-3-39 0,0-2 49 16,1 1 34-16,-1-3-33 0,0-1 29 0,0-1 8 15,1 0-40-15,0-2 44 16,1-1-6-16,1 0-34 0,1 0 36 15,5 0-6-15,-3-1-37 0,0 1 10 16,3-3-5-16,0 2-44 0,3-1 17 0,0 0-32 16,6 0-43-16,3-4-1 0,1 5-88 0,1-2 29 15,1 0 16-15,2 0-98 0,1 0-252 16</inkml:trace>
  <inkml:trace contextRef="#ctx0" brushRef="#br0" timeOffset="70604.9371">15143 1700 1044 0,'0'0'175'0,"0"-5"5"0,1 0-42 16,-1 5-30-16,0 0-7 0,0 0 24 15,0 0-59-15,0 0-55 16,0 0 77-16,0 0-70 0,0 0-39 16,0 0 49-16,0 0-43 0,0 0 13 15,-1 7 44-15,1-1-37 0,-1 3-15 0,-1 5 51 0,1 0-40 0,-2-1-20 16,1 3 59-1,-2 0-50-15,0 1-34 0,0 1 82 0,-1-1-47 16,0 1-41-16,1 0 41 0,0 0-28 16,2-2-37-16,0-1 1 0,0-2-30 15,1-1-98-15,1-6-41 0,-1 0 26 0,1 0-140 16,0-6-399-16</inkml:trace>
  <inkml:trace contextRef="#ctx0" brushRef="#br0" timeOffset="71025.7963">15204 1872 944 0,'3'-3'192'0,"-3"3"-80"15,0 0 6-15,0 0-7 0,0 0-47 0,0 0-18 16,3-3 5-16,0-1-28 0,-3 4 1 0,6-1 5 15,-1 0-4-15,0-1-10 0,1 0 6 16,0-2-44-16,0 2 27 0,0-1-6 16,0 1-31-16,0 0 16 0,0-1 7 0,0-1-25 15,1 0 8-15,-2 0 14 0,1 1-17 16,-2-2 27-16,0 0 8 0,-1 2-20 16,1 0 22-16,-4 3 30 0,1-4-27 0,1-1 9 15,-2 5 2-15,0 0-3 0,-2-3 2 16,-1-1-24-16,3 4 9 0,-6-1-1 15,1 0-19-15,-2 2 26 0,1 0-1 0,-3 2-14 16,-4 1 41-16,3 2-20 0,0 1-21 16,-1 0 15-16,0 1 2 0,1 1-8 15,1 1 8-15,1-1 11 0,2 1-54 16,1-1 35-16,2 1 17 0,2 0-43 0,2 1 14 0,2-1-11 16,2-1-45-16,3 0 7 0,2-2-14 15,1-2-85-15,1 0-81 16,2-3-147-16,-1-2-433 0</inkml:trace>
  <inkml:trace contextRef="#ctx0" brushRef="#br0" timeOffset="71642.4077">15436 1805 680 0,'6'-2'154'0,"0"1"-95"0,-6 1 16 0,0 0-13 16,7-1-33-16,-1 1 17 0,-6 0-12 0,5 3-33 15,1 0 27-15,-4 1-4 16,1 0-20-16,-2 1 19 0,0 0-5 0,-2 1-16 15,0 0 35-15,-2 0-42 0,1 1-5 0,-2-1 41 16,0 0-40 0,0-1 5-16,0 0 34 0,1-1-37 0,-1 0-9 15,4-4 53-15,-5 3-24 0,1 1 8 16,4-4 12-16,0 0-21 0,0 0-2 0,0 0 1 16,-4-3-22-16,0 0 18 0,7 1-5 0,0-2-19 0,1-1 12 15,0 0-7 1,2 0-79-16,2-5 61 0,0 3 12 15,1-2-60-15,-1 0 17 0,1 0 22 16,1 0-52-16,0-1 21 0,0 0 59 0,-1-1-50 16,1 1 35-16,-2 0 56 0,1 2-40 15,-5 3 54-15,1-1 15 0,1 0-39 0,-1 0 31 16,0 2 17-16,-5 4-49 0,4-5 20 16,0 1-3-16,-4 4-31 0,0 0 30 15,0 0 37-15,0 0-29 0,0 0 23 0,0 0 7 16,-6 5-14-16,-3 4-3 0,1 0-5 15,1 1 15-15,-2 2-23 0,1 1-43 0,-1 1 60 16,0 0-30-16,0 2-28 16,1-1 63-16,2 0-42 0,0 1-43 0,2-1 80 0,2 0-59 15,1 1-19-15,2-3 50 16,1 0-17-16,1-1-38 0,3-2 25 0,2-2-35 16,4 0-58-16,2-4-62 0,3-3-61 15,0-3-26-15,3 0-155 0,0-1-441 0</inkml:trace>
  <inkml:trace contextRef="#ctx0" brushRef="#br0" timeOffset="71854.3818">15849 1890 1350 0,'0'0'324'0,"0"0"-74"16,0 0 43-16,0 0-43 0,0 0-38 15,0 0-23-15,0 0-34 0,0 0-22 16,0 0-57-16,0 0 12 0,0 0-13 0,0 0-44 15,0 0 15-15,0 0-18 0,0 0-48 16,0 0-6-16,0 0-41 0,0 0-54 16,0 0-128-16,0 0-23 0,0 0-167 15,0 0-307-15,-7-2-811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265488" y="0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E04D6C-2DE0-4E89-95A0-F01C1D708521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911350" y="406400"/>
            <a:ext cx="1943100" cy="10937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76263" y="1562100"/>
            <a:ext cx="4613275" cy="12779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082925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265488" y="3082925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C4C5A3-E57F-44AB-B279-D14F7DD294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5390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C4C5A3-E57F-44AB-B279-D14F7DD294F0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32095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98995" y="402144"/>
            <a:ext cx="4839335" cy="3638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8/25/2026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64395" y="100849"/>
            <a:ext cx="2268854" cy="191770"/>
          </a:xfrm>
          <a:prstGeom prst="rect">
            <a:avLst/>
          </a:prstGeom>
        </p:spPr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4395" y="544523"/>
            <a:ext cx="4789805" cy="708025"/>
          </a:xfrm>
          <a:prstGeom prst="rect">
            <a:avLst/>
          </a:prstGeom>
        </p:spPr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8/25/2026</a:t>
            </a:fld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0" y="3092450"/>
            <a:ext cx="5765800" cy="1524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bg object 31"/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759996" cy="4808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64395" y="100849"/>
            <a:ext cx="2268854" cy="191770"/>
          </a:xfrm>
          <a:prstGeom prst="rect">
            <a:avLst/>
          </a:prstGeom>
        </p:spPr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8/25/2026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64395" y="100849"/>
            <a:ext cx="2268854" cy="191770"/>
          </a:xfrm>
          <a:prstGeom prst="rect">
            <a:avLst/>
          </a:prstGeom>
        </p:spPr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8/25/2026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8/25/2026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bg object 31"/>
          <p:cNvPicPr/>
          <p:nvPr userDrawn="1"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5759996" cy="48082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0" y="3092450"/>
            <a:ext cx="5765800" cy="1524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iming>
    <p:tnLst>
      <p:par>
        <p:cTn id="1" dur="indefinite" restart="never" nodeType="tmRoot"/>
      </p:par>
    </p:tnLst>
  </p:timing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rasenjit123.github.io/DL_animations/polynomial-curve-fitting/" TargetMode="External"/><Relationship Id="rId2" Type="http://schemas.openxmlformats.org/officeDocument/2006/relationships/hyperlink" Target="https://prasenjit123.github.io/DL_animations/polynomial-terms-vs-superposition" TargetMode="Externa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rasenjit123.github.io/DL_animations/bias_variance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5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5759996" cy="48082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2848051" y="2077794"/>
            <a:ext cx="641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208300" y="655661"/>
            <a:ext cx="3279502" cy="16139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66370" marR="158115" indent="1270" algn="ctr">
              <a:lnSpc>
                <a:spcPct val="102600"/>
              </a:lnSpc>
              <a:spcBef>
                <a:spcPts val="295"/>
              </a:spcBef>
            </a:pPr>
            <a:r>
              <a:rPr lang="en-IN" sz="3200" spc="10" dirty="0" smtClean="0">
                <a:solidFill>
                  <a:srgbClr val="0070C0"/>
                </a:solidFill>
                <a:latin typeface="Calibri"/>
                <a:cs typeface="Calibri"/>
              </a:rPr>
              <a:t>Regularization:</a:t>
            </a:r>
            <a:r>
              <a:rPr lang="en-IN" sz="3200" spc="380" dirty="0" smtClean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lang="en-IN" sz="3200" spc="55" dirty="0" smtClean="0">
                <a:solidFill>
                  <a:srgbClr val="0070C0"/>
                </a:solidFill>
                <a:latin typeface="Calibri"/>
                <a:cs typeface="Calibri"/>
              </a:rPr>
              <a:t>Bias</a:t>
            </a:r>
            <a:r>
              <a:rPr lang="en-IN" sz="3200" spc="225" dirty="0" smtClean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lang="en-IN" sz="3200" spc="10" dirty="0" smtClean="0">
                <a:solidFill>
                  <a:srgbClr val="0070C0"/>
                </a:solidFill>
                <a:latin typeface="Calibri"/>
                <a:cs typeface="Calibri"/>
              </a:rPr>
              <a:t>Variance</a:t>
            </a:r>
            <a:r>
              <a:rPr lang="en-IN" sz="3200" spc="225" dirty="0" smtClean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lang="en-IN" sz="3200" spc="10" dirty="0" err="1" smtClean="0">
                <a:solidFill>
                  <a:srgbClr val="0070C0"/>
                </a:solidFill>
                <a:latin typeface="Calibri"/>
                <a:cs typeface="Calibri"/>
              </a:rPr>
              <a:t>Tradeoff</a:t>
            </a:r>
            <a:endParaRPr lang="en-IN" sz="3200" dirty="0">
              <a:solidFill>
                <a:srgbClr val="0070C0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p:transition advClick="0">
    <p:cut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759996" cy="48082"/>
          </a:xfrm>
          <a:prstGeom prst="rect">
            <a:avLst/>
          </a:prstGeom>
        </p:spPr>
      </p:pic>
      <p:sp>
        <p:nvSpPr>
          <p:cNvPr id="23" name="object 23" descr="$PPTXTitle"/>
          <p:cNvSpPr txBox="1">
            <a:spLocks noGrp="1"/>
          </p:cNvSpPr>
          <p:nvPr>
            <p:ph type="title"/>
          </p:nvPr>
        </p:nvSpPr>
        <p:spPr>
          <a:xfrm>
            <a:off x="347294" y="685697"/>
            <a:ext cx="11696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10" dirty="0">
                <a:solidFill>
                  <a:srgbClr val="3333B2"/>
                </a:solidFill>
              </a:rPr>
              <a:t>Acknowledgements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467741" y="847316"/>
            <a:ext cx="4984115" cy="840357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68910">
              <a:lnSpc>
                <a:spcPct val="100000"/>
              </a:lnSpc>
              <a:spcBef>
                <a:spcPts val="434"/>
              </a:spcBef>
            </a:pPr>
            <a:r>
              <a:rPr sz="1100" dirty="0">
                <a:latin typeface="Calibri"/>
                <a:cs typeface="Calibri"/>
              </a:rPr>
              <a:t>Chapter</a:t>
            </a:r>
            <a:r>
              <a:rPr sz="1100" spc="28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7,</a:t>
            </a:r>
            <a:r>
              <a:rPr sz="1100" spc="28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Deep</a:t>
            </a:r>
            <a:r>
              <a:rPr sz="1100" spc="29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Learning</a:t>
            </a:r>
            <a:r>
              <a:rPr sz="1100" spc="280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book</a:t>
            </a:r>
            <a:endParaRPr sz="1100" dirty="0">
              <a:latin typeface="Calibri"/>
              <a:cs typeface="Calibri"/>
            </a:endParaRPr>
          </a:p>
          <a:p>
            <a:pPr marL="168910">
              <a:lnSpc>
                <a:spcPct val="100000"/>
              </a:lnSpc>
              <a:spcBef>
                <a:spcPts val="334"/>
              </a:spcBef>
            </a:pPr>
            <a:r>
              <a:rPr sz="1100" spc="90" dirty="0">
                <a:latin typeface="Calibri"/>
                <a:cs typeface="Calibri"/>
              </a:rPr>
              <a:t>Ali</a:t>
            </a:r>
            <a:r>
              <a:rPr sz="1100" spc="25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Ghodsi’s</a:t>
            </a:r>
            <a:r>
              <a:rPr sz="1100" spc="2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Video</a:t>
            </a:r>
            <a:r>
              <a:rPr sz="1100" spc="25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Lectures</a:t>
            </a:r>
            <a:r>
              <a:rPr sz="1100" spc="2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on</a:t>
            </a:r>
            <a:r>
              <a:rPr sz="1100" spc="26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Regularization</a:t>
            </a:r>
            <a:r>
              <a:rPr sz="1200" i="1" spc="-15" baseline="27777" dirty="0">
                <a:latin typeface="Arial"/>
                <a:cs typeface="Arial"/>
              </a:rPr>
              <a:t>a</a:t>
            </a:r>
            <a:endParaRPr sz="1200" baseline="27777" dirty="0">
              <a:latin typeface="Arial"/>
              <a:cs typeface="Arial"/>
            </a:endParaRPr>
          </a:p>
          <a:p>
            <a:pPr marL="168910" marR="43180">
              <a:lnSpc>
                <a:spcPct val="125299"/>
              </a:lnSpc>
            </a:pPr>
            <a:r>
              <a:rPr sz="1100" dirty="0">
                <a:latin typeface="Calibri"/>
                <a:cs typeface="Calibri"/>
              </a:rPr>
              <a:t>Dropout:</a:t>
            </a:r>
            <a:r>
              <a:rPr sz="1100" spc="385" dirty="0">
                <a:latin typeface="Calibri"/>
                <a:cs typeface="Calibri"/>
              </a:rPr>
              <a:t> </a:t>
            </a:r>
            <a:r>
              <a:rPr sz="1100" spc="175" dirty="0">
                <a:latin typeface="Calibri"/>
                <a:cs typeface="Calibri"/>
              </a:rPr>
              <a:t>A</a:t>
            </a:r>
            <a:r>
              <a:rPr sz="1100" spc="2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Simple</a:t>
            </a:r>
            <a:r>
              <a:rPr sz="1100" spc="229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Way</a:t>
            </a:r>
            <a:r>
              <a:rPr sz="1100" spc="229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2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Prevent</a:t>
            </a:r>
            <a:r>
              <a:rPr sz="1100" spc="229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Neural</a:t>
            </a:r>
            <a:r>
              <a:rPr sz="1100" spc="229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Networks</a:t>
            </a:r>
            <a:r>
              <a:rPr sz="1100" spc="229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from</a:t>
            </a:r>
            <a:r>
              <a:rPr sz="1100" spc="2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Overfitting</a:t>
            </a:r>
            <a:r>
              <a:rPr sz="1200" i="1" spc="-15" baseline="27777" dirty="0">
                <a:latin typeface="Arial"/>
                <a:cs typeface="Arial"/>
              </a:rPr>
              <a:t>b</a:t>
            </a:r>
            <a:r>
              <a:rPr sz="1200" i="1" spc="750" baseline="27777" dirty="0">
                <a:latin typeface="Arial"/>
                <a:cs typeface="Arial"/>
              </a:rPr>
              <a:t> </a:t>
            </a:r>
            <a:r>
              <a:rPr sz="1100" spc="10" dirty="0">
                <a:latin typeface="Calibri"/>
                <a:cs typeface="Calibri"/>
              </a:rPr>
              <a:t>CS6910:</a:t>
            </a:r>
            <a:r>
              <a:rPr sz="1100" spc="330" dirty="0">
                <a:latin typeface="Calibri"/>
                <a:cs typeface="Calibri"/>
              </a:rPr>
              <a:t> </a:t>
            </a:r>
            <a:r>
              <a:rPr sz="1100" spc="10" dirty="0">
                <a:latin typeface="Calibri"/>
                <a:cs typeface="Calibri"/>
              </a:rPr>
              <a:t>Deep</a:t>
            </a:r>
            <a:r>
              <a:rPr sz="1100" spc="155" dirty="0">
                <a:latin typeface="Calibri"/>
                <a:cs typeface="Calibri"/>
              </a:rPr>
              <a:t> </a:t>
            </a:r>
            <a:r>
              <a:rPr sz="1100" spc="10" dirty="0">
                <a:latin typeface="Calibri"/>
                <a:cs typeface="Calibri"/>
              </a:rPr>
              <a:t>Learning</a:t>
            </a:r>
            <a:r>
              <a:rPr sz="1100" spc="160" dirty="0">
                <a:latin typeface="Calibri"/>
                <a:cs typeface="Calibri"/>
              </a:rPr>
              <a:t> </a:t>
            </a:r>
            <a:r>
              <a:rPr sz="1100" spc="10" dirty="0">
                <a:latin typeface="Calibri"/>
                <a:cs typeface="Calibri"/>
              </a:rPr>
              <a:t>Course</a:t>
            </a:r>
            <a:r>
              <a:rPr sz="1100" spc="155" dirty="0">
                <a:latin typeface="Calibri"/>
                <a:cs typeface="Calibri"/>
              </a:rPr>
              <a:t> </a:t>
            </a:r>
            <a:r>
              <a:rPr sz="1100" spc="10" dirty="0">
                <a:latin typeface="Calibri"/>
                <a:cs typeface="Calibri"/>
              </a:rPr>
              <a:t>by</a:t>
            </a:r>
            <a:r>
              <a:rPr sz="1100" spc="160" dirty="0">
                <a:latin typeface="Calibri"/>
                <a:cs typeface="Calibri"/>
              </a:rPr>
              <a:t> </a:t>
            </a:r>
            <a:r>
              <a:rPr sz="1100" spc="10" dirty="0">
                <a:latin typeface="Calibri"/>
                <a:cs typeface="Calibri"/>
              </a:rPr>
              <a:t>Prof.</a:t>
            </a:r>
            <a:r>
              <a:rPr sz="1100" spc="340" dirty="0">
                <a:latin typeface="Calibri"/>
                <a:cs typeface="Calibri"/>
              </a:rPr>
              <a:t> </a:t>
            </a:r>
            <a:r>
              <a:rPr sz="1100" spc="10" dirty="0">
                <a:latin typeface="Calibri"/>
                <a:cs typeface="Calibri"/>
              </a:rPr>
              <a:t>Mitesh</a:t>
            </a:r>
            <a:r>
              <a:rPr sz="1100" spc="155" dirty="0">
                <a:latin typeface="Calibri"/>
                <a:cs typeface="Calibri"/>
              </a:rPr>
              <a:t> </a:t>
            </a:r>
            <a:r>
              <a:rPr sz="1100" spc="10" dirty="0">
                <a:latin typeface="Calibri"/>
                <a:cs typeface="Calibri"/>
              </a:rPr>
              <a:t>M.</a:t>
            </a:r>
            <a:r>
              <a:rPr sz="1100" spc="160" dirty="0">
                <a:latin typeface="Calibri"/>
                <a:cs typeface="Calibri"/>
              </a:rPr>
              <a:t> </a:t>
            </a:r>
            <a:r>
              <a:rPr sz="1100" spc="55" dirty="0">
                <a:latin typeface="Calibri"/>
                <a:cs typeface="Calibri"/>
              </a:rPr>
              <a:t>Khapra,</a:t>
            </a:r>
            <a:r>
              <a:rPr sz="1100" spc="160" dirty="0">
                <a:latin typeface="Calibri"/>
                <a:cs typeface="Calibri"/>
              </a:rPr>
              <a:t> </a:t>
            </a:r>
            <a:r>
              <a:rPr sz="1100" spc="170" dirty="0">
                <a:latin typeface="Calibri"/>
                <a:cs typeface="Calibri"/>
              </a:rPr>
              <a:t>IIT</a:t>
            </a:r>
            <a:r>
              <a:rPr sz="1100" spc="160" dirty="0">
                <a:latin typeface="Calibri"/>
                <a:cs typeface="Calibri"/>
              </a:rPr>
              <a:t> </a:t>
            </a:r>
            <a:r>
              <a:rPr sz="1100" spc="10" dirty="0">
                <a:latin typeface="Calibri"/>
                <a:cs typeface="Calibri"/>
              </a:rPr>
              <a:t>Madras,</a:t>
            </a:r>
            <a:r>
              <a:rPr sz="1100" spc="16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India</a:t>
            </a:r>
            <a:endParaRPr sz="11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14636217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12960" y="324720"/>
              <a:ext cx="5693040" cy="207432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560" y="318600"/>
                <a:ext cx="5707080" cy="2082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40350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5900" y="1622425"/>
            <a:ext cx="54102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000" dirty="0" smtClean="0">
                <a:hlinkClick r:id="rId2"/>
              </a:rPr>
              <a:t>https://prasenjit123.github.io/DL_animations/polynomial-terms-vs-superposition</a:t>
            </a:r>
            <a:endParaRPr lang="en-IN" sz="1000" dirty="0"/>
          </a:p>
        </p:txBody>
      </p:sp>
      <p:sp>
        <p:nvSpPr>
          <p:cNvPr id="5" name="Rectangle 4"/>
          <p:cNvSpPr/>
          <p:nvPr/>
        </p:nvSpPr>
        <p:spPr>
          <a:xfrm>
            <a:off x="215900" y="860425"/>
            <a:ext cx="49530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000" dirty="0" smtClean="0">
                <a:hlinkClick r:id="rId3"/>
              </a:rPr>
              <a:t>https://prasenjit123.github.io/DL_animations/polynomial-curve-fitting</a:t>
            </a:r>
            <a:endParaRPr lang="en-IN" sz="1000" dirty="0"/>
          </a:p>
        </p:txBody>
      </p:sp>
    </p:spTree>
    <p:extLst>
      <p:ext uri="{BB962C8B-B14F-4D97-AF65-F5344CB8AC3E}">
        <p14:creationId xmlns:p14="http://schemas.microsoft.com/office/powerpoint/2010/main" val="2056597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759996" cy="48082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1968500" y="1241425"/>
            <a:ext cx="287591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155" dirty="0" smtClean="0">
                <a:latin typeface="Calibri"/>
                <a:cs typeface="Calibri"/>
              </a:rPr>
              <a:t>Bias</a:t>
            </a:r>
            <a:r>
              <a:rPr sz="1400" b="1" spc="225" dirty="0" smtClean="0">
                <a:latin typeface="Calibri"/>
                <a:cs typeface="Calibri"/>
              </a:rPr>
              <a:t> </a:t>
            </a:r>
            <a:r>
              <a:rPr sz="1400" b="1" spc="120" dirty="0">
                <a:latin typeface="Calibri"/>
                <a:cs typeface="Calibri"/>
              </a:rPr>
              <a:t>and</a:t>
            </a:r>
            <a:r>
              <a:rPr sz="1400" b="1" spc="225" dirty="0">
                <a:latin typeface="Calibri"/>
                <a:cs typeface="Calibri"/>
              </a:rPr>
              <a:t> </a:t>
            </a:r>
            <a:r>
              <a:rPr sz="1400" b="1" spc="110" dirty="0">
                <a:latin typeface="Calibri"/>
                <a:cs typeface="Calibri"/>
              </a:rPr>
              <a:t>Variance</a:t>
            </a:r>
            <a:endParaRPr sz="14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40116457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759996" cy="48082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444500" y="781111"/>
            <a:ext cx="4953000" cy="999569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r>
              <a:rPr lang="en-IN" sz="1100" b="1" dirty="0" smtClean="0"/>
              <a:t>Simple models:</a:t>
            </a:r>
            <a:r>
              <a:rPr lang="en-IN" sz="1100" dirty="0" smtClean="0"/>
              <a:t> Different samples → similar models → far from the true curve → </a:t>
            </a:r>
            <a:r>
              <a:rPr lang="en-IN" sz="1100" b="1" dirty="0" smtClean="0"/>
              <a:t>high bias / </a:t>
            </a:r>
            <a:r>
              <a:rPr lang="en-IN" sz="1100" b="1" dirty="0" err="1" smtClean="0"/>
              <a:t>underfitting</a:t>
            </a:r>
            <a:endParaRPr lang="en-IN" sz="1100" b="1" dirty="0" smtClean="0"/>
          </a:p>
          <a:p>
            <a:endParaRPr lang="en-IN" sz="1100" dirty="0" smtClean="0"/>
          </a:p>
          <a:p>
            <a:r>
              <a:rPr lang="en-IN" sz="1100" b="1" dirty="0" smtClean="0"/>
              <a:t>Complex models:</a:t>
            </a:r>
            <a:r>
              <a:rPr lang="en-IN" sz="1100" dirty="0" smtClean="0"/>
              <a:t> Different samples → very different models → </a:t>
            </a:r>
            <a:r>
              <a:rPr lang="en-IN" sz="1100" b="1" dirty="0" smtClean="0"/>
              <a:t>high variance</a:t>
            </a:r>
            <a:endParaRPr lang="en-IN" sz="1100" dirty="0" smtClean="0"/>
          </a:p>
          <a:p>
            <a:pPr marL="12700" marR="5080">
              <a:lnSpc>
                <a:spcPct val="102600"/>
              </a:lnSpc>
              <a:spcBef>
                <a:spcPts val="1090"/>
              </a:spcBef>
            </a:pPr>
            <a:endParaRPr sz="1100" dirty="0">
              <a:latin typeface="Calibri"/>
              <a:cs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8300" y="260708"/>
            <a:ext cx="48768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dirty="0" smtClean="0">
                <a:hlinkClick r:id="rId3"/>
              </a:rPr>
              <a:t>https://prasenjit123.github.io/DL_animations/bias_variance/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621141369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05" y="-8612"/>
            <a:ext cx="5759996" cy="48082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9596" y="605974"/>
            <a:ext cx="1508177" cy="113727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bject 24"/>
              <p:cNvSpPr txBox="1"/>
              <p:nvPr/>
            </p:nvSpPr>
            <p:spPr>
              <a:xfrm>
                <a:off x="201904" y="1909932"/>
                <a:ext cx="2299996" cy="806567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38100" marR="40005">
                  <a:lnSpc>
                    <a:spcPct val="100000"/>
                  </a:lnSpc>
                  <a:spcBef>
                    <a:spcPts val="95"/>
                  </a:spcBef>
                </a:pPr>
                <a:r>
                  <a:rPr sz="1000" u="sng" dirty="0">
                    <a:uFill>
                      <a:solidFill>
                        <a:srgbClr val="000000"/>
                      </a:solidFill>
                    </a:uFill>
                    <a:latin typeface="Calibri"/>
                    <a:cs typeface="Calibri"/>
                  </a:rPr>
                  <a:t>Green</a:t>
                </a:r>
                <a:r>
                  <a:rPr sz="1000" u="sng" spc="204" dirty="0">
                    <a:uFill>
                      <a:solidFill>
                        <a:srgbClr val="000000"/>
                      </a:solidFill>
                    </a:uFill>
                    <a:latin typeface="Calibri"/>
                    <a:cs typeface="Calibri"/>
                  </a:rPr>
                  <a:t> </a:t>
                </a:r>
                <a:r>
                  <a:rPr sz="1000" u="sng" dirty="0">
                    <a:uFill>
                      <a:solidFill>
                        <a:srgbClr val="000000"/>
                      </a:solidFill>
                    </a:uFill>
                    <a:latin typeface="Calibri"/>
                    <a:cs typeface="Calibri"/>
                  </a:rPr>
                  <a:t>Line</a:t>
                </a:r>
                <a:r>
                  <a:rPr sz="1000" dirty="0">
                    <a:latin typeface="Calibri"/>
                    <a:cs typeface="Calibri"/>
                  </a:rPr>
                  <a:t>:</a:t>
                </a:r>
                <a:r>
                  <a:rPr sz="1000" spc="345" dirty="0">
                    <a:latin typeface="Calibri"/>
                    <a:cs typeface="Calibri"/>
                  </a:rPr>
                  <a:t> </a:t>
                </a:r>
                <a:r>
                  <a:rPr sz="1000" dirty="0">
                    <a:latin typeface="Calibri"/>
                    <a:cs typeface="Calibri"/>
                  </a:rPr>
                  <a:t>Average</a:t>
                </a:r>
                <a:r>
                  <a:rPr sz="1000" spc="204" dirty="0">
                    <a:latin typeface="Calibri"/>
                    <a:cs typeface="Calibri"/>
                  </a:rPr>
                  <a:t> </a:t>
                </a:r>
                <a:r>
                  <a:rPr sz="1000" dirty="0">
                    <a:latin typeface="Calibri"/>
                    <a:cs typeface="Calibri"/>
                  </a:rPr>
                  <a:t>value</a:t>
                </a:r>
                <a:r>
                  <a:rPr sz="1000" spc="204" dirty="0">
                    <a:latin typeface="Calibri"/>
                    <a:cs typeface="Calibri"/>
                  </a:rPr>
                  <a:t> </a:t>
                </a:r>
                <a:r>
                  <a:rPr sz="1000" dirty="0">
                    <a:latin typeface="Calibri"/>
                    <a:cs typeface="Calibri"/>
                  </a:rPr>
                  <a:t>of</a:t>
                </a:r>
                <a:r>
                  <a:rPr sz="1000" spc="200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sz="900" i="1" spc="65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accPr>
                      <m:e>
                        <m:r>
                          <a:rPr lang="ar-AE" sz="900" b="0" i="1" spc="65" smtClean="0">
                            <a:latin typeface="Cambria Math" panose="02040503050406030204" pitchFamily="18" charset="0"/>
                            <a:cs typeface="Calibri"/>
                          </a:rPr>
                          <m:t>𝑓</m:t>
                        </m:r>
                      </m:e>
                    </m:acc>
                    <m:r>
                      <a:rPr lang="ar-AE" sz="900" b="0" i="1" spc="65" smtClean="0">
                        <a:latin typeface="Cambria Math" panose="02040503050406030204" pitchFamily="18" charset="0"/>
                        <a:cs typeface="Calibri"/>
                      </a:rPr>
                      <m:t>(</m:t>
                    </m:r>
                    <m:r>
                      <a:rPr lang="ar-AE" sz="900" b="0" i="1" spc="65" smtClean="0">
                        <a:latin typeface="Cambria Math" panose="02040503050406030204" pitchFamily="18" charset="0"/>
                        <a:cs typeface="Calibri"/>
                      </a:rPr>
                      <m:t>𝑥</m:t>
                    </m:r>
                    <m:r>
                      <a:rPr lang="ar-AE" sz="900" b="0" i="1" spc="65" smtClean="0">
                        <a:latin typeface="Cambria Math" panose="02040503050406030204" pitchFamily="18" charset="0"/>
                        <a:cs typeface="Calibri"/>
                      </a:rPr>
                      <m:t>) </m:t>
                    </m:r>
                  </m:oMath>
                </a14:m>
                <a:r>
                  <a:rPr sz="1000" dirty="0">
                    <a:latin typeface="Calibri"/>
                    <a:cs typeface="Calibri"/>
                  </a:rPr>
                  <a:t>for</a:t>
                </a:r>
                <a:r>
                  <a:rPr sz="1000" spc="145" dirty="0">
                    <a:latin typeface="Calibri"/>
                    <a:cs typeface="Calibri"/>
                  </a:rPr>
                  <a:t> </a:t>
                </a:r>
                <a:r>
                  <a:rPr sz="1000" dirty="0">
                    <a:latin typeface="Calibri"/>
                    <a:cs typeface="Calibri"/>
                  </a:rPr>
                  <a:t>the</a:t>
                </a:r>
                <a:r>
                  <a:rPr sz="1000" spc="150" dirty="0">
                    <a:latin typeface="Calibri"/>
                    <a:cs typeface="Calibri"/>
                  </a:rPr>
                  <a:t> </a:t>
                </a:r>
                <a:r>
                  <a:rPr sz="1000" dirty="0">
                    <a:latin typeface="Calibri"/>
                    <a:cs typeface="Calibri"/>
                  </a:rPr>
                  <a:t>simple</a:t>
                </a:r>
                <a:r>
                  <a:rPr sz="1000" spc="150" dirty="0">
                    <a:latin typeface="Calibri"/>
                    <a:cs typeface="Calibri"/>
                  </a:rPr>
                  <a:t> </a:t>
                </a:r>
                <a:r>
                  <a:rPr sz="1000" spc="-20" dirty="0">
                    <a:latin typeface="Calibri"/>
                    <a:cs typeface="Calibri"/>
                  </a:rPr>
                  <a:t>model</a:t>
                </a:r>
                <a:endParaRPr sz="1000" dirty="0">
                  <a:latin typeface="Calibri"/>
                  <a:cs typeface="Calibri"/>
                </a:endParaRPr>
              </a:p>
              <a:p>
                <a:pPr marL="38100" marR="30480">
                  <a:lnSpc>
                    <a:spcPts val="1200"/>
                  </a:lnSpc>
                  <a:spcBef>
                    <a:spcPts val="30"/>
                  </a:spcBef>
                </a:pPr>
                <a:r>
                  <a:rPr sz="1000" u="sng" dirty="0">
                    <a:uFill>
                      <a:solidFill>
                        <a:srgbClr val="000000"/>
                      </a:solidFill>
                    </a:uFill>
                    <a:latin typeface="Calibri"/>
                    <a:cs typeface="Calibri"/>
                  </a:rPr>
                  <a:t>Blue</a:t>
                </a:r>
                <a:r>
                  <a:rPr sz="1000" u="sng" spc="215" dirty="0">
                    <a:uFill>
                      <a:solidFill>
                        <a:srgbClr val="000000"/>
                      </a:solidFill>
                    </a:uFill>
                    <a:latin typeface="Calibri"/>
                    <a:cs typeface="Calibri"/>
                  </a:rPr>
                  <a:t> </a:t>
                </a:r>
                <a:r>
                  <a:rPr sz="1000" u="sng" dirty="0">
                    <a:uFill>
                      <a:solidFill>
                        <a:srgbClr val="000000"/>
                      </a:solidFill>
                    </a:uFill>
                    <a:latin typeface="Calibri"/>
                    <a:cs typeface="Calibri"/>
                  </a:rPr>
                  <a:t>Curve</a:t>
                </a:r>
                <a:r>
                  <a:rPr sz="1000" dirty="0">
                    <a:latin typeface="Calibri"/>
                    <a:cs typeface="Calibri"/>
                  </a:rPr>
                  <a:t>:</a:t>
                </a:r>
                <a:r>
                  <a:rPr sz="1000" spc="370" dirty="0">
                    <a:latin typeface="Calibri"/>
                    <a:cs typeface="Calibri"/>
                  </a:rPr>
                  <a:t> </a:t>
                </a:r>
                <a:r>
                  <a:rPr sz="1000" dirty="0">
                    <a:latin typeface="Calibri"/>
                    <a:cs typeface="Calibri"/>
                  </a:rPr>
                  <a:t>Average</a:t>
                </a:r>
                <a:r>
                  <a:rPr sz="1000" spc="220" dirty="0">
                    <a:latin typeface="Calibri"/>
                    <a:cs typeface="Calibri"/>
                  </a:rPr>
                  <a:t> </a:t>
                </a:r>
                <a:r>
                  <a:rPr sz="1000" dirty="0">
                    <a:latin typeface="Calibri"/>
                    <a:cs typeface="Calibri"/>
                  </a:rPr>
                  <a:t>value</a:t>
                </a:r>
                <a:r>
                  <a:rPr sz="1000" spc="220" dirty="0">
                    <a:latin typeface="Calibri"/>
                    <a:cs typeface="Calibri"/>
                  </a:rPr>
                  <a:t> </a:t>
                </a:r>
                <a:r>
                  <a:rPr sz="1000" dirty="0">
                    <a:latin typeface="Calibri"/>
                    <a:cs typeface="Calibri"/>
                  </a:rPr>
                  <a:t>of</a:t>
                </a:r>
                <a:r>
                  <a:rPr sz="1000" spc="215" dirty="0">
                    <a:latin typeface="Calibri"/>
                    <a:cs typeface="Calibri"/>
                  </a:rPr>
                  <a:t> </a:t>
                </a:r>
                <a:r>
                  <a:rPr sz="1000" i="1" spc="-20" dirty="0">
                    <a:latin typeface="Calibri"/>
                    <a:cs typeface="Calibri"/>
                  </a:rPr>
                  <a:t>f</a:t>
                </a:r>
                <a:r>
                  <a:rPr sz="1500" spc="-30" baseline="13888" dirty="0">
                    <a:latin typeface="Calibri"/>
                    <a:cs typeface="Calibri"/>
                  </a:rPr>
                  <a:t>ˆ</a:t>
                </a:r>
                <a:r>
                  <a:rPr sz="1000" spc="-20" dirty="0">
                    <a:latin typeface="Calibri"/>
                    <a:cs typeface="Calibri"/>
                  </a:rPr>
                  <a:t>(</a:t>
                </a:r>
                <a:r>
                  <a:rPr sz="1000" i="1" spc="-20" dirty="0">
                    <a:latin typeface="Calibri"/>
                    <a:cs typeface="Calibri"/>
                  </a:rPr>
                  <a:t>x</a:t>
                </a:r>
                <a:r>
                  <a:rPr sz="1000" spc="-20" dirty="0">
                    <a:latin typeface="Calibri"/>
                    <a:cs typeface="Calibri"/>
                  </a:rPr>
                  <a:t>) </a:t>
                </a:r>
                <a:r>
                  <a:rPr sz="1000" dirty="0">
                    <a:latin typeface="Calibri"/>
                    <a:cs typeface="Calibri"/>
                  </a:rPr>
                  <a:t>for</a:t>
                </a:r>
                <a:r>
                  <a:rPr sz="1000" spc="145" dirty="0">
                    <a:latin typeface="Calibri"/>
                    <a:cs typeface="Calibri"/>
                  </a:rPr>
                  <a:t> </a:t>
                </a:r>
                <a:r>
                  <a:rPr sz="1000" dirty="0">
                    <a:latin typeface="Calibri"/>
                    <a:cs typeface="Calibri"/>
                  </a:rPr>
                  <a:t>the</a:t>
                </a:r>
                <a:r>
                  <a:rPr sz="1000" spc="150" dirty="0">
                    <a:latin typeface="Calibri"/>
                    <a:cs typeface="Calibri"/>
                  </a:rPr>
                  <a:t> </a:t>
                </a:r>
                <a:r>
                  <a:rPr sz="1000" dirty="0">
                    <a:latin typeface="Calibri"/>
                    <a:cs typeface="Calibri"/>
                  </a:rPr>
                  <a:t>complex</a:t>
                </a:r>
                <a:r>
                  <a:rPr sz="1000" spc="145" dirty="0">
                    <a:latin typeface="Calibri"/>
                    <a:cs typeface="Calibri"/>
                  </a:rPr>
                  <a:t> </a:t>
                </a:r>
                <a:r>
                  <a:rPr sz="1000" spc="-20" dirty="0">
                    <a:latin typeface="Calibri"/>
                    <a:cs typeface="Calibri"/>
                  </a:rPr>
                  <a:t>model</a:t>
                </a:r>
                <a:endParaRPr sz="1000" dirty="0">
                  <a:latin typeface="Calibri"/>
                  <a:cs typeface="Calibri"/>
                </a:endParaRPr>
              </a:p>
              <a:p>
                <a:pPr marL="38100">
                  <a:lnSpc>
                    <a:spcPts val="1150"/>
                  </a:lnSpc>
                </a:pPr>
                <a:r>
                  <a:rPr sz="1000" u="sng" spc="50" dirty="0">
                    <a:uFill>
                      <a:solidFill>
                        <a:srgbClr val="000000"/>
                      </a:solidFill>
                    </a:uFill>
                    <a:latin typeface="Calibri"/>
                    <a:cs typeface="Calibri"/>
                  </a:rPr>
                  <a:t>Red</a:t>
                </a:r>
                <a:r>
                  <a:rPr sz="1000" u="sng" spc="195" dirty="0">
                    <a:uFill>
                      <a:solidFill>
                        <a:srgbClr val="000000"/>
                      </a:solidFill>
                    </a:uFill>
                    <a:latin typeface="Calibri"/>
                    <a:cs typeface="Calibri"/>
                  </a:rPr>
                  <a:t> </a:t>
                </a:r>
                <a:r>
                  <a:rPr sz="1000" u="sng" dirty="0">
                    <a:uFill>
                      <a:solidFill>
                        <a:srgbClr val="000000"/>
                      </a:solidFill>
                    </a:uFill>
                    <a:latin typeface="Calibri"/>
                    <a:cs typeface="Calibri"/>
                  </a:rPr>
                  <a:t>Curve</a:t>
                </a:r>
                <a:r>
                  <a:rPr sz="1000" dirty="0">
                    <a:latin typeface="Calibri"/>
                    <a:cs typeface="Calibri"/>
                  </a:rPr>
                  <a:t>:</a:t>
                </a:r>
                <a:r>
                  <a:rPr sz="1000" spc="335" dirty="0">
                    <a:latin typeface="Calibri"/>
                    <a:cs typeface="Calibri"/>
                  </a:rPr>
                  <a:t> </a:t>
                </a:r>
                <a:r>
                  <a:rPr sz="1000" dirty="0">
                    <a:latin typeface="Calibri"/>
                    <a:cs typeface="Calibri"/>
                  </a:rPr>
                  <a:t>True</a:t>
                </a:r>
                <a:r>
                  <a:rPr sz="1000" spc="200" dirty="0">
                    <a:latin typeface="Calibri"/>
                    <a:cs typeface="Calibri"/>
                  </a:rPr>
                  <a:t> </a:t>
                </a:r>
                <a:r>
                  <a:rPr sz="1000" dirty="0">
                    <a:latin typeface="Calibri"/>
                    <a:cs typeface="Calibri"/>
                  </a:rPr>
                  <a:t>model</a:t>
                </a:r>
                <a:r>
                  <a:rPr sz="1000" spc="195" dirty="0">
                    <a:latin typeface="Calibri"/>
                    <a:cs typeface="Calibri"/>
                  </a:rPr>
                  <a:t> </a:t>
                </a:r>
                <a:r>
                  <a:rPr sz="1000" spc="135" dirty="0">
                    <a:latin typeface="Calibri"/>
                    <a:cs typeface="Calibri"/>
                  </a:rPr>
                  <a:t>(</a:t>
                </a:r>
                <a:r>
                  <a:rPr sz="1000" i="1" spc="135" dirty="0">
                    <a:latin typeface="Calibri"/>
                    <a:cs typeface="Calibri"/>
                  </a:rPr>
                  <a:t>f</a:t>
                </a:r>
                <a:r>
                  <a:rPr sz="1000" i="1" spc="-90" dirty="0">
                    <a:latin typeface="Calibri"/>
                    <a:cs typeface="Calibri"/>
                  </a:rPr>
                  <a:t> </a:t>
                </a:r>
                <a:r>
                  <a:rPr sz="1000" spc="60" dirty="0">
                    <a:latin typeface="Calibri"/>
                    <a:cs typeface="Calibri"/>
                  </a:rPr>
                  <a:t>(x))</a:t>
                </a:r>
                <a:endParaRPr sz="10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24" name="object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904" y="1909932"/>
                <a:ext cx="2299996" cy="806567"/>
              </a:xfrm>
              <a:prstGeom prst="rect">
                <a:avLst/>
              </a:prstGeom>
              <a:blipFill>
                <a:blip r:embed="rId4"/>
                <a:stretch>
                  <a:fillRect l="-1857" t="-2256" b="-60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bject 26" descr="$PPTXTitle"/>
              <p:cNvSpPr txBox="1">
                <a:spLocks noGrp="1"/>
              </p:cNvSpPr>
              <p:nvPr>
                <p:ph type="title"/>
              </p:nvPr>
            </p:nvSpPr>
            <p:spPr>
              <a:xfrm>
                <a:off x="2578101" y="110844"/>
                <a:ext cx="2980702" cy="800925"/>
              </a:xfrm>
              <a:prstGeom prst="rect">
                <a:avLst/>
              </a:prstGeom>
            </p:spPr>
            <p:txBody>
              <a:bodyPr vert="horz" wrap="square" lIns="0" tIns="6985" rIns="0" bIns="0" rtlCol="0">
                <a:spAutoFit/>
              </a:bodyPr>
              <a:lstStyle/>
              <a:p>
                <a:pPr marL="209550" marR="30480" indent="-171450" algn="l">
                  <a:lnSpc>
                    <a:spcPct val="102600"/>
                  </a:lnSpc>
                  <a:spcBef>
                    <a:spcPts val="55"/>
                  </a:spcBef>
                  <a:buFont typeface="Arial" panose="020B0604020202020204" pitchFamily="34" charset="0"/>
                  <a:buChar char="•"/>
                </a:pPr>
                <a:r>
                  <a:rPr lang="en-IN" spc="65" dirty="0" smtClean="0"/>
                  <a:t>Let</a:t>
                </a:r>
                <a:r>
                  <a:rPr lang="en-IN" spc="100" dirty="0"/>
                  <a:t> </a:t>
                </a:r>
                <a:r>
                  <a:rPr lang="en-IN" i="1" spc="114" dirty="0">
                    <a:latin typeface="Calibri"/>
                    <a:cs typeface="Calibri"/>
                  </a:rPr>
                  <a:t>f</a:t>
                </a:r>
                <a:r>
                  <a:rPr lang="en-IN" spc="105" dirty="0"/>
                  <a:t>(</a:t>
                </a:r>
                <a:r>
                  <a:rPr lang="en-IN" i="1" spc="105" dirty="0">
                    <a:latin typeface="Calibri"/>
                    <a:cs typeface="Calibri"/>
                  </a:rPr>
                  <a:t>x</a:t>
                </a:r>
                <a:r>
                  <a:rPr lang="en-IN" spc="105" dirty="0"/>
                  <a:t>)</a:t>
                </a:r>
                <a:r>
                  <a:rPr lang="en-IN" spc="160" dirty="0"/>
                  <a:t> </a:t>
                </a:r>
                <a:r>
                  <a:rPr lang="en-IN" dirty="0"/>
                  <a:t>be</a:t>
                </a:r>
                <a:r>
                  <a:rPr lang="en-IN" spc="160" dirty="0"/>
                  <a:t> </a:t>
                </a:r>
                <a:r>
                  <a:rPr lang="en-IN" dirty="0"/>
                  <a:t>the</a:t>
                </a:r>
                <a:r>
                  <a:rPr lang="en-IN" spc="155" dirty="0"/>
                  <a:t> </a:t>
                </a:r>
                <a:r>
                  <a:rPr lang="en-IN" dirty="0"/>
                  <a:t>true</a:t>
                </a:r>
                <a:r>
                  <a:rPr lang="en-IN" spc="160" dirty="0"/>
                  <a:t> </a:t>
                </a:r>
                <a:r>
                  <a:rPr lang="en-IN" dirty="0"/>
                  <a:t>model</a:t>
                </a:r>
                <a:r>
                  <a:rPr lang="en-IN" spc="155" dirty="0"/>
                  <a:t> </a:t>
                </a:r>
                <a:r>
                  <a:rPr lang="en-IN" dirty="0" smtClean="0"/>
                  <a:t>and</a:t>
                </a:r>
                <a:r>
                  <a:rPr lang="en-IN" spc="220" dirty="0" smtClean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i="1" spc="65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i="1" spc="65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r>
                      <a:rPr lang="ar-AE" i="1" spc="65">
                        <a:latin typeface="Cambria Math" panose="02040503050406030204" pitchFamily="18" charset="0"/>
                      </a:rPr>
                      <m:t>(</m:t>
                    </m:r>
                    <m:r>
                      <a:rPr lang="ar-AE" i="1" spc="65">
                        <a:latin typeface="Cambria Math" panose="02040503050406030204" pitchFamily="18" charset="0"/>
                      </a:rPr>
                      <m:t>𝑥</m:t>
                    </m:r>
                    <m:r>
                      <a:rPr lang="ar-AE" i="1" spc="65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ar-AE" sz="1100" spc="220" dirty="0"/>
                  <a:t> </a:t>
                </a:r>
                <a:r>
                  <a:rPr lang="en-IN" sz="1100" dirty="0"/>
                  <a:t>be</a:t>
                </a:r>
                <a:r>
                  <a:rPr lang="en-IN" sz="1100" spc="225" dirty="0"/>
                  <a:t> </a:t>
                </a:r>
                <a:r>
                  <a:rPr lang="en-IN" sz="1100" dirty="0"/>
                  <a:t>our</a:t>
                </a:r>
                <a:r>
                  <a:rPr lang="en-IN" sz="1100" spc="225" dirty="0"/>
                  <a:t> </a:t>
                </a:r>
                <a:r>
                  <a:rPr lang="en-IN" sz="1100" dirty="0"/>
                  <a:t>estimate</a:t>
                </a:r>
                <a:r>
                  <a:rPr lang="en-IN" sz="1100" spc="220" dirty="0"/>
                  <a:t> </a:t>
                </a:r>
                <a:r>
                  <a:rPr lang="en-IN" sz="1100" dirty="0"/>
                  <a:t>of</a:t>
                </a:r>
                <a:r>
                  <a:rPr lang="en-IN" sz="1100" spc="225" dirty="0"/>
                  <a:t> </a:t>
                </a:r>
                <a:r>
                  <a:rPr lang="en-IN" sz="1100" dirty="0"/>
                  <a:t>the</a:t>
                </a:r>
                <a:r>
                  <a:rPr lang="en-IN" sz="1100" spc="220" dirty="0"/>
                  <a:t> </a:t>
                </a:r>
                <a:r>
                  <a:rPr lang="en-IN" sz="1100" spc="-10" dirty="0"/>
                  <a:t>model </a:t>
                </a:r>
                <a:r>
                  <a:rPr lang="en-IN" sz="1100" dirty="0"/>
                  <a:t>(simple</a:t>
                </a:r>
                <a:r>
                  <a:rPr lang="en-IN" sz="1100" spc="210" dirty="0"/>
                  <a:t> </a:t>
                </a:r>
                <a:r>
                  <a:rPr lang="en-IN" sz="1100" dirty="0"/>
                  <a:t>or</a:t>
                </a:r>
                <a:r>
                  <a:rPr lang="en-IN" sz="1100" spc="215" dirty="0"/>
                  <a:t> </a:t>
                </a:r>
                <a:r>
                  <a:rPr lang="en-IN" sz="1100" dirty="0"/>
                  <a:t>complex,</a:t>
                </a:r>
                <a:r>
                  <a:rPr lang="en-IN" sz="1100" spc="215" dirty="0"/>
                  <a:t> </a:t>
                </a:r>
                <a:r>
                  <a:rPr lang="en-IN" sz="1100" dirty="0"/>
                  <a:t>in</a:t>
                </a:r>
                <a:r>
                  <a:rPr lang="en-IN" sz="1100" spc="215" dirty="0"/>
                  <a:t> </a:t>
                </a:r>
                <a:r>
                  <a:rPr lang="en-IN" sz="1100" dirty="0"/>
                  <a:t>this</a:t>
                </a:r>
                <a:r>
                  <a:rPr lang="en-IN" sz="1100" spc="215" dirty="0"/>
                  <a:t> </a:t>
                </a:r>
                <a:r>
                  <a:rPr lang="en-IN" sz="1100" dirty="0"/>
                  <a:t>case)</a:t>
                </a:r>
                <a:r>
                  <a:rPr lang="en-IN" sz="1100" spc="215" dirty="0"/>
                  <a:t> </a:t>
                </a:r>
                <a:r>
                  <a:rPr lang="en-IN" sz="1100" spc="-10" dirty="0"/>
                  <a:t>then,</a:t>
                </a:r>
                <a:br>
                  <a:rPr lang="en-IN" sz="1100" spc="-10" dirty="0"/>
                </a:br>
                <a:r>
                  <a:rPr lang="en-IN" spc="55" dirty="0"/>
                  <a:t>Bias</a:t>
                </a:r>
                <a:r>
                  <a:rPr lang="en-IN" spc="125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b="0" i="1" spc="65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ar-AE" i="1" spc="65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i="1" spc="65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  <m:d>
                          <m:dPr>
                            <m:ctrlPr>
                              <a:rPr lang="ar-AE" i="1" spc="65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 spc="65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IN" b="0" i="0" spc="65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b="0" i="0" spc="65" smtClean="0"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begChr m:val="["/>
                        <m:endChr m:val="]"/>
                        <m:ctrlPr>
                          <a:rPr lang="en-IN" b="0" i="1" spc="65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ar-AE" i="1" spc="65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i="1" spc="65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  <m:d>
                          <m:dPr>
                            <m:ctrlPr>
                              <a:rPr lang="ar-AE" i="1" spc="65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 spc="65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IN" b="0" i="0" spc="65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b="0" i="1" spc="65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b="0" i="0" spc="65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b="0" i="0" spc="65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IN" b="0" i="0" spc="65" smtClean="0">
                        <a:latin typeface="Cambria Math" panose="02040503050406030204" pitchFamily="18" charset="0"/>
                      </a:rPr>
                      <m:t>)]</m:t>
                    </m:r>
                  </m:oMath>
                </a14:m>
                <a:endParaRPr sz="11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26" name="object 26" descr="$PPTXTitle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578101" y="110844"/>
                <a:ext cx="2980702" cy="800925"/>
              </a:xfrm>
              <a:prstGeom prst="rect">
                <a:avLst/>
              </a:prstGeom>
              <a:blipFill>
                <a:blip r:embed="rId5"/>
                <a:stretch>
                  <a:fillRect l="-1636" t="-6061" r="-1022" b="-530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bject 27"/>
              <p:cNvSpPr txBox="1"/>
              <p:nvPr/>
            </p:nvSpPr>
            <p:spPr>
              <a:xfrm>
                <a:off x="2540001" y="979749"/>
                <a:ext cx="2993401" cy="185948"/>
              </a:xfrm>
              <a:prstGeom prst="rect">
                <a:avLst/>
              </a:prstGeom>
            </p:spPr>
            <p:txBody>
              <a:bodyPr vert="horz" wrap="square" lIns="0" tIns="11430" rIns="0" bIns="0" rtlCol="0">
                <a:spAutoFit/>
              </a:bodyPr>
              <a:lstStyle/>
              <a:p>
                <a:pPr marL="222250" marR="43180" indent="-171450">
                  <a:lnSpc>
                    <a:spcPct val="102600"/>
                  </a:lnSpc>
                  <a:spcBef>
                    <a:spcPts val="1295"/>
                  </a:spcBef>
                  <a:buFont typeface="Arial" panose="020B0604020202020204" pitchFamily="34" charset="0"/>
                  <a:buChar char="•"/>
                </a:pPr>
                <a:r>
                  <a:rPr lang="en-IN" sz="1100" i="1" spc="50" dirty="0">
                    <a:latin typeface="Calibri"/>
                    <a:cs typeface="Calibri"/>
                  </a:rPr>
                  <a:t>E</a:t>
                </a:r>
                <a:r>
                  <a:rPr lang="en-IN" sz="1100" spc="50" dirty="0">
                    <a:latin typeface="Calibri"/>
                    <a:cs typeface="Calibri"/>
                  </a:rPr>
                  <a:t>[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sz="1100" i="1" spc="65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accPr>
                      <m:e>
                        <m:r>
                          <a:rPr lang="ar-AE" sz="1100" b="0" i="1" spc="65" smtClean="0">
                            <a:latin typeface="Cambria Math" panose="02040503050406030204" pitchFamily="18" charset="0"/>
                            <a:cs typeface="Calibri"/>
                          </a:rPr>
                          <m:t>𝑓</m:t>
                        </m:r>
                      </m:e>
                    </m:acc>
                    <m:r>
                      <a:rPr lang="ar-AE" sz="1100" b="0" i="1" spc="65" smtClean="0">
                        <a:latin typeface="Cambria Math" panose="02040503050406030204" pitchFamily="18" charset="0"/>
                        <a:cs typeface="Calibri"/>
                      </a:rPr>
                      <m:t>(</m:t>
                    </m:r>
                    <m:r>
                      <a:rPr lang="ar-AE" sz="1100" b="0" i="1" spc="65" smtClean="0">
                        <a:latin typeface="Cambria Math" panose="02040503050406030204" pitchFamily="18" charset="0"/>
                        <a:cs typeface="Calibri"/>
                      </a:rPr>
                      <m:t>𝑥</m:t>
                    </m:r>
                    <m:r>
                      <a:rPr lang="ar-AE" sz="1100" b="0" i="1" spc="65" smtClean="0">
                        <a:latin typeface="Cambria Math" panose="02040503050406030204" pitchFamily="18" charset="0"/>
                        <a:cs typeface="Calibri"/>
                      </a:rPr>
                      <m:t>)</m:t>
                    </m:r>
                    <m:r>
                      <a:rPr lang="en-IN" sz="1100" b="0" i="0" spc="65" smtClean="0">
                        <a:latin typeface="Cambria Math" panose="02040503050406030204" pitchFamily="18" charset="0"/>
                        <a:cs typeface="Calibri"/>
                      </a:rPr>
                      <m:t>]</m:t>
                    </m:r>
                  </m:oMath>
                </a14:m>
                <a:r>
                  <a:rPr lang="en-IN" sz="1100" dirty="0" smtClean="0">
                    <a:latin typeface="Calibri"/>
                    <a:cs typeface="Calibri"/>
                  </a:rPr>
                  <a:t> </a:t>
                </a:r>
                <a:r>
                  <a:rPr lang="en-IN" sz="1100" dirty="0">
                    <a:latin typeface="Calibri"/>
                    <a:cs typeface="Calibri"/>
                  </a:rPr>
                  <a:t>is</a:t>
                </a:r>
                <a:r>
                  <a:rPr lang="en-IN" sz="1100" spc="215" dirty="0">
                    <a:latin typeface="Calibri"/>
                    <a:cs typeface="Calibri"/>
                  </a:rPr>
                  <a:t> </a:t>
                </a:r>
                <a:r>
                  <a:rPr lang="en-IN" sz="1100" dirty="0">
                    <a:latin typeface="Calibri"/>
                    <a:cs typeface="Calibri"/>
                  </a:rPr>
                  <a:t>the</a:t>
                </a:r>
                <a:r>
                  <a:rPr lang="en-IN" sz="1100" spc="215" dirty="0">
                    <a:latin typeface="Calibri"/>
                    <a:cs typeface="Calibri"/>
                  </a:rPr>
                  <a:t> </a:t>
                </a:r>
                <a:r>
                  <a:rPr lang="en-IN" sz="1100" dirty="0" smtClean="0">
                    <a:latin typeface="Calibri"/>
                    <a:cs typeface="Calibri"/>
                  </a:rPr>
                  <a:t>expected</a:t>
                </a:r>
                <a:r>
                  <a:rPr lang="en-IN" sz="1100" spc="215" dirty="0" smtClean="0">
                    <a:latin typeface="Calibri"/>
                    <a:cs typeface="Calibri"/>
                  </a:rPr>
                  <a:t> </a:t>
                </a:r>
                <a:r>
                  <a:rPr lang="en-IN" sz="1100" dirty="0">
                    <a:latin typeface="Calibri"/>
                    <a:cs typeface="Calibri"/>
                  </a:rPr>
                  <a:t>value</a:t>
                </a:r>
                <a:r>
                  <a:rPr lang="en-IN" sz="1100" spc="215" dirty="0">
                    <a:latin typeface="Calibri"/>
                    <a:cs typeface="Calibri"/>
                  </a:rPr>
                  <a:t> </a:t>
                </a:r>
                <a:r>
                  <a:rPr lang="en-IN" sz="1100" spc="-25" dirty="0">
                    <a:latin typeface="Calibri"/>
                    <a:cs typeface="Calibri"/>
                  </a:rPr>
                  <a:t>of </a:t>
                </a:r>
                <a:r>
                  <a:rPr lang="en-IN" sz="1100" dirty="0">
                    <a:latin typeface="Calibri"/>
                    <a:cs typeface="Calibri"/>
                  </a:rPr>
                  <a:t>the</a:t>
                </a:r>
                <a:r>
                  <a:rPr lang="en-IN" sz="1100" spc="125" dirty="0">
                    <a:latin typeface="Calibri"/>
                    <a:cs typeface="Calibri"/>
                  </a:rPr>
                  <a:t> </a:t>
                </a:r>
                <a:r>
                  <a:rPr lang="en-IN" sz="1100" spc="-10" dirty="0">
                    <a:latin typeface="Calibri"/>
                    <a:cs typeface="Calibri"/>
                  </a:rPr>
                  <a:t>model</a:t>
                </a:r>
                <a:endParaRPr sz="11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27" name="object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0001" y="979749"/>
                <a:ext cx="2993401" cy="185948"/>
              </a:xfrm>
              <a:prstGeom prst="rect">
                <a:avLst/>
              </a:prstGeom>
              <a:blipFill>
                <a:blip r:embed="rId6"/>
                <a:stretch>
                  <a:fillRect l="-1222" t="-26667" b="-4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object 30"/>
          <p:cNvSpPr txBox="1"/>
          <p:nvPr/>
        </p:nvSpPr>
        <p:spPr>
          <a:xfrm>
            <a:off x="2637247" y="1408227"/>
            <a:ext cx="2879102" cy="3494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84150" marR="5080" indent="-171450" algn="just">
              <a:lnSpc>
                <a:spcPct val="102600"/>
              </a:lnSpc>
              <a:spcBef>
                <a:spcPts val="55"/>
              </a:spcBef>
              <a:buFont typeface="Arial" panose="020B0604020202020204" pitchFamily="34" charset="0"/>
              <a:buChar char="•"/>
            </a:pPr>
            <a:r>
              <a:rPr lang="en-IN" sz="1100" dirty="0" smtClean="0">
                <a:latin typeface="Calibri"/>
                <a:cs typeface="Calibri"/>
              </a:rPr>
              <a:t>T</a:t>
            </a:r>
            <a:r>
              <a:rPr sz="1100" dirty="0" smtClean="0">
                <a:latin typeface="Calibri"/>
                <a:cs typeface="Calibri"/>
              </a:rPr>
              <a:t>he </a:t>
            </a:r>
            <a:r>
              <a:rPr sz="1100" dirty="0">
                <a:latin typeface="Calibri"/>
                <a:cs typeface="Calibri"/>
              </a:rPr>
              <a:t>simple model the </a:t>
            </a:r>
            <a:r>
              <a:rPr sz="1100" spc="-25" dirty="0" smtClean="0">
                <a:latin typeface="Calibri"/>
                <a:cs typeface="Calibri"/>
              </a:rPr>
              <a:t>av</a:t>
            </a:r>
            <a:r>
              <a:rPr sz="1100" dirty="0" smtClean="0">
                <a:latin typeface="Calibri"/>
                <a:cs typeface="Calibri"/>
              </a:rPr>
              <a:t>erage</a:t>
            </a:r>
            <a:r>
              <a:rPr sz="1100" spc="265" dirty="0" smtClean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value</a:t>
            </a:r>
            <a:r>
              <a:rPr sz="1100" spc="2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(green</a:t>
            </a:r>
            <a:r>
              <a:rPr sz="1100" spc="2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line)</a:t>
            </a:r>
            <a:r>
              <a:rPr sz="1100" spc="2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</a:t>
            </a:r>
            <a:r>
              <a:rPr sz="1100" spc="2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very</a:t>
            </a:r>
            <a:r>
              <a:rPr sz="1100" spc="2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far</a:t>
            </a:r>
            <a:r>
              <a:rPr sz="1100" spc="2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from</a:t>
            </a:r>
            <a:r>
              <a:rPr sz="1100" spc="270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the </a:t>
            </a:r>
            <a:r>
              <a:rPr sz="1100" dirty="0">
                <a:latin typeface="Calibri"/>
                <a:cs typeface="Calibri"/>
              </a:rPr>
              <a:t>true</a:t>
            </a:r>
            <a:r>
              <a:rPr sz="1100" spc="1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value</a:t>
            </a:r>
            <a:r>
              <a:rPr sz="1100" spc="195" dirty="0">
                <a:latin typeface="Calibri"/>
                <a:cs typeface="Calibri"/>
              </a:rPr>
              <a:t> </a:t>
            </a:r>
            <a:r>
              <a:rPr sz="1100" i="1" spc="195" dirty="0">
                <a:latin typeface="Calibri"/>
                <a:cs typeface="Calibri"/>
              </a:rPr>
              <a:t>f</a:t>
            </a:r>
            <a:r>
              <a:rPr sz="1100" spc="105" dirty="0">
                <a:latin typeface="Calibri"/>
                <a:cs typeface="Calibri"/>
              </a:rPr>
              <a:t>(</a:t>
            </a:r>
            <a:r>
              <a:rPr sz="1100" i="1" spc="105" dirty="0">
                <a:latin typeface="Calibri"/>
                <a:cs typeface="Calibri"/>
              </a:rPr>
              <a:t>x</a:t>
            </a:r>
            <a:r>
              <a:rPr sz="1100" spc="105" dirty="0" smtClean="0">
                <a:latin typeface="Calibri"/>
                <a:cs typeface="Calibri"/>
              </a:rPr>
              <a:t>)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662648" y="1997659"/>
            <a:ext cx="2879101" cy="3494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84150" marR="5080" indent="-171450">
              <a:lnSpc>
                <a:spcPct val="102600"/>
              </a:lnSpc>
              <a:spcBef>
                <a:spcPts val="55"/>
              </a:spcBef>
              <a:buFont typeface="Arial" panose="020B0604020202020204" pitchFamily="34" charset="0"/>
              <a:buChar char="•"/>
            </a:pPr>
            <a:r>
              <a:rPr sz="1100" dirty="0">
                <a:latin typeface="Calibri"/>
                <a:cs typeface="Calibri"/>
              </a:rPr>
              <a:t>Mathematically,</a:t>
            </a:r>
            <a:r>
              <a:rPr sz="1100" spc="4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this</a:t>
            </a:r>
            <a:r>
              <a:rPr sz="1100" spc="4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means</a:t>
            </a:r>
            <a:r>
              <a:rPr sz="1100" spc="4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that</a:t>
            </a:r>
            <a:r>
              <a:rPr sz="1100" spc="4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4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simple </a:t>
            </a:r>
            <a:r>
              <a:rPr sz="1100" dirty="0">
                <a:latin typeface="Calibri"/>
                <a:cs typeface="Calibri"/>
              </a:rPr>
              <a:t>model</a:t>
            </a:r>
            <a:r>
              <a:rPr sz="1100" spc="1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has</a:t>
            </a:r>
            <a:r>
              <a:rPr sz="1100" spc="1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spc="1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high</a:t>
            </a:r>
            <a:r>
              <a:rPr sz="1100" spc="175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bias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679702" y="2494117"/>
            <a:ext cx="2879101" cy="3494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84150" marR="5080" indent="-171450">
              <a:lnSpc>
                <a:spcPct val="102600"/>
              </a:lnSpc>
              <a:spcBef>
                <a:spcPts val="55"/>
              </a:spcBef>
              <a:buFont typeface="Arial" panose="020B0604020202020204" pitchFamily="34" charset="0"/>
              <a:buChar char="•"/>
            </a:pPr>
            <a:r>
              <a:rPr lang="en-IN" sz="1100" spc="70" dirty="0" smtClean="0">
                <a:latin typeface="Calibri"/>
                <a:cs typeface="Calibri"/>
              </a:rPr>
              <a:t>In contrast</a:t>
            </a:r>
            <a:r>
              <a:rPr sz="1100" dirty="0" smtClean="0">
                <a:latin typeface="Calibri"/>
                <a:cs typeface="Calibri"/>
              </a:rPr>
              <a:t>,</a:t>
            </a:r>
            <a:r>
              <a:rPr sz="1100" spc="190" dirty="0" smtClean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18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complex</a:t>
            </a:r>
            <a:r>
              <a:rPr sz="1100" spc="1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model</a:t>
            </a:r>
            <a:r>
              <a:rPr sz="1100" spc="18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has</a:t>
            </a:r>
            <a:r>
              <a:rPr sz="1100" spc="185" dirty="0">
                <a:latin typeface="Calibri"/>
                <a:cs typeface="Calibri"/>
              </a:rPr>
              <a:t> </a:t>
            </a:r>
            <a:r>
              <a:rPr sz="1100" spc="-50" dirty="0">
                <a:latin typeface="Calibri"/>
                <a:cs typeface="Calibri"/>
              </a:rPr>
              <a:t>a</a:t>
            </a:r>
            <a:r>
              <a:rPr sz="1100" dirty="0">
                <a:latin typeface="Calibri"/>
                <a:cs typeface="Calibri"/>
              </a:rPr>
              <a:t> low</a:t>
            </a:r>
            <a:r>
              <a:rPr sz="1100" spc="95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bias</a:t>
            </a:r>
            <a:endParaRPr sz="11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95621482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30" grpId="0"/>
      <p:bldP spid="32" grpId="0"/>
      <p:bldP spid="3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759996" cy="48082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0804" y="199889"/>
            <a:ext cx="1814315" cy="273410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bject 25"/>
              <p:cNvSpPr txBox="1"/>
              <p:nvPr/>
            </p:nvSpPr>
            <p:spPr>
              <a:xfrm>
                <a:off x="2501900" y="620356"/>
                <a:ext cx="3118434" cy="1400063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443230" marR="236854" indent="-198120">
                  <a:lnSpc>
                    <a:spcPct val="125299"/>
                  </a:lnSpc>
                  <a:spcBef>
                    <a:spcPts val="100"/>
                  </a:spcBef>
                </a:pPr>
                <a:r>
                  <a:rPr lang="en-IN" sz="1100" dirty="0" smtClean="0">
                    <a:latin typeface="Calibri"/>
                    <a:cs typeface="Calibri"/>
                  </a:rPr>
                  <a:t>Variance</a:t>
                </a:r>
                <a:r>
                  <a:rPr lang="en-IN" sz="1100" spc="170" dirty="0" smtClean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IN" sz="1100" b="0" i="0" spc="65" smtClean="0">
                        <a:latin typeface="Cambria Math" panose="02040503050406030204" pitchFamily="18" charset="0"/>
                        <a:cs typeface="Calibri"/>
                      </a:rPr>
                      <m:t>(</m:t>
                    </m:r>
                    <m:r>
                      <a:rPr lang="en-IN" sz="1100" b="0" i="1" spc="65" smtClean="0">
                        <a:latin typeface="Cambria Math" panose="02040503050406030204" pitchFamily="18" charset="0"/>
                        <a:cs typeface="Calibri"/>
                      </a:rPr>
                      <m:t>(</m:t>
                    </m:r>
                    <m:acc>
                      <m:accPr>
                        <m:chr m:val="̂"/>
                        <m:ctrlPr>
                          <a:rPr lang="ar-AE" sz="1100" i="1" spc="65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accPr>
                      <m:e>
                        <m:r>
                          <a:rPr lang="ar-AE" sz="1100" b="0" i="1" spc="65" smtClean="0">
                            <a:latin typeface="Cambria Math" panose="02040503050406030204" pitchFamily="18" charset="0"/>
                            <a:cs typeface="Calibri"/>
                          </a:rPr>
                          <m:t>𝑓</m:t>
                        </m:r>
                      </m:e>
                    </m:acc>
                    <m:r>
                      <a:rPr lang="ar-AE" sz="1100" b="0" i="1" spc="65" smtClean="0">
                        <a:latin typeface="Cambria Math" panose="02040503050406030204" pitchFamily="18" charset="0"/>
                        <a:cs typeface="Calibri"/>
                      </a:rPr>
                      <m:t>(</m:t>
                    </m:r>
                    <m:r>
                      <a:rPr lang="ar-AE" sz="1100" b="0" i="1" spc="65" smtClean="0">
                        <a:latin typeface="Cambria Math" panose="02040503050406030204" pitchFamily="18" charset="0"/>
                        <a:cs typeface="Calibri"/>
                      </a:rPr>
                      <m:t>𝑥</m:t>
                    </m:r>
                    <m:r>
                      <a:rPr lang="ar-AE" sz="1100" b="0" i="1" spc="65" smtClean="0">
                        <a:latin typeface="Cambria Math" panose="02040503050406030204" pitchFamily="18" charset="0"/>
                        <a:cs typeface="Calibri"/>
                      </a:rPr>
                      <m:t>)) </m:t>
                    </m:r>
                  </m:oMath>
                </a14:m>
                <a:r>
                  <a:rPr lang="ar-AE" sz="1100" spc="295" dirty="0">
                    <a:latin typeface="Calibri"/>
                    <a:cs typeface="Calibri"/>
                  </a:rPr>
                  <a:t>=</a:t>
                </a:r>
                <a:r>
                  <a:rPr lang="ar-AE" sz="1100" spc="100" dirty="0">
                    <a:latin typeface="Calibri"/>
                    <a:cs typeface="Calibri"/>
                  </a:rPr>
                  <a:t> </a:t>
                </a:r>
                <a:r>
                  <a:rPr lang="en-IN" sz="1100" i="1" spc="65" dirty="0">
                    <a:latin typeface="Calibri"/>
                    <a:cs typeface="Calibri"/>
                  </a:rPr>
                  <a:t>E</a:t>
                </a:r>
                <a:r>
                  <a:rPr lang="en-IN" sz="1100" spc="65" dirty="0">
                    <a:latin typeface="Calibri"/>
                    <a:cs typeface="Calibri"/>
                  </a:rPr>
                  <a:t>[(</a:t>
                </a:r>
                <a:r>
                  <a:rPr lang="en-IN" sz="1100" i="1" spc="65" dirty="0">
                    <a:latin typeface="Calibri"/>
                    <a:cs typeface="Calibri"/>
                  </a:rPr>
                  <a:t>f</a:t>
                </a:r>
                <a:r>
                  <a:rPr lang="en-IN" sz="1650" spc="97" baseline="15151" dirty="0">
                    <a:latin typeface="Calibri"/>
                    <a:cs typeface="Calibri"/>
                  </a:rPr>
                  <a:t>ˆ</a:t>
                </a:r>
                <a:r>
                  <a:rPr lang="en-IN" sz="1100" spc="65" dirty="0">
                    <a:latin typeface="Calibri"/>
                    <a:cs typeface="Calibri"/>
                  </a:rPr>
                  <a:t>(</a:t>
                </a:r>
                <a:r>
                  <a:rPr lang="en-IN" sz="1100" i="1" spc="65" dirty="0">
                    <a:latin typeface="Calibri"/>
                    <a:cs typeface="Calibri"/>
                  </a:rPr>
                  <a:t>x</a:t>
                </a:r>
                <a:r>
                  <a:rPr lang="en-IN" sz="1100" spc="65" dirty="0">
                    <a:latin typeface="Calibri"/>
                    <a:cs typeface="Calibri"/>
                  </a:rPr>
                  <a:t>)</a:t>
                </a:r>
                <a:r>
                  <a:rPr lang="en-IN" sz="1100" spc="30" dirty="0">
                    <a:latin typeface="Calibri"/>
                    <a:cs typeface="Calibri"/>
                  </a:rPr>
                  <a:t> </a:t>
                </a:r>
                <a:r>
                  <a:rPr lang="en-IN" sz="1100" spc="-254" dirty="0">
                    <a:latin typeface="Lucida Sans Unicode"/>
                    <a:cs typeface="Lucida Sans Unicode"/>
                  </a:rPr>
                  <a:t>—</a:t>
                </a:r>
                <a:r>
                  <a:rPr lang="en-IN" sz="1100" spc="-65" dirty="0">
                    <a:latin typeface="Lucida Sans Unicode"/>
                    <a:cs typeface="Lucida Sans Unicode"/>
                  </a:rPr>
                  <a:t> </a:t>
                </a:r>
                <a:r>
                  <a:rPr lang="en-IN" sz="1100" i="1" spc="40" dirty="0">
                    <a:latin typeface="Calibri"/>
                    <a:cs typeface="Calibri"/>
                  </a:rPr>
                  <a:t>E</a:t>
                </a:r>
                <a:r>
                  <a:rPr lang="en-IN" sz="1100" spc="40" dirty="0">
                    <a:latin typeface="Calibri"/>
                    <a:cs typeface="Calibri"/>
                  </a:rPr>
                  <a:t>[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sz="1100" i="1" spc="65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accPr>
                      <m:e>
                        <m:r>
                          <a:rPr lang="ar-AE" sz="1100" b="0" i="1" spc="65" smtClean="0">
                            <a:latin typeface="Cambria Math" panose="02040503050406030204" pitchFamily="18" charset="0"/>
                            <a:cs typeface="Calibri"/>
                          </a:rPr>
                          <m:t>𝑓</m:t>
                        </m:r>
                      </m:e>
                    </m:acc>
                    <m:r>
                      <a:rPr lang="ar-AE" sz="1100" b="0" i="1" spc="65" smtClean="0">
                        <a:latin typeface="Cambria Math" panose="02040503050406030204" pitchFamily="18" charset="0"/>
                        <a:cs typeface="Calibri"/>
                      </a:rPr>
                      <m:t>(</m:t>
                    </m:r>
                    <m:r>
                      <a:rPr lang="ar-AE" sz="1100" b="0" i="1" spc="65" smtClean="0">
                        <a:latin typeface="Cambria Math" panose="02040503050406030204" pitchFamily="18" charset="0"/>
                        <a:cs typeface="Calibri"/>
                      </a:rPr>
                      <m:t>𝑥</m:t>
                    </m:r>
                    <m:r>
                      <a:rPr lang="en-IN" sz="1100" b="0" i="1" spc="65" smtClean="0">
                        <a:latin typeface="Cambria Math" panose="02040503050406030204" pitchFamily="18" charset="0"/>
                        <a:cs typeface="Calibri"/>
                      </a:rPr>
                      <m:t>)</m:t>
                    </m:r>
                  </m:oMath>
                </a14:m>
                <a:r>
                  <a:rPr lang="en-IN" sz="1100" spc="40" dirty="0">
                    <a:latin typeface="Calibri"/>
                    <a:cs typeface="Calibri"/>
                  </a:rPr>
                  <a:t>])</a:t>
                </a:r>
                <a:r>
                  <a:rPr lang="en-IN" sz="1200" spc="60" baseline="31250" dirty="0">
                    <a:latin typeface="Calibri"/>
                    <a:cs typeface="Calibri"/>
                  </a:rPr>
                  <a:t>2</a:t>
                </a:r>
                <a:r>
                  <a:rPr lang="en-IN" sz="1100" spc="40" dirty="0">
                    <a:latin typeface="Calibri"/>
                    <a:cs typeface="Calibri"/>
                  </a:rPr>
                  <a:t>] </a:t>
                </a:r>
                <a:endParaRPr lang="en-IN" sz="1100" dirty="0">
                  <a:latin typeface="Calibri"/>
                  <a:cs typeface="Calibri"/>
                </a:endParaRPr>
              </a:p>
              <a:p>
                <a:pPr marL="234950" marR="55880" indent="-171450" algn="just">
                  <a:lnSpc>
                    <a:spcPct val="102600"/>
                  </a:lnSpc>
                  <a:spcBef>
                    <a:spcPts val="1095"/>
                  </a:spcBef>
                  <a:buFont typeface="Arial" panose="020B0604020202020204" pitchFamily="34" charset="0"/>
                  <a:buChar char="•"/>
                </a:pPr>
                <a:r>
                  <a:rPr lang="en-IN" sz="1100" spc="50" dirty="0" smtClean="0">
                    <a:latin typeface="Calibri"/>
                    <a:cs typeface="Calibri"/>
                  </a:rPr>
                  <a:t>I</a:t>
                </a:r>
                <a:r>
                  <a:rPr lang="en-IN" sz="1100" spc="55" dirty="0" smtClean="0">
                    <a:latin typeface="Calibri"/>
                    <a:cs typeface="Calibri"/>
                  </a:rPr>
                  <a:t>t </a:t>
                </a:r>
                <a:r>
                  <a:rPr lang="en-IN" sz="1100" dirty="0">
                    <a:latin typeface="Calibri"/>
                    <a:cs typeface="Calibri"/>
                  </a:rPr>
                  <a:t>tells us how much the </a:t>
                </a:r>
                <a:r>
                  <a:rPr lang="en-IN" sz="1100" spc="-20" dirty="0" smtClean="0">
                    <a:latin typeface="Calibri"/>
                    <a:cs typeface="Calibri"/>
                  </a:rPr>
                  <a:t>dif</a:t>
                </a:r>
                <a:r>
                  <a:rPr lang="en-IN" sz="1100" dirty="0" smtClean="0">
                    <a:latin typeface="Calibri"/>
                    <a:cs typeface="Calibri"/>
                  </a:rPr>
                  <a:t>ferent</a:t>
                </a:r>
                <a:r>
                  <a:rPr lang="en-IN" sz="1100" spc="254" dirty="0" smtClean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sz="1100" i="1" spc="65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accPr>
                      <m:e>
                        <m:r>
                          <a:rPr lang="ar-AE" sz="1100" b="0" i="1" spc="65" smtClean="0">
                            <a:latin typeface="Cambria Math" panose="02040503050406030204" pitchFamily="18" charset="0"/>
                            <a:cs typeface="Calibri"/>
                          </a:rPr>
                          <m:t>𝑓</m:t>
                        </m:r>
                      </m:e>
                    </m:acc>
                    <m:r>
                      <a:rPr lang="ar-AE" sz="1100" b="0" i="1" spc="65" smtClean="0">
                        <a:latin typeface="Cambria Math" panose="02040503050406030204" pitchFamily="18" charset="0"/>
                        <a:cs typeface="Calibri"/>
                      </a:rPr>
                      <m:t>(</m:t>
                    </m:r>
                    <m:r>
                      <a:rPr lang="ar-AE" sz="1100" b="0" i="1" spc="65" smtClean="0">
                        <a:latin typeface="Cambria Math" panose="02040503050406030204" pitchFamily="18" charset="0"/>
                        <a:cs typeface="Calibri"/>
                      </a:rPr>
                      <m:t>𝑥</m:t>
                    </m:r>
                    <m:r>
                      <a:rPr lang="en-IN" sz="1100" b="0" i="1" spc="65" smtClean="0">
                        <a:latin typeface="Cambria Math" panose="02040503050406030204" pitchFamily="18" charset="0"/>
                        <a:cs typeface="Calibri"/>
                      </a:rPr>
                      <m:t>)</m:t>
                    </m:r>
                  </m:oMath>
                </a14:m>
                <a:r>
                  <a:rPr lang="en-IN" sz="1100" dirty="0">
                    <a:latin typeface="Calibri"/>
                    <a:cs typeface="Calibri"/>
                  </a:rPr>
                  <a:t>’s</a:t>
                </a:r>
                <a:r>
                  <a:rPr lang="en-IN" sz="1100" spc="254" dirty="0">
                    <a:latin typeface="Calibri"/>
                    <a:cs typeface="Calibri"/>
                  </a:rPr>
                  <a:t> </a:t>
                </a:r>
                <a:r>
                  <a:rPr lang="en-IN" sz="1100" dirty="0">
                    <a:latin typeface="Calibri"/>
                    <a:cs typeface="Calibri"/>
                  </a:rPr>
                  <a:t>(trained</a:t>
                </a:r>
                <a:r>
                  <a:rPr lang="en-IN" sz="1100" spc="254" dirty="0">
                    <a:latin typeface="Calibri"/>
                    <a:cs typeface="Calibri"/>
                  </a:rPr>
                  <a:t> </a:t>
                </a:r>
                <a:r>
                  <a:rPr lang="en-IN" sz="1100" dirty="0">
                    <a:latin typeface="Calibri"/>
                    <a:cs typeface="Calibri"/>
                  </a:rPr>
                  <a:t>on</a:t>
                </a:r>
                <a:r>
                  <a:rPr lang="en-IN" sz="1100" spc="254" dirty="0">
                    <a:latin typeface="Calibri"/>
                    <a:cs typeface="Calibri"/>
                  </a:rPr>
                  <a:t> </a:t>
                </a:r>
                <a:r>
                  <a:rPr lang="en-IN" sz="1100" dirty="0">
                    <a:latin typeface="Calibri"/>
                    <a:cs typeface="Calibri"/>
                  </a:rPr>
                  <a:t>different</a:t>
                </a:r>
                <a:r>
                  <a:rPr lang="en-IN" sz="1100" spc="260" dirty="0">
                    <a:latin typeface="Calibri"/>
                    <a:cs typeface="Calibri"/>
                  </a:rPr>
                  <a:t> </a:t>
                </a:r>
                <a:r>
                  <a:rPr lang="en-IN" sz="1100" dirty="0">
                    <a:latin typeface="Calibri"/>
                    <a:cs typeface="Calibri"/>
                  </a:rPr>
                  <a:t>samples</a:t>
                </a:r>
                <a:r>
                  <a:rPr lang="en-IN" sz="1100" spc="254" dirty="0">
                    <a:latin typeface="Calibri"/>
                    <a:cs typeface="Calibri"/>
                  </a:rPr>
                  <a:t> </a:t>
                </a:r>
                <a:r>
                  <a:rPr lang="en-IN" sz="1100" spc="-25" dirty="0">
                    <a:latin typeface="Calibri"/>
                    <a:cs typeface="Calibri"/>
                  </a:rPr>
                  <a:t>of </a:t>
                </a:r>
                <a:r>
                  <a:rPr lang="en-IN" sz="1100" dirty="0">
                    <a:latin typeface="Calibri"/>
                    <a:cs typeface="Calibri"/>
                  </a:rPr>
                  <a:t>the</a:t>
                </a:r>
                <a:r>
                  <a:rPr lang="en-IN" sz="1100" spc="155" dirty="0">
                    <a:latin typeface="Calibri"/>
                    <a:cs typeface="Calibri"/>
                  </a:rPr>
                  <a:t> </a:t>
                </a:r>
                <a:r>
                  <a:rPr lang="en-IN" sz="1100" dirty="0">
                    <a:latin typeface="Calibri"/>
                    <a:cs typeface="Calibri"/>
                  </a:rPr>
                  <a:t>data)</a:t>
                </a:r>
                <a:r>
                  <a:rPr lang="en-IN" sz="1100" spc="160" dirty="0">
                    <a:latin typeface="Calibri"/>
                    <a:cs typeface="Calibri"/>
                  </a:rPr>
                  <a:t> </a:t>
                </a:r>
                <a:r>
                  <a:rPr lang="en-IN" sz="1100" dirty="0">
                    <a:latin typeface="Calibri"/>
                    <a:cs typeface="Calibri"/>
                  </a:rPr>
                  <a:t>differ</a:t>
                </a:r>
                <a:r>
                  <a:rPr lang="en-IN" sz="1100" spc="155" dirty="0">
                    <a:latin typeface="Calibri"/>
                    <a:cs typeface="Calibri"/>
                  </a:rPr>
                  <a:t> </a:t>
                </a:r>
                <a:r>
                  <a:rPr lang="en-IN" sz="1100" dirty="0">
                    <a:latin typeface="Calibri"/>
                    <a:cs typeface="Calibri"/>
                  </a:rPr>
                  <a:t>from</a:t>
                </a:r>
                <a:r>
                  <a:rPr lang="en-IN" sz="1100" spc="155" dirty="0">
                    <a:latin typeface="Calibri"/>
                    <a:cs typeface="Calibri"/>
                  </a:rPr>
                  <a:t> </a:t>
                </a:r>
                <a:r>
                  <a:rPr lang="en-IN" sz="1100" dirty="0">
                    <a:latin typeface="Calibri"/>
                    <a:cs typeface="Calibri"/>
                  </a:rPr>
                  <a:t>each</a:t>
                </a:r>
                <a:r>
                  <a:rPr lang="en-IN" sz="1100" spc="155" dirty="0">
                    <a:latin typeface="Calibri"/>
                    <a:cs typeface="Calibri"/>
                  </a:rPr>
                  <a:t> </a:t>
                </a:r>
                <a:r>
                  <a:rPr lang="en-IN" sz="1100" spc="-10" dirty="0">
                    <a:latin typeface="Calibri"/>
                    <a:cs typeface="Calibri"/>
                  </a:rPr>
                  <a:t>other</a:t>
                </a:r>
                <a:endParaRPr lang="en-IN" sz="1100" dirty="0">
                  <a:latin typeface="Calibri"/>
                  <a:cs typeface="Calibri"/>
                </a:endParaRPr>
              </a:p>
              <a:p>
                <a:pPr marL="234950" marR="55244" indent="-171450" algn="just">
                  <a:lnSpc>
                    <a:spcPct val="102600"/>
                  </a:lnSpc>
                  <a:spcBef>
                    <a:spcPts val="1095"/>
                  </a:spcBef>
                  <a:buFont typeface="Arial" panose="020B0604020202020204" pitchFamily="34" charset="0"/>
                  <a:buChar char="•"/>
                </a:pPr>
                <a:r>
                  <a:rPr lang="en-IN" sz="1100" spc="85" dirty="0" smtClean="0">
                    <a:latin typeface="Calibri"/>
                    <a:cs typeface="Calibri"/>
                  </a:rPr>
                  <a:t>T</a:t>
                </a:r>
                <a:r>
                  <a:rPr lang="en-IN" sz="1100" dirty="0" smtClean="0">
                    <a:latin typeface="Calibri"/>
                    <a:cs typeface="Calibri"/>
                  </a:rPr>
                  <a:t>he </a:t>
                </a:r>
                <a:r>
                  <a:rPr lang="en-IN" sz="1100" dirty="0">
                    <a:latin typeface="Calibri"/>
                    <a:cs typeface="Calibri"/>
                  </a:rPr>
                  <a:t>simple model has a low </a:t>
                </a:r>
                <a:r>
                  <a:rPr lang="en-IN" sz="1100" spc="-10" dirty="0" smtClean="0">
                    <a:latin typeface="Calibri"/>
                    <a:cs typeface="Calibri"/>
                  </a:rPr>
                  <a:t>vari</a:t>
                </a:r>
                <a:r>
                  <a:rPr lang="en-IN" sz="1100" dirty="0" smtClean="0">
                    <a:latin typeface="Calibri"/>
                    <a:cs typeface="Calibri"/>
                  </a:rPr>
                  <a:t>ance</a:t>
                </a:r>
                <a:r>
                  <a:rPr lang="en-IN" sz="1100" spc="240" dirty="0" smtClean="0">
                    <a:latin typeface="Calibri"/>
                    <a:cs typeface="Calibri"/>
                  </a:rPr>
                  <a:t> </a:t>
                </a:r>
                <a:r>
                  <a:rPr lang="en-IN" sz="1100" dirty="0">
                    <a:latin typeface="Calibri"/>
                    <a:cs typeface="Calibri"/>
                  </a:rPr>
                  <a:t>whereas</a:t>
                </a:r>
                <a:r>
                  <a:rPr lang="en-IN" sz="1100" spc="240" dirty="0">
                    <a:latin typeface="Calibri"/>
                    <a:cs typeface="Calibri"/>
                  </a:rPr>
                  <a:t> </a:t>
                </a:r>
                <a:r>
                  <a:rPr lang="en-IN" sz="1100" dirty="0">
                    <a:latin typeface="Calibri"/>
                    <a:cs typeface="Calibri"/>
                  </a:rPr>
                  <a:t>the</a:t>
                </a:r>
                <a:r>
                  <a:rPr lang="en-IN" sz="1100" spc="245" dirty="0">
                    <a:latin typeface="Calibri"/>
                    <a:cs typeface="Calibri"/>
                  </a:rPr>
                  <a:t> </a:t>
                </a:r>
                <a:r>
                  <a:rPr lang="en-IN" sz="1100" dirty="0">
                    <a:latin typeface="Calibri"/>
                    <a:cs typeface="Calibri"/>
                  </a:rPr>
                  <a:t>complex</a:t>
                </a:r>
                <a:r>
                  <a:rPr lang="en-IN" sz="1100" spc="240" dirty="0">
                    <a:latin typeface="Calibri"/>
                    <a:cs typeface="Calibri"/>
                  </a:rPr>
                  <a:t> </a:t>
                </a:r>
                <a:r>
                  <a:rPr lang="en-IN" sz="1100" dirty="0">
                    <a:latin typeface="Calibri"/>
                    <a:cs typeface="Calibri"/>
                  </a:rPr>
                  <a:t>model</a:t>
                </a:r>
                <a:r>
                  <a:rPr lang="en-IN" sz="1100" spc="240" dirty="0">
                    <a:latin typeface="Calibri"/>
                    <a:cs typeface="Calibri"/>
                  </a:rPr>
                  <a:t> </a:t>
                </a:r>
                <a:r>
                  <a:rPr lang="en-IN" sz="1100" dirty="0">
                    <a:latin typeface="Calibri"/>
                    <a:cs typeface="Calibri"/>
                  </a:rPr>
                  <a:t>has</a:t>
                </a:r>
                <a:r>
                  <a:rPr lang="en-IN" sz="1100" spc="245" dirty="0">
                    <a:latin typeface="Calibri"/>
                    <a:cs typeface="Calibri"/>
                  </a:rPr>
                  <a:t> </a:t>
                </a:r>
                <a:r>
                  <a:rPr lang="en-IN" sz="1100" dirty="0">
                    <a:latin typeface="Calibri"/>
                    <a:cs typeface="Calibri"/>
                  </a:rPr>
                  <a:t>a</a:t>
                </a:r>
                <a:r>
                  <a:rPr lang="en-IN" sz="1100" spc="240" dirty="0">
                    <a:latin typeface="Calibri"/>
                    <a:cs typeface="Calibri"/>
                  </a:rPr>
                  <a:t> </a:t>
                </a:r>
                <a:r>
                  <a:rPr lang="en-IN" sz="1100" spc="-20" dirty="0">
                    <a:latin typeface="Calibri"/>
                    <a:cs typeface="Calibri"/>
                  </a:rPr>
                  <a:t>high </a:t>
                </a:r>
                <a:r>
                  <a:rPr lang="en-IN" sz="1100" spc="-10" dirty="0">
                    <a:latin typeface="Calibri"/>
                    <a:cs typeface="Calibri"/>
                  </a:rPr>
                  <a:t>variance</a:t>
                </a:r>
                <a:endParaRPr sz="11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25" name="object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1900" y="620356"/>
                <a:ext cx="3118434" cy="1400063"/>
              </a:xfrm>
              <a:prstGeom prst="rect">
                <a:avLst/>
              </a:prstGeom>
              <a:blipFill>
                <a:blip r:embed="rId4"/>
                <a:stretch>
                  <a:fillRect l="-586" t="-2620" r="-977" b="-480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9909369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804" y="199889"/>
            <a:ext cx="1814315" cy="273410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654300" y="555625"/>
            <a:ext cx="2772410" cy="1204688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434"/>
              </a:spcBef>
              <a:buFont typeface="Arial" panose="020B0604020202020204" pitchFamily="34" charset="0"/>
              <a:buChar char="•"/>
            </a:pPr>
            <a:r>
              <a:rPr sz="1100" dirty="0">
                <a:latin typeface="Calibri"/>
                <a:cs typeface="Calibri"/>
              </a:rPr>
              <a:t>Simple</a:t>
            </a:r>
            <a:r>
              <a:rPr sz="1100" spc="20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model:</a:t>
            </a:r>
            <a:r>
              <a:rPr sz="1100" spc="3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high</a:t>
            </a:r>
            <a:r>
              <a:rPr sz="1100" spc="20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bias,</a:t>
            </a:r>
            <a:r>
              <a:rPr sz="1100" spc="20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low</a:t>
            </a:r>
            <a:r>
              <a:rPr sz="1100" spc="20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variance</a:t>
            </a:r>
            <a:endParaRPr lang="en-IN" sz="1100" spc="-10" dirty="0">
              <a:latin typeface="Calibri"/>
              <a:cs typeface="Calibri"/>
            </a:endParaRPr>
          </a:p>
          <a:p>
            <a:pPr marL="184150" marR="5080" indent="-171450">
              <a:lnSpc>
                <a:spcPct val="125299"/>
              </a:lnSpc>
              <a:buFont typeface="Arial" panose="020B0604020202020204" pitchFamily="34" charset="0"/>
              <a:buChar char="•"/>
            </a:pPr>
            <a:r>
              <a:rPr sz="1100" dirty="0">
                <a:latin typeface="Calibri"/>
                <a:cs typeface="Calibri"/>
              </a:rPr>
              <a:t>Complex</a:t>
            </a:r>
            <a:r>
              <a:rPr sz="1100" spc="2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model:</a:t>
            </a:r>
            <a:r>
              <a:rPr sz="1100" spc="38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low</a:t>
            </a:r>
            <a:r>
              <a:rPr sz="1100" spc="2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bias,</a:t>
            </a:r>
            <a:r>
              <a:rPr sz="1100" spc="2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high</a:t>
            </a:r>
            <a:r>
              <a:rPr sz="1100" spc="229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variance</a:t>
            </a:r>
            <a:endParaRPr sz="1100" dirty="0">
              <a:latin typeface="Calibri"/>
              <a:cs typeface="Calibri"/>
            </a:endParaRPr>
          </a:p>
          <a:p>
            <a:pPr marL="184150" marR="5080" indent="-171450">
              <a:lnSpc>
                <a:spcPct val="1026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sz="1100" dirty="0">
                <a:latin typeface="Calibri"/>
                <a:cs typeface="Calibri"/>
              </a:rPr>
              <a:t>There</a:t>
            </a:r>
            <a:r>
              <a:rPr sz="1100" spc="2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</a:t>
            </a:r>
            <a:r>
              <a:rPr sz="1100" spc="2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always</a:t>
            </a:r>
            <a:r>
              <a:rPr sz="1100" spc="2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spc="2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trade-off</a:t>
            </a:r>
            <a:r>
              <a:rPr sz="1100" spc="2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between</a:t>
            </a:r>
            <a:r>
              <a:rPr sz="1100" spc="2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240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bias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18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variance</a:t>
            </a:r>
            <a:endParaRPr sz="1100" dirty="0">
              <a:latin typeface="Calibri"/>
              <a:cs typeface="Calibri"/>
            </a:endParaRPr>
          </a:p>
          <a:p>
            <a:pPr marL="184150" marR="5080" lvl="8" indent="-171450">
              <a:lnSpc>
                <a:spcPct val="1026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sz="1100" spc="55" dirty="0">
                <a:latin typeface="Calibri"/>
                <a:cs typeface="Calibri"/>
              </a:rPr>
              <a:t>Both</a:t>
            </a:r>
            <a:r>
              <a:rPr sz="1100" spc="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bias</a:t>
            </a:r>
            <a:r>
              <a:rPr sz="1100" spc="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8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variance</a:t>
            </a:r>
            <a:r>
              <a:rPr sz="1100" spc="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contribute</a:t>
            </a:r>
            <a:r>
              <a:rPr sz="1100" spc="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8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80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mean </a:t>
            </a:r>
            <a:r>
              <a:rPr sz="1100" dirty="0">
                <a:latin typeface="Calibri"/>
                <a:cs typeface="Calibri"/>
              </a:rPr>
              <a:t>square</a:t>
            </a:r>
            <a:r>
              <a:rPr sz="1100" spc="105" dirty="0">
                <a:latin typeface="Calibri"/>
                <a:cs typeface="Calibri"/>
              </a:rPr>
              <a:t> </a:t>
            </a:r>
            <a:r>
              <a:rPr sz="1100" dirty="0" smtClean="0">
                <a:latin typeface="Calibri"/>
                <a:cs typeface="Calibri"/>
              </a:rPr>
              <a:t>error</a:t>
            </a:r>
            <a:endParaRPr sz="11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4"/>
              <p:cNvSpPr txBox="1"/>
              <p:nvPr/>
            </p:nvSpPr>
            <p:spPr>
              <a:xfrm>
                <a:off x="2845435" y="1927225"/>
                <a:ext cx="2390140" cy="670560"/>
              </a:xfrm>
              <a:prstGeom prst="rect">
                <a:avLst/>
              </a:prstGeom>
            </p:spPr>
            <p:txBody>
              <a:bodyPr vert="horz" wrap="square" lIns="0" tIns="55244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434"/>
                  </a:spcBef>
                </a:pPr>
                <a:r>
                  <a:rPr sz="1100" i="1" spc="100" dirty="0">
                    <a:latin typeface="Calibri"/>
                    <a:cs typeface="Calibri"/>
                  </a:rPr>
                  <a:t>E</a:t>
                </a:r>
                <a:r>
                  <a:rPr sz="1100" spc="100" dirty="0">
                    <a:latin typeface="Calibri"/>
                    <a:cs typeface="Calibri"/>
                  </a:rPr>
                  <a:t>[(</a:t>
                </a:r>
                <a:r>
                  <a:rPr sz="1100" i="1" spc="100" dirty="0">
                    <a:latin typeface="Calibri"/>
                    <a:cs typeface="Calibri"/>
                  </a:rPr>
                  <a:t>y</a:t>
                </a:r>
                <a:r>
                  <a:rPr sz="1100" i="1" spc="105" dirty="0">
                    <a:latin typeface="Calibri"/>
                    <a:cs typeface="Calibri"/>
                  </a:rPr>
                  <a:t> </a:t>
                </a:r>
                <a:r>
                  <a:rPr sz="1100" spc="-254" dirty="0">
                    <a:latin typeface="Lucida Sans Unicode"/>
                    <a:cs typeface="Lucida Sans Unicode"/>
                  </a:rPr>
                  <a:t>—</a:t>
                </a:r>
                <a:r>
                  <a:rPr sz="1100" spc="-35" dirty="0">
                    <a:latin typeface="Lucida Sans Unicode"/>
                    <a:cs typeface="Lucida Sans Unicode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sz="1100" i="1" spc="65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accPr>
                      <m:e>
                        <m:r>
                          <a:rPr lang="ar-AE" sz="1100" b="0" i="1" spc="65" smtClean="0">
                            <a:latin typeface="Cambria Math" panose="02040503050406030204" pitchFamily="18" charset="0"/>
                            <a:cs typeface="Calibri"/>
                          </a:rPr>
                          <m:t>𝑓</m:t>
                        </m:r>
                      </m:e>
                    </m:acc>
                    <m:d>
                      <m:dPr>
                        <m:ctrlPr>
                          <a:rPr lang="ar-AE" sz="1100" b="0" i="1" spc="65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ar-AE" sz="1100" b="0" i="1" spc="65" smtClean="0">
                            <a:latin typeface="Cambria Math" panose="02040503050406030204" pitchFamily="18" charset="0"/>
                            <a:cs typeface="Calibri"/>
                          </a:rPr>
                          <m:t>𝑥</m:t>
                        </m:r>
                      </m:e>
                    </m:d>
                  </m:oMath>
                </a14:m>
                <a:r>
                  <a:rPr sz="1100" dirty="0">
                    <a:latin typeface="Calibri"/>
                    <a:cs typeface="Calibri"/>
                  </a:rPr>
                  <a:t>)</a:t>
                </a:r>
                <a:r>
                  <a:rPr sz="1200" baseline="31250" dirty="0">
                    <a:latin typeface="Calibri"/>
                    <a:cs typeface="Calibri"/>
                  </a:rPr>
                  <a:t>2</a:t>
                </a:r>
                <a:r>
                  <a:rPr sz="1100" dirty="0">
                    <a:latin typeface="Calibri"/>
                    <a:cs typeface="Calibri"/>
                  </a:rPr>
                  <a:t>]</a:t>
                </a:r>
                <a:r>
                  <a:rPr sz="1100" spc="145" dirty="0">
                    <a:latin typeface="Calibri"/>
                    <a:cs typeface="Calibri"/>
                  </a:rPr>
                  <a:t> </a:t>
                </a:r>
                <a:r>
                  <a:rPr sz="1100" spc="295" dirty="0">
                    <a:latin typeface="Calibri"/>
                    <a:cs typeface="Calibri"/>
                  </a:rPr>
                  <a:t>=</a:t>
                </a:r>
                <a:r>
                  <a:rPr sz="1100" spc="140" dirty="0">
                    <a:latin typeface="Calibri"/>
                    <a:cs typeface="Calibri"/>
                  </a:rPr>
                  <a:t> </a:t>
                </a:r>
                <a:r>
                  <a:rPr sz="1100" i="1" spc="80" dirty="0">
                    <a:latin typeface="Calibri"/>
                    <a:cs typeface="Calibri"/>
                  </a:rPr>
                  <a:t>Bias</a:t>
                </a:r>
                <a:r>
                  <a:rPr sz="1200" spc="120" baseline="31250" dirty="0">
                    <a:latin typeface="Calibri"/>
                    <a:cs typeface="Calibri"/>
                  </a:rPr>
                  <a:t>2</a:t>
                </a:r>
                <a:endParaRPr sz="1200" baseline="31250" dirty="0">
                  <a:latin typeface="Calibri"/>
                  <a:cs typeface="Calibri"/>
                </a:endParaRPr>
              </a:p>
              <a:p>
                <a:pPr marL="935355">
                  <a:lnSpc>
                    <a:spcPct val="100000"/>
                  </a:lnSpc>
                  <a:spcBef>
                    <a:spcPts val="334"/>
                  </a:spcBef>
                </a:pPr>
                <a:r>
                  <a:rPr sz="1100" spc="295" dirty="0">
                    <a:latin typeface="Calibri"/>
                    <a:cs typeface="Calibri"/>
                  </a:rPr>
                  <a:t>+</a:t>
                </a:r>
                <a:r>
                  <a:rPr sz="1100" spc="-10" dirty="0">
                    <a:latin typeface="Calibri"/>
                    <a:cs typeface="Calibri"/>
                  </a:rPr>
                  <a:t> </a:t>
                </a:r>
                <a:r>
                  <a:rPr sz="1100" i="1" dirty="0">
                    <a:latin typeface="Calibri"/>
                    <a:cs typeface="Calibri"/>
                  </a:rPr>
                  <a:t>V</a:t>
                </a:r>
                <a:r>
                  <a:rPr sz="1100" i="1" spc="-5" dirty="0">
                    <a:latin typeface="Calibri"/>
                    <a:cs typeface="Calibri"/>
                  </a:rPr>
                  <a:t> </a:t>
                </a:r>
                <a:r>
                  <a:rPr sz="1100" i="1" spc="40" dirty="0">
                    <a:latin typeface="Calibri"/>
                    <a:cs typeface="Calibri"/>
                  </a:rPr>
                  <a:t>ariance</a:t>
                </a:r>
                <a:endParaRPr sz="1100" dirty="0">
                  <a:latin typeface="Calibri"/>
                  <a:cs typeface="Calibri"/>
                </a:endParaRPr>
              </a:p>
              <a:p>
                <a:pPr marL="935355">
                  <a:lnSpc>
                    <a:spcPct val="100000"/>
                  </a:lnSpc>
                  <a:spcBef>
                    <a:spcPts val="445"/>
                  </a:spcBef>
                </a:pPr>
                <a:r>
                  <a:rPr sz="1100" spc="295" dirty="0">
                    <a:latin typeface="Calibri"/>
                    <a:cs typeface="Calibri"/>
                  </a:rPr>
                  <a:t>+</a:t>
                </a:r>
                <a:r>
                  <a:rPr sz="1100" spc="70" dirty="0">
                    <a:latin typeface="Calibri"/>
                    <a:cs typeface="Calibri"/>
                  </a:rPr>
                  <a:t> </a:t>
                </a:r>
                <a:r>
                  <a:rPr sz="1100" i="1" dirty="0">
                    <a:latin typeface="Calibri"/>
                    <a:cs typeface="Calibri"/>
                  </a:rPr>
                  <a:t>σ</a:t>
                </a:r>
                <a:r>
                  <a:rPr sz="1200" baseline="31250" dirty="0">
                    <a:latin typeface="Calibri"/>
                    <a:cs typeface="Calibri"/>
                  </a:rPr>
                  <a:t>2</a:t>
                </a:r>
                <a:r>
                  <a:rPr sz="1200" spc="547" baseline="31250" dirty="0">
                    <a:latin typeface="Calibri"/>
                    <a:cs typeface="Calibri"/>
                  </a:rPr>
                  <a:t> </a:t>
                </a:r>
                <a:r>
                  <a:rPr sz="1100" dirty="0">
                    <a:latin typeface="Calibri"/>
                    <a:cs typeface="Calibri"/>
                  </a:rPr>
                  <a:t>(irreducible</a:t>
                </a:r>
                <a:r>
                  <a:rPr sz="1100" spc="240" dirty="0">
                    <a:latin typeface="Calibri"/>
                    <a:cs typeface="Calibri"/>
                  </a:rPr>
                  <a:t> </a:t>
                </a:r>
                <a:r>
                  <a:rPr sz="1100" spc="-10" dirty="0">
                    <a:latin typeface="Calibri"/>
                    <a:cs typeface="Calibri"/>
                  </a:rPr>
                  <a:t>error)</a:t>
                </a:r>
                <a:endParaRPr sz="11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5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5435" y="1927225"/>
                <a:ext cx="2390140" cy="670560"/>
              </a:xfrm>
              <a:prstGeom prst="rect">
                <a:avLst/>
              </a:prstGeom>
              <a:blipFill>
                <a:blip r:embed="rId3"/>
                <a:stretch>
                  <a:fillRect l="-2296" r="-765" b="-118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5679" y="1226283"/>
            <a:ext cx="3469004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415" dirty="0">
                <a:latin typeface="Calibri"/>
                <a:cs typeface="Calibri"/>
              </a:rPr>
              <a:t> </a:t>
            </a:r>
            <a:r>
              <a:rPr sz="1400" b="1" spc="155" dirty="0">
                <a:latin typeface="Calibri"/>
                <a:cs typeface="Calibri"/>
              </a:rPr>
              <a:t>Train</a:t>
            </a:r>
            <a:r>
              <a:rPr sz="1400" b="1" spc="225" dirty="0">
                <a:latin typeface="Calibri"/>
                <a:cs typeface="Calibri"/>
              </a:rPr>
              <a:t> </a:t>
            </a:r>
            <a:r>
              <a:rPr sz="1400" b="1" spc="105" dirty="0">
                <a:latin typeface="Calibri"/>
                <a:cs typeface="Calibri"/>
              </a:rPr>
              <a:t>error</a:t>
            </a:r>
            <a:r>
              <a:rPr sz="1400" b="1" spc="229" dirty="0">
                <a:latin typeface="Calibri"/>
                <a:cs typeface="Calibri"/>
              </a:rPr>
              <a:t> </a:t>
            </a:r>
            <a:r>
              <a:rPr sz="1400" b="1" spc="125" dirty="0">
                <a:latin typeface="Calibri"/>
                <a:cs typeface="Calibri"/>
              </a:rPr>
              <a:t>vs</a:t>
            </a:r>
            <a:r>
              <a:rPr sz="1400" b="1" spc="220" dirty="0">
                <a:latin typeface="Calibri"/>
                <a:cs typeface="Calibri"/>
              </a:rPr>
              <a:t> </a:t>
            </a:r>
            <a:r>
              <a:rPr sz="1400" b="1" spc="135" dirty="0">
                <a:latin typeface="Calibri"/>
                <a:cs typeface="Calibri"/>
              </a:rPr>
              <a:t>Test</a:t>
            </a:r>
            <a:r>
              <a:rPr sz="1400" b="1" spc="229" dirty="0">
                <a:latin typeface="Calibri"/>
                <a:cs typeface="Calibri"/>
              </a:rPr>
              <a:t> </a:t>
            </a:r>
            <a:r>
              <a:rPr sz="1400" b="1" spc="100" dirty="0">
                <a:latin typeface="Calibri"/>
                <a:cs typeface="Calibri"/>
              </a:rPr>
              <a:t>error</a:t>
            </a:r>
            <a:endParaRPr sz="1400" dirty="0"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520700" y="479425"/>
            <a:ext cx="4267200" cy="181396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84150" marR="5080" indent="-171450">
              <a:lnSpc>
                <a:spcPct val="102600"/>
              </a:lnSpc>
              <a:spcBef>
                <a:spcPts val="55"/>
              </a:spcBef>
              <a:buFont typeface="Arial" panose="020B0604020202020204" pitchFamily="34" charset="0"/>
              <a:buChar char="•"/>
            </a:pPr>
            <a:r>
              <a:rPr sz="1100" dirty="0">
                <a:latin typeface="Calibri"/>
                <a:cs typeface="Calibri"/>
              </a:rPr>
              <a:t>Consider</a:t>
            </a:r>
            <a:r>
              <a:rPr sz="1100" spc="8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spc="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new</a:t>
            </a:r>
            <a:r>
              <a:rPr sz="1100" spc="8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point</a:t>
            </a:r>
            <a:r>
              <a:rPr sz="1100" spc="85" dirty="0">
                <a:latin typeface="Calibri"/>
                <a:cs typeface="Calibri"/>
              </a:rPr>
              <a:t> </a:t>
            </a:r>
            <a:r>
              <a:rPr sz="1100" spc="80" dirty="0">
                <a:latin typeface="Calibri"/>
                <a:cs typeface="Calibri"/>
              </a:rPr>
              <a:t>(</a:t>
            </a:r>
            <a:r>
              <a:rPr sz="1100" i="1" spc="80" dirty="0">
                <a:latin typeface="Calibri"/>
                <a:cs typeface="Calibri"/>
              </a:rPr>
              <a:t>x,</a:t>
            </a:r>
            <a:r>
              <a:rPr sz="1100" i="1" spc="-30" dirty="0">
                <a:latin typeface="Calibri"/>
                <a:cs typeface="Calibri"/>
              </a:rPr>
              <a:t> </a:t>
            </a:r>
            <a:r>
              <a:rPr sz="1100" i="1" spc="80" dirty="0">
                <a:latin typeface="Calibri"/>
                <a:cs typeface="Calibri"/>
              </a:rPr>
              <a:t>y</a:t>
            </a:r>
            <a:r>
              <a:rPr sz="1100" spc="80" dirty="0">
                <a:latin typeface="Calibri"/>
                <a:cs typeface="Calibri"/>
              </a:rPr>
              <a:t>)</a:t>
            </a:r>
            <a:r>
              <a:rPr sz="1100" spc="8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which</a:t>
            </a:r>
            <a:r>
              <a:rPr sz="1100" spc="9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was</a:t>
            </a:r>
            <a:r>
              <a:rPr sz="1100" spc="8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not </a:t>
            </a:r>
            <a:r>
              <a:rPr sz="1100" dirty="0">
                <a:latin typeface="Calibri"/>
                <a:cs typeface="Calibri"/>
              </a:rPr>
              <a:t>seen</a:t>
            </a:r>
            <a:r>
              <a:rPr sz="1100" spc="1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during</a:t>
            </a:r>
            <a:r>
              <a:rPr sz="1100" spc="16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training</a:t>
            </a:r>
            <a:endParaRPr sz="11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10"/>
              <p:cNvSpPr txBox="1"/>
              <p:nvPr/>
            </p:nvSpPr>
            <p:spPr>
              <a:xfrm>
                <a:off x="520700" y="962114"/>
                <a:ext cx="4495800" cy="365613"/>
              </a:xfrm>
              <a:prstGeom prst="rect">
                <a:avLst/>
              </a:prstGeom>
            </p:spPr>
            <p:txBody>
              <a:bodyPr vert="horz" wrap="square" lIns="0" tIns="6985" rIns="0" bIns="0" rtlCol="0">
                <a:spAutoFit/>
              </a:bodyPr>
              <a:lstStyle/>
              <a:p>
                <a:pPr marL="209550" marR="30480" indent="-171450" algn="just">
                  <a:lnSpc>
                    <a:spcPct val="102600"/>
                  </a:lnSpc>
                  <a:spcBef>
                    <a:spcPts val="55"/>
                  </a:spcBef>
                  <a:buFont typeface="Arial" panose="020B0604020202020204" pitchFamily="34" charset="0"/>
                  <a:buChar char="•"/>
                </a:pPr>
                <a:r>
                  <a:rPr lang="en-IN" sz="1100" spc="55" dirty="0">
                    <a:latin typeface="Calibri"/>
                    <a:cs typeface="Calibri"/>
                  </a:rPr>
                  <a:t>If</a:t>
                </a:r>
                <a:r>
                  <a:rPr lang="en-IN" sz="1100" spc="265" dirty="0">
                    <a:latin typeface="Calibri"/>
                    <a:cs typeface="Calibri"/>
                  </a:rPr>
                  <a:t> </a:t>
                </a:r>
                <a:r>
                  <a:rPr lang="en-IN" sz="1100" dirty="0">
                    <a:latin typeface="Calibri"/>
                    <a:cs typeface="Calibri"/>
                  </a:rPr>
                  <a:t>we</a:t>
                </a:r>
                <a:r>
                  <a:rPr lang="en-IN" sz="1100" spc="270" dirty="0">
                    <a:latin typeface="Calibri"/>
                    <a:cs typeface="Calibri"/>
                  </a:rPr>
                  <a:t> </a:t>
                </a:r>
                <a:r>
                  <a:rPr lang="en-IN" sz="1100" dirty="0">
                    <a:latin typeface="Calibri"/>
                    <a:cs typeface="Calibri"/>
                  </a:rPr>
                  <a:t>use</a:t>
                </a:r>
                <a:r>
                  <a:rPr lang="en-IN" sz="1100" spc="260" dirty="0">
                    <a:latin typeface="Calibri"/>
                    <a:cs typeface="Calibri"/>
                  </a:rPr>
                  <a:t> </a:t>
                </a:r>
                <a:r>
                  <a:rPr lang="en-IN" sz="1100" dirty="0">
                    <a:latin typeface="Calibri"/>
                    <a:cs typeface="Calibri"/>
                  </a:rPr>
                  <a:t>the</a:t>
                </a:r>
                <a:r>
                  <a:rPr lang="en-IN" sz="1100" spc="260" dirty="0">
                    <a:latin typeface="Calibri"/>
                    <a:cs typeface="Calibri"/>
                  </a:rPr>
                  <a:t> </a:t>
                </a:r>
                <a:r>
                  <a:rPr lang="en-IN" sz="1100" dirty="0">
                    <a:latin typeface="Calibri"/>
                    <a:cs typeface="Calibri"/>
                  </a:rPr>
                  <a:t>model</a:t>
                </a:r>
                <a:r>
                  <a:rPr lang="en-IN" sz="1100" spc="270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sz="1100" i="1" spc="65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accPr>
                      <m:e>
                        <m:r>
                          <a:rPr lang="ar-AE" sz="1100" b="0" i="1" spc="65" smtClean="0">
                            <a:latin typeface="Cambria Math" panose="02040503050406030204" pitchFamily="18" charset="0"/>
                            <a:cs typeface="Calibri"/>
                          </a:rPr>
                          <m:t>𝑓</m:t>
                        </m:r>
                      </m:e>
                    </m:acc>
                    <m:r>
                      <a:rPr lang="ar-AE" sz="1100" b="0" i="1" spc="65" smtClean="0">
                        <a:latin typeface="Cambria Math" panose="02040503050406030204" pitchFamily="18" charset="0"/>
                        <a:cs typeface="Calibri"/>
                      </a:rPr>
                      <m:t>(</m:t>
                    </m:r>
                    <m:r>
                      <a:rPr lang="ar-AE" sz="1100" b="0" i="1" spc="65" smtClean="0">
                        <a:latin typeface="Cambria Math" panose="02040503050406030204" pitchFamily="18" charset="0"/>
                        <a:cs typeface="Calibri"/>
                      </a:rPr>
                      <m:t>𝑥</m:t>
                    </m:r>
                    <m:r>
                      <a:rPr lang="ar-AE" sz="1100" b="0" i="1" spc="65" smtClean="0">
                        <a:latin typeface="Cambria Math" panose="02040503050406030204" pitchFamily="18" charset="0"/>
                        <a:cs typeface="Calibri"/>
                      </a:rPr>
                      <m:t>) </m:t>
                    </m:r>
                  </m:oMath>
                </a14:m>
                <a:r>
                  <a:rPr lang="en-IN" sz="1100" dirty="0">
                    <a:latin typeface="Calibri"/>
                    <a:cs typeface="Calibri"/>
                  </a:rPr>
                  <a:t>to</a:t>
                </a:r>
                <a:r>
                  <a:rPr lang="en-IN" sz="1100" spc="260" dirty="0">
                    <a:latin typeface="Calibri"/>
                    <a:cs typeface="Calibri"/>
                  </a:rPr>
                  <a:t> </a:t>
                </a:r>
                <a:r>
                  <a:rPr lang="en-IN" sz="1100" dirty="0">
                    <a:latin typeface="Calibri"/>
                    <a:cs typeface="Calibri"/>
                  </a:rPr>
                  <a:t>predict</a:t>
                </a:r>
                <a:r>
                  <a:rPr lang="en-IN" sz="1100" spc="265" dirty="0">
                    <a:latin typeface="Calibri"/>
                    <a:cs typeface="Calibri"/>
                  </a:rPr>
                  <a:t> </a:t>
                </a:r>
                <a:r>
                  <a:rPr lang="en-IN" sz="1100" spc="-25" dirty="0">
                    <a:latin typeface="Calibri"/>
                    <a:cs typeface="Calibri"/>
                  </a:rPr>
                  <a:t>the </a:t>
                </a:r>
                <a:r>
                  <a:rPr lang="en-IN" sz="1100" dirty="0">
                    <a:latin typeface="Calibri"/>
                    <a:cs typeface="Calibri"/>
                  </a:rPr>
                  <a:t>value</a:t>
                </a:r>
                <a:r>
                  <a:rPr lang="en-IN" sz="1100" spc="190" dirty="0">
                    <a:latin typeface="Calibri"/>
                    <a:cs typeface="Calibri"/>
                  </a:rPr>
                  <a:t> </a:t>
                </a:r>
                <a:r>
                  <a:rPr lang="en-IN" sz="1100" dirty="0">
                    <a:latin typeface="Calibri"/>
                    <a:cs typeface="Calibri"/>
                  </a:rPr>
                  <a:t>of</a:t>
                </a:r>
                <a:r>
                  <a:rPr lang="en-IN" sz="1100" spc="190" dirty="0">
                    <a:latin typeface="Calibri"/>
                    <a:cs typeface="Calibri"/>
                  </a:rPr>
                  <a:t> </a:t>
                </a:r>
                <a:r>
                  <a:rPr lang="en-IN" sz="1100" i="1" dirty="0">
                    <a:latin typeface="Calibri"/>
                    <a:cs typeface="Calibri"/>
                  </a:rPr>
                  <a:t>y</a:t>
                </a:r>
                <a:r>
                  <a:rPr lang="en-IN" sz="1100" i="1" spc="229" dirty="0">
                    <a:latin typeface="Calibri"/>
                    <a:cs typeface="Calibri"/>
                  </a:rPr>
                  <a:t> </a:t>
                </a:r>
                <a:r>
                  <a:rPr lang="en-IN" sz="1100" dirty="0">
                    <a:latin typeface="Calibri"/>
                    <a:cs typeface="Calibri"/>
                  </a:rPr>
                  <a:t>then</a:t>
                </a:r>
                <a:r>
                  <a:rPr lang="en-IN" sz="1100" spc="190" dirty="0">
                    <a:latin typeface="Calibri"/>
                    <a:cs typeface="Calibri"/>
                  </a:rPr>
                  <a:t> </a:t>
                </a:r>
                <a:r>
                  <a:rPr lang="en-IN" sz="1100" dirty="0">
                    <a:latin typeface="Calibri"/>
                    <a:cs typeface="Calibri"/>
                  </a:rPr>
                  <a:t>the</a:t>
                </a:r>
                <a:r>
                  <a:rPr lang="en-IN" sz="1100" spc="195" dirty="0">
                    <a:latin typeface="Calibri"/>
                    <a:cs typeface="Calibri"/>
                  </a:rPr>
                  <a:t> </a:t>
                </a:r>
                <a:r>
                  <a:rPr lang="en-IN" sz="1100" dirty="0">
                    <a:latin typeface="Calibri"/>
                    <a:cs typeface="Calibri"/>
                  </a:rPr>
                  <a:t>mean</a:t>
                </a:r>
                <a:r>
                  <a:rPr lang="en-IN" sz="1100" spc="190" dirty="0">
                    <a:latin typeface="Calibri"/>
                    <a:cs typeface="Calibri"/>
                  </a:rPr>
                  <a:t> </a:t>
                </a:r>
                <a:r>
                  <a:rPr lang="en-IN" sz="1100" dirty="0">
                    <a:latin typeface="Calibri"/>
                    <a:cs typeface="Calibri"/>
                  </a:rPr>
                  <a:t>square</a:t>
                </a:r>
                <a:r>
                  <a:rPr lang="en-IN" sz="1100" spc="190" dirty="0">
                    <a:latin typeface="Calibri"/>
                    <a:cs typeface="Calibri"/>
                  </a:rPr>
                  <a:t> </a:t>
                </a:r>
                <a:r>
                  <a:rPr lang="en-IN" sz="1100" dirty="0">
                    <a:latin typeface="Calibri"/>
                    <a:cs typeface="Calibri"/>
                  </a:rPr>
                  <a:t>error</a:t>
                </a:r>
                <a:r>
                  <a:rPr lang="en-IN" sz="1100" spc="190" dirty="0">
                    <a:latin typeface="Calibri"/>
                    <a:cs typeface="Calibri"/>
                  </a:rPr>
                  <a:t> </a:t>
                </a:r>
                <a:r>
                  <a:rPr lang="en-IN" sz="1100" spc="-25" dirty="0">
                    <a:latin typeface="Calibri"/>
                    <a:cs typeface="Calibri"/>
                  </a:rPr>
                  <a:t>is </a:t>
                </a:r>
                <a:r>
                  <a:rPr lang="en-IN" sz="1100" dirty="0">
                    <a:latin typeface="Calibri"/>
                    <a:cs typeface="Calibri"/>
                  </a:rPr>
                  <a:t>given</a:t>
                </a:r>
                <a:r>
                  <a:rPr lang="en-IN" sz="1100" spc="190" dirty="0">
                    <a:latin typeface="Calibri"/>
                    <a:cs typeface="Calibri"/>
                  </a:rPr>
                  <a:t> </a:t>
                </a:r>
                <a:r>
                  <a:rPr lang="en-IN" sz="1100" spc="-35" dirty="0">
                    <a:latin typeface="Calibri"/>
                    <a:cs typeface="Calibri"/>
                  </a:rPr>
                  <a:t>by</a:t>
                </a:r>
                <a:endParaRPr sz="11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0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700" y="962114"/>
                <a:ext cx="4495800" cy="365613"/>
              </a:xfrm>
              <a:prstGeom prst="rect">
                <a:avLst/>
              </a:prstGeom>
              <a:blipFill>
                <a:blip r:embed="rId2"/>
                <a:stretch>
                  <a:fillRect l="-949" t="-15000" r="-1355" b="-2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63118F5-6EE6-C004-56F1-8BC59FE8FE67}"/>
                  </a:ext>
                </a:extLst>
              </p:cNvPr>
              <p:cNvSpPr txBox="1"/>
              <p:nvPr/>
            </p:nvSpPr>
            <p:spPr>
              <a:xfrm>
                <a:off x="1956985" y="1493438"/>
                <a:ext cx="1394630" cy="2711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1100" i="1" spc="100" dirty="0">
                    <a:latin typeface="Calibri"/>
                    <a:cs typeface="Calibri"/>
                  </a:rPr>
                  <a:t>E</a:t>
                </a:r>
                <a:r>
                  <a:rPr lang="en-IN" sz="1100" spc="100" dirty="0">
                    <a:latin typeface="Calibri"/>
                    <a:cs typeface="Calibri"/>
                  </a:rPr>
                  <a:t>[(</a:t>
                </a:r>
                <a:r>
                  <a:rPr lang="en-IN" sz="1100" i="1" spc="100" dirty="0">
                    <a:latin typeface="Calibri"/>
                    <a:cs typeface="Calibri"/>
                  </a:rPr>
                  <a:t>y</a:t>
                </a:r>
                <a:r>
                  <a:rPr lang="en-IN" sz="1100" i="1" spc="105" dirty="0">
                    <a:latin typeface="Calibri"/>
                    <a:cs typeface="Calibri"/>
                  </a:rPr>
                  <a:t> </a:t>
                </a:r>
                <a:r>
                  <a:rPr lang="en-IN" sz="1100" spc="-254" dirty="0">
                    <a:latin typeface="Lucida Sans Unicode"/>
                    <a:cs typeface="Lucida Sans Unicode"/>
                  </a:rPr>
                  <a:t>—</a:t>
                </a:r>
                <a:r>
                  <a:rPr lang="en-IN" sz="1100" spc="-35" dirty="0">
                    <a:latin typeface="Lucida Sans Unicode"/>
                    <a:cs typeface="Lucida Sans Unicode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sz="1100" i="1" spc="65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accPr>
                      <m:e>
                        <m:r>
                          <a:rPr lang="ar-AE" sz="1100" b="0" i="1" spc="65" smtClean="0">
                            <a:latin typeface="Cambria Math" panose="02040503050406030204" pitchFamily="18" charset="0"/>
                            <a:cs typeface="Calibri"/>
                          </a:rPr>
                          <m:t>𝑓</m:t>
                        </m:r>
                      </m:e>
                    </m:acc>
                    <m:d>
                      <m:dPr>
                        <m:ctrlPr>
                          <a:rPr lang="ar-AE" sz="1100" b="0" i="1" spc="65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ar-AE" sz="1100" b="0" i="1" spc="65" smtClean="0">
                            <a:latin typeface="Cambria Math" panose="02040503050406030204" pitchFamily="18" charset="0"/>
                            <a:cs typeface="Calibri"/>
                          </a:rPr>
                          <m:t>𝑥</m:t>
                        </m:r>
                      </m:e>
                    </m:d>
                    <m:r>
                      <a:rPr lang="en-IN" sz="1100" b="0" i="1" spc="65" smtClean="0">
                        <a:latin typeface="Cambria Math" panose="02040503050406030204" pitchFamily="18" charset="0"/>
                        <a:cs typeface="Calibri"/>
                      </a:rPr>
                      <m:t>)</m:t>
                    </m:r>
                  </m:oMath>
                </a14:m>
                <a:r>
                  <a:rPr lang="ar-AE" sz="1200" baseline="31250" dirty="0">
                    <a:latin typeface="Calibri"/>
                    <a:cs typeface="Calibri"/>
                  </a:rPr>
                  <a:t>2</a:t>
                </a:r>
                <a:r>
                  <a:rPr lang="en-IN" sz="1100" dirty="0">
                    <a:latin typeface="Calibri"/>
                    <a:cs typeface="Calibri"/>
                  </a:rPr>
                  <a:t>]</a:t>
                </a:r>
                <a:r>
                  <a:rPr lang="ar-AE" sz="1100" spc="145" dirty="0">
                    <a:latin typeface="Calibri"/>
                    <a:cs typeface="Calibri"/>
                  </a:rPr>
                  <a:t> </a:t>
                </a:r>
                <a:endParaRPr lang="en-IN" sz="11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63118F5-6EE6-C004-56F1-8BC59FE8FE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6985" y="1493438"/>
                <a:ext cx="1394630" cy="271164"/>
              </a:xfrm>
              <a:prstGeom prst="rect">
                <a:avLst/>
              </a:prstGeom>
              <a:blipFill>
                <a:blip r:embed="rId3"/>
                <a:stretch>
                  <a:fillRect t="-4545" b="-1818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8995" y="402144"/>
            <a:ext cx="4839335" cy="169277"/>
          </a:xfrm>
        </p:spPr>
        <p:txBody>
          <a:bodyPr/>
          <a:lstStyle/>
          <a:p>
            <a:r>
              <a:rPr lang="en-IN" dirty="0" smtClean="0"/>
              <a:t>Bias vs Variance curve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7916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715" y="705779"/>
            <a:ext cx="5760085" cy="1689100"/>
            <a:chOff x="0" y="0"/>
            <a:chExt cx="5760085" cy="1689100"/>
          </a:xfrm>
        </p:grpSpPr>
        <p:sp>
          <p:nvSpPr>
            <p:cNvPr id="3" name="object 3"/>
            <p:cNvSpPr/>
            <p:nvPr/>
          </p:nvSpPr>
          <p:spPr>
            <a:xfrm>
              <a:off x="260643" y="1642198"/>
              <a:ext cx="2108835" cy="0"/>
            </a:xfrm>
            <a:custGeom>
              <a:avLst/>
              <a:gdLst/>
              <a:ahLst/>
              <a:cxnLst/>
              <a:rect l="l" t="t" r="r" b="b"/>
              <a:pathLst>
                <a:path w="2108835">
                  <a:moveTo>
                    <a:pt x="0" y="0"/>
                  </a:moveTo>
                  <a:lnTo>
                    <a:pt x="2108714" y="0"/>
                  </a:lnTo>
                </a:path>
              </a:pathLst>
            </a:custGeom>
            <a:ln w="202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340509" y="1603733"/>
              <a:ext cx="36195" cy="77470"/>
            </a:xfrm>
            <a:custGeom>
              <a:avLst/>
              <a:gdLst/>
              <a:ahLst/>
              <a:cxnLst/>
              <a:rect l="l" t="t" r="r" b="b"/>
              <a:pathLst>
                <a:path w="36194" h="77469">
                  <a:moveTo>
                    <a:pt x="0" y="0"/>
                  </a:moveTo>
                  <a:lnTo>
                    <a:pt x="5634" y="11757"/>
                  </a:lnTo>
                  <a:lnTo>
                    <a:pt x="16226" y="23739"/>
                  </a:lnTo>
                  <a:lnTo>
                    <a:pt x="27720" y="33468"/>
                  </a:lnTo>
                  <a:lnTo>
                    <a:pt x="36059" y="38463"/>
                  </a:lnTo>
                  <a:lnTo>
                    <a:pt x="27720" y="43459"/>
                  </a:lnTo>
                  <a:lnTo>
                    <a:pt x="16226" y="53188"/>
                  </a:lnTo>
                  <a:lnTo>
                    <a:pt x="5634" y="65170"/>
                  </a:lnTo>
                  <a:lnTo>
                    <a:pt x="0" y="76927"/>
                  </a:lnTo>
                </a:path>
              </a:pathLst>
            </a:custGeom>
            <a:ln w="161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247153" y="2362204"/>
            <a:ext cx="10960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Calibri"/>
                <a:cs typeface="Calibri"/>
              </a:rPr>
              <a:t>model</a:t>
            </a:r>
            <a:r>
              <a:rPr sz="1100" spc="15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complexity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15335" y="776760"/>
            <a:ext cx="93980" cy="1594485"/>
            <a:chOff x="213924" y="58023"/>
            <a:chExt cx="93980" cy="1594485"/>
          </a:xfrm>
        </p:grpSpPr>
        <p:sp>
          <p:nvSpPr>
            <p:cNvPr id="7" name="object 7"/>
            <p:cNvSpPr/>
            <p:nvPr/>
          </p:nvSpPr>
          <p:spPr>
            <a:xfrm>
              <a:off x="260643" y="73490"/>
              <a:ext cx="0" cy="1569085"/>
            </a:xfrm>
            <a:custGeom>
              <a:avLst/>
              <a:gdLst/>
              <a:ahLst/>
              <a:cxnLst/>
              <a:rect l="l" t="t" r="r" b="b"/>
              <a:pathLst>
                <a:path h="1569085">
                  <a:moveTo>
                    <a:pt x="0" y="1568707"/>
                  </a:moveTo>
                  <a:lnTo>
                    <a:pt x="0" y="0"/>
                  </a:lnTo>
                </a:path>
              </a:pathLst>
            </a:custGeom>
            <a:ln w="202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2179" y="66278"/>
              <a:ext cx="77470" cy="36195"/>
            </a:xfrm>
            <a:custGeom>
              <a:avLst/>
              <a:gdLst/>
              <a:ahLst/>
              <a:cxnLst/>
              <a:rect l="l" t="t" r="r" b="b"/>
              <a:pathLst>
                <a:path w="77470" h="36194">
                  <a:moveTo>
                    <a:pt x="0" y="36059"/>
                  </a:moveTo>
                  <a:lnTo>
                    <a:pt x="11757" y="30425"/>
                  </a:lnTo>
                  <a:lnTo>
                    <a:pt x="23739" y="19832"/>
                  </a:lnTo>
                  <a:lnTo>
                    <a:pt x="33468" y="8338"/>
                  </a:lnTo>
                  <a:lnTo>
                    <a:pt x="38463" y="0"/>
                  </a:lnTo>
                  <a:lnTo>
                    <a:pt x="43459" y="8338"/>
                  </a:lnTo>
                  <a:lnTo>
                    <a:pt x="53188" y="19832"/>
                  </a:lnTo>
                  <a:lnTo>
                    <a:pt x="65170" y="30425"/>
                  </a:lnTo>
                  <a:lnTo>
                    <a:pt x="76927" y="36059"/>
                  </a:lnTo>
                </a:path>
              </a:pathLst>
            </a:custGeom>
            <a:ln w="161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89132" y="820390"/>
            <a:ext cx="164465" cy="31940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140"/>
              </a:lnSpc>
            </a:pPr>
            <a:r>
              <a:rPr sz="1100" spc="-10" dirty="0">
                <a:latin typeface="Calibri"/>
                <a:cs typeface="Calibri"/>
              </a:rPr>
              <a:t>error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65680" y="916624"/>
            <a:ext cx="1872614" cy="1404620"/>
          </a:xfrm>
          <a:custGeom>
            <a:avLst/>
            <a:gdLst/>
            <a:ahLst/>
            <a:cxnLst/>
            <a:rect l="l" t="t" r="r" b="b"/>
            <a:pathLst>
              <a:path w="1872614" h="1404620">
                <a:moveTo>
                  <a:pt x="0" y="0"/>
                </a:moveTo>
                <a:lnTo>
                  <a:pt x="22221" y="73112"/>
                </a:lnTo>
                <a:lnTo>
                  <a:pt x="44217" y="143516"/>
                </a:lnTo>
                <a:lnTo>
                  <a:pt x="66018" y="211265"/>
                </a:lnTo>
                <a:lnTo>
                  <a:pt x="87656" y="276413"/>
                </a:lnTo>
                <a:lnTo>
                  <a:pt x="109160" y="339012"/>
                </a:lnTo>
                <a:lnTo>
                  <a:pt x="130563" y="399116"/>
                </a:lnTo>
                <a:lnTo>
                  <a:pt x="151894" y="456778"/>
                </a:lnTo>
                <a:lnTo>
                  <a:pt x="173186" y="512050"/>
                </a:lnTo>
                <a:lnTo>
                  <a:pt x="194469" y="564987"/>
                </a:lnTo>
                <a:lnTo>
                  <a:pt x="215774" y="615641"/>
                </a:lnTo>
                <a:lnTo>
                  <a:pt x="237133" y="664065"/>
                </a:lnTo>
                <a:lnTo>
                  <a:pt x="258575" y="710313"/>
                </a:lnTo>
                <a:lnTo>
                  <a:pt x="280133" y="754438"/>
                </a:lnTo>
                <a:lnTo>
                  <a:pt x="301837" y="796492"/>
                </a:lnTo>
                <a:lnTo>
                  <a:pt x="323717" y="836529"/>
                </a:lnTo>
                <a:lnTo>
                  <a:pt x="345806" y="874602"/>
                </a:lnTo>
                <a:lnTo>
                  <a:pt x="368135" y="910765"/>
                </a:lnTo>
                <a:lnTo>
                  <a:pt x="390733" y="945069"/>
                </a:lnTo>
                <a:lnTo>
                  <a:pt x="413632" y="977570"/>
                </a:lnTo>
                <a:lnTo>
                  <a:pt x="436864" y="1008319"/>
                </a:lnTo>
                <a:lnTo>
                  <a:pt x="484447" y="1064775"/>
                </a:lnTo>
                <a:lnTo>
                  <a:pt x="533731" y="1114863"/>
                </a:lnTo>
                <a:lnTo>
                  <a:pt x="584963" y="1159008"/>
                </a:lnTo>
                <a:lnTo>
                  <a:pt x="638392" y="1197636"/>
                </a:lnTo>
                <a:lnTo>
                  <a:pt x="694265" y="1231171"/>
                </a:lnTo>
                <a:lnTo>
                  <a:pt x="752830" y="1260039"/>
                </a:lnTo>
                <a:lnTo>
                  <a:pt x="814336" y="1284665"/>
                </a:lnTo>
                <a:lnTo>
                  <a:pt x="879030" y="1305473"/>
                </a:lnTo>
                <a:lnTo>
                  <a:pt x="947161" y="1322889"/>
                </a:lnTo>
                <a:lnTo>
                  <a:pt x="1018976" y="1337339"/>
                </a:lnTo>
                <a:lnTo>
                  <a:pt x="1094723" y="1349246"/>
                </a:lnTo>
                <a:lnTo>
                  <a:pt x="1134149" y="1354380"/>
                </a:lnTo>
                <a:lnTo>
                  <a:pt x="1174651" y="1359037"/>
                </a:lnTo>
                <a:lnTo>
                  <a:pt x="1216259" y="1363272"/>
                </a:lnTo>
                <a:lnTo>
                  <a:pt x="1259006" y="1367136"/>
                </a:lnTo>
                <a:lnTo>
                  <a:pt x="1302922" y="1370684"/>
                </a:lnTo>
                <a:lnTo>
                  <a:pt x="1348038" y="1373969"/>
                </a:lnTo>
                <a:lnTo>
                  <a:pt x="1394385" y="1377043"/>
                </a:lnTo>
                <a:lnTo>
                  <a:pt x="1441995" y="1379960"/>
                </a:lnTo>
                <a:lnTo>
                  <a:pt x="1490897" y="1382773"/>
                </a:lnTo>
                <a:lnTo>
                  <a:pt x="1541123" y="1385536"/>
                </a:lnTo>
                <a:lnTo>
                  <a:pt x="1592704" y="1388300"/>
                </a:lnTo>
                <a:lnTo>
                  <a:pt x="1645672" y="1391119"/>
                </a:lnTo>
                <a:lnTo>
                  <a:pt x="1700056" y="1394048"/>
                </a:lnTo>
                <a:lnTo>
                  <a:pt x="1755889" y="1397137"/>
                </a:lnTo>
                <a:lnTo>
                  <a:pt x="1813200" y="1400442"/>
                </a:lnTo>
                <a:lnTo>
                  <a:pt x="1872022" y="1404014"/>
                </a:lnTo>
              </a:path>
            </a:pathLst>
          </a:custGeom>
          <a:ln w="10122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37680" y="916624"/>
            <a:ext cx="1800225" cy="1080135"/>
          </a:xfrm>
          <a:custGeom>
            <a:avLst/>
            <a:gdLst/>
            <a:ahLst/>
            <a:cxnLst/>
            <a:rect l="l" t="t" r="r" b="b"/>
            <a:pathLst>
              <a:path w="1800225" h="1080135">
                <a:moveTo>
                  <a:pt x="0" y="0"/>
                </a:moveTo>
                <a:lnTo>
                  <a:pt x="21695" y="56832"/>
                </a:lnTo>
                <a:lnTo>
                  <a:pt x="43577" y="112129"/>
                </a:lnTo>
                <a:lnTo>
                  <a:pt x="65641" y="165890"/>
                </a:lnTo>
                <a:lnTo>
                  <a:pt x="87882" y="218114"/>
                </a:lnTo>
                <a:lnTo>
                  <a:pt x="110294" y="268803"/>
                </a:lnTo>
                <a:lnTo>
                  <a:pt x="132873" y="317955"/>
                </a:lnTo>
                <a:lnTo>
                  <a:pt x="155613" y="365572"/>
                </a:lnTo>
                <a:lnTo>
                  <a:pt x="178509" y="411653"/>
                </a:lnTo>
                <a:lnTo>
                  <a:pt x="201556" y="456197"/>
                </a:lnTo>
                <a:lnTo>
                  <a:pt x="224749" y="499206"/>
                </a:lnTo>
                <a:lnTo>
                  <a:pt x="248083" y="540678"/>
                </a:lnTo>
                <a:lnTo>
                  <a:pt x="271552" y="580615"/>
                </a:lnTo>
                <a:lnTo>
                  <a:pt x="295153" y="619015"/>
                </a:lnTo>
                <a:lnTo>
                  <a:pt x="318878" y="655880"/>
                </a:lnTo>
                <a:lnTo>
                  <a:pt x="342724" y="691208"/>
                </a:lnTo>
                <a:lnTo>
                  <a:pt x="366685" y="725000"/>
                </a:lnTo>
                <a:lnTo>
                  <a:pt x="390756" y="757257"/>
                </a:lnTo>
                <a:lnTo>
                  <a:pt x="414932" y="787977"/>
                </a:lnTo>
                <a:lnTo>
                  <a:pt x="463579" y="844810"/>
                </a:lnTo>
                <a:lnTo>
                  <a:pt x="512584" y="895499"/>
                </a:lnTo>
                <a:lnTo>
                  <a:pt x="561906" y="940043"/>
                </a:lnTo>
                <a:lnTo>
                  <a:pt x="611505" y="978444"/>
                </a:lnTo>
                <a:lnTo>
                  <a:pt x="661340" y="1010700"/>
                </a:lnTo>
                <a:lnTo>
                  <a:pt x="711369" y="1036812"/>
                </a:lnTo>
                <a:lnTo>
                  <a:pt x="761551" y="1056780"/>
                </a:lnTo>
                <a:lnTo>
                  <a:pt x="811846" y="1070605"/>
                </a:lnTo>
                <a:lnTo>
                  <a:pt x="862213" y="1078285"/>
                </a:lnTo>
                <a:lnTo>
                  <a:pt x="887411" y="1079821"/>
                </a:lnTo>
                <a:lnTo>
                  <a:pt x="912611" y="1079821"/>
                </a:lnTo>
                <a:lnTo>
                  <a:pt x="962998" y="1075213"/>
                </a:lnTo>
                <a:lnTo>
                  <a:pt x="1013335" y="1064461"/>
                </a:lnTo>
                <a:lnTo>
                  <a:pt x="1063579" y="1047564"/>
                </a:lnTo>
                <a:lnTo>
                  <a:pt x="1113690" y="1024524"/>
                </a:lnTo>
                <a:lnTo>
                  <a:pt x="1163626" y="995340"/>
                </a:lnTo>
                <a:lnTo>
                  <a:pt x="1213348" y="960011"/>
                </a:lnTo>
                <a:lnTo>
                  <a:pt x="1262814" y="918539"/>
                </a:lnTo>
                <a:lnTo>
                  <a:pt x="1311983" y="870922"/>
                </a:lnTo>
                <a:lnTo>
                  <a:pt x="1360814" y="817162"/>
                </a:lnTo>
                <a:lnTo>
                  <a:pt x="1409266" y="757257"/>
                </a:lnTo>
                <a:lnTo>
                  <a:pt x="1433337" y="725000"/>
                </a:lnTo>
                <a:lnTo>
                  <a:pt x="1457298" y="691208"/>
                </a:lnTo>
                <a:lnTo>
                  <a:pt x="1481144" y="655880"/>
                </a:lnTo>
                <a:lnTo>
                  <a:pt x="1504869" y="619015"/>
                </a:lnTo>
                <a:lnTo>
                  <a:pt x="1528469" y="580615"/>
                </a:lnTo>
                <a:lnTo>
                  <a:pt x="1551939" y="540678"/>
                </a:lnTo>
                <a:lnTo>
                  <a:pt x="1575273" y="499206"/>
                </a:lnTo>
                <a:lnTo>
                  <a:pt x="1598466" y="456197"/>
                </a:lnTo>
                <a:lnTo>
                  <a:pt x="1621513" y="411653"/>
                </a:lnTo>
                <a:lnTo>
                  <a:pt x="1644409" y="365572"/>
                </a:lnTo>
                <a:lnTo>
                  <a:pt x="1667149" y="317955"/>
                </a:lnTo>
                <a:lnTo>
                  <a:pt x="1689727" y="268803"/>
                </a:lnTo>
                <a:lnTo>
                  <a:pt x="1712140" y="218114"/>
                </a:lnTo>
                <a:lnTo>
                  <a:pt x="1734380" y="165890"/>
                </a:lnTo>
                <a:lnTo>
                  <a:pt x="1756444" y="112129"/>
                </a:lnTo>
                <a:lnTo>
                  <a:pt x="1778327" y="56832"/>
                </a:lnTo>
                <a:lnTo>
                  <a:pt x="1800022" y="0"/>
                </a:lnTo>
              </a:path>
            </a:pathLst>
          </a:custGeom>
          <a:ln w="1012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93333" y="804320"/>
            <a:ext cx="6000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60" dirty="0">
                <a:latin typeface="Calibri"/>
                <a:cs typeface="Calibri"/>
              </a:rPr>
              <a:t>High</a:t>
            </a:r>
            <a:r>
              <a:rPr sz="1100" spc="114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bias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49846" y="769790"/>
            <a:ext cx="857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60" dirty="0">
                <a:latin typeface="Calibri"/>
                <a:cs typeface="Calibri"/>
              </a:rPr>
              <a:t>High</a:t>
            </a:r>
            <a:r>
              <a:rPr sz="1100" spc="114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variance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30300" y="1401377"/>
            <a:ext cx="1000125" cy="35009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dirty="0" smtClean="0">
                <a:latin typeface="Calibri"/>
                <a:cs typeface="Calibri"/>
              </a:rPr>
              <a:t>ideal</a:t>
            </a:r>
            <a:r>
              <a:rPr sz="1100" spc="210" dirty="0" smtClean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model complexity</a:t>
            </a:r>
            <a:endParaRPr sz="1100" dirty="0">
              <a:latin typeface="Calibri"/>
              <a:cs typeface="Calibri"/>
            </a:endParaRPr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0775" y="1770705"/>
            <a:ext cx="89132" cy="2186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21"/>
              <p:cNvSpPr txBox="1"/>
              <p:nvPr/>
            </p:nvSpPr>
            <p:spPr>
              <a:xfrm>
                <a:off x="2663139" y="474446"/>
                <a:ext cx="3102661" cy="190373"/>
              </a:xfrm>
              <a:prstGeom prst="rect">
                <a:avLst/>
              </a:prstGeom>
            </p:spPr>
            <p:txBody>
              <a:bodyPr vert="horz" wrap="square" lIns="0" tIns="11430" rIns="0" bIns="0" rtlCol="0">
                <a:spAutoFit/>
              </a:bodyPr>
              <a:lstStyle/>
              <a:p>
                <a:pPr marL="209550" indent="-171450">
                  <a:lnSpc>
                    <a:spcPct val="100000"/>
                  </a:lnSpc>
                  <a:spcBef>
                    <a:spcPts val="90"/>
                  </a:spcBef>
                  <a:buFont typeface="Arial" panose="020B0604020202020204" pitchFamily="34" charset="0"/>
                  <a:buChar char="•"/>
                </a:pPr>
                <a:r>
                  <a:rPr sz="1100" spc="65" dirty="0">
                    <a:latin typeface="Calibri"/>
                    <a:cs typeface="Calibri"/>
                  </a:rPr>
                  <a:t>The</a:t>
                </a:r>
                <a:r>
                  <a:rPr sz="1100" spc="190" dirty="0">
                    <a:latin typeface="Calibri"/>
                    <a:cs typeface="Calibri"/>
                  </a:rPr>
                  <a:t> </a:t>
                </a:r>
                <a:r>
                  <a:rPr sz="1100" dirty="0">
                    <a:latin typeface="Calibri"/>
                    <a:cs typeface="Calibri"/>
                  </a:rPr>
                  <a:t>parameters</a:t>
                </a:r>
                <a:r>
                  <a:rPr sz="1100" spc="190" dirty="0">
                    <a:latin typeface="Calibri"/>
                    <a:cs typeface="Calibri"/>
                  </a:rPr>
                  <a:t> </a:t>
                </a:r>
                <a:r>
                  <a:rPr sz="1100" dirty="0">
                    <a:latin typeface="Calibri"/>
                    <a:cs typeface="Calibri"/>
                  </a:rPr>
                  <a:t>of</a:t>
                </a:r>
                <a:r>
                  <a:rPr sz="1100" spc="190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sz="1100" i="1" spc="65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accPr>
                      <m:e>
                        <m:r>
                          <a:rPr lang="ar-AE" sz="1100" b="0" i="1" spc="65" smtClean="0">
                            <a:latin typeface="Cambria Math" panose="02040503050406030204" pitchFamily="18" charset="0"/>
                            <a:cs typeface="Calibri"/>
                          </a:rPr>
                          <m:t>𝑓</m:t>
                        </m:r>
                      </m:e>
                    </m:acc>
                    <m:r>
                      <a:rPr lang="ar-AE" sz="1100" b="0" i="1" spc="65" smtClean="0">
                        <a:latin typeface="Cambria Math" panose="02040503050406030204" pitchFamily="18" charset="0"/>
                        <a:cs typeface="Calibri"/>
                      </a:rPr>
                      <m:t>(</m:t>
                    </m:r>
                    <m:r>
                      <a:rPr lang="ar-AE" sz="1100" b="0" i="1" spc="65" smtClean="0">
                        <a:latin typeface="Cambria Math" panose="02040503050406030204" pitchFamily="18" charset="0"/>
                        <a:cs typeface="Calibri"/>
                      </a:rPr>
                      <m:t>𝑥</m:t>
                    </m:r>
                    <m:r>
                      <a:rPr lang="ar-AE" sz="1100" b="0" i="1" spc="65" smtClean="0">
                        <a:latin typeface="Cambria Math" panose="02040503050406030204" pitchFamily="18" charset="0"/>
                        <a:cs typeface="Calibri"/>
                      </a:rPr>
                      <m:t>)</m:t>
                    </m:r>
                  </m:oMath>
                </a14:m>
                <a:r>
                  <a:rPr sz="1100" spc="190" dirty="0">
                    <a:latin typeface="Calibri"/>
                    <a:cs typeface="Calibri"/>
                  </a:rPr>
                  <a:t> </a:t>
                </a:r>
                <a:r>
                  <a:rPr sz="1100" spc="50" dirty="0">
                    <a:latin typeface="Calibri"/>
                    <a:cs typeface="Calibri"/>
                  </a:rPr>
                  <a:t>(all</a:t>
                </a:r>
                <a:r>
                  <a:rPr sz="1100" spc="190" dirty="0">
                    <a:latin typeface="Calibri"/>
                    <a:cs typeface="Calibri"/>
                  </a:rPr>
                  <a:t> </a:t>
                </a:r>
                <a:r>
                  <a:rPr sz="1100" i="1" dirty="0" smtClean="0">
                    <a:latin typeface="Calibri"/>
                    <a:cs typeface="Calibri"/>
                  </a:rPr>
                  <a:t>w</a:t>
                </a:r>
                <a14:m>
                  <m:oMath xmlns:m="http://schemas.openxmlformats.org/officeDocument/2006/math">
                    <m:r>
                      <a:rPr lang="en-IN" sz="1100" i="1" baseline="-25000" dirty="0" smtClean="0">
                        <a:latin typeface="Cambria Math" panose="02040503050406030204" pitchFamily="18" charset="0"/>
                        <a:cs typeface="Calibri"/>
                      </a:rPr>
                      <m:t>𝑖</m:t>
                    </m:r>
                  </m:oMath>
                </a14:m>
                <a:r>
                  <a:rPr sz="1100" i="1" spc="125" dirty="0" smtClean="0">
                    <a:latin typeface="Calibri"/>
                    <a:cs typeface="Calibri"/>
                  </a:rPr>
                  <a:t> </a:t>
                </a:r>
                <a:r>
                  <a:rPr sz="1100" dirty="0" smtClean="0">
                    <a:latin typeface="Calibri"/>
                    <a:cs typeface="Calibri"/>
                  </a:rPr>
                  <a:t>’s</a:t>
                </a:r>
                <a:r>
                  <a:rPr sz="1100" dirty="0">
                    <a:latin typeface="Calibri"/>
                    <a:cs typeface="Calibri"/>
                  </a:rPr>
                  <a:t>)</a:t>
                </a:r>
                <a:r>
                  <a:rPr sz="1100" spc="190" dirty="0">
                    <a:latin typeface="Calibri"/>
                    <a:cs typeface="Calibri"/>
                  </a:rPr>
                  <a:t> </a:t>
                </a:r>
                <a:r>
                  <a:rPr sz="1100" dirty="0">
                    <a:latin typeface="Calibri"/>
                    <a:cs typeface="Calibri"/>
                  </a:rPr>
                  <a:t>are</a:t>
                </a:r>
                <a:r>
                  <a:rPr sz="1100" spc="190" dirty="0">
                    <a:latin typeface="Calibri"/>
                    <a:cs typeface="Calibri"/>
                  </a:rPr>
                  <a:t> </a:t>
                </a:r>
                <a:r>
                  <a:rPr sz="1100" spc="-10" dirty="0">
                    <a:latin typeface="Calibri"/>
                    <a:cs typeface="Calibri"/>
                  </a:rPr>
                  <a:t>trained</a:t>
                </a:r>
                <a:endParaRPr sz="11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21" name="object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3139" y="474446"/>
                <a:ext cx="3102661" cy="190373"/>
              </a:xfrm>
              <a:prstGeom prst="rect">
                <a:avLst/>
              </a:prstGeom>
              <a:blipFill>
                <a:blip r:embed="rId4"/>
                <a:stretch>
                  <a:fillRect l="-1572" t="-22581" r="-196" b="-4516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object 22"/>
          <p:cNvSpPr txBox="1"/>
          <p:nvPr/>
        </p:nvSpPr>
        <p:spPr>
          <a:xfrm>
            <a:off x="2876461" y="696492"/>
            <a:ext cx="19005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Calibri"/>
                <a:cs typeface="Calibri"/>
              </a:rPr>
              <a:t>using</a:t>
            </a:r>
            <a:r>
              <a:rPr sz="1100" spc="20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spc="2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training</a:t>
            </a:r>
            <a:r>
              <a:rPr sz="1100" spc="2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set</a:t>
            </a:r>
            <a:r>
              <a:rPr sz="1100" spc="215" dirty="0">
                <a:latin typeface="Calibri"/>
                <a:cs typeface="Calibri"/>
              </a:rPr>
              <a:t> </a:t>
            </a:r>
            <a:r>
              <a:rPr sz="1100" spc="114" dirty="0">
                <a:latin typeface="Lucida Sans Unicode"/>
                <a:cs typeface="Lucida Sans Unicode"/>
              </a:rPr>
              <a:t>{</a:t>
            </a:r>
            <a:r>
              <a:rPr sz="1100" spc="114" dirty="0">
                <a:latin typeface="Calibri"/>
                <a:cs typeface="Calibri"/>
              </a:rPr>
              <a:t>(</a:t>
            </a:r>
            <a:r>
              <a:rPr sz="1100" i="1" spc="114" dirty="0">
                <a:latin typeface="Calibri"/>
                <a:cs typeface="Calibri"/>
              </a:rPr>
              <a:t>x</a:t>
            </a:r>
            <a:r>
              <a:rPr sz="1200" i="1" spc="172" baseline="-10416" dirty="0">
                <a:latin typeface="Calibri"/>
                <a:cs typeface="Calibri"/>
              </a:rPr>
              <a:t>i</a:t>
            </a:r>
            <a:r>
              <a:rPr sz="1100" i="1" spc="114" dirty="0">
                <a:latin typeface="Calibri"/>
                <a:cs typeface="Calibri"/>
              </a:rPr>
              <a:t>,</a:t>
            </a:r>
            <a:r>
              <a:rPr sz="1100" i="1" spc="-20" dirty="0">
                <a:latin typeface="Calibri"/>
                <a:cs typeface="Calibri"/>
              </a:rPr>
              <a:t> </a:t>
            </a:r>
            <a:r>
              <a:rPr sz="1100" i="1" spc="90" dirty="0">
                <a:latin typeface="Calibri"/>
                <a:cs typeface="Calibri"/>
              </a:rPr>
              <a:t>y</a:t>
            </a:r>
            <a:r>
              <a:rPr sz="1200" i="1" spc="135" baseline="-10416" dirty="0">
                <a:latin typeface="Calibri"/>
                <a:cs typeface="Calibri"/>
              </a:rPr>
              <a:t>i</a:t>
            </a:r>
            <a:r>
              <a:rPr sz="1100" spc="90" dirty="0">
                <a:latin typeface="Calibri"/>
                <a:cs typeface="Calibri"/>
              </a:rPr>
              <a:t>)</a:t>
            </a:r>
            <a:r>
              <a:rPr sz="1100" spc="90" dirty="0">
                <a:latin typeface="Lucida Sans Unicode"/>
                <a:cs typeface="Lucida Sans Unicode"/>
              </a:rPr>
              <a:t>}</a:t>
            </a:r>
            <a:r>
              <a:rPr sz="1200" i="1" spc="135" baseline="27777" dirty="0">
                <a:latin typeface="Calibri"/>
                <a:cs typeface="Calibri"/>
              </a:rPr>
              <a:t>n</a:t>
            </a:r>
            <a:endParaRPr sz="1200" baseline="27777" dirty="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660785" y="772615"/>
            <a:ext cx="20002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100" dirty="0">
                <a:latin typeface="Calibri"/>
                <a:cs typeface="Calibri"/>
              </a:rPr>
              <a:t>i</a:t>
            </a:r>
            <a:r>
              <a:rPr sz="800" spc="100" dirty="0">
                <a:latin typeface="Calibri"/>
                <a:cs typeface="Calibri"/>
              </a:rPr>
              <a:t>=1</a:t>
            </a:r>
            <a:endParaRPr sz="800" dirty="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689173" y="1007108"/>
            <a:ext cx="2985733" cy="523798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84150" marR="5080" indent="-171450" algn="just">
              <a:lnSpc>
                <a:spcPct val="102600"/>
              </a:lnSpc>
              <a:spcBef>
                <a:spcPts val="55"/>
              </a:spcBef>
              <a:buFont typeface="Arial" panose="020B0604020202020204" pitchFamily="34" charset="0"/>
              <a:buChar char="•"/>
            </a:pPr>
            <a:r>
              <a:rPr sz="1100" dirty="0">
                <a:latin typeface="Calibri"/>
                <a:cs typeface="Calibri"/>
              </a:rPr>
              <a:t>However, at test time </a:t>
            </a:r>
            <a:r>
              <a:rPr sz="1100" spc="-50" dirty="0">
                <a:latin typeface="Calibri"/>
                <a:cs typeface="Calibri"/>
              </a:rPr>
              <a:t>we</a:t>
            </a:r>
            <a:r>
              <a:rPr sz="1100" dirty="0">
                <a:latin typeface="Calibri"/>
                <a:cs typeface="Calibri"/>
              </a:rPr>
              <a:t> are interested in </a:t>
            </a:r>
            <a:r>
              <a:rPr sz="1100" spc="-20" dirty="0" smtClean="0">
                <a:latin typeface="Calibri"/>
                <a:cs typeface="Calibri"/>
              </a:rPr>
              <a:t>eval</a:t>
            </a:r>
            <a:r>
              <a:rPr sz="1100" dirty="0" smtClean="0">
                <a:latin typeface="Calibri"/>
                <a:cs typeface="Calibri"/>
              </a:rPr>
              <a:t>uating</a:t>
            </a:r>
            <a:r>
              <a:rPr sz="1100" spc="195" dirty="0" smtClean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19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model</a:t>
            </a:r>
            <a:r>
              <a:rPr sz="1100" spc="1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on</a:t>
            </a:r>
            <a:r>
              <a:rPr sz="1100" spc="19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spc="1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validation</a:t>
            </a:r>
            <a:r>
              <a:rPr sz="1100" spc="1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(unseen)</a:t>
            </a:r>
            <a:r>
              <a:rPr sz="1100" spc="19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set </a:t>
            </a:r>
            <a:r>
              <a:rPr sz="1100" dirty="0">
                <a:latin typeface="Calibri"/>
                <a:cs typeface="Calibri"/>
              </a:rPr>
              <a:t>which</a:t>
            </a:r>
            <a:r>
              <a:rPr sz="1100" spc="1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was</a:t>
            </a:r>
            <a:r>
              <a:rPr sz="1100" spc="1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not</a:t>
            </a:r>
            <a:r>
              <a:rPr sz="1100" spc="1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used</a:t>
            </a:r>
            <a:r>
              <a:rPr sz="1100" spc="1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</a:t>
            </a:r>
            <a:r>
              <a:rPr sz="1100" spc="14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training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687905" y="1661882"/>
            <a:ext cx="3011131" cy="7080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09550" marR="30480" indent="-171450">
              <a:lnSpc>
                <a:spcPct val="102600"/>
              </a:lnSpc>
              <a:spcBef>
                <a:spcPts val="55"/>
              </a:spcBef>
              <a:buFont typeface="Arial" panose="020B0604020202020204" pitchFamily="34" charset="0"/>
              <a:buChar char="•"/>
            </a:pPr>
            <a:r>
              <a:rPr sz="1100" spc="80" dirty="0">
                <a:latin typeface="Calibri"/>
                <a:cs typeface="Calibri"/>
              </a:rPr>
              <a:t>This</a:t>
            </a:r>
            <a:r>
              <a:rPr sz="1100" spc="1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gives</a:t>
            </a:r>
            <a:r>
              <a:rPr sz="1100" spc="1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rise</a:t>
            </a:r>
            <a:r>
              <a:rPr sz="1100" spc="1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1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1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following</a:t>
            </a:r>
            <a:r>
              <a:rPr sz="1100" spc="1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two</a:t>
            </a:r>
            <a:r>
              <a:rPr sz="1100" spc="1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entities</a:t>
            </a:r>
            <a:r>
              <a:rPr sz="1100" spc="13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of </a:t>
            </a:r>
            <a:r>
              <a:rPr sz="1100" spc="-10" dirty="0">
                <a:latin typeface="Calibri"/>
                <a:cs typeface="Calibri"/>
              </a:rPr>
              <a:t>interest:</a:t>
            </a:r>
            <a:endParaRPr sz="1100" dirty="0">
              <a:latin typeface="Calibri"/>
              <a:cs typeface="Calibri"/>
            </a:endParaRPr>
          </a:p>
          <a:p>
            <a:pPr marL="269875" marR="776605">
              <a:lnSpc>
                <a:spcPct val="102600"/>
              </a:lnSpc>
            </a:pPr>
            <a:r>
              <a:rPr sz="1100" i="1" spc="75" dirty="0">
                <a:solidFill>
                  <a:srgbClr val="0000FF"/>
                </a:solidFill>
                <a:latin typeface="Calibri"/>
                <a:cs typeface="Calibri"/>
              </a:rPr>
              <a:t>train</a:t>
            </a:r>
            <a:r>
              <a:rPr sz="1200" i="1" spc="112" baseline="-10416" dirty="0">
                <a:solidFill>
                  <a:srgbClr val="0000FF"/>
                </a:solidFill>
                <a:latin typeface="Calibri"/>
                <a:cs typeface="Calibri"/>
              </a:rPr>
              <a:t>err</a:t>
            </a:r>
            <a:r>
              <a:rPr sz="1200" i="1" spc="412" baseline="-10416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00FF"/>
                </a:solidFill>
                <a:latin typeface="Calibri"/>
                <a:cs typeface="Calibri"/>
              </a:rPr>
              <a:t>(say,</a:t>
            </a:r>
            <a:r>
              <a:rPr sz="1100" spc="1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00FF"/>
                </a:solidFill>
                <a:latin typeface="Calibri"/>
                <a:cs typeface="Calibri"/>
              </a:rPr>
              <a:t>mean</a:t>
            </a:r>
            <a:r>
              <a:rPr sz="1100" spc="1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00FF"/>
                </a:solidFill>
                <a:latin typeface="Calibri"/>
                <a:cs typeface="Calibri"/>
              </a:rPr>
              <a:t>square</a:t>
            </a:r>
            <a:r>
              <a:rPr sz="1100" spc="1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Calibri"/>
                <a:cs typeface="Calibri"/>
              </a:rPr>
              <a:t>error) </a:t>
            </a:r>
            <a:r>
              <a:rPr sz="1100" i="1" spc="45" dirty="0">
                <a:solidFill>
                  <a:srgbClr val="FF0000"/>
                </a:solidFill>
                <a:latin typeface="Calibri"/>
                <a:cs typeface="Calibri"/>
              </a:rPr>
              <a:t>test</a:t>
            </a:r>
            <a:r>
              <a:rPr sz="1200" i="1" spc="67" baseline="-10416" dirty="0">
                <a:solidFill>
                  <a:srgbClr val="FF0000"/>
                </a:solidFill>
                <a:latin typeface="Calibri"/>
                <a:cs typeface="Calibri"/>
              </a:rPr>
              <a:t>err</a:t>
            </a:r>
            <a:r>
              <a:rPr sz="1200" i="1" spc="412" baseline="-1041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0000"/>
                </a:solidFill>
                <a:latin typeface="Calibri"/>
                <a:cs typeface="Calibri"/>
              </a:rPr>
              <a:t>(say,</a:t>
            </a:r>
            <a:r>
              <a:rPr sz="1100" spc="1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0000"/>
                </a:solidFill>
                <a:latin typeface="Calibri"/>
                <a:cs typeface="Calibri"/>
              </a:rPr>
              <a:t>mean</a:t>
            </a:r>
            <a:r>
              <a:rPr sz="1100" spc="1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0000"/>
                </a:solidFill>
                <a:latin typeface="Calibri"/>
                <a:cs typeface="Calibri"/>
              </a:rPr>
              <a:t>square</a:t>
            </a:r>
            <a:r>
              <a:rPr sz="1100" spc="1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F0000"/>
                </a:solidFill>
                <a:latin typeface="Calibri"/>
                <a:cs typeface="Calibri"/>
              </a:rPr>
              <a:t>error)</a:t>
            </a:r>
            <a:endParaRPr sz="1100" dirty="0"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759996" cy="48082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347294" y="178090"/>
            <a:ext cx="16363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3333B2"/>
                </a:solidFill>
              </a:rPr>
              <a:t>Intuitions</a:t>
            </a:r>
            <a:r>
              <a:rPr spc="210" dirty="0">
                <a:solidFill>
                  <a:srgbClr val="3333B2"/>
                </a:solidFill>
              </a:rPr>
              <a:t> </a:t>
            </a:r>
            <a:r>
              <a:rPr dirty="0">
                <a:solidFill>
                  <a:srgbClr val="3333B2"/>
                </a:solidFill>
              </a:rPr>
              <a:t>developed</a:t>
            </a:r>
            <a:r>
              <a:rPr spc="210" dirty="0">
                <a:solidFill>
                  <a:srgbClr val="3333B2"/>
                </a:solidFill>
              </a:rPr>
              <a:t> </a:t>
            </a:r>
            <a:r>
              <a:rPr dirty="0">
                <a:solidFill>
                  <a:srgbClr val="3333B2"/>
                </a:solidFill>
              </a:rPr>
              <a:t>so</a:t>
            </a:r>
            <a:r>
              <a:rPr spc="204" dirty="0">
                <a:solidFill>
                  <a:srgbClr val="3333B2"/>
                </a:solidFill>
              </a:rPr>
              <a:t> </a:t>
            </a:r>
            <a:r>
              <a:rPr spc="-25" dirty="0">
                <a:solidFill>
                  <a:srgbClr val="3333B2"/>
                </a:solidFill>
              </a:rPr>
              <a:t>far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24395" y="391171"/>
            <a:ext cx="37153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65" dirty="0">
                <a:latin typeface="Calibri"/>
                <a:cs typeface="Calibri"/>
              </a:rPr>
              <a:t>Let</a:t>
            </a:r>
            <a:r>
              <a:rPr sz="1100" spc="170" dirty="0">
                <a:latin typeface="Calibri"/>
                <a:cs typeface="Calibri"/>
              </a:rPr>
              <a:t> </a:t>
            </a:r>
            <a:r>
              <a:rPr sz="1100" spc="10" dirty="0">
                <a:latin typeface="Calibri"/>
                <a:cs typeface="Calibri"/>
              </a:rPr>
              <a:t>there</a:t>
            </a:r>
            <a:r>
              <a:rPr sz="1100" spc="175" dirty="0">
                <a:latin typeface="Calibri"/>
                <a:cs typeface="Calibri"/>
              </a:rPr>
              <a:t> </a:t>
            </a:r>
            <a:r>
              <a:rPr sz="1100" spc="10" dirty="0">
                <a:latin typeface="Calibri"/>
                <a:cs typeface="Calibri"/>
              </a:rPr>
              <a:t>be</a:t>
            </a:r>
            <a:r>
              <a:rPr sz="1100" spc="170" dirty="0">
                <a:latin typeface="Calibri"/>
                <a:cs typeface="Calibri"/>
              </a:rPr>
              <a:t> </a:t>
            </a:r>
            <a:r>
              <a:rPr sz="1100" i="1" spc="90" dirty="0">
                <a:latin typeface="Calibri"/>
                <a:cs typeface="Calibri"/>
              </a:rPr>
              <a:t>n</a:t>
            </a:r>
            <a:r>
              <a:rPr sz="1100" i="1" spc="175" dirty="0">
                <a:latin typeface="Calibri"/>
                <a:cs typeface="Calibri"/>
              </a:rPr>
              <a:t> </a:t>
            </a:r>
            <a:r>
              <a:rPr sz="1100" spc="10" dirty="0">
                <a:latin typeface="Calibri"/>
                <a:cs typeface="Calibri"/>
              </a:rPr>
              <a:t>training</a:t>
            </a:r>
            <a:r>
              <a:rPr sz="1100" spc="170" dirty="0">
                <a:latin typeface="Calibri"/>
                <a:cs typeface="Calibri"/>
              </a:rPr>
              <a:t> </a:t>
            </a:r>
            <a:r>
              <a:rPr sz="1100" spc="10" dirty="0">
                <a:latin typeface="Calibri"/>
                <a:cs typeface="Calibri"/>
              </a:rPr>
              <a:t>points</a:t>
            </a:r>
            <a:r>
              <a:rPr sz="1100" spc="170" dirty="0">
                <a:latin typeface="Calibri"/>
                <a:cs typeface="Calibri"/>
              </a:rPr>
              <a:t> </a:t>
            </a:r>
            <a:r>
              <a:rPr sz="1100" spc="10" dirty="0">
                <a:latin typeface="Calibri"/>
                <a:cs typeface="Calibri"/>
              </a:rPr>
              <a:t>and</a:t>
            </a:r>
            <a:r>
              <a:rPr sz="1100" spc="180" dirty="0">
                <a:latin typeface="Calibri"/>
                <a:cs typeface="Calibri"/>
              </a:rPr>
              <a:t> </a:t>
            </a:r>
            <a:r>
              <a:rPr sz="1100" i="1" spc="75" dirty="0">
                <a:latin typeface="Calibri"/>
                <a:cs typeface="Calibri"/>
              </a:rPr>
              <a:t>m</a:t>
            </a:r>
            <a:r>
              <a:rPr sz="1100" i="1" spc="170" dirty="0">
                <a:latin typeface="Calibri"/>
                <a:cs typeface="Calibri"/>
              </a:rPr>
              <a:t> </a:t>
            </a:r>
            <a:r>
              <a:rPr sz="1100" spc="10" dirty="0">
                <a:latin typeface="Calibri"/>
                <a:cs typeface="Calibri"/>
              </a:rPr>
              <a:t>test</a:t>
            </a:r>
            <a:r>
              <a:rPr sz="1100" spc="170" dirty="0">
                <a:latin typeface="Calibri"/>
                <a:cs typeface="Calibri"/>
              </a:rPr>
              <a:t> </a:t>
            </a:r>
            <a:r>
              <a:rPr sz="1100" spc="10" dirty="0">
                <a:latin typeface="Calibri"/>
                <a:cs typeface="Calibri"/>
              </a:rPr>
              <a:t>(validation)</a:t>
            </a:r>
            <a:r>
              <a:rPr sz="1100" spc="17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points</a:t>
            </a:r>
            <a:endParaRPr sz="11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object 41"/>
              <p:cNvSpPr txBox="1"/>
              <p:nvPr/>
            </p:nvSpPr>
            <p:spPr>
              <a:xfrm>
                <a:off x="586295" y="1725776"/>
                <a:ext cx="4864735" cy="1000915"/>
              </a:xfrm>
              <a:prstGeom prst="rect">
                <a:avLst/>
              </a:prstGeom>
            </p:spPr>
            <p:txBody>
              <a:bodyPr vert="horz" wrap="square" lIns="0" tIns="6985" rIns="0" bIns="0" rtlCol="0">
                <a:spAutoFit/>
              </a:bodyPr>
              <a:lstStyle/>
              <a:p>
                <a:pPr marL="222250" marR="43180" indent="-171450">
                  <a:lnSpc>
                    <a:spcPct val="102600"/>
                  </a:lnSpc>
                  <a:spcBef>
                    <a:spcPts val="55"/>
                  </a:spcBef>
                  <a:buFont typeface="Arial" panose="020B0604020202020204" pitchFamily="34" charset="0"/>
                  <a:buChar char="•"/>
                </a:pPr>
                <a:r>
                  <a:rPr sz="1100" spc="90" dirty="0">
                    <a:latin typeface="Calibri"/>
                    <a:cs typeface="Calibri"/>
                  </a:rPr>
                  <a:t>As</a:t>
                </a:r>
                <a:r>
                  <a:rPr sz="1100" spc="130" dirty="0">
                    <a:latin typeface="Calibri"/>
                    <a:cs typeface="Calibri"/>
                  </a:rPr>
                  <a:t> </a:t>
                </a:r>
                <a:r>
                  <a:rPr sz="1100" dirty="0">
                    <a:latin typeface="Calibri"/>
                    <a:cs typeface="Calibri"/>
                  </a:rPr>
                  <a:t>the</a:t>
                </a:r>
                <a:r>
                  <a:rPr sz="1100" spc="130" dirty="0">
                    <a:latin typeface="Calibri"/>
                    <a:cs typeface="Calibri"/>
                  </a:rPr>
                  <a:t> </a:t>
                </a:r>
                <a:r>
                  <a:rPr sz="1100" dirty="0">
                    <a:latin typeface="Calibri"/>
                    <a:cs typeface="Calibri"/>
                  </a:rPr>
                  <a:t>model</a:t>
                </a:r>
                <a:r>
                  <a:rPr sz="1100" spc="130" dirty="0">
                    <a:latin typeface="Calibri"/>
                    <a:cs typeface="Calibri"/>
                  </a:rPr>
                  <a:t> </a:t>
                </a:r>
                <a:r>
                  <a:rPr sz="1100" dirty="0">
                    <a:latin typeface="Calibri"/>
                    <a:cs typeface="Calibri"/>
                  </a:rPr>
                  <a:t>complexity</a:t>
                </a:r>
                <a:r>
                  <a:rPr sz="1100" spc="130" dirty="0">
                    <a:latin typeface="Calibri"/>
                    <a:cs typeface="Calibri"/>
                  </a:rPr>
                  <a:t> </a:t>
                </a:r>
                <a:r>
                  <a:rPr sz="1100" dirty="0">
                    <a:latin typeface="Calibri"/>
                    <a:cs typeface="Calibri"/>
                  </a:rPr>
                  <a:t>increases</a:t>
                </a:r>
                <a:r>
                  <a:rPr sz="1100" spc="130" dirty="0">
                    <a:latin typeface="Calibri"/>
                    <a:cs typeface="Calibri"/>
                  </a:rPr>
                  <a:t> </a:t>
                </a:r>
                <a:r>
                  <a:rPr sz="1100" i="1" spc="75" dirty="0">
                    <a:latin typeface="Calibri"/>
                    <a:cs typeface="Calibri"/>
                  </a:rPr>
                  <a:t>train</a:t>
                </a:r>
                <a:r>
                  <a:rPr sz="1200" i="1" spc="112" baseline="-10416" dirty="0">
                    <a:latin typeface="Calibri"/>
                    <a:cs typeface="Calibri"/>
                  </a:rPr>
                  <a:t>err</a:t>
                </a:r>
                <a:r>
                  <a:rPr sz="1200" i="1" spc="427" baseline="-10416" dirty="0">
                    <a:latin typeface="Calibri"/>
                    <a:cs typeface="Calibri"/>
                  </a:rPr>
                  <a:t> </a:t>
                </a:r>
                <a:r>
                  <a:rPr sz="1100" dirty="0">
                    <a:latin typeface="Calibri"/>
                    <a:cs typeface="Calibri"/>
                  </a:rPr>
                  <a:t>becomes</a:t>
                </a:r>
                <a:r>
                  <a:rPr sz="1100" spc="135" dirty="0">
                    <a:latin typeface="Calibri"/>
                    <a:cs typeface="Calibri"/>
                  </a:rPr>
                  <a:t> </a:t>
                </a:r>
                <a:r>
                  <a:rPr sz="1100" dirty="0">
                    <a:latin typeface="Calibri"/>
                    <a:cs typeface="Calibri"/>
                  </a:rPr>
                  <a:t>overly</a:t>
                </a:r>
                <a:r>
                  <a:rPr sz="1100" spc="130" dirty="0">
                    <a:latin typeface="Calibri"/>
                    <a:cs typeface="Calibri"/>
                  </a:rPr>
                  <a:t> </a:t>
                </a:r>
                <a:r>
                  <a:rPr sz="1100" dirty="0">
                    <a:latin typeface="Calibri"/>
                    <a:cs typeface="Calibri"/>
                  </a:rPr>
                  <a:t>optimistic</a:t>
                </a:r>
                <a:r>
                  <a:rPr sz="1100" spc="135" dirty="0">
                    <a:latin typeface="Calibri"/>
                    <a:cs typeface="Calibri"/>
                  </a:rPr>
                  <a:t> </a:t>
                </a:r>
                <a:r>
                  <a:rPr sz="1100" dirty="0">
                    <a:latin typeface="Calibri"/>
                    <a:cs typeface="Calibri"/>
                  </a:rPr>
                  <a:t>and</a:t>
                </a:r>
                <a:r>
                  <a:rPr sz="1100" spc="130" dirty="0">
                    <a:latin typeface="Calibri"/>
                    <a:cs typeface="Calibri"/>
                  </a:rPr>
                  <a:t> </a:t>
                </a:r>
                <a:r>
                  <a:rPr sz="1100" spc="-10" dirty="0">
                    <a:latin typeface="Calibri"/>
                    <a:cs typeface="Calibri"/>
                  </a:rPr>
                  <a:t>gives </a:t>
                </a:r>
                <a:r>
                  <a:rPr sz="1100" dirty="0">
                    <a:latin typeface="Calibri"/>
                    <a:cs typeface="Calibri"/>
                  </a:rPr>
                  <a:t>us</a:t>
                </a:r>
                <a:r>
                  <a:rPr sz="1100" spc="140" dirty="0">
                    <a:latin typeface="Calibri"/>
                    <a:cs typeface="Calibri"/>
                  </a:rPr>
                  <a:t> </a:t>
                </a:r>
                <a:r>
                  <a:rPr sz="1100" dirty="0">
                    <a:latin typeface="Calibri"/>
                    <a:cs typeface="Calibri"/>
                  </a:rPr>
                  <a:t>a</a:t>
                </a:r>
                <a:r>
                  <a:rPr sz="1100" spc="140" dirty="0">
                    <a:latin typeface="Calibri"/>
                    <a:cs typeface="Calibri"/>
                  </a:rPr>
                  <a:t> </a:t>
                </a:r>
                <a:r>
                  <a:rPr sz="1100" dirty="0">
                    <a:latin typeface="Calibri"/>
                    <a:cs typeface="Calibri"/>
                  </a:rPr>
                  <a:t>wrong</a:t>
                </a:r>
                <a:r>
                  <a:rPr sz="1100" spc="135" dirty="0">
                    <a:latin typeface="Calibri"/>
                    <a:cs typeface="Calibri"/>
                  </a:rPr>
                  <a:t> </a:t>
                </a:r>
                <a:r>
                  <a:rPr sz="1100" dirty="0">
                    <a:latin typeface="Calibri"/>
                    <a:cs typeface="Calibri"/>
                  </a:rPr>
                  <a:t>picture</a:t>
                </a:r>
                <a:r>
                  <a:rPr sz="1100" spc="145" dirty="0">
                    <a:latin typeface="Calibri"/>
                    <a:cs typeface="Calibri"/>
                  </a:rPr>
                  <a:t> </a:t>
                </a:r>
                <a:r>
                  <a:rPr sz="1100" dirty="0">
                    <a:latin typeface="Calibri"/>
                    <a:cs typeface="Calibri"/>
                  </a:rPr>
                  <a:t>of</a:t>
                </a:r>
                <a:r>
                  <a:rPr sz="1100" spc="140" dirty="0">
                    <a:latin typeface="Calibri"/>
                    <a:cs typeface="Calibri"/>
                  </a:rPr>
                  <a:t> </a:t>
                </a:r>
                <a:r>
                  <a:rPr sz="1100" dirty="0">
                    <a:latin typeface="Calibri"/>
                    <a:cs typeface="Calibri"/>
                  </a:rPr>
                  <a:t>how</a:t>
                </a:r>
                <a:r>
                  <a:rPr sz="1100" spc="135" dirty="0">
                    <a:latin typeface="Calibri"/>
                    <a:cs typeface="Calibri"/>
                  </a:rPr>
                  <a:t> </a:t>
                </a:r>
                <a:r>
                  <a:rPr sz="1100" dirty="0" smtClean="0">
                    <a:latin typeface="Calibri"/>
                    <a:cs typeface="Calibri"/>
                  </a:rPr>
                  <a:t>close</a:t>
                </a:r>
                <a:r>
                  <a:rPr lang="en-IN" sz="1100" dirty="0" smtClean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sz="1100" i="1" spc="65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accPr>
                      <m:e>
                        <m:r>
                          <a:rPr lang="ar-AE" sz="1100" b="0" i="1" spc="65" smtClean="0">
                            <a:latin typeface="Cambria Math" panose="02040503050406030204" pitchFamily="18" charset="0"/>
                            <a:cs typeface="Calibri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IN" sz="1100" dirty="0" smtClean="0">
                    <a:latin typeface="Calibri"/>
                    <a:cs typeface="Calibri"/>
                  </a:rPr>
                  <a:t> </a:t>
                </a:r>
                <a:r>
                  <a:rPr sz="1100" dirty="0" smtClean="0">
                    <a:latin typeface="Calibri"/>
                    <a:cs typeface="Calibri"/>
                  </a:rPr>
                  <a:t>is</a:t>
                </a:r>
                <a:r>
                  <a:rPr sz="1100" spc="140" dirty="0" smtClean="0">
                    <a:latin typeface="Calibri"/>
                    <a:cs typeface="Calibri"/>
                  </a:rPr>
                  <a:t> </a:t>
                </a:r>
                <a:r>
                  <a:rPr sz="1100" dirty="0">
                    <a:latin typeface="Calibri"/>
                    <a:cs typeface="Calibri"/>
                  </a:rPr>
                  <a:t>to</a:t>
                </a:r>
                <a:r>
                  <a:rPr sz="1100" spc="140" dirty="0">
                    <a:latin typeface="Calibri"/>
                    <a:cs typeface="Calibri"/>
                  </a:rPr>
                  <a:t> </a:t>
                </a:r>
                <a:r>
                  <a:rPr sz="1100" i="1" spc="145" dirty="0">
                    <a:latin typeface="Calibri"/>
                    <a:cs typeface="Calibri"/>
                  </a:rPr>
                  <a:t>f</a:t>
                </a:r>
                <a:endParaRPr sz="1100" dirty="0">
                  <a:latin typeface="Calibri"/>
                  <a:cs typeface="Calibri"/>
                </a:endParaRPr>
              </a:p>
              <a:p>
                <a:pPr marL="222250" indent="-171450">
                  <a:lnSpc>
                    <a:spcPct val="100000"/>
                  </a:lnSpc>
                  <a:spcBef>
                    <a:spcPts val="1125"/>
                  </a:spcBef>
                  <a:buFont typeface="Arial" panose="020B0604020202020204" pitchFamily="34" charset="0"/>
                  <a:buChar char="•"/>
                </a:pPr>
                <a:r>
                  <a:rPr sz="1100" spc="65" dirty="0">
                    <a:latin typeface="Calibri"/>
                    <a:cs typeface="Calibri"/>
                  </a:rPr>
                  <a:t>The</a:t>
                </a:r>
                <a:r>
                  <a:rPr sz="1100" spc="155" dirty="0">
                    <a:latin typeface="Calibri"/>
                    <a:cs typeface="Calibri"/>
                  </a:rPr>
                  <a:t> </a:t>
                </a:r>
                <a:r>
                  <a:rPr sz="1100" dirty="0">
                    <a:latin typeface="Calibri"/>
                    <a:cs typeface="Calibri"/>
                  </a:rPr>
                  <a:t>validation</a:t>
                </a:r>
                <a:r>
                  <a:rPr sz="1100" spc="155" dirty="0">
                    <a:latin typeface="Calibri"/>
                    <a:cs typeface="Calibri"/>
                  </a:rPr>
                  <a:t> </a:t>
                </a:r>
                <a:r>
                  <a:rPr sz="1100" dirty="0">
                    <a:latin typeface="Calibri"/>
                    <a:cs typeface="Calibri"/>
                  </a:rPr>
                  <a:t>error</a:t>
                </a:r>
                <a:r>
                  <a:rPr sz="1100" spc="160" dirty="0">
                    <a:latin typeface="Calibri"/>
                    <a:cs typeface="Calibri"/>
                  </a:rPr>
                  <a:t> </a:t>
                </a:r>
                <a:r>
                  <a:rPr sz="1100" dirty="0">
                    <a:latin typeface="Calibri"/>
                    <a:cs typeface="Calibri"/>
                  </a:rPr>
                  <a:t>gives</a:t>
                </a:r>
                <a:r>
                  <a:rPr sz="1100" spc="155" dirty="0">
                    <a:latin typeface="Calibri"/>
                    <a:cs typeface="Calibri"/>
                  </a:rPr>
                  <a:t> </a:t>
                </a:r>
                <a:r>
                  <a:rPr sz="1100" dirty="0">
                    <a:latin typeface="Calibri"/>
                    <a:cs typeface="Calibri"/>
                  </a:rPr>
                  <a:t>the</a:t>
                </a:r>
                <a:r>
                  <a:rPr sz="1100" spc="160" dirty="0">
                    <a:latin typeface="Calibri"/>
                    <a:cs typeface="Calibri"/>
                  </a:rPr>
                  <a:t> </a:t>
                </a:r>
                <a:r>
                  <a:rPr sz="1100" dirty="0">
                    <a:latin typeface="Calibri"/>
                    <a:cs typeface="Calibri"/>
                  </a:rPr>
                  <a:t>real</a:t>
                </a:r>
                <a:r>
                  <a:rPr sz="1100" spc="155" dirty="0">
                    <a:latin typeface="Calibri"/>
                    <a:cs typeface="Calibri"/>
                  </a:rPr>
                  <a:t> </a:t>
                </a:r>
                <a:r>
                  <a:rPr sz="1100" dirty="0">
                    <a:latin typeface="Calibri"/>
                    <a:cs typeface="Calibri"/>
                  </a:rPr>
                  <a:t>picture</a:t>
                </a:r>
                <a:r>
                  <a:rPr sz="1100" spc="160" dirty="0">
                    <a:latin typeface="Calibri"/>
                    <a:cs typeface="Calibri"/>
                  </a:rPr>
                  <a:t> </a:t>
                </a:r>
                <a:r>
                  <a:rPr sz="1100" dirty="0">
                    <a:latin typeface="Calibri"/>
                    <a:cs typeface="Calibri"/>
                  </a:rPr>
                  <a:t>of</a:t>
                </a:r>
                <a:r>
                  <a:rPr sz="1100" spc="155" dirty="0">
                    <a:latin typeface="Calibri"/>
                    <a:cs typeface="Calibri"/>
                  </a:rPr>
                  <a:t> </a:t>
                </a:r>
                <a:r>
                  <a:rPr sz="1100" dirty="0">
                    <a:latin typeface="Calibri"/>
                    <a:cs typeface="Calibri"/>
                  </a:rPr>
                  <a:t>how</a:t>
                </a:r>
                <a:r>
                  <a:rPr sz="1100" spc="160" dirty="0">
                    <a:latin typeface="Calibri"/>
                    <a:cs typeface="Calibri"/>
                  </a:rPr>
                  <a:t> </a:t>
                </a:r>
                <a:r>
                  <a:rPr sz="1100" dirty="0" smtClean="0">
                    <a:latin typeface="Calibri"/>
                    <a:cs typeface="Calibri"/>
                  </a:rPr>
                  <a:t>close</a:t>
                </a:r>
                <a:r>
                  <a:rPr lang="en-IN" sz="1100" dirty="0" smtClean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sz="1100" i="1" spc="65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accPr>
                      <m:e>
                        <m:r>
                          <a:rPr lang="ar-AE" sz="1100" b="0" i="1" spc="65" smtClean="0">
                            <a:latin typeface="Cambria Math" panose="02040503050406030204" pitchFamily="18" charset="0"/>
                            <a:cs typeface="Calibri"/>
                          </a:rPr>
                          <m:t>𝑓</m:t>
                        </m:r>
                      </m:e>
                    </m:acc>
                  </m:oMath>
                </a14:m>
                <a:r>
                  <a:rPr sz="1100" spc="150" dirty="0" smtClean="0">
                    <a:latin typeface="Calibri"/>
                    <a:cs typeface="Calibri"/>
                  </a:rPr>
                  <a:t> </a:t>
                </a:r>
                <a:r>
                  <a:rPr sz="1100" dirty="0" smtClean="0">
                    <a:latin typeface="Calibri"/>
                    <a:cs typeface="Calibri"/>
                  </a:rPr>
                  <a:t>is</a:t>
                </a:r>
                <a:r>
                  <a:rPr sz="1100" spc="155" dirty="0" smtClean="0">
                    <a:latin typeface="Calibri"/>
                    <a:cs typeface="Calibri"/>
                  </a:rPr>
                  <a:t> </a:t>
                </a:r>
                <a:r>
                  <a:rPr sz="1100" dirty="0">
                    <a:latin typeface="Calibri"/>
                    <a:cs typeface="Calibri"/>
                  </a:rPr>
                  <a:t>to</a:t>
                </a:r>
                <a:r>
                  <a:rPr sz="1100" spc="160" dirty="0">
                    <a:latin typeface="Calibri"/>
                    <a:cs typeface="Calibri"/>
                  </a:rPr>
                  <a:t> </a:t>
                </a:r>
                <a:r>
                  <a:rPr sz="1100" i="1" spc="145" dirty="0">
                    <a:latin typeface="Calibri"/>
                    <a:cs typeface="Calibri"/>
                  </a:rPr>
                  <a:t>f</a:t>
                </a:r>
                <a:endParaRPr sz="1100" dirty="0">
                  <a:latin typeface="Calibri"/>
                  <a:cs typeface="Calibri"/>
                </a:endParaRPr>
              </a:p>
              <a:p>
                <a:pPr marL="222250" marR="42545" indent="-171450">
                  <a:lnSpc>
                    <a:spcPct val="102600"/>
                  </a:lnSpc>
                  <a:spcBef>
                    <a:spcPts val="1090"/>
                  </a:spcBef>
                  <a:buFont typeface="Arial" panose="020B0604020202020204" pitchFamily="34" charset="0"/>
                  <a:buChar char="•"/>
                </a:pPr>
                <a:r>
                  <a:rPr lang="en-US" sz="1100" dirty="0" smtClean="0">
                    <a:latin typeface="Calibri"/>
                    <a:cs typeface="Calibri"/>
                  </a:rPr>
                  <a:t>We now formalize this intuition and account for training-error optimism</a:t>
                </a:r>
                <a:endParaRPr sz="11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41" name="object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295" y="1725776"/>
                <a:ext cx="4864735" cy="1000915"/>
              </a:xfrm>
              <a:prstGeom prst="rect">
                <a:avLst/>
              </a:prstGeom>
              <a:blipFill>
                <a:blip r:embed="rId3"/>
                <a:stretch>
                  <a:fillRect l="-627" t="-4268" b="-73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object 17"/>
          <p:cNvSpPr txBox="1"/>
          <p:nvPr/>
        </p:nvSpPr>
        <p:spPr>
          <a:xfrm>
            <a:off x="1891461" y="866367"/>
            <a:ext cx="1752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50" dirty="0">
                <a:latin typeface="Calibri"/>
                <a:cs typeface="Calibri"/>
              </a:rPr>
              <a:t>err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3" name="object 18"/>
          <p:cNvSpPr txBox="1"/>
          <p:nvPr/>
        </p:nvSpPr>
        <p:spPr>
          <a:xfrm>
            <a:off x="1570951" y="808264"/>
            <a:ext cx="6515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30860" algn="l"/>
              </a:tabLst>
            </a:pPr>
            <a:r>
              <a:rPr sz="1100" i="1" spc="65" dirty="0">
                <a:latin typeface="Calibri"/>
                <a:cs typeface="Calibri"/>
              </a:rPr>
              <a:t>train</a:t>
            </a:r>
            <a:r>
              <a:rPr sz="1100" i="1" dirty="0">
                <a:latin typeface="Calibri"/>
                <a:cs typeface="Calibri"/>
              </a:rPr>
              <a:t>	</a:t>
            </a:r>
            <a:r>
              <a:rPr sz="1100" spc="245" dirty="0">
                <a:latin typeface="Calibri"/>
                <a:cs typeface="Calibri"/>
              </a:rPr>
              <a:t>=</a:t>
            </a:r>
            <a:endParaRPr sz="110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object 19"/>
              <p:cNvSpPr txBox="1"/>
              <p:nvPr/>
            </p:nvSpPr>
            <p:spPr>
              <a:xfrm>
                <a:off x="2250630" y="692033"/>
                <a:ext cx="108585" cy="350865"/>
              </a:xfrm>
              <a:prstGeom prst="rect">
                <a:avLst/>
              </a:prstGeom>
            </p:spPr>
            <p:txBody>
              <a:bodyPr vert="horz" wrap="square" lIns="0" tIns="3365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1100" i="1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fPr>
                        <m:num>
                          <m:r>
                            <a:rPr lang="en-IN" sz="11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1</m:t>
                          </m:r>
                        </m:num>
                        <m:den>
                          <m:r>
                            <a:rPr lang="en-IN" sz="11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sz="11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44" name="object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0630" y="692033"/>
                <a:ext cx="108585" cy="350865"/>
              </a:xfrm>
              <a:prstGeom prst="rect">
                <a:avLst/>
              </a:prstGeom>
              <a:blipFill>
                <a:blip r:embed="rId4"/>
                <a:stretch>
                  <a:fillRect l="-33333" r="-27778" b="-877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object 20"/>
          <p:cNvSpPr txBox="1"/>
          <p:nvPr/>
        </p:nvSpPr>
        <p:spPr>
          <a:xfrm>
            <a:off x="2473787" y="694312"/>
            <a:ext cx="908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45" dirty="0">
                <a:latin typeface="Calibri"/>
                <a:cs typeface="Calibri"/>
              </a:rPr>
              <a:t>n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6" name="object 21"/>
          <p:cNvSpPr txBox="1"/>
          <p:nvPr/>
        </p:nvSpPr>
        <p:spPr>
          <a:xfrm>
            <a:off x="2446324" y="816894"/>
            <a:ext cx="2260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919" dirty="0">
                <a:latin typeface="Trebuchet MS"/>
                <a:cs typeface="Trebuchet MS"/>
              </a:rPr>
              <a:t>Σ</a:t>
            </a:r>
            <a:endParaRPr sz="1100" dirty="0">
              <a:latin typeface="Trebuchet MS"/>
              <a:cs typeface="Trebuchet MS"/>
            </a:endParaRPr>
          </a:p>
        </p:txBody>
      </p:sp>
      <p:sp>
        <p:nvSpPr>
          <p:cNvPr id="47" name="object 22"/>
          <p:cNvSpPr txBox="1"/>
          <p:nvPr/>
        </p:nvSpPr>
        <p:spPr>
          <a:xfrm>
            <a:off x="2432329" y="955573"/>
            <a:ext cx="20002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100" dirty="0">
                <a:latin typeface="Calibri"/>
                <a:cs typeface="Calibri"/>
              </a:rPr>
              <a:t>i</a:t>
            </a:r>
            <a:r>
              <a:rPr sz="800" spc="100" dirty="0">
                <a:latin typeface="Calibri"/>
                <a:cs typeface="Calibri"/>
              </a:rPr>
              <a:t>=1</a:t>
            </a:r>
            <a:endParaRPr sz="800" dirty="0">
              <a:latin typeface="Calibri"/>
              <a:cs typeface="Calibri"/>
            </a:endParaRPr>
          </a:p>
        </p:txBody>
      </p:sp>
      <p:sp>
        <p:nvSpPr>
          <p:cNvPr id="48" name="object 23"/>
          <p:cNvSpPr txBox="1"/>
          <p:nvPr/>
        </p:nvSpPr>
        <p:spPr>
          <a:xfrm>
            <a:off x="2936087" y="771701"/>
            <a:ext cx="825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Calibri"/>
                <a:cs typeface="Calibri"/>
              </a:rPr>
              <a:t>ˆ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9" name="object 24"/>
          <p:cNvSpPr txBox="1"/>
          <p:nvPr/>
        </p:nvSpPr>
        <p:spPr>
          <a:xfrm>
            <a:off x="2693987" y="866367"/>
            <a:ext cx="49022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40690" algn="l"/>
              </a:tabLst>
            </a:pPr>
            <a:r>
              <a:rPr sz="800" i="1" spc="45" dirty="0">
                <a:latin typeface="Calibri"/>
                <a:cs typeface="Calibri"/>
              </a:rPr>
              <a:t>i</a:t>
            </a:r>
            <a:r>
              <a:rPr sz="800" i="1" dirty="0">
                <a:latin typeface="Calibri"/>
                <a:cs typeface="Calibri"/>
              </a:rPr>
              <a:t>	</a:t>
            </a:r>
            <a:r>
              <a:rPr sz="800" i="1" spc="45" dirty="0">
                <a:latin typeface="Calibri"/>
                <a:cs typeface="Calibri"/>
              </a:rPr>
              <a:t>i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50" name="object 25"/>
          <p:cNvSpPr txBox="1"/>
          <p:nvPr/>
        </p:nvSpPr>
        <p:spPr>
          <a:xfrm>
            <a:off x="2613342" y="808069"/>
            <a:ext cx="700583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60" dirty="0">
                <a:latin typeface="Calibri"/>
                <a:cs typeface="Calibri"/>
              </a:rPr>
              <a:t>(</a:t>
            </a:r>
            <a:r>
              <a:rPr sz="1100" i="1" spc="60" dirty="0">
                <a:latin typeface="Calibri"/>
                <a:cs typeface="Calibri"/>
              </a:rPr>
              <a:t>y</a:t>
            </a:r>
            <a:r>
              <a:rPr sz="1100" i="1" spc="335" dirty="0">
                <a:latin typeface="Calibri"/>
                <a:cs typeface="Calibri"/>
              </a:rPr>
              <a:t> </a:t>
            </a:r>
            <a:r>
              <a:rPr lang="en-IN" sz="1100" i="1" spc="335" dirty="0" smtClean="0">
                <a:latin typeface="Calibri"/>
                <a:cs typeface="Calibri"/>
              </a:rPr>
              <a:t>-</a:t>
            </a:r>
            <a:r>
              <a:rPr sz="1100" spc="-105" dirty="0" smtClean="0">
                <a:latin typeface="Lucida Sans Unicode"/>
                <a:cs typeface="Lucida Sans Unicode"/>
              </a:rPr>
              <a:t> </a:t>
            </a:r>
            <a:r>
              <a:rPr sz="1100" i="1" spc="195" dirty="0" smtClean="0">
                <a:latin typeface="Calibri"/>
                <a:cs typeface="Calibri"/>
              </a:rPr>
              <a:t>f</a:t>
            </a:r>
            <a:r>
              <a:rPr sz="1100" i="1" spc="-135" dirty="0" smtClean="0">
                <a:latin typeface="Calibri"/>
                <a:cs typeface="Calibri"/>
              </a:rPr>
              <a:t> </a:t>
            </a:r>
            <a:r>
              <a:rPr sz="1100" spc="114" dirty="0" smtClean="0">
                <a:latin typeface="Calibri"/>
                <a:cs typeface="Calibri"/>
              </a:rPr>
              <a:t>(</a:t>
            </a:r>
            <a:r>
              <a:rPr sz="1100" i="1" spc="114" dirty="0" smtClean="0">
                <a:latin typeface="Calibri"/>
                <a:cs typeface="Calibri"/>
              </a:rPr>
              <a:t>x</a:t>
            </a:r>
            <a:r>
              <a:rPr sz="1100" i="1" spc="95" dirty="0" smtClean="0">
                <a:latin typeface="Calibri"/>
                <a:cs typeface="Calibri"/>
              </a:rPr>
              <a:t> </a:t>
            </a:r>
            <a:r>
              <a:rPr sz="1100" spc="55" dirty="0" smtClean="0">
                <a:latin typeface="Calibri"/>
                <a:cs typeface="Calibri"/>
              </a:rPr>
              <a:t>))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51" name="object 26"/>
          <p:cNvSpPr txBox="1"/>
          <p:nvPr/>
        </p:nvSpPr>
        <p:spPr>
          <a:xfrm>
            <a:off x="3272764" y="788376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latin typeface="Calibri"/>
                <a:cs typeface="Calibri"/>
              </a:rPr>
              <a:t>2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52" name="object 27"/>
          <p:cNvSpPr txBox="1"/>
          <p:nvPr/>
        </p:nvSpPr>
        <p:spPr>
          <a:xfrm>
            <a:off x="1891461" y="1345233"/>
            <a:ext cx="1752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50" dirty="0">
                <a:latin typeface="Calibri"/>
                <a:cs typeface="Calibri"/>
              </a:rPr>
              <a:t>err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53" name="object 28"/>
          <p:cNvSpPr txBox="1"/>
          <p:nvPr/>
        </p:nvSpPr>
        <p:spPr>
          <a:xfrm>
            <a:off x="1661947" y="1193392"/>
            <a:ext cx="709930" cy="268022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601345">
              <a:lnSpc>
                <a:spcPts val="1030"/>
              </a:lnSpc>
              <a:spcBef>
                <a:spcPts val="90"/>
              </a:spcBef>
            </a:pPr>
            <a:r>
              <a:rPr sz="1100" u="sng" spc="-8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endParaRPr sz="1100" dirty="0">
              <a:latin typeface="Calibri"/>
              <a:cs typeface="Calibri"/>
            </a:endParaRPr>
          </a:p>
          <a:p>
            <a:pPr marL="12700">
              <a:lnSpc>
                <a:spcPts val="1030"/>
              </a:lnSpc>
              <a:tabLst>
                <a:tab pos="439420" algn="l"/>
              </a:tabLst>
            </a:pPr>
            <a:r>
              <a:rPr sz="1100" i="1" spc="-20" dirty="0">
                <a:latin typeface="Calibri"/>
                <a:cs typeface="Calibri"/>
              </a:rPr>
              <a:t>test</a:t>
            </a:r>
            <a:r>
              <a:rPr sz="1100" i="1" dirty="0">
                <a:latin typeface="Calibri"/>
                <a:cs typeface="Calibri"/>
              </a:rPr>
              <a:t>	</a:t>
            </a:r>
            <a:r>
              <a:rPr sz="1100" spc="235" dirty="0">
                <a:latin typeface="Calibri"/>
                <a:cs typeface="Calibri"/>
              </a:rPr>
              <a:t>=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54" name="object 30"/>
          <p:cNvSpPr txBox="1"/>
          <p:nvPr/>
        </p:nvSpPr>
        <p:spPr>
          <a:xfrm>
            <a:off x="2450185" y="1200738"/>
            <a:ext cx="2698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125" dirty="0">
                <a:latin typeface="Calibri"/>
                <a:cs typeface="Calibri"/>
              </a:rPr>
              <a:t>n</a:t>
            </a:r>
            <a:r>
              <a:rPr sz="800" spc="125" dirty="0">
                <a:latin typeface="Calibri"/>
                <a:cs typeface="Calibri"/>
              </a:rPr>
              <a:t>+</a:t>
            </a:r>
            <a:r>
              <a:rPr sz="800" i="1" spc="125" dirty="0">
                <a:latin typeface="Calibri"/>
                <a:cs typeface="Calibri"/>
              </a:rPr>
              <a:t>m</a:t>
            </a:r>
            <a:endParaRPr sz="800" dirty="0">
              <a:latin typeface="Calibri"/>
              <a:cs typeface="Calibri"/>
            </a:endParaRPr>
          </a:p>
        </p:txBody>
      </p:sp>
      <p:sp>
        <p:nvSpPr>
          <p:cNvPr id="55" name="object 31"/>
          <p:cNvSpPr txBox="1"/>
          <p:nvPr/>
        </p:nvSpPr>
        <p:spPr>
          <a:xfrm>
            <a:off x="2489491" y="1283966"/>
            <a:ext cx="2260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919" dirty="0">
                <a:latin typeface="Trebuchet MS"/>
                <a:cs typeface="Trebuchet MS"/>
              </a:rPr>
              <a:t>Σ</a:t>
            </a:r>
            <a:endParaRPr sz="1100" dirty="0">
              <a:latin typeface="Trebuchet MS"/>
              <a:cs typeface="Trebuchet MS"/>
            </a:endParaRPr>
          </a:p>
        </p:txBody>
      </p:sp>
      <p:sp>
        <p:nvSpPr>
          <p:cNvPr id="56" name="object 32"/>
          <p:cNvSpPr txBox="1"/>
          <p:nvPr/>
        </p:nvSpPr>
        <p:spPr>
          <a:xfrm>
            <a:off x="2413241" y="1402076"/>
            <a:ext cx="3486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135" dirty="0">
                <a:latin typeface="Calibri"/>
                <a:cs typeface="Calibri"/>
              </a:rPr>
              <a:t>i</a:t>
            </a:r>
            <a:r>
              <a:rPr sz="800" spc="135" dirty="0">
                <a:latin typeface="Calibri"/>
                <a:cs typeface="Calibri"/>
              </a:rPr>
              <a:t>=</a:t>
            </a:r>
            <a:r>
              <a:rPr sz="800" i="1" spc="135" dirty="0">
                <a:latin typeface="Calibri"/>
                <a:cs typeface="Calibri"/>
              </a:rPr>
              <a:t>n</a:t>
            </a:r>
            <a:r>
              <a:rPr sz="800" spc="135" dirty="0">
                <a:latin typeface="Calibri"/>
                <a:cs typeface="Calibri"/>
              </a:rPr>
              <a:t>+1</a:t>
            </a:r>
            <a:endParaRPr sz="800" dirty="0">
              <a:latin typeface="Calibri"/>
              <a:cs typeface="Calibri"/>
            </a:endParaRPr>
          </a:p>
        </p:txBody>
      </p:sp>
      <p:sp>
        <p:nvSpPr>
          <p:cNvPr id="57" name="object 33"/>
          <p:cNvSpPr txBox="1"/>
          <p:nvPr/>
        </p:nvSpPr>
        <p:spPr>
          <a:xfrm>
            <a:off x="3097390" y="1250567"/>
            <a:ext cx="825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Calibri"/>
                <a:cs typeface="Calibri"/>
              </a:rPr>
              <a:t>ˆ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8" name="object 34"/>
          <p:cNvSpPr txBox="1"/>
          <p:nvPr/>
        </p:nvSpPr>
        <p:spPr>
          <a:xfrm>
            <a:off x="2855290" y="1345233"/>
            <a:ext cx="49022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40690" algn="l"/>
              </a:tabLst>
            </a:pPr>
            <a:r>
              <a:rPr sz="800" i="1" spc="45" dirty="0">
                <a:latin typeface="Calibri"/>
                <a:cs typeface="Calibri"/>
              </a:rPr>
              <a:t>i</a:t>
            </a:r>
            <a:r>
              <a:rPr sz="800" i="1" dirty="0">
                <a:latin typeface="Calibri"/>
                <a:cs typeface="Calibri"/>
              </a:rPr>
              <a:t>	</a:t>
            </a:r>
            <a:r>
              <a:rPr sz="800" i="1" spc="45" dirty="0">
                <a:latin typeface="Calibri"/>
                <a:cs typeface="Calibri"/>
              </a:rPr>
              <a:t>i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59" name="object 35"/>
          <p:cNvSpPr txBox="1"/>
          <p:nvPr/>
        </p:nvSpPr>
        <p:spPr>
          <a:xfrm>
            <a:off x="2757435" y="1307845"/>
            <a:ext cx="726440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60" dirty="0">
                <a:latin typeface="Calibri"/>
                <a:cs typeface="Calibri"/>
              </a:rPr>
              <a:t>(</a:t>
            </a:r>
            <a:r>
              <a:rPr sz="1100" i="1" spc="60" dirty="0">
                <a:latin typeface="Calibri"/>
                <a:cs typeface="Calibri"/>
              </a:rPr>
              <a:t>y</a:t>
            </a:r>
            <a:r>
              <a:rPr sz="1100" i="1" spc="335" dirty="0">
                <a:latin typeface="Calibri"/>
                <a:cs typeface="Calibri"/>
              </a:rPr>
              <a:t> </a:t>
            </a:r>
            <a:r>
              <a:rPr lang="en-IN" sz="1100" i="1" spc="335" dirty="0" smtClean="0">
                <a:latin typeface="Calibri"/>
                <a:cs typeface="Calibri"/>
              </a:rPr>
              <a:t>-</a:t>
            </a:r>
            <a:r>
              <a:rPr sz="1100" spc="-105" dirty="0" smtClean="0">
                <a:latin typeface="Lucida Sans Unicode"/>
                <a:cs typeface="Lucida Sans Unicode"/>
              </a:rPr>
              <a:t> </a:t>
            </a:r>
            <a:r>
              <a:rPr sz="1100" i="1" spc="195" dirty="0" smtClean="0">
                <a:latin typeface="Calibri"/>
                <a:cs typeface="Calibri"/>
              </a:rPr>
              <a:t>f</a:t>
            </a:r>
            <a:r>
              <a:rPr sz="1100" i="1" spc="-135" dirty="0" smtClean="0">
                <a:latin typeface="Calibri"/>
                <a:cs typeface="Calibri"/>
              </a:rPr>
              <a:t> </a:t>
            </a:r>
            <a:r>
              <a:rPr sz="1100" spc="114" dirty="0">
                <a:latin typeface="Calibri"/>
                <a:cs typeface="Calibri"/>
              </a:rPr>
              <a:t>(</a:t>
            </a:r>
            <a:r>
              <a:rPr sz="1100" i="1" spc="114" dirty="0">
                <a:latin typeface="Calibri"/>
                <a:cs typeface="Calibri"/>
              </a:rPr>
              <a:t>x</a:t>
            </a:r>
            <a:r>
              <a:rPr sz="1100" i="1" spc="95" dirty="0">
                <a:latin typeface="Calibri"/>
                <a:cs typeface="Calibri"/>
              </a:rPr>
              <a:t> </a:t>
            </a:r>
            <a:r>
              <a:rPr sz="1100" spc="55" dirty="0">
                <a:latin typeface="Calibri"/>
                <a:cs typeface="Calibri"/>
              </a:rPr>
              <a:t>))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60" name="object 36"/>
          <p:cNvSpPr txBox="1"/>
          <p:nvPr/>
        </p:nvSpPr>
        <p:spPr>
          <a:xfrm>
            <a:off x="3434067" y="1267242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latin typeface="Calibri"/>
                <a:cs typeface="Calibri"/>
              </a:rPr>
              <a:t>2</a:t>
            </a:r>
            <a:endParaRPr sz="80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Rectangle 60"/>
              <p:cNvSpPr/>
              <p:nvPr/>
            </p:nvSpPr>
            <p:spPr>
              <a:xfrm>
                <a:off x="2142267" y="1151990"/>
                <a:ext cx="350609" cy="4103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1270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ar-AE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fPr>
                        <m:num>
                          <m:r>
                            <a:rPr kumimoji="0" lang="ar-AE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Calibri"/>
                            </a:rPr>
                            <m:t>1</m:t>
                          </m:r>
                        </m:num>
                        <m:den>
                          <m:r>
                            <a:rPr kumimoji="0" lang="en-IN" sz="11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Calibri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kumimoji="0" lang="ar-AE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61" name="Rectangle 6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2267" y="1151990"/>
                <a:ext cx="350609" cy="41030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759996" cy="4808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94651" y="371411"/>
            <a:ext cx="2506548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22250" indent="-171450">
              <a:lnSpc>
                <a:spcPct val="100000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sz="1100" spc="65" dirty="0">
                <a:latin typeface="Calibri"/>
                <a:cs typeface="Calibri"/>
              </a:rPr>
              <a:t>Let</a:t>
            </a:r>
            <a:r>
              <a:rPr sz="1100" spc="190" dirty="0">
                <a:latin typeface="Calibri"/>
                <a:cs typeface="Calibri"/>
              </a:rPr>
              <a:t>  </a:t>
            </a:r>
            <a:r>
              <a:rPr sz="1100" spc="155" dirty="0">
                <a:latin typeface="Calibri"/>
                <a:cs typeface="Calibri"/>
              </a:rPr>
              <a:t>D=</a:t>
            </a:r>
            <a:r>
              <a:rPr sz="1100" spc="155" dirty="0">
                <a:latin typeface="Lucida Sans Unicode"/>
                <a:cs typeface="Lucida Sans Unicode"/>
              </a:rPr>
              <a:t>{</a:t>
            </a:r>
            <a:r>
              <a:rPr sz="1100" i="1" spc="155" dirty="0">
                <a:latin typeface="Calibri"/>
                <a:cs typeface="Calibri"/>
              </a:rPr>
              <a:t>x</a:t>
            </a:r>
            <a:r>
              <a:rPr sz="1200" i="1" spc="232" baseline="-25000" dirty="0">
                <a:latin typeface="Calibri"/>
                <a:cs typeface="Calibri"/>
              </a:rPr>
              <a:t>i</a:t>
            </a:r>
            <a:r>
              <a:rPr sz="1100" i="1" spc="155" dirty="0">
                <a:latin typeface="Calibri"/>
                <a:cs typeface="Calibri"/>
              </a:rPr>
              <a:t>,</a:t>
            </a:r>
            <a:r>
              <a:rPr sz="1100" i="1" spc="-60" dirty="0">
                <a:latin typeface="Calibri"/>
                <a:cs typeface="Calibri"/>
              </a:rPr>
              <a:t> </a:t>
            </a:r>
            <a:r>
              <a:rPr sz="1100" i="1" spc="125" dirty="0">
                <a:latin typeface="Calibri"/>
                <a:cs typeface="Calibri"/>
              </a:rPr>
              <a:t>y</a:t>
            </a:r>
            <a:r>
              <a:rPr sz="1200" i="1" spc="187" baseline="-25000" dirty="0">
                <a:latin typeface="Calibri"/>
                <a:cs typeface="Calibri"/>
              </a:rPr>
              <a:t>i</a:t>
            </a:r>
            <a:r>
              <a:rPr sz="1100" spc="125" dirty="0">
                <a:latin typeface="Lucida Sans Unicode"/>
                <a:cs typeface="Lucida Sans Unicode"/>
              </a:rPr>
              <a:t>}</a:t>
            </a:r>
            <a:r>
              <a:rPr sz="1200" i="1" spc="187" baseline="31250" dirty="0">
                <a:latin typeface="Calibri"/>
                <a:cs typeface="Calibri"/>
              </a:rPr>
              <a:t>m</a:t>
            </a:r>
            <a:r>
              <a:rPr sz="1200" spc="187" baseline="31250" dirty="0">
                <a:latin typeface="Calibri"/>
                <a:cs typeface="Calibri"/>
              </a:rPr>
              <a:t>+</a:t>
            </a:r>
            <a:r>
              <a:rPr sz="1200" i="1" spc="187" baseline="31250" dirty="0">
                <a:latin typeface="Calibri"/>
                <a:cs typeface="Calibri"/>
              </a:rPr>
              <a:t>n</a:t>
            </a:r>
            <a:r>
              <a:rPr sz="1100" spc="125" dirty="0">
                <a:latin typeface="Calibri"/>
                <a:cs typeface="Calibri"/>
              </a:rPr>
              <a:t>,</a:t>
            </a:r>
            <a:r>
              <a:rPr sz="1100" spc="260" dirty="0">
                <a:latin typeface="Calibri"/>
                <a:cs typeface="Calibri"/>
              </a:rPr>
              <a:t>  </a:t>
            </a:r>
            <a:r>
              <a:rPr sz="1100" dirty="0">
                <a:latin typeface="Calibri"/>
                <a:cs typeface="Calibri"/>
              </a:rPr>
              <a:t>then</a:t>
            </a:r>
            <a:r>
              <a:rPr sz="1100" spc="195" dirty="0">
                <a:latin typeface="Calibri"/>
                <a:cs typeface="Calibri"/>
              </a:rPr>
              <a:t>  </a:t>
            </a:r>
            <a:r>
              <a:rPr sz="1100" dirty="0">
                <a:latin typeface="Calibri"/>
                <a:cs typeface="Calibri"/>
              </a:rPr>
              <a:t>for</a:t>
            </a:r>
            <a:r>
              <a:rPr sz="1100" spc="195" dirty="0">
                <a:latin typeface="Calibri"/>
                <a:cs typeface="Calibri"/>
              </a:rPr>
              <a:t>  </a:t>
            </a:r>
            <a:r>
              <a:rPr sz="1100" spc="-25" dirty="0">
                <a:latin typeface="Calibri"/>
                <a:cs typeface="Calibri"/>
              </a:rPr>
              <a:t>any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4393" y="487919"/>
            <a:ext cx="1270635" cy="2851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117475" algn="r">
              <a:lnSpc>
                <a:spcPts val="844"/>
              </a:lnSpc>
              <a:spcBef>
                <a:spcPts val="95"/>
              </a:spcBef>
            </a:pPr>
            <a:r>
              <a:rPr sz="800" i="1" spc="100" dirty="0">
                <a:latin typeface="Calibri"/>
                <a:cs typeface="Calibri"/>
              </a:rPr>
              <a:t>i</a:t>
            </a:r>
            <a:r>
              <a:rPr sz="800" spc="100" dirty="0">
                <a:latin typeface="Calibri"/>
                <a:cs typeface="Calibri"/>
              </a:rPr>
              <a:t>=1</a:t>
            </a:r>
            <a:endParaRPr sz="800" dirty="0">
              <a:latin typeface="Calibri"/>
              <a:cs typeface="Calibri"/>
            </a:endParaRPr>
          </a:p>
          <a:p>
            <a:pPr marL="12700">
              <a:lnSpc>
                <a:spcPts val="1205"/>
              </a:lnSpc>
            </a:pPr>
            <a:r>
              <a:rPr sz="1100" dirty="0">
                <a:latin typeface="Calibri"/>
                <a:cs typeface="Calibri"/>
              </a:rPr>
              <a:t>point</a:t>
            </a:r>
            <a:r>
              <a:rPr sz="1100" spc="125" dirty="0">
                <a:latin typeface="Calibri"/>
                <a:cs typeface="Calibri"/>
              </a:rPr>
              <a:t> </a:t>
            </a:r>
            <a:r>
              <a:rPr sz="1100" spc="85" dirty="0">
                <a:latin typeface="Calibri"/>
                <a:cs typeface="Calibri"/>
              </a:rPr>
              <a:t>(</a:t>
            </a:r>
            <a:r>
              <a:rPr sz="1100" i="1" spc="85" dirty="0">
                <a:latin typeface="Calibri"/>
                <a:cs typeface="Calibri"/>
              </a:rPr>
              <a:t>x,</a:t>
            </a:r>
            <a:r>
              <a:rPr sz="1100" i="1" spc="-65" dirty="0">
                <a:latin typeface="Calibri"/>
                <a:cs typeface="Calibri"/>
              </a:rPr>
              <a:t> </a:t>
            </a:r>
            <a:r>
              <a:rPr sz="1100" i="1" spc="80" dirty="0">
                <a:latin typeface="Calibri"/>
                <a:cs typeface="Calibri"/>
              </a:rPr>
              <a:t>y</a:t>
            </a:r>
            <a:r>
              <a:rPr sz="1100" spc="80" dirty="0">
                <a:latin typeface="Calibri"/>
                <a:cs typeface="Calibri"/>
              </a:rPr>
              <a:t>)</a:t>
            </a:r>
            <a:r>
              <a:rPr sz="1100" spc="1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we</a:t>
            </a:r>
            <a:r>
              <a:rPr sz="1100" spc="125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have,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57897" y="892554"/>
            <a:ext cx="955040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spc="70" dirty="0">
                <a:latin typeface="Calibri"/>
                <a:cs typeface="Calibri"/>
              </a:rPr>
              <a:t>y</a:t>
            </a:r>
            <a:r>
              <a:rPr sz="1200" i="1" spc="104" baseline="-25000" dirty="0">
                <a:latin typeface="Calibri"/>
                <a:cs typeface="Calibri"/>
              </a:rPr>
              <a:t>i</a:t>
            </a:r>
            <a:r>
              <a:rPr sz="1200" i="1" spc="247" baseline="-10416" dirty="0">
                <a:latin typeface="Calibri"/>
                <a:cs typeface="Calibri"/>
              </a:rPr>
              <a:t> </a:t>
            </a:r>
            <a:r>
              <a:rPr sz="1100" spc="295" dirty="0">
                <a:latin typeface="Calibri"/>
                <a:cs typeface="Calibri"/>
              </a:rPr>
              <a:t>=</a:t>
            </a:r>
            <a:r>
              <a:rPr sz="1100" spc="60" dirty="0">
                <a:latin typeface="Calibri"/>
                <a:cs typeface="Calibri"/>
              </a:rPr>
              <a:t> </a:t>
            </a:r>
            <a:r>
              <a:rPr sz="1100" i="1" spc="195" dirty="0">
                <a:latin typeface="Calibri"/>
                <a:cs typeface="Calibri"/>
              </a:rPr>
              <a:t>f</a:t>
            </a:r>
            <a:r>
              <a:rPr sz="1100" i="1" spc="-135" dirty="0">
                <a:latin typeface="Calibri"/>
                <a:cs typeface="Calibri"/>
              </a:rPr>
              <a:t> </a:t>
            </a:r>
            <a:r>
              <a:rPr sz="1100" spc="114" dirty="0">
                <a:latin typeface="Calibri"/>
                <a:cs typeface="Calibri"/>
              </a:rPr>
              <a:t>(</a:t>
            </a:r>
            <a:r>
              <a:rPr sz="1100" i="1" spc="114" dirty="0" smtClean="0">
                <a:latin typeface="Calibri"/>
                <a:cs typeface="Calibri"/>
              </a:rPr>
              <a:t>x</a:t>
            </a:r>
            <a:r>
              <a:rPr sz="1200" i="1" spc="172" baseline="-25000" dirty="0">
                <a:latin typeface="Calibri"/>
                <a:cs typeface="Calibri"/>
              </a:rPr>
              <a:t>i</a:t>
            </a:r>
            <a:r>
              <a:rPr sz="1100" spc="114" dirty="0" smtClean="0">
                <a:latin typeface="Calibri"/>
                <a:cs typeface="Calibri"/>
              </a:rPr>
              <a:t>)</a:t>
            </a:r>
            <a:r>
              <a:rPr sz="1100" spc="-5" dirty="0" smtClean="0">
                <a:latin typeface="Calibri"/>
                <a:cs typeface="Calibri"/>
              </a:rPr>
              <a:t> </a:t>
            </a:r>
            <a:r>
              <a:rPr sz="1100" spc="295" dirty="0">
                <a:latin typeface="Calibri"/>
                <a:cs typeface="Calibri"/>
              </a:rPr>
              <a:t>+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i="1" spc="15" dirty="0">
                <a:latin typeface="Calibri"/>
                <a:cs typeface="Calibri"/>
              </a:rPr>
              <a:t>ε</a:t>
            </a:r>
            <a:r>
              <a:rPr sz="1200" i="1" spc="22" baseline="-10416" dirty="0">
                <a:latin typeface="Calibri"/>
                <a:cs typeface="Calibri"/>
              </a:rPr>
              <a:t>i</a:t>
            </a:r>
            <a:endParaRPr sz="1200" baseline="-10416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2844" y="1171203"/>
            <a:ext cx="2530056" cy="53963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09550" marR="30480" indent="-171450" algn="just">
              <a:lnSpc>
                <a:spcPct val="102600"/>
              </a:lnSpc>
              <a:spcBef>
                <a:spcPts val="55"/>
              </a:spcBef>
              <a:buFont typeface="Arial" panose="020B0604020202020204" pitchFamily="34" charset="0"/>
              <a:buChar char="•"/>
            </a:pPr>
            <a:r>
              <a:rPr sz="1100" i="1" spc="70" dirty="0" err="1" smtClean="0">
                <a:latin typeface="Calibri"/>
                <a:cs typeface="Calibri"/>
              </a:rPr>
              <a:t>y</a:t>
            </a:r>
            <a:r>
              <a:rPr sz="1200" i="1" spc="104" baseline="-25000" dirty="0" err="1" smtClean="0">
                <a:latin typeface="Calibri"/>
                <a:cs typeface="Calibri"/>
              </a:rPr>
              <a:t>i</a:t>
            </a:r>
            <a:r>
              <a:rPr sz="1200" i="1" spc="547" baseline="-10416" dirty="0" smtClean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</a:t>
            </a:r>
            <a:r>
              <a:rPr sz="1100" spc="2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related</a:t>
            </a:r>
            <a:r>
              <a:rPr sz="1100" spc="25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254" dirty="0">
                <a:latin typeface="Calibri"/>
                <a:cs typeface="Calibri"/>
              </a:rPr>
              <a:t> </a:t>
            </a:r>
            <a:r>
              <a:rPr sz="1100" i="1" spc="95" dirty="0">
                <a:latin typeface="Calibri"/>
                <a:cs typeface="Calibri"/>
              </a:rPr>
              <a:t>x</a:t>
            </a:r>
            <a:r>
              <a:rPr sz="1200" i="1" spc="142" baseline="-25000" dirty="0">
                <a:latin typeface="Calibri"/>
                <a:cs typeface="Calibri"/>
              </a:rPr>
              <a:t>i</a:t>
            </a:r>
            <a:r>
              <a:rPr sz="1200" i="1" spc="142" baseline="-10416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by</a:t>
            </a:r>
            <a:r>
              <a:rPr sz="1100" spc="20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some</a:t>
            </a:r>
            <a:r>
              <a:rPr sz="1100" spc="20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true</a:t>
            </a:r>
            <a:r>
              <a:rPr sz="1100" spc="20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function</a:t>
            </a:r>
            <a:r>
              <a:rPr sz="1100" spc="200" dirty="0">
                <a:latin typeface="Calibri"/>
                <a:cs typeface="Calibri"/>
              </a:rPr>
              <a:t> </a:t>
            </a:r>
            <a:r>
              <a:rPr sz="1100" i="1" spc="195" dirty="0">
                <a:latin typeface="Calibri"/>
                <a:cs typeface="Calibri"/>
              </a:rPr>
              <a:t>f</a:t>
            </a:r>
            <a:r>
              <a:rPr sz="1100" i="1" spc="3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but</a:t>
            </a:r>
            <a:r>
              <a:rPr sz="1100" spc="20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there</a:t>
            </a:r>
            <a:r>
              <a:rPr sz="1100" spc="204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is </a:t>
            </a:r>
            <a:r>
              <a:rPr sz="1100" dirty="0">
                <a:latin typeface="Calibri"/>
                <a:cs typeface="Calibri"/>
              </a:rPr>
              <a:t>also</a:t>
            </a:r>
            <a:r>
              <a:rPr sz="1100" spc="11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some</a:t>
            </a:r>
            <a:r>
              <a:rPr sz="1100" spc="1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noise</a:t>
            </a:r>
            <a:r>
              <a:rPr sz="1100" spc="12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ε</a:t>
            </a:r>
            <a:r>
              <a:rPr sz="1100" i="1" spc="1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</a:t>
            </a:r>
            <a:r>
              <a:rPr sz="1100" spc="1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1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relation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2845" y="1858580"/>
            <a:ext cx="1721904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sz="1100" dirty="0">
                <a:latin typeface="Calibri"/>
                <a:cs typeface="Calibri"/>
              </a:rPr>
              <a:t>For</a:t>
            </a:r>
            <a:r>
              <a:rPr sz="1100" spc="2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simplicity,</a:t>
            </a:r>
            <a:r>
              <a:rPr sz="1100" spc="2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we</a:t>
            </a:r>
            <a:r>
              <a:rPr sz="1100" spc="2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assume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17307" y="2169831"/>
            <a:ext cx="84264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Calibri"/>
                <a:cs typeface="Calibri"/>
              </a:rPr>
              <a:t>ε</a:t>
            </a:r>
            <a:r>
              <a:rPr sz="1100" i="1" spc="65" dirty="0">
                <a:latin typeface="Calibri"/>
                <a:cs typeface="Calibri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∼</a:t>
            </a:r>
            <a:r>
              <a:rPr sz="1100" spc="-25" dirty="0">
                <a:latin typeface="Lucida Sans Unicode"/>
                <a:cs typeface="Lucida Sans Unicode"/>
              </a:rPr>
              <a:t> </a:t>
            </a:r>
            <a:r>
              <a:rPr sz="1100" spc="80" dirty="0">
                <a:latin typeface="Lucida Sans Unicode"/>
                <a:cs typeface="Lucida Sans Unicode"/>
              </a:rPr>
              <a:t>N</a:t>
            </a:r>
            <a:r>
              <a:rPr sz="1100" spc="-18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Calibri"/>
                <a:cs typeface="Calibri"/>
              </a:rPr>
              <a:t>(0</a:t>
            </a:r>
            <a:r>
              <a:rPr sz="1100" i="1" dirty="0">
                <a:latin typeface="Calibri"/>
                <a:cs typeface="Calibri"/>
              </a:rPr>
              <a:t>,</a:t>
            </a:r>
            <a:r>
              <a:rPr sz="1100" i="1" spc="-60" dirty="0">
                <a:latin typeface="Calibri"/>
                <a:cs typeface="Calibri"/>
              </a:rPr>
              <a:t> </a:t>
            </a:r>
            <a:r>
              <a:rPr sz="1100" i="1" spc="45" dirty="0">
                <a:latin typeface="Calibri"/>
                <a:cs typeface="Calibri"/>
              </a:rPr>
              <a:t>σ</a:t>
            </a:r>
            <a:r>
              <a:rPr sz="1200" spc="67" baseline="31250" dirty="0">
                <a:latin typeface="Calibri"/>
                <a:cs typeface="Calibri"/>
              </a:rPr>
              <a:t>2</a:t>
            </a:r>
            <a:r>
              <a:rPr sz="1100" spc="45" dirty="0">
                <a:latin typeface="Calibri"/>
                <a:cs typeface="Calibri"/>
              </a:rPr>
              <a:t>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04393" y="2481083"/>
            <a:ext cx="19494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Calibri"/>
                <a:cs typeface="Calibri"/>
              </a:rPr>
              <a:t>and</a:t>
            </a:r>
            <a:r>
              <a:rPr sz="1100" spc="11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11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course</a:t>
            </a:r>
            <a:r>
              <a:rPr sz="1100" spc="11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we</a:t>
            </a:r>
            <a:r>
              <a:rPr sz="1100" spc="11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do</a:t>
            </a:r>
            <a:r>
              <a:rPr sz="1100" spc="11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not</a:t>
            </a:r>
            <a:r>
              <a:rPr sz="1100" spc="11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know</a:t>
            </a:r>
            <a:r>
              <a:rPr sz="1100" spc="110" dirty="0">
                <a:latin typeface="Calibri"/>
                <a:cs typeface="Calibri"/>
              </a:rPr>
              <a:t> </a:t>
            </a:r>
            <a:r>
              <a:rPr sz="1100" i="1" spc="145" dirty="0">
                <a:latin typeface="Calibri"/>
                <a:cs typeface="Calibri"/>
              </a:rPr>
              <a:t>f</a:t>
            </a:r>
            <a:endParaRPr sz="11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14" descr="$PPTXTitle"/>
              <p:cNvSpPr txBox="1">
                <a:spLocks noGrp="1"/>
              </p:cNvSpPr>
              <p:nvPr>
                <p:ph type="title"/>
              </p:nvPr>
            </p:nvSpPr>
            <p:spPr>
              <a:xfrm>
                <a:off x="3010941" y="287450"/>
                <a:ext cx="2547074" cy="539956"/>
              </a:xfrm>
              <a:prstGeom prst="rect">
                <a:avLst/>
              </a:prstGeom>
            </p:spPr>
            <p:txBody>
              <a:bodyPr vert="horz" wrap="square" lIns="0" tIns="6985" rIns="0" bIns="0" rtlCol="0">
                <a:spAutoFit/>
              </a:bodyPr>
              <a:lstStyle/>
              <a:p>
                <a:pPr marL="209550" marR="30480" indent="-171450">
                  <a:lnSpc>
                    <a:spcPct val="102600"/>
                  </a:lnSpc>
                  <a:spcBef>
                    <a:spcPts val="55"/>
                  </a:spcBef>
                  <a:buFont typeface="Arial" panose="020B0604020202020204" pitchFamily="34" charset="0"/>
                  <a:buChar char="•"/>
                </a:pPr>
                <a:r>
                  <a:rPr dirty="0"/>
                  <a:t>Further</a:t>
                </a:r>
                <a:r>
                  <a:rPr spc="325" dirty="0"/>
                  <a:t> </a:t>
                </a:r>
                <a:r>
                  <a:rPr dirty="0"/>
                  <a:t>we</a:t>
                </a:r>
                <a:r>
                  <a:rPr spc="330" dirty="0"/>
                  <a:t> </a:t>
                </a:r>
                <a:r>
                  <a:rPr dirty="0" smtClean="0"/>
                  <a:t>use</a:t>
                </a:r>
                <a:r>
                  <a:rPr lang="en-IN" dirty="0" smtClean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i="1" spc="65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i="1" spc="65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spc="325" dirty="0" smtClean="0"/>
                  <a:t> </a:t>
                </a:r>
                <a:r>
                  <a:rPr sz="1100" dirty="0" smtClean="0"/>
                  <a:t>to</a:t>
                </a:r>
                <a:r>
                  <a:rPr sz="1100" spc="325" dirty="0" smtClean="0"/>
                  <a:t> </a:t>
                </a:r>
                <a:r>
                  <a:rPr sz="1100" dirty="0"/>
                  <a:t>approximate</a:t>
                </a:r>
                <a:r>
                  <a:rPr sz="1100" spc="335" dirty="0"/>
                  <a:t> </a:t>
                </a:r>
                <a:r>
                  <a:rPr sz="1100" i="1" spc="145" dirty="0">
                    <a:latin typeface="Calibri"/>
                    <a:cs typeface="Calibri"/>
                  </a:rPr>
                  <a:t>f </a:t>
                </a:r>
                <a:r>
                  <a:rPr sz="1100" dirty="0"/>
                  <a:t>and</a:t>
                </a:r>
                <a:r>
                  <a:rPr sz="1100" spc="195" dirty="0"/>
                  <a:t> </a:t>
                </a:r>
                <a:r>
                  <a:rPr sz="1100" dirty="0"/>
                  <a:t>estimate</a:t>
                </a:r>
                <a:r>
                  <a:rPr sz="1100" spc="195" dirty="0"/>
                  <a:t> </a:t>
                </a:r>
                <a:r>
                  <a:rPr sz="1100" dirty="0"/>
                  <a:t>the</a:t>
                </a:r>
                <a:r>
                  <a:rPr sz="1100" spc="195" dirty="0"/>
                  <a:t> </a:t>
                </a:r>
                <a:r>
                  <a:rPr sz="1100" dirty="0"/>
                  <a:t>parameters</a:t>
                </a:r>
                <a:r>
                  <a:rPr sz="1100" spc="195" dirty="0"/>
                  <a:t> </a:t>
                </a:r>
                <a:r>
                  <a:rPr sz="1100" dirty="0"/>
                  <a:t>using</a:t>
                </a:r>
                <a:r>
                  <a:rPr sz="1100" spc="195" dirty="0"/>
                  <a:t> </a:t>
                </a:r>
                <a:r>
                  <a:rPr sz="1100" spc="195" dirty="0" smtClean="0"/>
                  <a:t>T</a:t>
                </a:r>
                <a:r>
                  <a:rPr dirty="0" smtClean="0">
                    <a:latin typeface="Lucida Sans Unicode"/>
                    <a:cs typeface="Lucida Sans Unicode"/>
                  </a:rPr>
                  <a:t>⊂</a:t>
                </a:r>
                <a:r>
                  <a:rPr spc="15" dirty="0" smtClean="0">
                    <a:latin typeface="Lucida Sans Unicode"/>
                    <a:cs typeface="Lucida Sans Unicode"/>
                  </a:rPr>
                  <a:t> </a:t>
                </a:r>
                <a:r>
                  <a:rPr spc="155" dirty="0"/>
                  <a:t>D</a:t>
                </a:r>
                <a:r>
                  <a:rPr spc="120" dirty="0"/>
                  <a:t> </a:t>
                </a:r>
                <a:r>
                  <a:rPr dirty="0"/>
                  <a:t>such</a:t>
                </a:r>
                <a:r>
                  <a:rPr spc="114" dirty="0"/>
                  <a:t> </a:t>
                </a:r>
                <a:r>
                  <a:rPr spc="-20" dirty="0"/>
                  <a:t>that</a:t>
                </a:r>
              </a:p>
            </p:txBody>
          </p:sp>
        </mc:Choice>
        <mc:Fallback xmlns="">
          <p:sp>
            <p:nvSpPr>
              <p:cNvPr id="14" name="object 14" descr="$PPTXTitle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3010941" y="287450"/>
                <a:ext cx="2547074" cy="539956"/>
              </a:xfrm>
              <a:prstGeom prst="rect">
                <a:avLst/>
              </a:prstGeom>
              <a:blipFill>
                <a:blip r:embed="rId3"/>
                <a:stretch>
                  <a:fillRect l="-1914" t="-8989" b="-157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bject 15"/>
          <p:cNvSpPr txBox="1"/>
          <p:nvPr/>
        </p:nvSpPr>
        <p:spPr>
          <a:xfrm>
            <a:off x="3010941" y="1255425"/>
            <a:ext cx="2082253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09550" indent="-171450">
              <a:lnSpc>
                <a:spcPct val="100000"/>
              </a:lnSpc>
              <a:spcBef>
                <a:spcPts val="1130"/>
              </a:spcBef>
              <a:buFont typeface="Arial" panose="020B0604020202020204" pitchFamily="34" charset="0"/>
              <a:buChar char="•"/>
            </a:pPr>
            <a:r>
              <a:rPr lang="en-IN" sz="1100" dirty="0" smtClean="0">
                <a:latin typeface="Calibri"/>
                <a:cs typeface="Calibri"/>
              </a:rPr>
              <a:t>We</a:t>
            </a:r>
            <a:r>
              <a:rPr lang="en-IN" sz="1100" spc="135" dirty="0" smtClean="0">
                <a:latin typeface="Calibri"/>
                <a:cs typeface="Calibri"/>
              </a:rPr>
              <a:t> </a:t>
            </a:r>
            <a:r>
              <a:rPr lang="en-IN" sz="1100" dirty="0">
                <a:latin typeface="Calibri"/>
                <a:cs typeface="Calibri"/>
              </a:rPr>
              <a:t>are</a:t>
            </a:r>
            <a:r>
              <a:rPr lang="en-IN" sz="1100" spc="140" dirty="0">
                <a:latin typeface="Calibri"/>
                <a:cs typeface="Calibri"/>
              </a:rPr>
              <a:t> </a:t>
            </a:r>
            <a:r>
              <a:rPr lang="en-IN" sz="1100" dirty="0">
                <a:latin typeface="Calibri"/>
                <a:cs typeface="Calibri"/>
              </a:rPr>
              <a:t>interested</a:t>
            </a:r>
            <a:r>
              <a:rPr lang="en-IN" sz="1100" spc="135" dirty="0">
                <a:latin typeface="Calibri"/>
                <a:cs typeface="Calibri"/>
              </a:rPr>
              <a:t> </a:t>
            </a:r>
            <a:r>
              <a:rPr lang="en-IN" sz="1100" dirty="0">
                <a:latin typeface="Calibri"/>
                <a:cs typeface="Calibri"/>
              </a:rPr>
              <a:t>in</a:t>
            </a:r>
            <a:r>
              <a:rPr lang="en-IN" sz="1100" spc="140" dirty="0">
                <a:latin typeface="Calibri"/>
                <a:cs typeface="Calibri"/>
              </a:rPr>
              <a:t> </a:t>
            </a:r>
            <a:r>
              <a:rPr lang="en-IN" sz="1100" spc="-10" dirty="0">
                <a:latin typeface="Calibri"/>
                <a:cs typeface="Calibri"/>
              </a:rPr>
              <a:t>knowing</a:t>
            </a:r>
            <a:endParaRPr sz="11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17"/>
              <p:cNvSpPr txBox="1"/>
              <p:nvPr/>
            </p:nvSpPr>
            <p:spPr>
              <a:xfrm>
                <a:off x="3034665" y="2308849"/>
                <a:ext cx="2523350" cy="361894"/>
              </a:xfrm>
              <a:prstGeom prst="rect">
                <a:avLst/>
              </a:prstGeom>
            </p:spPr>
            <p:txBody>
              <a:bodyPr vert="horz" wrap="square" lIns="0" tIns="11430" rIns="0" bIns="0" rtlCol="0">
                <a:spAutoFit/>
              </a:bodyPr>
              <a:lstStyle/>
              <a:p>
                <a:pPr marL="209550" marR="30480" indent="-171450" algn="just">
                  <a:lnSpc>
                    <a:spcPct val="102600"/>
                  </a:lnSpc>
                  <a:spcBef>
                    <a:spcPts val="300"/>
                  </a:spcBef>
                  <a:buFont typeface="Arial" panose="020B0604020202020204" pitchFamily="34" charset="0"/>
                  <a:buChar char="•"/>
                </a:pPr>
                <a:r>
                  <a:rPr sz="1100" dirty="0" smtClean="0">
                    <a:latin typeface="Calibri"/>
                    <a:cs typeface="Calibri"/>
                  </a:rPr>
                  <a:t>how </a:t>
                </a:r>
                <a:r>
                  <a:rPr sz="1100" dirty="0">
                    <a:latin typeface="Calibri"/>
                    <a:cs typeface="Calibri"/>
                  </a:rPr>
                  <a:t>to estimate this </a:t>
                </a:r>
                <a:r>
                  <a:rPr sz="1100" spc="-25" dirty="0" smtClean="0">
                    <a:latin typeface="Calibri"/>
                    <a:cs typeface="Calibri"/>
                  </a:rPr>
                  <a:t>em</a:t>
                </a:r>
                <a:r>
                  <a:rPr sz="1100" dirty="0" smtClean="0">
                    <a:latin typeface="Calibri"/>
                    <a:cs typeface="Calibri"/>
                  </a:rPr>
                  <a:t>pirically</a:t>
                </a:r>
                <a:r>
                  <a:rPr sz="1100" spc="400" dirty="0" smtClean="0">
                    <a:latin typeface="Calibri"/>
                    <a:cs typeface="Calibri"/>
                  </a:rPr>
                  <a:t> </a:t>
                </a:r>
                <a:r>
                  <a:rPr sz="1100" dirty="0">
                    <a:latin typeface="Calibri"/>
                    <a:cs typeface="Calibri"/>
                  </a:rPr>
                  <a:t>using</a:t>
                </a:r>
                <a:r>
                  <a:rPr sz="1100" spc="405" dirty="0">
                    <a:latin typeface="Calibri"/>
                    <a:cs typeface="Calibri"/>
                  </a:rPr>
                  <a:t> </a:t>
                </a:r>
                <a:r>
                  <a:rPr sz="1100" dirty="0">
                    <a:latin typeface="Calibri"/>
                    <a:cs typeface="Calibri"/>
                  </a:rPr>
                  <a:t>the</a:t>
                </a:r>
                <a:r>
                  <a:rPr sz="1100" spc="400" dirty="0">
                    <a:latin typeface="Calibri"/>
                    <a:cs typeface="Calibri"/>
                  </a:rPr>
                  <a:t> </a:t>
                </a:r>
                <a:r>
                  <a:rPr sz="1100" dirty="0">
                    <a:latin typeface="Calibri"/>
                    <a:cs typeface="Calibri"/>
                  </a:rPr>
                  <a:t>observation</a:t>
                </a:r>
                <a:r>
                  <a:rPr sz="1100" spc="405" dirty="0">
                    <a:latin typeface="Calibri"/>
                    <a:cs typeface="Calibri"/>
                  </a:rPr>
                  <a:t> </a:t>
                </a:r>
                <a:r>
                  <a:rPr sz="1100" i="1" spc="70" dirty="0">
                    <a:latin typeface="Calibri"/>
                    <a:cs typeface="Calibri"/>
                  </a:rPr>
                  <a:t>y</a:t>
                </a:r>
                <a:r>
                  <a:rPr sz="1200" i="1" spc="104" baseline="-25000" dirty="0">
                    <a:latin typeface="Calibri"/>
                    <a:cs typeface="Calibri"/>
                  </a:rPr>
                  <a:t>i</a:t>
                </a:r>
                <a:r>
                  <a:rPr sz="1200" i="1" spc="254" baseline="-10416" dirty="0">
                    <a:latin typeface="Calibri"/>
                    <a:cs typeface="Calibri"/>
                  </a:rPr>
                  <a:t>  </a:t>
                </a:r>
                <a:r>
                  <a:rPr sz="1100" spc="45" dirty="0">
                    <a:latin typeface="Calibri"/>
                    <a:cs typeface="Calibri"/>
                  </a:rPr>
                  <a:t>&amp; </a:t>
                </a:r>
                <a:r>
                  <a:rPr sz="1100" dirty="0" smtClean="0">
                    <a:latin typeface="Calibri"/>
                    <a:cs typeface="Calibri"/>
                  </a:rPr>
                  <a:t>prediction</a:t>
                </a:r>
                <a:r>
                  <a:rPr lang="en-IN" sz="1100" dirty="0" smtClean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sz="1200" i="1" spc="70" dirty="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accPr>
                      <m:e>
                        <m:r>
                          <a:rPr lang="ar-AE" sz="1200" i="1" spc="70" dirty="0" smtClean="0">
                            <a:latin typeface="Cambria Math" panose="02040503050406030204" pitchFamily="18" charset="0"/>
                            <a:cs typeface="Calibri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IN" sz="1400" i="1" spc="104" baseline="-10416" dirty="0" smtClean="0">
                    <a:latin typeface="Calibri"/>
                    <a:cs typeface="Calibri"/>
                  </a:rPr>
                  <a:t>i</a:t>
                </a:r>
                <a:r>
                  <a:rPr lang="en-IN" sz="1100" dirty="0">
                    <a:latin typeface="Calibri"/>
                    <a:cs typeface="Calibri"/>
                  </a:rPr>
                  <a:t>?</a:t>
                </a:r>
                <a:endParaRPr sz="11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7" name="object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4665" y="2308849"/>
                <a:ext cx="2523350" cy="361894"/>
              </a:xfrm>
              <a:prstGeom prst="rect">
                <a:avLst/>
              </a:prstGeom>
              <a:blipFill>
                <a:blip r:embed="rId4"/>
                <a:stretch>
                  <a:fillRect l="-1932" t="-11864" r="-3382" b="-237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2959100" y="805989"/>
                <a:ext cx="1680845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855344" marR="0" lvl="0" indent="0" defTabSz="914400" eaLnBrk="1" fontAlgn="auto" latinLnBrk="0" hangingPunct="1">
                  <a:lnSpc>
                    <a:spcPct val="100000"/>
                  </a:lnSpc>
                  <a:spcBef>
                    <a:spcPts val="9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kumimoji="0" lang="ar-AE" sz="1100" b="0" i="1" u="none" strike="noStrike" kern="0" cap="none" spc="70" normalizeH="0" baseline="0" noProof="0" dirty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/>
                          </a:rPr>
                        </m:ctrlPr>
                      </m:accPr>
                      <m:e>
                        <m:r>
                          <a:rPr kumimoji="0" lang="ar-AE" sz="1100" b="0" i="1" u="none" strike="noStrike" kern="0" cap="none" spc="70" normalizeH="0" baseline="0" noProof="0" dirty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/>
                          </a:rPr>
                          <m:t>𝑦</m:t>
                        </m:r>
                      </m:e>
                    </m:acc>
                  </m:oMath>
                </a14:m>
                <a:r>
                  <a:rPr kumimoji="0" lang="en-IN" sz="1200" b="0" i="1" u="none" strike="noStrike" kern="0" cap="none" spc="104" normalizeH="0" baseline="-25000" noProof="0" dirty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cs typeface="Calibri"/>
                  </a:rPr>
                  <a:t>i</a:t>
                </a:r>
                <a:r>
                  <a:rPr kumimoji="0" lang="en-IN" sz="1200" b="0" i="1" u="none" strike="noStrike" kern="0" cap="none" spc="247" normalizeH="0" baseline="-10416" noProof="0" dirty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cs typeface="Calibri"/>
                  </a:rPr>
                  <a:t> </a:t>
                </a:r>
                <a:r>
                  <a:rPr kumimoji="0" lang="en-IN" sz="1100" b="0" i="0" u="none" strike="noStrike" kern="0" cap="none" spc="295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cs typeface="Calibri"/>
                  </a:rPr>
                  <a:t>=</a:t>
                </a:r>
                <a:r>
                  <a:rPr kumimoji="0" lang="en-IN" sz="1100" b="0" i="0" u="none" strike="noStrike" kern="0" cap="none" spc="6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kumimoji="0" lang="ar-AE" sz="1100" b="0" i="1" u="none" strike="noStrike" kern="0" cap="none" spc="70" normalizeH="0" baseline="0" noProof="0" dirty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/>
                          </a:rPr>
                        </m:ctrlPr>
                      </m:accPr>
                      <m:e>
                        <m:r>
                          <a:rPr kumimoji="0" lang="ar-AE" sz="1100" b="0" i="1" u="none" strike="noStrike" kern="0" cap="none" spc="70" normalizeH="0" baseline="0" noProof="0" dirty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/>
                          </a:rPr>
                          <m:t>𝑓</m:t>
                        </m:r>
                      </m:e>
                    </m:acc>
                    <m:r>
                      <a:rPr kumimoji="0" lang="en-IN" sz="1100" b="0" i="0" u="none" strike="noStrike" kern="0" cap="none" spc="70" normalizeH="0" baseline="0" noProof="0" dirty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Calibri"/>
                      </a:rPr>
                      <m:t>(</m:t>
                    </m:r>
                  </m:oMath>
                </a14:m>
                <a:r>
                  <a:rPr kumimoji="0" lang="en-IN" sz="1100" b="0" i="1" u="none" strike="noStrike" kern="0" cap="none" spc="45" normalizeH="0" baseline="0" noProof="0" dirty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cs typeface="Calibri"/>
                  </a:rPr>
                  <a:t>x</a:t>
                </a:r>
                <a:r>
                  <a:rPr kumimoji="0" lang="en-IN" sz="1200" b="0" i="1" u="none" strike="noStrike" kern="0" cap="none" spc="67" normalizeH="0" baseline="-25000" noProof="0" dirty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cs typeface="Calibri"/>
                  </a:rPr>
                  <a:t>i</a:t>
                </a:r>
                <a:r>
                  <a:rPr kumimoji="0" lang="en-IN" sz="1100" b="0" i="0" u="none" strike="noStrike" kern="0" cap="none" spc="45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cs typeface="Calibri"/>
                  </a:rPr>
                  <a:t>)</a:t>
                </a:r>
                <a:endParaRPr kumimoji="0" lang="en-IN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9100" y="805989"/>
                <a:ext cx="1680845" cy="276999"/>
              </a:xfrm>
              <a:prstGeom prst="rect">
                <a:avLst/>
              </a:prstGeom>
              <a:blipFill>
                <a:blip r:embed="rId5"/>
                <a:stretch>
                  <a:fillRect t="-2174" b="-1087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2914015" y="1454603"/>
                <a:ext cx="2712085" cy="76091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584200" marR="0" lvl="0" indent="0" defTabSz="914400" eaLnBrk="1" fontAlgn="auto" latinLnBrk="0" hangingPunct="1">
                  <a:lnSpc>
                    <a:spcPct val="100000"/>
                  </a:lnSpc>
                  <a:spcBef>
                    <a:spcPts val="9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100" b="0" i="1" u="none" strike="noStrike" kern="0" cap="none" spc="75" normalizeH="0" baseline="0" noProof="0" dirty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cs typeface="Calibri"/>
                  </a:rPr>
                  <a:t>E</a:t>
                </a:r>
                <a:r>
                  <a:rPr kumimoji="0" lang="en-IN" sz="1100" b="0" i="0" u="none" strike="noStrike" kern="0" cap="none" spc="75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cs typeface="Calibri"/>
                  </a:rPr>
                  <a:t>[(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kumimoji="0" lang="ar-AE" sz="1100" b="0" i="1" u="none" strike="noStrike" kern="0" cap="none" spc="70" normalizeH="0" baseline="0" noProof="0" dirty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/>
                          </a:rPr>
                        </m:ctrlPr>
                      </m:accPr>
                      <m:e>
                        <m:r>
                          <a:rPr kumimoji="0" lang="ar-AE" sz="1100" b="0" i="1" u="none" strike="noStrike" kern="0" cap="none" spc="70" normalizeH="0" baseline="0" noProof="0" dirty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/>
                          </a:rPr>
                          <m:t>𝑓</m:t>
                        </m:r>
                      </m:e>
                    </m:acc>
                    <m:r>
                      <a:rPr kumimoji="0" lang="ar-AE" sz="1100" b="0" i="0" u="none" strike="noStrike" kern="0" cap="none" spc="70" normalizeH="0" baseline="0" noProof="0" dirty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Calibri"/>
                      </a:rPr>
                      <m:t>(</m:t>
                    </m:r>
                  </m:oMath>
                </a14:m>
                <a:r>
                  <a:rPr kumimoji="0" lang="en-IN" sz="1100" b="0" i="1" u="none" strike="noStrike" kern="0" cap="none" spc="45" normalizeH="0" baseline="0" noProof="0" dirty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cs typeface="Calibri"/>
                  </a:rPr>
                  <a:t>x</a:t>
                </a:r>
                <a:r>
                  <a:rPr kumimoji="0" lang="en-IN" sz="1200" b="0" i="1" u="none" strike="noStrike" kern="0" cap="none" spc="67" normalizeH="0" baseline="-25000" noProof="0" dirty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cs typeface="Calibri"/>
                  </a:rPr>
                  <a:t>i</a:t>
                </a:r>
                <a:r>
                  <a:rPr kumimoji="0" lang="en-IN" sz="1100" b="0" i="0" u="none" strike="noStrike" kern="0" cap="none" spc="45" normalizeH="0" baseline="0" noProof="0" dirty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cs typeface="Calibri"/>
                  </a:rPr>
                  <a:t>)</a:t>
                </a:r>
                <a:r>
                  <a:rPr kumimoji="0" lang="en-IN" sz="1100" b="0" i="0" u="none" strike="noStrike" kern="0" cap="none" spc="-254" normalizeH="0" baseline="0" noProof="0" dirty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Lucida Sans Unicode"/>
                    <a:cs typeface="Lucida Sans Unicode"/>
                  </a:rPr>
                  <a:t>—</a:t>
                </a:r>
                <a:r>
                  <a:rPr kumimoji="0" lang="en-IN" sz="1100" b="0" i="0" u="none" strike="noStrike" kern="0" cap="none" spc="-90" normalizeH="0" baseline="0" noProof="0" dirty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Lucida Sans Unicode"/>
                    <a:cs typeface="Lucida Sans Unicode"/>
                  </a:rPr>
                  <a:t> </a:t>
                </a:r>
                <a:r>
                  <a:rPr kumimoji="0" lang="en-IN" sz="1100" b="0" i="1" u="none" strike="noStrike" kern="0" cap="none" spc="195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cs typeface="Calibri"/>
                  </a:rPr>
                  <a:t>f</a:t>
                </a:r>
                <a:r>
                  <a:rPr kumimoji="0" lang="en-IN" sz="1100" b="0" i="1" u="none" strike="noStrike" kern="0" cap="none" spc="-13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cs typeface="Calibri"/>
                  </a:rPr>
                  <a:t> </a:t>
                </a:r>
                <a:r>
                  <a:rPr kumimoji="0" lang="en-IN" sz="1100" b="0" i="0" u="none" strike="noStrike" kern="0" cap="none" spc="7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cs typeface="Calibri"/>
                  </a:rPr>
                  <a:t>(</a:t>
                </a:r>
                <a:r>
                  <a:rPr kumimoji="0" lang="en-IN" sz="1100" b="0" i="1" u="none" strike="noStrike" kern="0" cap="none" spc="7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cs typeface="Calibri"/>
                  </a:rPr>
                  <a:t>x</a:t>
                </a:r>
                <a:r>
                  <a:rPr kumimoji="0" lang="en-IN" sz="1200" b="0" i="1" u="none" strike="noStrike" kern="0" cap="none" spc="104" normalizeH="0" baseline="-2500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cs typeface="Calibri"/>
                  </a:rPr>
                  <a:t>i</a:t>
                </a:r>
                <a:r>
                  <a:rPr kumimoji="0" lang="en-IN" sz="1100" b="0" i="0" u="none" strike="noStrike" kern="0" cap="none" spc="7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cs typeface="Calibri"/>
                  </a:rPr>
                  <a:t>))</a:t>
                </a:r>
                <a:r>
                  <a:rPr kumimoji="0" lang="en-IN" sz="1200" b="0" i="0" u="none" strike="noStrike" kern="0" cap="none" spc="104" normalizeH="0" baseline="3125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cs typeface="Calibri"/>
                  </a:rPr>
                  <a:t>2</a:t>
                </a:r>
                <a:r>
                  <a:rPr kumimoji="0" lang="en-IN" sz="1100" b="0" i="0" u="none" strike="noStrike" kern="0" cap="none" spc="7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cs typeface="Calibri"/>
                  </a:rPr>
                  <a:t>]</a:t>
                </a:r>
                <a:endParaRPr kumimoji="0" lang="en-IN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cs typeface="Calibri"/>
                </a:endParaRPr>
              </a:p>
              <a:p>
                <a:pPr marL="177800" marR="30480" lvl="0" indent="0" algn="just" defTabSz="914400" eaLnBrk="1" fontAlgn="auto" latinLnBrk="0" hangingPunct="1">
                  <a:lnSpc>
                    <a:spcPct val="102600"/>
                  </a:lnSpc>
                  <a:spcBef>
                    <a:spcPts val="1095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1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cs typeface="Calibri"/>
                  </a:rPr>
                  <a:t>but</a:t>
                </a:r>
                <a:r>
                  <a:rPr kumimoji="0" lang="en-IN" sz="1100" b="0" i="0" u="none" strike="noStrike" kern="0" cap="none" spc="26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cs typeface="Calibri"/>
                  </a:rPr>
                  <a:t> </a:t>
                </a:r>
                <a:r>
                  <a:rPr kumimoji="0" lang="en-IN" sz="11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cs typeface="Calibri"/>
                  </a:rPr>
                  <a:t>we</a:t>
                </a:r>
                <a:r>
                  <a:rPr kumimoji="0" lang="en-IN" sz="1100" b="0" i="0" u="none" strike="noStrike" kern="0" cap="none" spc="26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cs typeface="Calibri"/>
                  </a:rPr>
                  <a:t> </a:t>
                </a:r>
                <a:r>
                  <a:rPr kumimoji="0" lang="en-IN" sz="11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cs typeface="Calibri"/>
                  </a:rPr>
                  <a:t>cannot</a:t>
                </a:r>
                <a:r>
                  <a:rPr kumimoji="0" lang="en-IN" sz="1100" b="0" i="0" u="none" strike="noStrike" kern="0" cap="none" spc="26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cs typeface="Calibri"/>
                  </a:rPr>
                  <a:t> </a:t>
                </a:r>
                <a:r>
                  <a:rPr kumimoji="0" lang="en-IN" sz="11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cs typeface="Calibri"/>
                  </a:rPr>
                  <a:t>estimate</a:t>
                </a:r>
                <a:r>
                  <a:rPr kumimoji="0" lang="en-IN" sz="1100" b="0" i="0" u="none" strike="noStrike" kern="0" cap="none" spc="26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cs typeface="Calibri"/>
                  </a:rPr>
                  <a:t> </a:t>
                </a:r>
                <a:r>
                  <a:rPr kumimoji="0" lang="en-IN" sz="11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cs typeface="Calibri"/>
                  </a:rPr>
                  <a:t>this</a:t>
                </a:r>
                <a:r>
                  <a:rPr kumimoji="0" lang="en-IN" sz="1100" b="0" i="0" u="none" strike="noStrike" kern="0" cap="none" spc="26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cs typeface="Calibri"/>
                  </a:rPr>
                  <a:t> </a:t>
                </a:r>
                <a:r>
                  <a:rPr kumimoji="0" lang="en-IN" sz="1100" b="0" i="0" u="none" strike="noStrike" kern="0" cap="none" spc="-1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cs typeface="Calibri"/>
                  </a:rPr>
                  <a:t>directly </a:t>
                </a:r>
                <a:r>
                  <a:rPr kumimoji="0" lang="en-IN" sz="11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cs typeface="Calibri"/>
                  </a:rPr>
                  <a:t>because</a:t>
                </a:r>
                <a:r>
                  <a:rPr kumimoji="0" lang="en-IN" sz="1100" b="0" i="0" u="none" strike="noStrike" kern="0" cap="none" spc="11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cs typeface="Calibri"/>
                  </a:rPr>
                  <a:t> </a:t>
                </a:r>
                <a:r>
                  <a:rPr kumimoji="0" lang="en-IN" sz="11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cs typeface="Calibri"/>
                  </a:rPr>
                  <a:t>we</a:t>
                </a:r>
                <a:r>
                  <a:rPr kumimoji="0" lang="en-IN" sz="1100" b="0" i="0" u="none" strike="noStrike" kern="0" cap="none" spc="114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cs typeface="Calibri"/>
                  </a:rPr>
                  <a:t> </a:t>
                </a:r>
                <a:r>
                  <a:rPr kumimoji="0" lang="en-IN" sz="11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cs typeface="Calibri"/>
                  </a:rPr>
                  <a:t>do</a:t>
                </a:r>
                <a:r>
                  <a:rPr kumimoji="0" lang="en-IN" sz="1100" b="0" i="0" u="none" strike="noStrike" kern="0" cap="none" spc="11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cs typeface="Calibri"/>
                  </a:rPr>
                  <a:t> </a:t>
                </a:r>
                <a:r>
                  <a:rPr kumimoji="0" lang="en-IN" sz="11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cs typeface="Calibri"/>
                  </a:rPr>
                  <a:t>not</a:t>
                </a:r>
                <a:r>
                  <a:rPr kumimoji="0" lang="en-IN" sz="1100" b="0" i="0" u="none" strike="noStrike" kern="0" cap="none" spc="11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cs typeface="Calibri"/>
                  </a:rPr>
                  <a:t> </a:t>
                </a:r>
                <a:r>
                  <a:rPr kumimoji="0" lang="en-IN" sz="11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cs typeface="Calibri"/>
                  </a:rPr>
                  <a:t>know</a:t>
                </a:r>
                <a:r>
                  <a:rPr kumimoji="0" lang="en-IN" sz="1100" b="0" i="0" u="none" strike="noStrike" kern="0" cap="none" spc="114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cs typeface="Calibri"/>
                  </a:rPr>
                  <a:t> </a:t>
                </a:r>
                <a:r>
                  <a:rPr kumimoji="0" lang="en-IN" sz="1100" b="0" i="1" u="none" strike="noStrike" kern="0" cap="none" spc="145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cs typeface="Calibri"/>
                  </a:rPr>
                  <a:t>f</a:t>
                </a:r>
                <a:endParaRPr kumimoji="0" lang="en-IN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4015" y="1454603"/>
                <a:ext cx="2712085" cy="760914"/>
              </a:xfrm>
              <a:prstGeom prst="rect">
                <a:avLst/>
              </a:prstGeom>
              <a:blipFill>
                <a:blip r:embed="rId6"/>
                <a:stretch>
                  <a:fillRect t="-1613" b="-483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  <p:bldP spid="10" grpId="0"/>
      <p:bldP spid="11" grpId="0"/>
      <p:bldP spid="12" grpId="0"/>
      <p:bldP spid="14" grpId="0"/>
      <p:bldP spid="15" grpId="0"/>
      <p:bldP spid="17" grpId="0"/>
      <p:bldP spid="20" grpId="0"/>
      <p:bldP spid="2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2"/>
              <p:cNvSpPr txBox="1"/>
              <p:nvPr/>
            </p:nvSpPr>
            <p:spPr>
              <a:xfrm>
                <a:off x="1152639" y="770406"/>
                <a:ext cx="4397261" cy="196208"/>
              </a:xfrm>
              <a:prstGeom prst="rect">
                <a:avLst/>
              </a:prstGeom>
            </p:spPr>
            <p:txBody>
              <a:bodyPr vert="horz" wrap="square" lIns="0" tIns="11430" rIns="0" bIns="0" rtlCol="0">
                <a:spAutoFit/>
              </a:bodyPr>
              <a:lstStyle/>
              <a:p>
                <a:pPr marL="38100" lvl="0">
                  <a:spcBef>
                    <a:spcPts val="90"/>
                  </a:spcBef>
                  <a:tabLst>
                    <a:tab pos="2533650" algn="l"/>
                  </a:tabLst>
                </a:pPr>
                <a:r>
                  <a:rPr sz="1100" i="1" dirty="0">
                    <a:latin typeface="Calibri"/>
                    <a:cs typeface="Calibri"/>
                  </a:rPr>
                  <a:t>E</a:t>
                </a:r>
                <a:r>
                  <a:rPr sz="1100" dirty="0">
                    <a:latin typeface="Calibri"/>
                    <a:cs typeface="Calibri"/>
                  </a:rPr>
                  <a:t>[(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kumimoji="0" lang="ar-AE" sz="1100" b="0" i="1" u="none" strike="noStrike" kern="0" cap="none" spc="70" normalizeH="0" baseline="0" noProof="0" dirty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/>
                          </a:rPr>
                        </m:ctrlPr>
                      </m:accPr>
                      <m:e>
                        <m:r>
                          <a:rPr kumimoji="0" lang="ar-AE" sz="1100" b="0" i="1" u="none" strike="noStrike" kern="0" cap="none" spc="70" normalizeH="0" baseline="0" noProof="0" dirty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/>
                          </a:rPr>
                          <m:t>𝑦</m:t>
                        </m:r>
                      </m:e>
                    </m:acc>
                  </m:oMath>
                </a14:m>
                <a:r>
                  <a:rPr kumimoji="0" lang="en-IN" sz="1200" b="0" i="1" u="none" strike="noStrike" kern="0" cap="none" spc="104" normalizeH="0" baseline="-25000" noProof="0" dirty="0" err="1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cs typeface="Calibri"/>
                  </a:rPr>
                  <a:t>i</a:t>
                </a:r>
                <a:r>
                  <a:rPr kumimoji="0" lang="en-IN" sz="1200" b="0" i="1" u="none" strike="noStrike" kern="0" cap="none" spc="247" normalizeH="0" baseline="-10416" noProof="0" dirty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cs typeface="Calibri"/>
                  </a:rPr>
                  <a:t> </a:t>
                </a:r>
                <a:r>
                  <a:rPr lang="en-IN" sz="1200" spc="5" dirty="0" smtClean="0">
                    <a:latin typeface="Calibri"/>
                    <a:cs typeface="Calibri"/>
                  </a:rPr>
                  <a:t>-</a:t>
                </a:r>
                <a:r>
                  <a:rPr sz="1100" spc="-95" dirty="0" smtClean="0">
                    <a:latin typeface="Lucida Sans Unicode"/>
                    <a:cs typeface="Lucida Sans Unicode"/>
                  </a:rPr>
                  <a:t> </a:t>
                </a:r>
                <a:r>
                  <a:rPr sz="1100" i="1" spc="60" dirty="0">
                    <a:latin typeface="Calibri"/>
                    <a:cs typeface="Calibri"/>
                  </a:rPr>
                  <a:t>y</a:t>
                </a:r>
                <a:r>
                  <a:rPr sz="1200" i="1" spc="89" baseline="-25000" dirty="0">
                    <a:latin typeface="Calibri"/>
                    <a:cs typeface="Calibri"/>
                  </a:rPr>
                  <a:t>i</a:t>
                </a:r>
                <a:r>
                  <a:rPr sz="1100" spc="60" dirty="0">
                    <a:latin typeface="Calibri"/>
                    <a:cs typeface="Calibri"/>
                  </a:rPr>
                  <a:t>)</a:t>
                </a:r>
                <a:r>
                  <a:rPr sz="1200" spc="89" baseline="31250" dirty="0">
                    <a:latin typeface="Calibri"/>
                    <a:cs typeface="Calibri"/>
                  </a:rPr>
                  <a:t>2</a:t>
                </a:r>
                <a:r>
                  <a:rPr sz="1100" spc="60" dirty="0">
                    <a:latin typeface="Calibri"/>
                    <a:cs typeface="Calibri"/>
                  </a:rPr>
                  <a:t>]</a:t>
                </a:r>
                <a:r>
                  <a:rPr sz="1100" spc="75" dirty="0">
                    <a:latin typeface="Calibri"/>
                    <a:cs typeface="Calibri"/>
                  </a:rPr>
                  <a:t> </a:t>
                </a:r>
                <a:r>
                  <a:rPr sz="1100" spc="295" dirty="0">
                    <a:latin typeface="Calibri"/>
                    <a:cs typeface="Calibri"/>
                  </a:rPr>
                  <a:t>=</a:t>
                </a:r>
                <a:r>
                  <a:rPr sz="1100" spc="70" dirty="0">
                    <a:latin typeface="Calibri"/>
                    <a:cs typeface="Calibri"/>
                  </a:rPr>
                  <a:t> </a:t>
                </a:r>
                <a:r>
                  <a:rPr sz="1100" i="1" spc="75" dirty="0">
                    <a:latin typeface="Calibri"/>
                    <a:cs typeface="Calibri"/>
                  </a:rPr>
                  <a:t>E</a:t>
                </a:r>
                <a:r>
                  <a:rPr sz="1100" spc="75" dirty="0">
                    <a:latin typeface="Calibri"/>
                    <a:cs typeface="Calibri"/>
                  </a:rPr>
                  <a:t>[(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kumimoji="0" lang="ar-AE" sz="1100" b="0" i="1" u="none" strike="noStrike" kern="0" cap="none" spc="70" normalizeH="0" baseline="0" noProof="0" dirty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/>
                          </a:rPr>
                        </m:ctrlPr>
                      </m:accPr>
                      <m:e>
                        <m:r>
                          <a:rPr kumimoji="0" lang="ar-AE" sz="1100" b="0" i="1" u="none" strike="noStrike" kern="0" cap="none" spc="70" normalizeH="0" baseline="0" noProof="0" dirty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/>
                          </a:rPr>
                          <m:t>𝑓</m:t>
                        </m:r>
                      </m:e>
                    </m:acc>
                    <m:r>
                      <a:rPr kumimoji="0" lang="en-IN" sz="1100" b="0" i="0" u="none" strike="noStrike" kern="0" cap="none" spc="70" normalizeH="0" baseline="0" noProof="0" dirty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Calibri"/>
                      </a:rPr>
                      <m:t>(</m:t>
                    </m:r>
                  </m:oMath>
                </a14:m>
                <a:r>
                  <a:rPr kumimoji="0" lang="en-IN" sz="1100" b="0" i="1" u="none" strike="noStrike" kern="0" cap="none" spc="45" normalizeH="0" baseline="0" noProof="0" dirty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cs typeface="Calibri"/>
                  </a:rPr>
                  <a:t>x</a:t>
                </a:r>
                <a:r>
                  <a:rPr kumimoji="0" lang="en-IN" sz="1200" b="0" i="1" u="none" strike="noStrike" kern="0" cap="none" spc="67" normalizeH="0" baseline="-25000" noProof="0" dirty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cs typeface="Calibri"/>
                  </a:rPr>
                  <a:t>i</a:t>
                </a:r>
                <a:r>
                  <a:rPr kumimoji="0" lang="en-IN" sz="1100" b="0" i="0" u="none" strike="noStrike" kern="0" cap="none" spc="45" normalizeH="0" baseline="0" noProof="0" dirty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cs typeface="Calibri"/>
                  </a:rPr>
                  <a:t>) -</a:t>
                </a:r>
                <a:r>
                  <a:rPr sz="1100" spc="-90" dirty="0" smtClean="0">
                    <a:latin typeface="Lucida Sans Unicode"/>
                    <a:cs typeface="Lucida Sans Unicode"/>
                  </a:rPr>
                  <a:t> </a:t>
                </a:r>
                <a:r>
                  <a:rPr sz="1100" i="1" spc="195" dirty="0">
                    <a:latin typeface="Calibri"/>
                    <a:cs typeface="Calibri"/>
                  </a:rPr>
                  <a:t>f</a:t>
                </a:r>
                <a:r>
                  <a:rPr sz="1100" i="1" spc="-130" dirty="0">
                    <a:latin typeface="Calibri"/>
                    <a:cs typeface="Calibri"/>
                  </a:rPr>
                  <a:t> </a:t>
                </a:r>
                <a:r>
                  <a:rPr sz="1100" spc="114" dirty="0">
                    <a:latin typeface="Calibri"/>
                    <a:cs typeface="Calibri"/>
                  </a:rPr>
                  <a:t>(</a:t>
                </a:r>
                <a:r>
                  <a:rPr sz="1100" i="1" spc="114" dirty="0">
                    <a:latin typeface="Calibri"/>
                    <a:cs typeface="Calibri"/>
                  </a:rPr>
                  <a:t>x</a:t>
                </a:r>
                <a:r>
                  <a:rPr sz="1200" i="1" spc="172" baseline="-25000" dirty="0">
                    <a:latin typeface="Calibri"/>
                    <a:cs typeface="Calibri"/>
                  </a:rPr>
                  <a:t>i</a:t>
                </a:r>
                <a:r>
                  <a:rPr sz="1100" spc="114" dirty="0">
                    <a:latin typeface="Calibri"/>
                    <a:cs typeface="Calibri"/>
                  </a:rPr>
                  <a:t>)</a:t>
                </a:r>
                <a:r>
                  <a:rPr sz="1100" spc="5" dirty="0">
                    <a:latin typeface="Calibri"/>
                    <a:cs typeface="Calibri"/>
                  </a:rPr>
                  <a:t> </a:t>
                </a:r>
                <a:r>
                  <a:rPr lang="en-IN" sz="1100" spc="5" dirty="0" smtClean="0">
                    <a:latin typeface="Calibri"/>
                    <a:cs typeface="Calibri"/>
                  </a:rPr>
                  <a:t>-</a:t>
                </a:r>
                <a:r>
                  <a:rPr sz="1100" spc="-90" dirty="0" smtClean="0">
                    <a:latin typeface="Lucida Sans Unicode"/>
                    <a:cs typeface="Lucida Sans Unicode"/>
                  </a:rPr>
                  <a:t> </a:t>
                </a:r>
                <a:r>
                  <a:rPr sz="1100" i="1" spc="30" dirty="0">
                    <a:latin typeface="Calibri"/>
                    <a:cs typeface="Calibri"/>
                  </a:rPr>
                  <a:t>ε</a:t>
                </a:r>
                <a:r>
                  <a:rPr sz="1200" i="1" spc="44" baseline="-25000" dirty="0">
                    <a:latin typeface="Calibri"/>
                    <a:cs typeface="Calibri"/>
                  </a:rPr>
                  <a:t>i</a:t>
                </a:r>
                <a:r>
                  <a:rPr sz="1100" spc="30" dirty="0">
                    <a:latin typeface="Calibri"/>
                    <a:cs typeface="Calibri"/>
                  </a:rPr>
                  <a:t>)</a:t>
                </a:r>
                <a:r>
                  <a:rPr sz="1200" spc="44" baseline="31250" dirty="0">
                    <a:latin typeface="Calibri"/>
                    <a:cs typeface="Calibri"/>
                  </a:rPr>
                  <a:t>2</a:t>
                </a:r>
                <a:r>
                  <a:rPr sz="1100" spc="30" dirty="0">
                    <a:latin typeface="Calibri"/>
                    <a:cs typeface="Calibri"/>
                  </a:rPr>
                  <a:t>]</a:t>
                </a:r>
                <a:r>
                  <a:rPr sz="1100" dirty="0">
                    <a:latin typeface="Calibri"/>
                    <a:cs typeface="Calibri"/>
                  </a:rPr>
                  <a:t>	</a:t>
                </a:r>
                <a:r>
                  <a:rPr sz="1100" spc="75" dirty="0">
                    <a:solidFill>
                      <a:srgbClr val="FF0000"/>
                    </a:solidFill>
                    <a:latin typeface="Calibri"/>
                    <a:cs typeface="Calibri"/>
                  </a:rPr>
                  <a:t>(</a:t>
                </a:r>
                <a:r>
                  <a:rPr sz="1100" i="1" spc="75" dirty="0">
                    <a:solidFill>
                      <a:srgbClr val="FF0000"/>
                    </a:solidFill>
                    <a:latin typeface="Calibri"/>
                    <a:cs typeface="Calibri"/>
                  </a:rPr>
                  <a:t>y</a:t>
                </a:r>
                <a:r>
                  <a:rPr sz="1200" i="1" spc="112" baseline="-10416" dirty="0">
                    <a:solidFill>
                      <a:srgbClr val="FF0000"/>
                    </a:solidFill>
                    <a:latin typeface="Calibri"/>
                    <a:cs typeface="Calibri"/>
                  </a:rPr>
                  <a:t>i</a:t>
                </a:r>
                <a:r>
                  <a:rPr sz="1200" i="1" spc="247" baseline="-10416" dirty="0">
                    <a:solidFill>
                      <a:srgbClr val="FF0000"/>
                    </a:solidFill>
                    <a:latin typeface="Calibri"/>
                    <a:cs typeface="Calibri"/>
                  </a:rPr>
                  <a:t> </a:t>
                </a:r>
                <a:r>
                  <a:rPr sz="1100" spc="295" dirty="0">
                    <a:solidFill>
                      <a:srgbClr val="FF0000"/>
                    </a:solidFill>
                    <a:latin typeface="Calibri"/>
                    <a:cs typeface="Calibri"/>
                  </a:rPr>
                  <a:t>=</a:t>
                </a:r>
                <a:r>
                  <a:rPr sz="1100" spc="60" dirty="0">
                    <a:solidFill>
                      <a:srgbClr val="FF0000"/>
                    </a:solidFill>
                    <a:latin typeface="Calibri"/>
                    <a:cs typeface="Calibri"/>
                  </a:rPr>
                  <a:t> </a:t>
                </a:r>
                <a:r>
                  <a:rPr sz="1100" i="1" spc="195" dirty="0">
                    <a:solidFill>
                      <a:srgbClr val="FF0000"/>
                    </a:solidFill>
                    <a:latin typeface="Calibri"/>
                    <a:cs typeface="Calibri"/>
                  </a:rPr>
                  <a:t>f</a:t>
                </a:r>
                <a:r>
                  <a:rPr sz="1100" i="1" spc="-135" dirty="0">
                    <a:solidFill>
                      <a:srgbClr val="FF0000"/>
                    </a:solidFill>
                    <a:latin typeface="Calibri"/>
                    <a:cs typeface="Calibri"/>
                  </a:rPr>
                  <a:t> </a:t>
                </a:r>
                <a:r>
                  <a:rPr sz="1100" spc="114" dirty="0">
                    <a:solidFill>
                      <a:srgbClr val="FF0000"/>
                    </a:solidFill>
                    <a:latin typeface="Calibri"/>
                    <a:cs typeface="Calibri"/>
                  </a:rPr>
                  <a:t>(</a:t>
                </a:r>
                <a:r>
                  <a:rPr sz="1100" i="1" spc="114" dirty="0">
                    <a:solidFill>
                      <a:srgbClr val="FF0000"/>
                    </a:solidFill>
                    <a:latin typeface="Calibri"/>
                    <a:cs typeface="Calibri"/>
                  </a:rPr>
                  <a:t>x</a:t>
                </a:r>
                <a:r>
                  <a:rPr sz="1200" i="1" spc="172" baseline="-25000" dirty="0">
                    <a:solidFill>
                      <a:srgbClr val="FF0000"/>
                    </a:solidFill>
                    <a:latin typeface="Calibri"/>
                    <a:cs typeface="Calibri"/>
                  </a:rPr>
                  <a:t>i</a:t>
                </a:r>
                <a:r>
                  <a:rPr sz="1100" spc="114" dirty="0">
                    <a:solidFill>
                      <a:srgbClr val="FF0000"/>
                    </a:solidFill>
                    <a:latin typeface="Calibri"/>
                    <a:cs typeface="Calibri"/>
                  </a:rPr>
                  <a:t>)</a:t>
                </a:r>
                <a:r>
                  <a:rPr sz="1100" spc="-5" dirty="0">
                    <a:solidFill>
                      <a:srgbClr val="FF0000"/>
                    </a:solidFill>
                    <a:latin typeface="Calibri"/>
                    <a:cs typeface="Calibri"/>
                  </a:rPr>
                  <a:t> </a:t>
                </a:r>
                <a:r>
                  <a:rPr sz="1100" spc="295" dirty="0">
                    <a:solidFill>
                      <a:srgbClr val="FF0000"/>
                    </a:solidFill>
                    <a:latin typeface="Calibri"/>
                    <a:cs typeface="Calibri"/>
                  </a:rPr>
                  <a:t>+</a:t>
                </a:r>
                <a:r>
                  <a:rPr sz="1100" spc="-10" dirty="0">
                    <a:solidFill>
                      <a:srgbClr val="FF0000"/>
                    </a:solidFill>
                    <a:latin typeface="Calibri"/>
                    <a:cs typeface="Calibri"/>
                  </a:rPr>
                  <a:t> </a:t>
                </a:r>
                <a:r>
                  <a:rPr sz="1100" i="1" spc="50" dirty="0">
                    <a:solidFill>
                      <a:srgbClr val="FF0000"/>
                    </a:solidFill>
                    <a:latin typeface="Calibri"/>
                    <a:cs typeface="Calibri"/>
                  </a:rPr>
                  <a:t>ε</a:t>
                </a:r>
                <a:r>
                  <a:rPr sz="1200" i="1" spc="75" baseline="-25000" dirty="0">
                    <a:solidFill>
                      <a:srgbClr val="FF0000"/>
                    </a:solidFill>
                    <a:latin typeface="Calibri"/>
                    <a:cs typeface="Calibri"/>
                  </a:rPr>
                  <a:t>i</a:t>
                </a:r>
                <a:r>
                  <a:rPr sz="1100" spc="50" dirty="0">
                    <a:solidFill>
                      <a:srgbClr val="FF0000"/>
                    </a:solidFill>
                    <a:latin typeface="Calibri"/>
                    <a:cs typeface="Calibri"/>
                  </a:rPr>
                  <a:t>)</a:t>
                </a:r>
                <a:endParaRPr sz="11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2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2639" y="770406"/>
                <a:ext cx="4397261" cy="196208"/>
              </a:xfrm>
              <a:prstGeom prst="rect">
                <a:avLst/>
              </a:prstGeom>
              <a:blipFill>
                <a:blip r:embed="rId2"/>
                <a:stretch>
                  <a:fillRect l="-1110" t="-18182" b="-4545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/>
              <p:cNvSpPr txBox="1"/>
              <p:nvPr/>
            </p:nvSpPr>
            <p:spPr>
              <a:xfrm>
                <a:off x="1937282" y="1215452"/>
                <a:ext cx="3139719" cy="196208"/>
              </a:xfrm>
              <a:prstGeom prst="rect">
                <a:avLst/>
              </a:prstGeom>
            </p:spPr>
            <p:txBody>
              <a:bodyPr vert="horz" wrap="square" lIns="0" tIns="11430" rIns="0" bIns="0" rtlCol="0">
                <a:spAutoFit/>
              </a:bodyPr>
              <a:lstStyle/>
              <a:p>
                <a:pPr marL="38100">
                  <a:spcBef>
                    <a:spcPts val="90"/>
                  </a:spcBef>
                </a:pPr>
                <a:r>
                  <a:rPr sz="1100" spc="295" dirty="0">
                    <a:latin typeface="Calibri"/>
                    <a:cs typeface="Calibri"/>
                  </a:rPr>
                  <a:t>=</a:t>
                </a:r>
                <a:r>
                  <a:rPr sz="1100" spc="60" dirty="0">
                    <a:latin typeface="Calibri"/>
                    <a:cs typeface="Calibri"/>
                  </a:rPr>
                  <a:t> </a:t>
                </a:r>
                <a:r>
                  <a:rPr sz="1100" i="1" spc="75" dirty="0">
                    <a:latin typeface="Calibri"/>
                    <a:cs typeface="Calibri"/>
                  </a:rPr>
                  <a:t>E</a:t>
                </a:r>
                <a:r>
                  <a:rPr sz="1100" spc="75" dirty="0">
                    <a:latin typeface="Calibri"/>
                    <a:cs typeface="Calibri"/>
                  </a:rPr>
                  <a:t>[(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kumimoji="0" lang="ar-AE" sz="1100" b="0" i="1" u="none" strike="noStrike" kern="0" cap="none" spc="70" normalizeH="0" baseline="0" noProof="0" dirty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/>
                          </a:rPr>
                        </m:ctrlPr>
                      </m:accPr>
                      <m:e>
                        <m:r>
                          <a:rPr kumimoji="0" lang="ar-AE" sz="1100" b="0" i="1" u="none" strike="noStrike" kern="0" cap="none" spc="70" normalizeH="0" baseline="0" noProof="0" dirty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/>
                          </a:rPr>
                          <m:t>𝑓</m:t>
                        </m:r>
                      </m:e>
                    </m:acc>
                    <m:r>
                      <a:rPr kumimoji="0" lang="en-IN" sz="1100" b="0" i="0" u="none" strike="noStrike" kern="0" cap="none" spc="70" normalizeH="0" baseline="0" noProof="0" dirty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Calibri"/>
                      </a:rPr>
                      <m:t>(</m:t>
                    </m:r>
                  </m:oMath>
                </a14:m>
                <a:r>
                  <a:rPr kumimoji="0" lang="en-IN" sz="1100" b="0" i="1" u="none" strike="noStrike" kern="0" cap="none" spc="45" normalizeH="0" baseline="0" noProof="0" dirty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cs typeface="Calibri"/>
                  </a:rPr>
                  <a:t>x</a:t>
                </a:r>
                <a:r>
                  <a:rPr kumimoji="0" lang="en-IN" sz="1200" b="0" i="1" u="none" strike="noStrike" kern="0" cap="none" spc="67" normalizeH="0" baseline="-25000" noProof="0" dirty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cs typeface="Calibri"/>
                  </a:rPr>
                  <a:t>i</a:t>
                </a:r>
                <a:r>
                  <a:rPr kumimoji="0" lang="en-IN" sz="1100" b="0" i="0" u="none" strike="noStrike" kern="0" cap="none" spc="45" normalizeH="0" baseline="0" noProof="0" dirty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cs typeface="Calibri"/>
                  </a:rPr>
                  <a:t>) - </a:t>
                </a:r>
                <a:r>
                  <a:rPr sz="1100" spc="-100" dirty="0" smtClean="0">
                    <a:latin typeface="Lucida Sans Unicode"/>
                    <a:cs typeface="Lucida Sans Unicode"/>
                  </a:rPr>
                  <a:t> </a:t>
                </a:r>
                <a:r>
                  <a:rPr sz="1100" i="1" spc="195" dirty="0">
                    <a:latin typeface="Calibri"/>
                    <a:cs typeface="Calibri"/>
                  </a:rPr>
                  <a:t>f</a:t>
                </a:r>
                <a:r>
                  <a:rPr sz="1100" i="1" spc="-130" dirty="0">
                    <a:latin typeface="Calibri"/>
                    <a:cs typeface="Calibri"/>
                  </a:rPr>
                  <a:t> </a:t>
                </a:r>
                <a:r>
                  <a:rPr sz="1100" spc="95" dirty="0">
                    <a:latin typeface="Calibri"/>
                    <a:cs typeface="Calibri"/>
                  </a:rPr>
                  <a:t>(</a:t>
                </a:r>
                <a:r>
                  <a:rPr sz="1100" i="1" spc="95" dirty="0">
                    <a:latin typeface="Calibri"/>
                    <a:cs typeface="Calibri"/>
                  </a:rPr>
                  <a:t>x</a:t>
                </a:r>
                <a:r>
                  <a:rPr sz="1200" i="1" spc="142" baseline="-25000" dirty="0">
                    <a:latin typeface="Calibri"/>
                    <a:cs typeface="Calibri"/>
                  </a:rPr>
                  <a:t>i</a:t>
                </a:r>
                <a:r>
                  <a:rPr sz="1100" spc="95" dirty="0">
                    <a:latin typeface="Calibri"/>
                    <a:cs typeface="Calibri"/>
                  </a:rPr>
                  <a:t>))</a:t>
                </a:r>
                <a:r>
                  <a:rPr sz="1200" spc="142" baseline="31250" dirty="0" smtClean="0">
                    <a:latin typeface="Calibri"/>
                    <a:cs typeface="Calibri"/>
                  </a:rPr>
                  <a:t>2</a:t>
                </a:r>
                <a:r>
                  <a:rPr lang="en-IN" sz="1200" spc="142" baseline="31250" dirty="0" smtClean="0">
                    <a:latin typeface="Calibri"/>
                    <a:cs typeface="Calibri"/>
                  </a:rPr>
                  <a:t> </a:t>
                </a:r>
                <a:r>
                  <a:rPr lang="en-IN" sz="1200" spc="165" dirty="0" smtClean="0">
                    <a:latin typeface="Calibri"/>
                    <a:cs typeface="Calibri"/>
                  </a:rPr>
                  <a:t>- </a:t>
                </a:r>
                <a:r>
                  <a:rPr sz="1100" spc="55" dirty="0" smtClean="0">
                    <a:latin typeface="Calibri"/>
                    <a:cs typeface="Calibri"/>
                  </a:rPr>
                  <a:t>2</a:t>
                </a:r>
                <a:r>
                  <a:rPr sz="1100" i="1" spc="55" dirty="0" smtClean="0">
                    <a:latin typeface="Calibri"/>
                    <a:cs typeface="Calibri"/>
                  </a:rPr>
                  <a:t>ε</a:t>
                </a:r>
                <a:r>
                  <a:rPr sz="1200" i="1" spc="82" baseline="-10416" dirty="0" smtClean="0">
                    <a:latin typeface="Calibri"/>
                    <a:cs typeface="Calibri"/>
                  </a:rPr>
                  <a:t>i</a:t>
                </a:r>
                <a:r>
                  <a:rPr sz="1100" spc="55" dirty="0" smtClean="0">
                    <a:latin typeface="Calibri"/>
                    <a:cs typeface="Calibri"/>
                  </a:rPr>
                  <a:t>(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kumimoji="0" lang="ar-AE" sz="1100" b="0" i="1" u="none" strike="noStrike" kern="0" cap="none" spc="70" normalizeH="0" baseline="0" noProof="0" dirty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/>
                          </a:rPr>
                        </m:ctrlPr>
                      </m:accPr>
                      <m:e>
                        <m:r>
                          <a:rPr kumimoji="0" lang="ar-AE" sz="1100" b="0" i="1" u="none" strike="noStrike" kern="0" cap="none" spc="70" normalizeH="0" baseline="0" noProof="0" dirty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/>
                          </a:rPr>
                          <m:t>𝑓</m:t>
                        </m:r>
                      </m:e>
                    </m:acc>
                    <m:r>
                      <a:rPr kumimoji="0" lang="en-IN" sz="1100" b="0" i="0" u="none" strike="noStrike" kern="0" cap="none" spc="70" normalizeH="0" baseline="0" noProof="0" dirty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Calibri"/>
                      </a:rPr>
                      <m:t>(</m:t>
                    </m:r>
                  </m:oMath>
                </a14:m>
                <a:r>
                  <a:rPr kumimoji="0" lang="en-IN" sz="1100" b="0" i="1" u="none" strike="noStrike" kern="0" cap="none" spc="45" normalizeH="0" baseline="0" noProof="0" dirty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cs typeface="Calibri"/>
                  </a:rPr>
                  <a:t>x</a:t>
                </a:r>
                <a:r>
                  <a:rPr kumimoji="0" lang="en-IN" sz="1200" b="0" i="1" u="none" strike="noStrike" kern="0" cap="none" spc="67" normalizeH="0" baseline="-25000" noProof="0" dirty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cs typeface="Calibri"/>
                  </a:rPr>
                  <a:t>i</a:t>
                </a:r>
                <a:r>
                  <a:rPr kumimoji="0" lang="en-IN" sz="1100" b="0" i="0" u="none" strike="noStrike" kern="0" cap="none" spc="45" normalizeH="0" baseline="0" noProof="0" dirty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cs typeface="Calibri"/>
                  </a:rPr>
                  <a:t>) -</a:t>
                </a:r>
                <a:r>
                  <a:rPr sz="1100" spc="-105" dirty="0" smtClean="0">
                    <a:latin typeface="Lucida Sans Unicode"/>
                    <a:cs typeface="Lucida Sans Unicode"/>
                  </a:rPr>
                  <a:t> </a:t>
                </a:r>
                <a:r>
                  <a:rPr sz="1100" i="1" spc="195" dirty="0">
                    <a:latin typeface="Calibri"/>
                    <a:cs typeface="Calibri"/>
                  </a:rPr>
                  <a:t>f</a:t>
                </a:r>
                <a:r>
                  <a:rPr sz="1100" i="1" spc="-130" dirty="0">
                    <a:latin typeface="Calibri"/>
                    <a:cs typeface="Calibri"/>
                  </a:rPr>
                  <a:t> </a:t>
                </a:r>
                <a:r>
                  <a:rPr sz="1100" spc="110" dirty="0">
                    <a:latin typeface="Calibri"/>
                    <a:cs typeface="Calibri"/>
                  </a:rPr>
                  <a:t>(</a:t>
                </a:r>
                <a:r>
                  <a:rPr sz="1100" i="1" spc="110" dirty="0">
                    <a:latin typeface="Calibri"/>
                    <a:cs typeface="Calibri"/>
                  </a:rPr>
                  <a:t>x</a:t>
                </a:r>
                <a:r>
                  <a:rPr sz="1200" i="1" spc="165" baseline="-25000" dirty="0">
                    <a:latin typeface="Calibri"/>
                    <a:cs typeface="Calibri"/>
                  </a:rPr>
                  <a:t>i</a:t>
                </a:r>
                <a:r>
                  <a:rPr sz="1100" spc="110" dirty="0">
                    <a:latin typeface="Calibri"/>
                    <a:cs typeface="Calibri"/>
                  </a:rPr>
                  <a:t>))</a:t>
                </a:r>
                <a:r>
                  <a:rPr sz="1100" spc="-5" dirty="0">
                    <a:latin typeface="Calibri"/>
                    <a:cs typeface="Calibri"/>
                  </a:rPr>
                  <a:t> </a:t>
                </a:r>
                <a:r>
                  <a:rPr sz="1100" spc="295" dirty="0">
                    <a:latin typeface="Calibri"/>
                    <a:cs typeface="Calibri"/>
                  </a:rPr>
                  <a:t>+</a:t>
                </a:r>
                <a:r>
                  <a:rPr sz="1100" spc="-5" dirty="0">
                    <a:latin typeface="Calibri"/>
                    <a:cs typeface="Calibri"/>
                  </a:rPr>
                  <a:t> </a:t>
                </a:r>
                <a:r>
                  <a:rPr sz="1100" i="1" spc="-25" dirty="0" smtClean="0">
                    <a:latin typeface="Calibri"/>
                    <a:cs typeface="Calibri"/>
                  </a:rPr>
                  <a:t>ε</a:t>
                </a:r>
                <a:r>
                  <a:rPr lang="en-IN" sz="1200" i="1" spc="89" baseline="-25000" dirty="0" err="1" smtClean="0">
                    <a:latin typeface="Calibri"/>
                    <a:cs typeface="Calibri"/>
                  </a:rPr>
                  <a:t>i</a:t>
                </a:r>
                <a:r>
                  <a:rPr sz="1200" spc="-37" baseline="31250" dirty="0" smtClean="0">
                    <a:latin typeface="Calibri"/>
                    <a:cs typeface="Calibri"/>
                  </a:rPr>
                  <a:t>2</a:t>
                </a:r>
                <a:r>
                  <a:rPr sz="1100" spc="-25" dirty="0">
                    <a:latin typeface="Calibri"/>
                    <a:cs typeface="Calibri"/>
                  </a:rPr>
                  <a:t>]</a:t>
                </a:r>
                <a:endParaRPr sz="11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7282" y="1215452"/>
                <a:ext cx="3139719" cy="196208"/>
              </a:xfrm>
              <a:prstGeom prst="rect">
                <a:avLst/>
              </a:prstGeom>
              <a:blipFill>
                <a:blip r:embed="rId3"/>
                <a:stretch>
                  <a:fillRect l="-1748" t="-18182" b="-4545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6"/>
              <p:cNvSpPr txBox="1"/>
              <p:nvPr/>
            </p:nvSpPr>
            <p:spPr>
              <a:xfrm>
                <a:off x="1937283" y="1660485"/>
                <a:ext cx="3289300" cy="196208"/>
              </a:xfrm>
              <a:prstGeom prst="rect">
                <a:avLst/>
              </a:prstGeom>
            </p:spPr>
            <p:txBody>
              <a:bodyPr vert="horz" wrap="square" lIns="0" tIns="11430" rIns="0" bIns="0" rtlCol="0">
                <a:spAutoFit/>
              </a:bodyPr>
              <a:lstStyle/>
              <a:p>
                <a:pPr marL="38100">
                  <a:spcBef>
                    <a:spcPts val="90"/>
                  </a:spcBef>
                </a:pPr>
                <a:r>
                  <a:rPr sz="1100" spc="295" dirty="0">
                    <a:latin typeface="Calibri"/>
                    <a:cs typeface="Calibri"/>
                  </a:rPr>
                  <a:t>=</a:t>
                </a:r>
                <a:r>
                  <a:rPr sz="1100" spc="70" dirty="0">
                    <a:latin typeface="Calibri"/>
                    <a:cs typeface="Calibri"/>
                  </a:rPr>
                  <a:t> </a:t>
                </a:r>
                <a:r>
                  <a:rPr sz="1100" i="1" spc="75" dirty="0">
                    <a:latin typeface="Calibri"/>
                    <a:cs typeface="Calibri"/>
                  </a:rPr>
                  <a:t>E</a:t>
                </a:r>
                <a:r>
                  <a:rPr sz="1100" spc="75" dirty="0" smtClean="0">
                    <a:latin typeface="Calibri"/>
                    <a:cs typeface="Calibri"/>
                  </a:rPr>
                  <a:t>[(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kumimoji="0" lang="ar-AE" sz="1100" b="0" i="1" u="none" strike="noStrike" kern="0" cap="none" spc="70" normalizeH="0" baseline="0" noProof="0" dirty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/>
                          </a:rPr>
                        </m:ctrlPr>
                      </m:accPr>
                      <m:e>
                        <m:r>
                          <a:rPr kumimoji="0" lang="ar-AE" sz="1100" b="0" i="1" u="none" strike="noStrike" kern="0" cap="none" spc="70" normalizeH="0" baseline="0" noProof="0" dirty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/>
                          </a:rPr>
                          <m:t>𝑓</m:t>
                        </m:r>
                      </m:e>
                    </m:acc>
                    <m:r>
                      <a:rPr kumimoji="0" lang="en-IN" sz="1100" b="0" i="0" u="none" strike="noStrike" kern="0" cap="none" spc="70" normalizeH="0" baseline="0" noProof="0" dirty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Calibri"/>
                      </a:rPr>
                      <m:t>(</m:t>
                    </m:r>
                  </m:oMath>
                </a14:m>
                <a:r>
                  <a:rPr kumimoji="0" lang="en-IN" sz="1100" b="0" i="1" u="none" strike="noStrike" kern="0" cap="none" spc="45" normalizeH="0" baseline="0" noProof="0" dirty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cs typeface="Calibri"/>
                  </a:rPr>
                  <a:t>x</a:t>
                </a:r>
                <a:r>
                  <a:rPr kumimoji="0" lang="en-IN" sz="1200" b="0" i="1" u="none" strike="noStrike" kern="0" cap="none" spc="67" normalizeH="0" baseline="-25000" noProof="0" dirty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cs typeface="Calibri"/>
                  </a:rPr>
                  <a:t>i</a:t>
                </a:r>
                <a:r>
                  <a:rPr kumimoji="0" lang="en-IN" sz="1100" b="0" i="0" u="none" strike="noStrike" kern="0" cap="none" spc="45" normalizeH="0" baseline="0" noProof="0" dirty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cs typeface="Calibri"/>
                  </a:rPr>
                  <a:t>) - </a:t>
                </a:r>
                <a:r>
                  <a:rPr sz="1100" spc="-95" dirty="0" smtClean="0">
                    <a:latin typeface="Lucida Sans Unicode"/>
                    <a:cs typeface="Lucida Sans Unicode"/>
                  </a:rPr>
                  <a:t> </a:t>
                </a:r>
                <a:r>
                  <a:rPr sz="1100" i="1" spc="195" dirty="0">
                    <a:latin typeface="Calibri"/>
                    <a:cs typeface="Calibri"/>
                  </a:rPr>
                  <a:t>f</a:t>
                </a:r>
                <a:r>
                  <a:rPr sz="1100" i="1" spc="-130" dirty="0">
                    <a:latin typeface="Calibri"/>
                    <a:cs typeface="Calibri"/>
                  </a:rPr>
                  <a:t> </a:t>
                </a:r>
                <a:r>
                  <a:rPr sz="1100" spc="80" dirty="0">
                    <a:latin typeface="Calibri"/>
                    <a:cs typeface="Calibri"/>
                  </a:rPr>
                  <a:t>(</a:t>
                </a:r>
                <a:r>
                  <a:rPr sz="1100" i="1" spc="80" dirty="0">
                    <a:latin typeface="Calibri"/>
                    <a:cs typeface="Calibri"/>
                  </a:rPr>
                  <a:t>x</a:t>
                </a:r>
                <a:r>
                  <a:rPr sz="1200" i="1" spc="120" baseline="-25000" dirty="0">
                    <a:latin typeface="Calibri"/>
                    <a:cs typeface="Calibri"/>
                  </a:rPr>
                  <a:t>i</a:t>
                </a:r>
                <a:r>
                  <a:rPr sz="1100" spc="80" dirty="0">
                    <a:latin typeface="Calibri"/>
                    <a:cs typeface="Calibri"/>
                  </a:rPr>
                  <a:t>))</a:t>
                </a:r>
                <a:r>
                  <a:rPr sz="1200" spc="120" baseline="31250" dirty="0">
                    <a:latin typeface="Calibri"/>
                    <a:cs typeface="Calibri"/>
                  </a:rPr>
                  <a:t>2</a:t>
                </a:r>
                <a:r>
                  <a:rPr sz="1100" spc="80" dirty="0">
                    <a:latin typeface="Calibri"/>
                    <a:cs typeface="Calibri"/>
                  </a:rPr>
                  <a:t>]</a:t>
                </a:r>
                <a:r>
                  <a:rPr sz="1100" spc="5" dirty="0">
                    <a:latin typeface="Calibri"/>
                    <a:cs typeface="Calibri"/>
                  </a:rPr>
                  <a:t> </a:t>
                </a:r>
                <a:r>
                  <a:rPr lang="en-IN" sz="1100" spc="5" dirty="0" smtClean="0">
                    <a:latin typeface="Calibri"/>
                    <a:cs typeface="Calibri"/>
                  </a:rPr>
                  <a:t>-</a:t>
                </a:r>
                <a:r>
                  <a:rPr sz="1100" spc="-95" dirty="0" smtClean="0">
                    <a:latin typeface="Lucida Sans Unicode"/>
                    <a:cs typeface="Lucida Sans Unicode"/>
                  </a:rPr>
                  <a:t> </a:t>
                </a:r>
                <a:r>
                  <a:rPr sz="1100" spc="65" dirty="0" smtClean="0">
                    <a:latin typeface="Calibri"/>
                    <a:cs typeface="Calibri"/>
                  </a:rPr>
                  <a:t>2</a:t>
                </a:r>
                <a:r>
                  <a:rPr sz="1100" i="1" spc="65" dirty="0" smtClean="0">
                    <a:latin typeface="Calibri"/>
                    <a:cs typeface="Calibri"/>
                  </a:rPr>
                  <a:t>E</a:t>
                </a:r>
                <a:r>
                  <a:rPr sz="1100" spc="65" dirty="0" smtClean="0">
                    <a:latin typeface="Calibri"/>
                    <a:cs typeface="Calibri"/>
                  </a:rPr>
                  <a:t>[</a:t>
                </a:r>
                <a:r>
                  <a:rPr sz="1100" i="1" spc="65" dirty="0" err="1" smtClean="0">
                    <a:latin typeface="Calibri"/>
                    <a:cs typeface="Calibri"/>
                  </a:rPr>
                  <a:t>ε</a:t>
                </a:r>
                <a:r>
                  <a:rPr sz="1200" i="1" spc="97" baseline="-25000" dirty="0" err="1" smtClean="0">
                    <a:latin typeface="Calibri"/>
                    <a:cs typeface="Calibri"/>
                  </a:rPr>
                  <a:t>i</a:t>
                </a:r>
                <a:r>
                  <a:rPr sz="1100" spc="65" dirty="0" smtClean="0">
                    <a:latin typeface="Calibri"/>
                    <a:cs typeface="Calibri"/>
                  </a:rPr>
                  <a:t>(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kumimoji="0" lang="ar-AE" sz="1100" b="0" i="1" u="none" strike="noStrike" kern="0" cap="none" spc="70" normalizeH="0" baseline="0" noProof="0" dirty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/>
                          </a:rPr>
                        </m:ctrlPr>
                      </m:accPr>
                      <m:e>
                        <m:r>
                          <a:rPr kumimoji="0" lang="ar-AE" sz="1100" b="0" i="1" u="none" strike="noStrike" kern="0" cap="none" spc="70" normalizeH="0" baseline="0" noProof="0" dirty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/>
                          </a:rPr>
                          <m:t>𝑓</m:t>
                        </m:r>
                      </m:e>
                    </m:acc>
                    <m:r>
                      <a:rPr kumimoji="0" lang="en-IN" sz="1100" b="0" i="0" u="none" strike="noStrike" kern="0" cap="none" spc="70" normalizeH="0" baseline="0" noProof="0" dirty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Calibri"/>
                      </a:rPr>
                      <m:t>(</m:t>
                    </m:r>
                  </m:oMath>
                </a14:m>
                <a:r>
                  <a:rPr kumimoji="0" lang="en-IN" sz="1100" b="0" i="1" u="none" strike="noStrike" kern="0" cap="none" spc="45" normalizeH="0" baseline="0" noProof="0" dirty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cs typeface="Calibri"/>
                  </a:rPr>
                  <a:t>x</a:t>
                </a:r>
                <a:r>
                  <a:rPr kumimoji="0" lang="en-IN" sz="1200" b="0" i="1" u="none" strike="noStrike" kern="0" cap="none" spc="67" normalizeH="0" baseline="-25000" noProof="0" dirty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cs typeface="Calibri"/>
                  </a:rPr>
                  <a:t>i</a:t>
                </a:r>
                <a:r>
                  <a:rPr kumimoji="0" lang="en-IN" sz="1100" b="0" i="0" u="none" strike="noStrike" kern="0" cap="none" spc="45" normalizeH="0" baseline="0" noProof="0" dirty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cs typeface="Calibri"/>
                  </a:rPr>
                  <a:t>)</a:t>
                </a:r>
                <a:r>
                  <a:rPr sz="1100" spc="5" dirty="0" smtClean="0">
                    <a:latin typeface="Calibri"/>
                    <a:cs typeface="Calibri"/>
                  </a:rPr>
                  <a:t> </a:t>
                </a:r>
                <a:r>
                  <a:rPr lang="en-IN" sz="1100" spc="5" dirty="0" smtClean="0">
                    <a:latin typeface="Calibri"/>
                    <a:cs typeface="Calibri"/>
                  </a:rPr>
                  <a:t>- </a:t>
                </a:r>
                <a:r>
                  <a:rPr sz="1100" spc="-95" dirty="0" smtClean="0">
                    <a:latin typeface="Lucida Sans Unicode"/>
                    <a:cs typeface="Lucida Sans Unicode"/>
                  </a:rPr>
                  <a:t> </a:t>
                </a:r>
                <a:r>
                  <a:rPr sz="1100" i="1" spc="195" dirty="0">
                    <a:latin typeface="Calibri"/>
                    <a:cs typeface="Calibri"/>
                  </a:rPr>
                  <a:t>f</a:t>
                </a:r>
                <a:r>
                  <a:rPr sz="1100" i="1" spc="-130" dirty="0">
                    <a:latin typeface="Calibri"/>
                    <a:cs typeface="Calibri"/>
                  </a:rPr>
                  <a:t> </a:t>
                </a:r>
                <a:r>
                  <a:rPr sz="1100" spc="85" dirty="0">
                    <a:latin typeface="Calibri"/>
                    <a:cs typeface="Calibri"/>
                  </a:rPr>
                  <a:t>(</a:t>
                </a:r>
                <a:r>
                  <a:rPr sz="1100" i="1" spc="85" dirty="0">
                    <a:latin typeface="Calibri"/>
                    <a:cs typeface="Calibri"/>
                  </a:rPr>
                  <a:t>x</a:t>
                </a:r>
                <a:r>
                  <a:rPr sz="1200" i="1" spc="127" baseline="-25000" dirty="0">
                    <a:latin typeface="Calibri"/>
                    <a:cs typeface="Calibri"/>
                  </a:rPr>
                  <a:t>i</a:t>
                </a:r>
                <a:r>
                  <a:rPr sz="1100" spc="85" dirty="0">
                    <a:latin typeface="Calibri"/>
                    <a:cs typeface="Calibri"/>
                  </a:rPr>
                  <a:t>))]</a:t>
                </a:r>
                <a:r>
                  <a:rPr sz="1100" spc="5" dirty="0">
                    <a:latin typeface="Calibri"/>
                    <a:cs typeface="Calibri"/>
                  </a:rPr>
                  <a:t> </a:t>
                </a:r>
                <a:r>
                  <a:rPr sz="1100" spc="295" dirty="0">
                    <a:latin typeface="Calibri"/>
                    <a:cs typeface="Calibri"/>
                  </a:rPr>
                  <a:t>+</a:t>
                </a:r>
                <a:r>
                  <a:rPr sz="1100" spc="5" dirty="0">
                    <a:latin typeface="Calibri"/>
                    <a:cs typeface="Calibri"/>
                  </a:rPr>
                  <a:t> </a:t>
                </a:r>
                <a:r>
                  <a:rPr sz="1100" i="1" spc="40" dirty="0" smtClean="0">
                    <a:latin typeface="Calibri"/>
                    <a:cs typeface="Calibri"/>
                  </a:rPr>
                  <a:t>E</a:t>
                </a:r>
                <a:r>
                  <a:rPr sz="1100" spc="40" dirty="0" smtClean="0">
                    <a:latin typeface="Calibri"/>
                    <a:cs typeface="Calibri"/>
                  </a:rPr>
                  <a:t>[</a:t>
                </a:r>
                <a:r>
                  <a:rPr sz="1100" i="1" spc="40" dirty="0" smtClean="0">
                    <a:latin typeface="Calibri"/>
                    <a:cs typeface="Calibri"/>
                  </a:rPr>
                  <a:t>ε</a:t>
                </a:r>
                <a:r>
                  <a:rPr lang="en-IN" sz="1200" i="1" spc="89" baseline="-25000" dirty="0" err="1" smtClean="0">
                    <a:latin typeface="Calibri"/>
                    <a:cs typeface="Calibri"/>
                  </a:rPr>
                  <a:t>i</a:t>
                </a:r>
                <a:r>
                  <a:rPr sz="1200" spc="60" baseline="31250" dirty="0" smtClean="0">
                    <a:latin typeface="Calibri"/>
                    <a:cs typeface="Calibri"/>
                  </a:rPr>
                  <a:t>2</a:t>
                </a:r>
                <a:r>
                  <a:rPr sz="1100" spc="40" dirty="0">
                    <a:latin typeface="Calibri"/>
                    <a:cs typeface="Calibri"/>
                  </a:rPr>
                  <a:t>]</a:t>
                </a:r>
                <a:endParaRPr sz="11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6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7283" y="1660485"/>
                <a:ext cx="3289300" cy="196208"/>
              </a:xfrm>
              <a:prstGeom prst="rect">
                <a:avLst/>
              </a:prstGeom>
              <a:blipFill>
                <a:blip r:embed="rId4"/>
                <a:stretch>
                  <a:fillRect l="-1670" t="-21212" b="-3636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8"/>
              <p:cNvSpPr txBox="1"/>
              <p:nvPr/>
            </p:nvSpPr>
            <p:spPr>
              <a:xfrm>
                <a:off x="671354" y="2099683"/>
                <a:ext cx="4573905" cy="196208"/>
              </a:xfrm>
              <a:prstGeom prst="rect">
                <a:avLst/>
              </a:prstGeom>
            </p:spPr>
            <p:txBody>
              <a:bodyPr vert="horz" wrap="square" lIns="0" tIns="11430" rIns="0" bIns="0" rtlCol="0">
                <a:spAutoFit/>
              </a:bodyPr>
              <a:lstStyle/>
              <a:p>
                <a:pPr marL="38100">
                  <a:spcBef>
                    <a:spcPts val="90"/>
                  </a:spcBef>
                </a:pPr>
                <a:r>
                  <a:rPr sz="1100" i="1" spc="75" dirty="0" smtClean="0">
                    <a:latin typeface="Calibri"/>
                    <a:cs typeface="Calibri"/>
                  </a:rPr>
                  <a:t>E</a:t>
                </a:r>
                <a:r>
                  <a:rPr sz="1100" spc="75" dirty="0" smtClean="0">
                    <a:latin typeface="Calibri"/>
                    <a:cs typeface="Calibri"/>
                  </a:rPr>
                  <a:t>[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kumimoji="0" lang="ar-AE" sz="1100" b="0" i="1" u="none" strike="noStrike" kern="0" cap="none" spc="70" normalizeH="0" baseline="0" noProof="0" dirty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/>
                          </a:rPr>
                        </m:ctrlPr>
                      </m:accPr>
                      <m:e>
                        <m:r>
                          <a:rPr kumimoji="0" lang="ar-AE" sz="1100" b="0" i="1" u="none" strike="noStrike" kern="0" cap="none" spc="70" normalizeH="0" baseline="0" noProof="0" dirty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/>
                          </a:rPr>
                          <m:t>𝑓</m:t>
                        </m:r>
                      </m:e>
                    </m:acc>
                    <m:r>
                      <a:rPr kumimoji="0" lang="en-IN" sz="1100" b="0" i="0" u="none" strike="noStrike" kern="0" cap="none" spc="70" normalizeH="0" baseline="0" noProof="0" dirty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Calibri"/>
                      </a:rPr>
                      <m:t>(</m:t>
                    </m:r>
                  </m:oMath>
                </a14:m>
                <a:r>
                  <a:rPr kumimoji="0" lang="en-IN" sz="1100" b="0" i="1" u="none" strike="noStrike" kern="0" cap="none" spc="45" normalizeH="0" baseline="0" noProof="0" dirty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cs typeface="Calibri"/>
                  </a:rPr>
                  <a:t>x</a:t>
                </a:r>
                <a:r>
                  <a:rPr kumimoji="0" lang="en-IN" sz="1200" b="0" i="1" u="none" strike="noStrike" kern="0" cap="none" spc="67" normalizeH="0" baseline="-25000" noProof="0" dirty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cs typeface="Calibri"/>
                  </a:rPr>
                  <a:t>i</a:t>
                </a:r>
                <a:r>
                  <a:rPr kumimoji="0" lang="en-IN" sz="1100" b="0" i="0" u="none" strike="noStrike" kern="0" cap="none" spc="45" normalizeH="0" baseline="0" noProof="0" dirty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cs typeface="Calibri"/>
                  </a:rPr>
                  <a:t>) - </a:t>
                </a:r>
                <a:r>
                  <a:rPr sz="1100" i="1" spc="195" dirty="0" smtClean="0">
                    <a:latin typeface="Calibri"/>
                    <a:cs typeface="Calibri"/>
                  </a:rPr>
                  <a:t>f</a:t>
                </a:r>
                <a:r>
                  <a:rPr sz="1100" i="1" spc="-130" dirty="0" smtClean="0">
                    <a:latin typeface="Calibri"/>
                    <a:cs typeface="Calibri"/>
                  </a:rPr>
                  <a:t> </a:t>
                </a:r>
                <a:r>
                  <a:rPr sz="1100" spc="80" dirty="0">
                    <a:latin typeface="Calibri"/>
                    <a:cs typeface="Calibri"/>
                  </a:rPr>
                  <a:t>(</a:t>
                </a:r>
                <a:r>
                  <a:rPr sz="1100" i="1" spc="80" dirty="0">
                    <a:latin typeface="Calibri"/>
                    <a:cs typeface="Calibri"/>
                  </a:rPr>
                  <a:t>x</a:t>
                </a:r>
                <a:r>
                  <a:rPr sz="1200" i="1" spc="120" baseline="-25000" dirty="0">
                    <a:latin typeface="Calibri"/>
                    <a:cs typeface="Calibri"/>
                  </a:rPr>
                  <a:t>i</a:t>
                </a:r>
                <a:r>
                  <a:rPr sz="1100" spc="80" dirty="0">
                    <a:latin typeface="Calibri"/>
                    <a:cs typeface="Calibri"/>
                  </a:rPr>
                  <a:t>))</a:t>
                </a:r>
                <a:r>
                  <a:rPr sz="1200" spc="120" baseline="31250" dirty="0">
                    <a:latin typeface="Calibri"/>
                    <a:cs typeface="Calibri"/>
                  </a:rPr>
                  <a:t>2</a:t>
                </a:r>
                <a:r>
                  <a:rPr sz="1100" spc="80" dirty="0">
                    <a:latin typeface="Calibri"/>
                    <a:cs typeface="Calibri"/>
                  </a:rPr>
                  <a:t>]</a:t>
                </a:r>
                <a:r>
                  <a:rPr sz="1100" spc="440" dirty="0">
                    <a:latin typeface="Calibri"/>
                    <a:cs typeface="Calibri"/>
                  </a:rPr>
                  <a:t> </a:t>
                </a:r>
                <a:r>
                  <a:rPr sz="1100" spc="295" dirty="0">
                    <a:latin typeface="Calibri"/>
                    <a:cs typeface="Calibri"/>
                  </a:rPr>
                  <a:t>=</a:t>
                </a:r>
                <a:r>
                  <a:rPr sz="1100" spc="445" dirty="0">
                    <a:latin typeface="Calibri"/>
                    <a:cs typeface="Calibri"/>
                  </a:rPr>
                  <a:t> </a:t>
                </a:r>
                <a:r>
                  <a:rPr sz="1100" i="1" dirty="0">
                    <a:latin typeface="Calibri"/>
                    <a:cs typeface="Calibri"/>
                  </a:rPr>
                  <a:t>E</a:t>
                </a:r>
                <a:r>
                  <a:rPr sz="1100" dirty="0">
                    <a:latin typeface="Calibri"/>
                    <a:cs typeface="Calibri"/>
                  </a:rPr>
                  <a:t>[(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kumimoji="0" lang="ar-AE" sz="1100" b="0" i="1" u="none" strike="noStrike" kern="0" cap="none" spc="70" normalizeH="0" baseline="0" noProof="0" dirty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/>
                          </a:rPr>
                        </m:ctrlPr>
                      </m:accPr>
                      <m:e>
                        <m:r>
                          <a:rPr kumimoji="0" lang="ar-AE" sz="1100" b="0" i="1" u="none" strike="noStrike" kern="0" cap="none" spc="70" normalizeH="0" baseline="0" noProof="0" dirty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/>
                          </a:rPr>
                          <m:t>𝑦</m:t>
                        </m:r>
                      </m:e>
                    </m:acc>
                  </m:oMath>
                </a14:m>
                <a:r>
                  <a:rPr kumimoji="0" lang="en-IN" sz="1200" b="0" i="1" u="none" strike="noStrike" kern="0" cap="none" spc="104" normalizeH="0" baseline="-25000" noProof="0" dirty="0" err="1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cs typeface="Calibri"/>
                  </a:rPr>
                  <a:t>i</a:t>
                </a:r>
                <a:r>
                  <a:rPr kumimoji="0" lang="en-IN" sz="1200" b="0" i="1" u="none" strike="noStrike" kern="0" cap="none" spc="247" normalizeH="0" baseline="-10416" noProof="0" dirty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cs typeface="Calibri"/>
                  </a:rPr>
                  <a:t> </a:t>
                </a:r>
                <a:r>
                  <a:rPr kumimoji="0" lang="en-IN" sz="1200" b="0" i="1" u="none" strike="noStrike" kern="0" cap="none" spc="247" normalizeH="0" noProof="0" dirty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cs typeface="Calibri"/>
                  </a:rPr>
                  <a:t>-</a:t>
                </a:r>
                <a:r>
                  <a:rPr sz="1100" spc="-100" dirty="0" smtClean="0">
                    <a:latin typeface="Lucida Sans Unicode"/>
                    <a:cs typeface="Lucida Sans Unicode"/>
                  </a:rPr>
                  <a:t> </a:t>
                </a:r>
                <a:r>
                  <a:rPr sz="1100" i="1" spc="60" dirty="0">
                    <a:latin typeface="Calibri"/>
                    <a:cs typeface="Calibri"/>
                  </a:rPr>
                  <a:t>y</a:t>
                </a:r>
                <a:r>
                  <a:rPr sz="1200" i="1" spc="89" baseline="-25000" dirty="0">
                    <a:latin typeface="Calibri"/>
                    <a:cs typeface="Calibri"/>
                  </a:rPr>
                  <a:t>i</a:t>
                </a:r>
                <a:r>
                  <a:rPr sz="1100" spc="60" dirty="0">
                    <a:latin typeface="Calibri"/>
                    <a:cs typeface="Calibri"/>
                  </a:rPr>
                  <a:t>)</a:t>
                </a:r>
                <a:r>
                  <a:rPr sz="1200" spc="89" baseline="31250" dirty="0">
                    <a:latin typeface="Calibri"/>
                    <a:cs typeface="Calibri"/>
                  </a:rPr>
                  <a:t>2</a:t>
                </a:r>
                <a:r>
                  <a:rPr sz="1100" spc="60" dirty="0">
                    <a:latin typeface="Calibri"/>
                    <a:cs typeface="Calibri"/>
                  </a:rPr>
                  <a:t>]</a:t>
                </a:r>
                <a:r>
                  <a:rPr sz="1100" spc="375" dirty="0">
                    <a:latin typeface="Calibri"/>
                    <a:cs typeface="Calibri"/>
                  </a:rPr>
                  <a:t> </a:t>
                </a:r>
                <a:r>
                  <a:rPr lang="en-IN" sz="1100" spc="375" dirty="0" smtClean="0">
                    <a:latin typeface="Calibri"/>
                    <a:cs typeface="Calibri"/>
                  </a:rPr>
                  <a:t>-</a:t>
                </a:r>
                <a:r>
                  <a:rPr sz="1100" spc="280" dirty="0" smtClean="0">
                    <a:latin typeface="Lucida Sans Unicode"/>
                    <a:cs typeface="Lucida Sans Unicode"/>
                  </a:rPr>
                  <a:t> </a:t>
                </a:r>
                <a:r>
                  <a:rPr sz="1100" i="1" spc="60" dirty="0" smtClean="0">
                    <a:latin typeface="Calibri"/>
                    <a:cs typeface="Calibri"/>
                  </a:rPr>
                  <a:t>E</a:t>
                </a:r>
                <a:r>
                  <a:rPr sz="1100" spc="60" dirty="0" smtClean="0">
                    <a:latin typeface="Calibri"/>
                    <a:cs typeface="Calibri"/>
                  </a:rPr>
                  <a:t>[</a:t>
                </a:r>
                <a:r>
                  <a:rPr sz="1100" i="1" spc="60" dirty="0" smtClean="0">
                    <a:latin typeface="Calibri"/>
                    <a:cs typeface="Calibri"/>
                  </a:rPr>
                  <a:t>ε</a:t>
                </a:r>
                <a:r>
                  <a:rPr lang="en-IN" sz="1200" i="1" spc="89" baseline="-25000" dirty="0" err="1" smtClean="0">
                    <a:latin typeface="Calibri"/>
                    <a:cs typeface="Calibri"/>
                  </a:rPr>
                  <a:t>i</a:t>
                </a:r>
                <a:r>
                  <a:rPr sz="1200" spc="89" baseline="31250" dirty="0" smtClean="0">
                    <a:latin typeface="Calibri"/>
                    <a:cs typeface="Calibri"/>
                  </a:rPr>
                  <a:t>2</a:t>
                </a:r>
                <a:r>
                  <a:rPr sz="1100" spc="60" dirty="0" smtClean="0">
                    <a:latin typeface="Calibri"/>
                    <a:cs typeface="Calibri"/>
                  </a:rPr>
                  <a:t>]</a:t>
                </a:r>
                <a:r>
                  <a:rPr sz="1100" spc="385" dirty="0" smtClean="0">
                    <a:latin typeface="Calibri"/>
                    <a:cs typeface="Calibri"/>
                  </a:rPr>
                  <a:t> </a:t>
                </a:r>
                <a:r>
                  <a:rPr lang="en-IN" sz="1100" spc="385" dirty="0" smtClean="0">
                    <a:latin typeface="Calibri"/>
                    <a:cs typeface="Calibri"/>
                  </a:rPr>
                  <a:t> </a:t>
                </a:r>
                <a:r>
                  <a:rPr sz="1100" spc="295" dirty="0" smtClean="0">
                    <a:latin typeface="Calibri"/>
                    <a:cs typeface="Calibri"/>
                  </a:rPr>
                  <a:t>+</a:t>
                </a:r>
                <a:r>
                  <a:rPr sz="1100" spc="375" dirty="0" smtClean="0">
                    <a:latin typeface="Calibri"/>
                    <a:cs typeface="Calibri"/>
                  </a:rPr>
                  <a:t> </a:t>
                </a:r>
                <a:r>
                  <a:rPr sz="1100" spc="85" dirty="0" smtClean="0">
                    <a:latin typeface="Calibri"/>
                    <a:cs typeface="Calibri"/>
                  </a:rPr>
                  <a:t>2</a:t>
                </a:r>
                <a:r>
                  <a:rPr sz="1100" i="1" spc="85" dirty="0" smtClean="0">
                    <a:latin typeface="Calibri"/>
                    <a:cs typeface="Calibri"/>
                  </a:rPr>
                  <a:t>E</a:t>
                </a:r>
                <a:r>
                  <a:rPr sz="1100" spc="85" dirty="0" smtClean="0">
                    <a:latin typeface="Calibri"/>
                    <a:cs typeface="Calibri"/>
                  </a:rPr>
                  <a:t>[</a:t>
                </a:r>
                <a:r>
                  <a:rPr sz="1100" i="1" spc="60" dirty="0" err="1" smtClean="0">
                    <a:latin typeface="Calibri"/>
                    <a:cs typeface="Calibri"/>
                  </a:rPr>
                  <a:t>ε</a:t>
                </a:r>
                <a:r>
                  <a:rPr sz="1200" i="1" spc="89" baseline="-25000" dirty="0" err="1" smtClean="0">
                    <a:latin typeface="Calibri"/>
                    <a:cs typeface="Calibri"/>
                  </a:rPr>
                  <a:t>i</a:t>
                </a:r>
                <a:r>
                  <a:rPr sz="1100" spc="60" dirty="0" smtClean="0">
                    <a:latin typeface="Calibri"/>
                    <a:cs typeface="Calibri"/>
                  </a:rPr>
                  <a:t>(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kumimoji="0" lang="ar-AE" sz="1100" b="0" i="1" u="none" strike="noStrike" kern="0" cap="none" spc="70" normalizeH="0" baseline="0" noProof="0" dirty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/>
                          </a:rPr>
                        </m:ctrlPr>
                      </m:accPr>
                      <m:e>
                        <m:r>
                          <a:rPr kumimoji="0" lang="ar-AE" sz="1100" b="0" i="1" u="none" strike="noStrike" kern="0" cap="none" spc="70" normalizeH="0" baseline="0" noProof="0" dirty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/>
                          </a:rPr>
                          <m:t>𝑓</m:t>
                        </m:r>
                      </m:e>
                    </m:acc>
                    <m:r>
                      <a:rPr kumimoji="0" lang="en-IN" sz="1100" b="0" i="0" u="none" strike="noStrike" kern="0" cap="none" spc="70" normalizeH="0" baseline="0" noProof="0" dirty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Calibri"/>
                      </a:rPr>
                      <m:t>(</m:t>
                    </m:r>
                  </m:oMath>
                </a14:m>
                <a:r>
                  <a:rPr kumimoji="0" lang="en-IN" sz="1100" b="0" i="1" u="none" strike="noStrike" kern="0" cap="none" spc="45" normalizeH="0" baseline="0" noProof="0" dirty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cs typeface="Calibri"/>
                  </a:rPr>
                  <a:t>x</a:t>
                </a:r>
                <a:r>
                  <a:rPr kumimoji="0" lang="en-IN" sz="1200" b="0" i="1" u="none" strike="noStrike" kern="0" cap="none" spc="67" normalizeH="0" baseline="-25000" noProof="0" dirty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cs typeface="Calibri"/>
                  </a:rPr>
                  <a:t>i</a:t>
                </a:r>
                <a:r>
                  <a:rPr kumimoji="0" lang="en-IN" sz="1100" b="0" i="0" u="none" strike="noStrike" kern="0" cap="none" spc="45" normalizeH="0" baseline="0" noProof="0" dirty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cs typeface="Calibri"/>
                  </a:rPr>
                  <a:t>) -</a:t>
                </a:r>
                <a:r>
                  <a:rPr sz="1100" spc="-100" dirty="0" smtClean="0">
                    <a:latin typeface="Lucida Sans Unicode"/>
                    <a:cs typeface="Lucida Sans Unicode"/>
                  </a:rPr>
                  <a:t> </a:t>
                </a:r>
                <a:r>
                  <a:rPr sz="1100" i="1" spc="195" dirty="0">
                    <a:latin typeface="Calibri"/>
                    <a:cs typeface="Calibri"/>
                  </a:rPr>
                  <a:t>f</a:t>
                </a:r>
                <a:r>
                  <a:rPr sz="1100" i="1" spc="-130" dirty="0">
                    <a:latin typeface="Calibri"/>
                    <a:cs typeface="Calibri"/>
                  </a:rPr>
                  <a:t> </a:t>
                </a:r>
                <a:r>
                  <a:rPr sz="1100" spc="110" dirty="0">
                    <a:latin typeface="Calibri"/>
                    <a:cs typeface="Calibri"/>
                  </a:rPr>
                  <a:t>(</a:t>
                </a:r>
                <a:r>
                  <a:rPr sz="1100" i="1" spc="110" dirty="0">
                    <a:latin typeface="Calibri"/>
                    <a:cs typeface="Calibri"/>
                  </a:rPr>
                  <a:t>x</a:t>
                </a:r>
                <a:r>
                  <a:rPr sz="1200" i="1" spc="165" baseline="-25000" dirty="0">
                    <a:latin typeface="Calibri"/>
                    <a:cs typeface="Calibri"/>
                  </a:rPr>
                  <a:t>i</a:t>
                </a:r>
                <a:r>
                  <a:rPr sz="1100" spc="110" dirty="0" smtClean="0">
                    <a:latin typeface="Calibri"/>
                    <a:cs typeface="Calibri"/>
                  </a:rPr>
                  <a:t>))</a:t>
                </a:r>
                <a:r>
                  <a:rPr sz="1100" spc="-50" dirty="0" smtClean="0">
                    <a:latin typeface="Calibri"/>
                    <a:cs typeface="Calibri"/>
                  </a:rPr>
                  <a:t>]</a:t>
                </a:r>
                <a:endParaRPr sz="11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8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354" y="2099683"/>
                <a:ext cx="4573905" cy="196208"/>
              </a:xfrm>
              <a:prstGeom prst="rect">
                <a:avLst/>
              </a:prstGeom>
              <a:blipFill>
                <a:blip r:embed="rId5"/>
                <a:stretch>
                  <a:fillRect l="-1067" t="-18182" b="-4545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6" grpId="0"/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759996" cy="48082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44501" y="247051"/>
            <a:ext cx="4001324" cy="355738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09550" marR="30480" indent="-171450">
              <a:lnSpc>
                <a:spcPct val="102600"/>
              </a:lnSpc>
              <a:spcBef>
                <a:spcPts val="55"/>
              </a:spcBef>
              <a:buFont typeface="Arial" panose="020B0604020202020204" pitchFamily="34" charset="0"/>
              <a:buChar char="•"/>
            </a:pPr>
            <a:r>
              <a:rPr dirty="0"/>
              <a:t>Suppose</a:t>
            </a:r>
            <a:r>
              <a:rPr spc="155" dirty="0"/>
              <a:t> </a:t>
            </a:r>
            <a:r>
              <a:rPr dirty="0"/>
              <a:t>we</a:t>
            </a:r>
            <a:r>
              <a:rPr spc="160" dirty="0"/>
              <a:t> </a:t>
            </a:r>
            <a:r>
              <a:rPr dirty="0"/>
              <a:t>have</a:t>
            </a:r>
            <a:r>
              <a:rPr spc="160" dirty="0"/>
              <a:t> </a:t>
            </a:r>
            <a:r>
              <a:rPr dirty="0"/>
              <a:t>observed</a:t>
            </a:r>
            <a:r>
              <a:rPr spc="160" dirty="0"/>
              <a:t> </a:t>
            </a:r>
            <a:r>
              <a:rPr dirty="0"/>
              <a:t>the</a:t>
            </a:r>
            <a:r>
              <a:rPr spc="155" dirty="0"/>
              <a:t> </a:t>
            </a:r>
            <a:r>
              <a:rPr dirty="0"/>
              <a:t>goals</a:t>
            </a:r>
            <a:r>
              <a:rPr spc="160" dirty="0"/>
              <a:t> </a:t>
            </a:r>
            <a:r>
              <a:rPr dirty="0"/>
              <a:t>scored(</a:t>
            </a:r>
            <a:r>
              <a:rPr i="1" dirty="0">
                <a:latin typeface="Calibri"/>
                <a:cs typeface="Calibri"/>
              </a:rPr>
              <a:t>z</a:t>
            </a:r>
            <a:r>
              <a:rPr dirty="0"/>
              <a:t>)</a:t>
            </a:r>
            <a:r>
              <a:rPr spc="160" dirty="0"/>
              <a:t> </a:t>
            </a:r>
            <a:r>
              <a:rPr dirty="0"/>
              <a:t>in</a:t>
            </a:r>
            <a:r>
              <a:rPr spc="160" dirty="0"/>
              <a:t> </a:t>
            </a:r>
            <a:r>
              <a:rPr i="1" spc="65" dirty="0">
                <a:latin typeface="Calibri"/>
                <a:cs typeface="Calibri"/>
              </a:rPr>
              <a:t>k</a:t>
            </a:r>
            <a:r>
              <a:rPr i="1" spc="195" dirty="0">
                <a:latin typeface="Calibri"/>
                <a:cs typeface="Calibri"/>
              </a:rPr>
              <a:t> </a:t>
            </a:r>
            <a:r>
              <a:rPr dirty="0"/>
              <a:t>matches</a:t>
            </a:r>
            <a:r>
              <a:rPr spc="160" dirty="0"/>
              <a:t> </a:t>
            </a:r>
            <a:r>
              <a:rPr spc="-25" dirty="0"/>
              <a:t>as </a:t>
            </a:r>
            <a:r>
              <a:rPr i="1" dirty="0">
                <a:latin typeface="Calibri"/>
                <a:cs typeface="Calibri"/>
              </a:rPr>
              <a:t>z</a:t>
            </a:r>
            <a:r>
              <a:rPr sz="1200" baseline="-25000" dirty="0"/>
              <a:t>1</a:t>
            </a:r>
            <a:r>
              <a:rPr sz="1200" spc="284" baseline="-10416" dirty="0"/>
              <a:t> </a:t>
            </a:r>
            <a:r>
              <a:rPr sz="1100" spc="295" dirty="0"/>
              <a:t>=</a:t>
            </a:r>
            <a:r>
              <a:rPr sz="1100" spc="85" dirty="0"/>
              <a:t> </a:t>
            </a:r>
            <a:r>
              <a:rPr sz="1100" dirty="0"/>
              <a:t>2,</a:t>
            </a:r>
            <a:r>
              <a:rPr sz="1100" spc="140" dirty="0"/>
              <a:t> </a:t>
            </a:r>
            <a:r>
              <a:rPr sz="1100" i="1" dirty="0">
                <a:latin typeface="Calibri"/>
                <a:cs typeface="Calibri"/>
              </a:rPr>
              <a:t>z</a:t>
            </a:r>
            <a:r>
              <a:rPr sz="1200" baseline="-25000" dirty="0"/>
              <a:t>2</a:t>
            </a:r>
            <a:r>
              <a:rPr sz="1200" spc="292" baseline="-10416" dirty="0"/>
              <a:t> </a:t>
            </a:r>
            <a:r>
              <a:rPr sz="1100" spc="295" dirty="0"/>
              <a:t>=</a:t>
            </a:r>
            <a:r>
              <a:rPr sz="1100" spc="80" dirty="0"/>
              <a:t> </a:t>
            </a:r>
            <a:r>
              <a:rPr sz="1100" dirty="0"/>
              <a:t>1,</a:t>
            </a:r>
            <a:r>
              <a:rPr sz="1100" spc="145" dirty="0"/>
              <a:t> </a:t>
            </a:r>
            <a:r>
              <a:rPr sz="1100" i="1" dirty="0">
                <a:latin typeface="Calibri"/>
                <a:cs typeface="Calibri"/>
              </a:rPr>
              <a:t>z</a:t>
            </a:r>
            <a:r>
              <a:rPr sz="1200" baseline="-25000" dirty="0"/>
              <a:t>3</a:t>
            </a:r>
            <a:r>
              <a:rPr sz="1200" spc="292" baseline="-10416" dirty="0"/>
              <a:t> </a:t>
            </a:r>
            <a:r>
              <a:rPr sz="1100" spc="295" dirty="0"/>
              <a:t>=</a:t>
            </a:r>
            <a:r>
              <a:rPr sz="1100" spc="80" dirty="0"/>
              <a:t> </a:t>
            </a:r>
            <a:r>
              <a:rPr sz="1100" dirty="0"/>
              <a:t>0,</a:t>
            </a:r>
            <a:r>
              <a:rPr sz="1100" spc="150" dirty="0"/>
              <a:t> </a:t>
            </a:r>
            <a:r>
              <a:rPr sz="1100" dirty="0"/>
              <a:t>...</a:t>
            </a:r>
            <a:r>
              <a:rPr sz="1100" spc="275" dirty="0"/>
              <a:t> </a:t>
            </a:r>
            <a:r>
              <a:rPr sz="1100" i="1" spc="70" dirty="0">
                <a:latin typeface="Calibri"/>
                <a:cs typeface="Calibri"/>
              </a:rPr>
              <a:t>z</a:t>
            </a:r>
            <a:r>
              <a:rPr sz="1200" baseline="-25000" dirty="0"/>
              <a:t>k</a:t>
            </a:r>
            <a:r>
              <a:rPr sz="1200" i="1" spc="322" baseline="-13888" dirty="0">
                <a:latin typeface="Calibri"/>
                <a:cs typeface="Calibri"/>
              </a:rPr>
              <a:t> </a:t>
            </a:r>
            <a:r>
              <a:rPr sz="1100" spc="295" dirty="0"/>
              <a:t>=</a:t>
            </a:r>
            <a:r>
              <a:rPr sz="1100" spc="85" dirty="0"/>
              <a:t> </a:t>
            </a:r>
            <a:r>
              <a:rPr sz="1100" spc="-50" dirty="0"/>
              <a:t>2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4501" y="729753"/>
            <a:ext cx="4969064" cy="355738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84150" marR="5080" indent="-171450">
              <a:lnSpc>
                <a:spcPct val="102600"/>
              </a:lnSpc>
              <a:spcBef>
                <a:spcPts val="55"/>
              </a:spcBef>
              <a:buFont typeface="Arial" panose="020B0604020202020204" pitchFamily="34" charset="0"/>
              <a:buChar char="•"/>
            </a:pPr>
            <a:r>
              <a:rPr sz="1100" dirty="0">
                <a:latin typeface="Calibri"/>
                <a:cs typeface="Calibri"/>
              </a:rPr>
              <a:t>Now</a:t>
            </a:r>
            <a:r>
              <a:rPr sz="1100" spc="1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we</a:t>
            </a:r>
            <a:r>
              <a:rPr sz="1100" spc="1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can</a:t>
            </a:r>
            <a:r>
              <a:rPr sz="1100" spc="1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empirically</a:t>
            </a:r>
            <a:r>
              <a:rPr sz="1100" spc="1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estimate</a:t>
            </a:r>
            <a:r>
              <a:rPr sz="1100" spc="145" dirty="0">
                <a:latin typeface="Calibri"/>
                <a:cs typeface="Calibri"/>
              </a:rPr>
              <a:t> </a:t>
            </a:r>
            <a:r>
              <a:rPr sz="1100" i="1" spc="85" dirty="0">
                <a:latin typeface="Calibri"/>
                <a:cs typeface="Calibri"/>
              </a:rPr>
              <a:t>E</a:t>
            </a:r>
            <a:r>
              <a:rPr sz="1100" spc="85" dirty="0">
                <a:latin typeface="Calibri"/>
                <a:cs typeface="Calibri"/>
              </a:rPr>
              <a:t>[</a:t>
            </a:r>
            <a:r>
              <a:rPr sz="1100" i="1" spc="85" dirty="0">
                <a:latin typeface="Calibri"/>
                <a:cs typeface="Calibri"/>
              </a:rPr>
              <a:t>z</a:t>
            </a:r>
            <a:r>
              <a:rPr sz="1100" spc="85" dirty="0">
                <a:latin typeface="Calibri"/>
                <a:cs typeface="Calibri"/>
              </a:rPr>
              <a:t>]</a:t>
            </a:r>
            <a:r>
              <a:rPr sz="1100" spc="1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i.e.</a:t>
            </a:r>
            <a:r>
              <a:rPr sz="1100" spc="30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1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expected</a:t>
            </a:r>
            <a:r>
              <a:rPr sz="1100" spc="1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number</a:t>
            </a:r>
            <a:r>
              <a:rPr sz="1100" spc="1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1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goals</a:t>
            </a:r>
            <a:r>
              <a:rPr sz="1100" spc="14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scored </a:t>
            </a:r>
            <a:r>
              <a:rPr sz="1100" spc="-25" dirty="0">
                <a:latin typeface="Calibri"/>
                <a:cs typeface="Calibri"/>
              </a:rPr>
              <a:t>as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54338" y="1310981"/>
            <a:ext cx="4298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85" dirty="0">
                <a:latin typeface="Calibri"/>
                <a:cs typeface="Calibri"/>
              </a:rPr>
              <a:t>E</a:t>
            </a:r>
            <a:r>
              <a:rPr sz="1100" spc="85" dirty="0">
                <a:latin typeface="Calibri"/>
                <a:cs typeface="Calibri"/>
              </a:rPr>
              <a:t>[</a:t>
            </a:r>
            <a:r>
              <a:rPr sz="1100" i="1" spc="85" dirty="0">
                <a:latin typeface="Calibri"/>
                <a:cs typeface="Calibri"/>
              </a:rPr>
              <a:t>z</a:t>
            </a:r>
            <a:r>
              <a:rPr sz="1100" spc="85" dirty="0">
                <a:latin typeface="Calibri"/>
                <a:cs typeface="Calibri"/>
              </a:rPr>
              <a:t>]</a:t>
            </a:r>
            <a:r>
              <a:rPr sz="1100" spc="70" dirty="0">
                <a:latin typeface="Calibri"/>
                <a:cs typeface="Calibri"/>
              </a:rPr>
              <a:t> </a:t>
            </a:r>
            <a:r>
              <a:rPr sz="1100" spc="245" dirty="0">
                <a:latin typeface="Calibri"/>
                <a:cs typeface="Calibri"/>
              </a:rPr>
              <a:t>=</a:t>
            </a:r>
            <a:endParaRPr sz="110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8"/>
              <p:cNvSpPr txBox="1"/>
              <p:nvPr/>
            </p:nvSpPr>
            <p:spPr>
              <a:xfrm>
                <a:off x="3012008" y="1194750"/>
                <a:ext cx="98425" cy="350865"/>
              </a:xfrm>
              <a:prstGeom prst="rect">
                <a:avLst/>
              </a:prstGeom>
            </p:spPr>
            <p:txBody>
              <a:bodyPr vert="horz" wrap="square" lIns="0" tIns="33655" rIns="0" bIns="0" rtlCol="0">
                <a:spAutoFit/>
              </a:bodyPr>
              <a:lstStyle/>
              <a:p>
                <a:pPr marL="15875">
                  <a:lnSpc>
                    <a:spcPct val="100000"/>
                  </a:lnSpc>
                  <a:spcBef>
                    <a:spcPts val="26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1100" i="1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fPr>
                        <m:num>
                          <m:r>
                            <a:rPr lang="en-IN" sz="11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1</m:t>
                          </m:r>
                        </m:num>
                        <m:den>
                          <m:r>
                            <a:rPr lang="en-IN" sz="11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𝑘</m:t>
                          </m:r>
                        </m:den>
                      </m:f>
                    </m:oMath>
                  </m:oMathPara>
                </a14:m>
                <a:endParaRPr sz="11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8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2008" y="1194750"/>
                <a:ext cx="98425" cy="350865"/>
              </a:xfrm>
              <a:prstGeom prst="rect">
                <a:avLst/>
              </a:prstGeom>
              <a:blipFill>
                <a:blip r:embed="rId3"/>
                <a:stretch>
                  <a:fillRect l="-31250" r="-56250" b="-1206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object 9"/>
          <p:cNvSpPr txBox="1"/>
          <p:nvPr/>
        </p:nvSpPr>
        <p:spPr>
          <a:xfrm>
            <a:off x="3151250" y="1216094"/>
            <a:ext cx="56134" cy="1352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25" dirty="0">
                <a:latin typeface="Calibri"/>
                <a:cs typeface="Calibri"/>
              </a:rPr>
              <a:t>k</a:t>
            </a:r>
            <a:endParaRPr sz="8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136944" y="1310840"/>
            <a:ext cx="2260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919" dirty="0">
                <a:latin typeface="Trebuchet MS"/>
                <a:cs typeface="Trebuchet MS"/>
              </a:rPr>
              <a:t>Σ</a:t>
            </a:r>
            <a:endParaRPr sz="1100" dirty="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129178" y="1440723"/>
            <a:ext cx="20002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100" dirty="0">
                <a:latin typeface="Calibri"/>
                <a:cs typeface="Calibri"/>
              </a:rPr>
              <a:t>i</a:t>
            </a:r>
            <a:r>
              <a:rPr sz="800" spc="100" dirty="0">
                <a:latin typeface="Calibri"/>
                <a:cs typeface="Calibri"/>
              </a:rPr>
              <a:t>=1</a:t>
            </a:r>
            <a:endParaRPr sz="800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271478" y="1294638"/>
            <a:ext cx="901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15" dirty="0">
                <a:latin typeface="Calibri"/>
                <a:cs typeface="Calibri"/>
              </a:rPr>
              <a:t>z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324599" y="1373636"/>
            <a:ext cx="622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45" dirty="0">
                <a:latin typeface="Calibri"/>
                <a:cs typeface="Calibri"/>
              </a:rPr>
              <a:t>i</a:t>
            </a:r>
            <a:endParaRPr sz="8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15"/>
              <p:cNvSpPr txBox="1"/>
              <p:nvPr/>
            </p:nvSpPr>
            <p:spPr>
              <a:xfrm>
                <a:off x="444501" y="1739085"/>
                <a:ext cx="4993829" cy="355738"/>
              </a:xfrm>
              <a:prstGeom prst="rect">
                <a:avLst/>
              </a:prstGeom>
            </p:spPr>
            <p:txBody>
              <a:bodyPr vert="horz" wrap="square" lIns="0" tIns="6985" rIns="0" bIns="0" rtlCol="0">
                <a:spAutoFit/>
              </a:bodyPr>
              <a:lstStyle/>
              <a:p>
                <a:pPr marL="209550" marR="30480" indent="-171450">
                  <a:lnSpc>
                    <a:spcPct val="102600"/>
                  </a:lnSpc>
                  <a:spcBef>
                    <a:spcPts val="55"/>
                  </a:spcBef>
                  <a:buFont typeface="Arial" panose="020B0604020202020204" pitchFamily="34" charset="0"/>
                  <a:buChar char="•"/>
                </a:pPr>
                <a:r>
                  <a:rPr sz="1100" dirty="0" smtClean="0">
                    <a:latin typeface="Calibri"/>
                    <a:cs typeface="Calibri"/>
                  </a:rPr>
                  <a:t>We</a:t>
                </a:r>
                <a:r>
                  <a:rPr sz="1100" spc="225" dirty="0" smtClean="0">
                    <a:latin typeface="Calibri"/>
                    <a:cs typeface="Calibri"/>
                  </a:rPr>
                  <a:t> </a:t>
                </a:r>
                <a:r>
                  <a:rPr sz="1100" dirty="0">
                    <a:latin typeface="Calibri"/>
                    <a:cs typeface="Calibri"/>
                  </a:rPr>
                  <a:t>have</a:t>
                </a:r>
                <a:r>
                  <a:rPr sz="1100" spc="225" dirty="0">
                    <a:latin typeface="Calibri"/>
                    <a:cs typeface="Calibri"/>
                  </a:rPr>
                  <a:t> </a:t>
                </a:r>
                <a:r>
                  <a:rPr sz="1100" dirty="0">
                    <a:latin typeface="Calibri"/>
                    <a:cs typeface="Calibri"/>
                  </a:rPr>
                  <a:t>a</a:t>
                </a:r>
                <a:r>
                  <a:rPr sz="1100" spc="220" dirty="0">
                    <a:latin typeface="Calibri"/>
                    <a:cs typeface="Calibri"/>
                  </a:rPr>
                  <a:t> </a:t>
                </a:r>
                <a:r>
                  <a:rPr sz="1100" dirty="0">
                    <a:latin typeface="Calibri"/>
                    <a:cs typeface="Calibri"/>
                  </a:rPr>
                  <a:t>certain</a:t>
                </a:r>
                <a:r>
                  <a:rPr sz="1100" spc="220" dirty="0">
                    <a:latin typeface="Calibri"/>
                    <a:cs typeface="Calibri"/>
                  </a:rPr>
                  <a:t> </a:t>
                </a:r>
                <a:r>
                  <a:rPr sz="1100" dirty="0">
                    <a:latin typeface="Calibri"/>
                    <a:cs typeface="Calibri"/>
                  </a:rPr>
                  <a:t>number</a:t>
                </a:r>
                <a:r>
                  <a:rPr sz="1100" spc="220" dirty="0">
                    <a:latin typeface="Calibri"/>
                    <a:cs typeface="Calibri"/>
                  </a:rPr>
                  <a:t> </a:t>
                </a:r>
                <a:r>
                  <a:rPr sz="1100" dirty="0">
                    <a:latin typeface="Calibri"/>
                    <a:cs typeface="Calibri"/>
                  </a:rPr>
                  <a:t>of</a:t>
                </a:r>
                <a:r>
                  <a:rPr sz="1100" spc="225" dirty="0">
                    <a:latin typeface="Calibri"/>
                    <a:cs typeface="Calibri"/>
                  </a:rPr>
                  <a:t> </a:t>
                </a:r>
                <a:r>
                  <a:rPr sz="1100" dirty="0">
                    <a:latin typeface="Calibri"/>
                    <a:cs typeface="Calibri"/>
                  </a:rPr>
                  <a:t>observations</a:t>
                </a:r>
                <a:r>
                  <a:rPr sz="1100" spc="215" dirty="0">
                    <a:latin typeface="Calibri"/>
                    <a:cs typeface="Calibri"/>
                  </a:rPr>
                  <a:t> </a:t>
                </a:r>
                <a:r>
                  <a:rPr sz="1100" i="1" spc="70" dirty="0">
                    <a:latin typeface="Calibri"/>
                    <a:cs typeface="Calibri"/>
                  </a:rPr>
                  <a:t>y</a:t>
                </a:r>
                <a:r>
                  <a:rPr sz="1200" i="1" spc="104" baseline="-10416" dirty="0">
                    <a:latin typeface="Calibri"/>
                    <a:cs typeface="Calibri"/>
                  </a:rPr>
                  <a:t>i</a:t>
                </a:r>
                <a:r>
                  <a:rPr sz="1200" i="1" spc="487" baseline="-10416" dirty="0">
                    <a:latin typeface="Calibri"/>
                    <a:cs typeface="Calibri"/>
                  </a:rPr>
                  <a:t> </a:t>
                </a:r>
                <a:r>
                  <a:rPr sz="1100" spc="45" dirty="0">
                    <a:latin typeface="Calibri"/>
                    <a:cs typeface="Calibri"/>
                  </a:rPr>
                  <a:t>&amp; </a:t>
                </a:r>
                <a:r>
                  <a:rPr sz="1100" dirty="0">
                    <a:latin typeface="Calibri"/>
                    <a:cs typeface="Calibri"/>
                  </a:rPr>
                  <a:t>predictions</a:t>
                </a:r>
                <a:r>
                  <a:rPr sz="1100" spc="160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kumimoji="0" lang="ar-AE" sz="1100" b="0" i="1" u="none" strike="noStrike" kern="0" cap="none" spc="70" normalizeH="0" baseline="0" noProof="0" dirty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/>
                          </a:rPr>
                        </m:ctrlPr>
                      </m:accPr>
                      <m:e>
                        <m:r>
                          <a:rPr kumimoji="0" lang="ar-AE" sz="1100" b="0" i="1" u="none" strike="noStrike" kern="0" cap="none" spc="70" normalizeH="0" baseline="0" noProof="0" dirty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/>
                          </a:rPr>
                          <m:t>𝑦</m:t>
                        </m:r>
                      </m:e>
                    </m:acc>
                  </m:oMath>
                </a14:m>
                <a:r>
                  <a:rPr kumimoji="0" lang="en-IN" sz="1200" b="0" i="1" u="none" strike="noStrike" kern="0" cap="none" spc="104" normalizeH="0" baseline="-10416" noProof="0" dirty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cs typeface="Calibri"/>
                  </a:rPr>
                  <a:t>i </a:t>
                </a:r>
                <a:r>
                  <a:rPr sz="1100" dirty="0" smtClean="0">
                    <a:latin typeface="Calibri"/>
                    <a:cs typeface="Calibri"/>
                  </a:rPr>
                  <a:t>using</a:t>
                </a:r>
                <a:r>
                  <a:rPr sz="1100" spc="155" dirty="0" smtClean="0">
                    <a:latin typeface="Calibri"/>
                    <a:cs typeface="Calibri"/>
                  </a:rPr>
                  <a:t> </a:t>
                </a:r>
                <a:r>
                  <a:rPr sz="1100" dirty="0">
                    <a:latin typeface="Calibri"/>
                    <a:cs typeface="Calibri"/>
                  </a:rPr>
                  <a:t>which</a:t>
                </a:r>
                <a:r>
                  <a:rPr sz="1100" spc="160" dirty="0">
                    <a:latin typeface="Calibri"/>
                    <a:cs typeface="Calibri"/>
                  </a:rPr>
                  <a:t> </a:t>
                </a:r>
                <a:r>
                  <a:rPr sz="1100" dirty="0">
                    <a:latin typeface="Calibri"/>
                    <a:cs typeface="Calibri"/>
                  </a:rPr>
                  <a:t>we</a:t>
                </a:r>
                <a:r>
                  <a:rPr sz="1100" spc="165" dirty="0">
                    <a:latin typeface="Calibri"/>
                    <a:cs typeface="Calibri"/>
                  </a:rPr>
                  <a:t> </a:t>
                </a:r>
                <a:r>
                  <a:rPr sz="1100" dirty="0">
                    <a:latin typeface="Calibri"/>
                    <a:cs typeface="Calibri"/>
                  </a:rPr>
                  <a:t>can</a:t>
                </a:r>
                <a:r>
                  <a:rPr sz="1100" spc="160" dirty="0">
                    <a:latin typeface="Calibri"/>
                    <a:cs typeface="Calibri"/>
                  </a:rPr>
                  <a:t> </a:t>
                </a:r>
                <a:r>
                  <a:rPr sz="1100" spc="-10" dirty="0">
                    <a:latin typeface="Calibri"/>
                    <a:cs typeface="Calibri"/>
                  </a:rPr>
                  <a:t>estimate</a:t>
                </a:r>
                <a:endParaRPr sz="11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5" name="objec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501" y="1739085"/>
                <a:ext cx="4993829" cy="355738"/>
              </a:xfrm>
              <a:prstGeom prst="rect">
                <a:avLst/>
              </a:prstGeom>
              <a:blipFill>
                <a:blip r:embed="rId4"/>
                <a:stretch>
                  <a:fillRect l="-977" t="-11864" b="-2203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bject 16"/>
          <p:cNvSpPr txBox="1"/>
          <p:nvPr/>
        </p:nvSpPr>
        <p:spPr>
          <a:xfrm>
            <a:off x="2343873" y="2378657"/>
            <a:ext cx="342265" cy="1352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92735" algn="l"/>
              </a:tabLst>
            </a:pPr>
            <a:r>
              <a:rPr sz="800" i="1" dirty="0">
                <a:latin typeface="Calibri"/>
                <a:cs typeface="Calibri"/>
              </a:rPr>
              <a:t>	</a:t>
            </a:r>
            <a:r>
              <a:rPr sz="800" i="1" spc="45" dirty="0">
                <a:latin typeface="Calibri"/>
                <a:cs typeface="Calibri"/>
              </a:rPr>
              <a:t>i</a:t>
            </a:r>
            <a:endParaRPr sz="800" dirty="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720898" y="2300667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latin typeface="Calibri"/>
                <a:cs typeface="Calibri"/>
              </a:rPr>
              <a:t>2</a:t>
            </a:r>
            <a:endParaRPr sz="80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18"/>
              <p:cNvSpPr txBox="1"/>
              <p:nvPr/>
            </p:nvSpPr>
            <p:spPr>
              <a:xfrm>
                <a:off x="2151887" y="2303104"/>
                <a:ext cx="918210" cy="180819"/>
              </a:xfrm>
              <a:prstGeom prst="rect">
                <a:avLst/>
              </a:prstGeom>
            </p:spPr>
            <p:txBody>
              <a:bodyPr vert="horz" wrap="square" lIns="0" tIns="1143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0"/>
                  </a:spcBef>
                </a:pPr>
                <a:r>
                  <a:rPr sz="1100" i="1" dirty="0">
                    <a:latin typeface="Calibri"/>
                    <a:cs typeface="Calibri"/>
                  </a:rPr>
                  <a:t>E</a:t>
                </a:r>
                <a:r>
                  <a:rPr sz="1100" dirty="0">
                    <a:latin typeface="Calibri"/>
                    <a:cs typeface="Calibri"/>
                  </a:rPr>
                  <a:t>[(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kumimoji="0" lang="ar-AE" sz="1100" b="0" i="1" u="none" strike="noStrike" kern="0" cap="none" spc="70" normalizeH="0" baseline="0" noProof="0" dirty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/>
                          </a:rPr>
                        </m:ctrlPr>
                      </m:accPr>
                      <m:e>
                        <m:r>
                          <a:rPr kumimoji="0" lang="ar-AE" sz="1100" b="0" i="1" u="none" strike="noStrike" kern="0" cap="none" spc="70" normalizeH="0" baseline="0" noProof="0" dirty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/>
                          </a:rPr>
                          <m:t>𝑦</m:t>
                        </m:r>
                      </m:e>
                    </m:acc>
                  </m:oMath>
                </a14:m>
                <a:r>
                  <a:rPr kumimoji="0" lang="en-IN" sz="1200" b="0" i="1" u="none" strike="noStrike" kern="0" cap="none" spc="104" normalizeH="0" baseline="-25000" noProof="0" dirty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cs typeface="Calibri"/>
                  </a:rPr>
                  <a:t>i</a:t>
                </a:r>
                <a:r>
                  <a:rPr sz="1100" spc="-254" dirty="0" smtClean="0">
                    <a:latin typeface="Lucida Sans Unicode"/>
                    <a:cs typeface="Lucida Sans Unicode"/>
                  </a:rPr>
                  <a:t>—</a:t>
                </a:r>
                <a:r>
                  <a:rPr sz="1100" spc="-85" dirty="0" smtClean="0">
                    <a:latin typeface="Lucida Sans Unicode"/>
                    <a:cs typeface="Lucida Sans Unicode"/>
                  </a:rPr>
                  <a:t> </a:t>
                </a:r>
                <a:r>
                  <a:rPr sz="1100" i="1" dirty="0">
                    <a:latin typeface="Calibri"/>
                    <a:cs typeface="Calibri"/>
                  </a:rPr>
                  <a:t>y</a:t>
                </a:r>
                <a:r>
                  <a:rPr sz="1100" i="1" spc="114" dirty="0">
                    <a:latin typeface="Calibri"/>
                    <a:cs typeface="Calibri"/>
                  </a:rPr>
                  <a:t> </a:t>
                </a:r>
                <a:r>
                  <a:rPr sz="1100" spc="80" dirty="0">
                    <a:latin typeface="Calibri"/>
                    <a:cs typeface="Calibri"/>
                  </a:rPr>
                  <a:t>)</a:t>
                </a:r>
                <a:r>
                  <a:rPr sz="1100" spc="270" dirty="0">
                    <a:latin typeface="Calibri"/>
                    <a:cs typeface="Calibri"/>
                  </a:rPr>
                  <a:t> </a:t>
                </a:r>
                <a:r>
                  <a:rPr sz="1100" dirty="0">
                    <a:latin typeface="Calibri"/>
                    <a:cs typeface="Calibri"/>
                  </a:rPr>
                  <a:t>]</a:t>
                </a:r>
                <a:r>
                  <a:rPr sz="1100" spc="80" dirty="0">
                    <a:latin typeface="Calibri"/>
                    <a:cs typeface="Calibri"/>
                  </a:rPr>
                  <a:t> </a:t>
                </a:r>
                <a:r>
                  <a:rPr sz="1100" spc="245" dirty="0">
                    <a:latin typeface="Calibri"/>
                    <a:cs typeface="Calibri"/>
                  </a:rPr>
                  <a:t>=</a:t>
                </a:r>
                <a:endParaRPr sz="11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8" name="object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1887" y="2303104"/>
                <a:ext cx="918210" cy="180819"/>
              </a:xfrm>
              <a:prstGeom prst="rect">
                <a:avLst/>
              </a:prstGeom>
              <a:blipFill>
                <a:blip r:embed="rId5"/>
                <a:stretch>
                  <a:fillRect l="-7947" t="-27586" r="-662" b="-517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19"/>
              <p:cNvSpPr txBox="1"/>
              <p:nvPr/>
            </p:nvSpPr>
            <p:spPr>
              <a:xfrm>
                <a:off x="2992156" y="2198349"/>
                <a:ext cx="147320" cy="351956"/>
              </a:xfrm>
              <a:prstGeom prst="rect">
                <a:avLst/>
              </a:prstGeom>
            </p:spPr>
            <p:txBody>
              <a:bodyPr vert="horz" wrap="square" lIns="0" tIns="3365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26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sz="1100" i="1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fPr>
                        <m:num>
                          <m:r>
                            <a:rPr lang="ar-AE" sz="11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1</m:t>
                          </m:r>
                        </m:num>
                        <m:den>
                          <m:r>
                            <a:rPr lang="ar-AE" sz="11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sz="11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9" name="object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2156" y="2198349"/>
                <a:ext cx="147320" cy="351956"/>
              </a:xfrm>
              <a:prstGeom prst="rect">
                <a:avLst/>
              </a:prstGeom>
              <a:blipFill>
                <a:blip r:embed="rId6"/>
                <a:stretch>
                  <a:fillRect l="-16667" r="-12500" b="-877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object 20"/>
          <p:cNvSpPr txBox="1"/>
          <p:nvPr/>
        </p:nvSpPr>
        <p:spPr>
          <a:xfrm>
            <a:off x="3175507" y="2233129"/>
            <a:ext cx="1206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55" dirty="0">
                <a:latin typeface="Calibri"/>
                <a:cs typeface="Calibri"/>
              </a:rPr>
              <a:t>m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175507" y="2326429"/>
            <a:ext cx="2260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919" dirty="0">
                <a:latin typeface="Trebuchet MS"/>
                <a:cs typeface="Trebuchet MS"/>
              </a:rPr>
              <a:t>Σ</a:t>
            </a:r>
            <a:endParaRPr sz="1100" dirty="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171465" y="2436978"/>
            <a:ext cx="20002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100" dirty="0">
                <a:latin typeface="Calibri"/>
                <a:cs typeface="Calibri"/>
              </a:rPr>
              <a:t>i</a:t>
            </a:r>
            <a:r>
              <a:rPr sz="800" spc="100" dirty="0">
                <a:latin typeface="Calibri"/>
                <a:cs typeface="Calibri"/>
              </a:rPr>
              <a:t>=1</a:t>
            </a:r>
            <a:endParaRPr sz="8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bject 23"/>
              <p:cNvSpPr txBox="1"/>
              <p:nvPr/>
            </p:nvSpPr>
            <p:spPr>
              <a:xfrm>
                <a:off x="3354031" y="2320542"/>
                <a:ext cx="575310" cy="180819"/>
              </a:xfrm>
              <a:prstGeom prst="rect">
                <a:avLst/>
              </a:prstGeom>
            </p:spPr>
            <p:txBody>
              <a:bodyPr vert="horz" wrap="square" lIns="0" tIns="11430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90"/>
                  </a:spcBef>
                </a:pPr>
                <a:r>
                  <a:rPr sz="1100" spc="-35" dirty="0">
                    <a:latin typeface="Calibri"/>
                    <a:cs typeface="Calibri"/>
                  </a:rPr>
                  <a:t>(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kumimoji="0" lang="ar-AE" sz="1100" b="0" i="1" u="none" strike="noStrike" kern="0" cap="none" spc="70" normalizeH="0" baseline="0" noProof="0" dirty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/>
                          </a:rPr>
                        </m:ctrlPr>
                      </m:accPr>
                      <m:e>
                        <m:r>
                          <a:rPr kumimoji="0" lang="ar-AE" sz="1100" b="0" i="1" u="none" strike="noStrike" kern="0" cap="none" spc="70" normalizeH="0" baseline="0" noProof="0" dirty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/>
                          </a:rPr>
                          <m:t>𝑦</m:t>
                        </m:r>
                      </m:e>
                    </m:acc>
                  </m:oMath>
                </a14:m>
                <a:r>
                  <a:rPr kumimoji="0" lang="en-IN" sz="1200" b="0" i="1" u="none" strike="noStrike" kern="0" cap="none" spc="104" normalizeH="0" baseline="-10416" noProof="0" dirty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cs typeface="Calibri"/>
                  </a:rPr>
                  <a:t>i</a:t>
                </a:r>
                <a:r>
                  <a:rPr sz="1100" spc="-254" dirty="0">
                    <a:latin typeface="Lucida Sans Unicode"/>
                    <a:cs typeface="Lucida Sans Unicode"/>
                  </a:rPr>
                  <a:t>—</a:t>
                </a:r>
                <a:r>
                  <a:rPr sz="1100" spc="-105" dirty="0">
                    <a:latin typeface="Lucida Sans Unicode"/>
                    <a:cs typeface="Lucida Sans Unicode"/>
                  </a:rPr>
                  <a:t> </a:t>
                </a:r>
                <a:r>
                  <a:rPr sz="1100" i="1" spc="65" dirty="0">
                    <a:latin typeface="Calibri"/>
                    <a:cs typeface="Calibri"/>
                  </a:rPr>
                  <a:t>y</a:t>
                </a:r>
                <a:r>
                  <a:rPr sz="1200" i="1" spc="97" baseline="-10416" dirty="0">
                    <a:latin typeface="Calibri"/>
                    <a:cs typeface="Calibri"/>
                  </a:rPr>
                  <a:t>i</a:t>
                </a:r>
                <a:r>
                  <a:rPr sz="1100" spc="65" dirty="0">
                    <a:latin typeface="Calibri"/>
                    <a:cs typeface="Calibri"/>
                  </a:rPr>
                  <a:t>)</a:t>
                </a:r>
                <a:endParaRPr sz="11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23" name="object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4031" y="2320542"/>
                <a:ext cx="575310" cy="180819"/>
              </a:xfrm>
              <a:prstGeom prst="rect">
                <a:avLst/>
              </a:prstGeom>
              <a:blipFill>
                <a:blip r:embed="rId7"/>
                <a:stretch>
                  <a:fillRect l="-8421" t="-27586" b="-517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object 24"/>
          <p:cNvSpPr txBox="1"/>
          <p:nvPr/>
        </p:nvSpPr>
        <p:spPr>
          <a:xfrm>
            <a:off x="3878262" y="2300667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latin typeface="Calibri"/>
                <a:cs typeface="Calibri"/>
              </a:rPr>
              <a:t>2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139700" y="196604"/>
                <a:ext cx="5414653" cy="2949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10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1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IN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10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acc>
                                <m:accPr>
                                  <m:chr m:val="̂"/>
                                  <m:ctrlPr>
                                    <a:rPr lang="en-IN" sz="1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10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en-IN" sz="1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1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0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sz="10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IN" sz="1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10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IN" sz="1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1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0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sz="10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IN" sz="10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IN" sz="1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IN" sz="1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10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1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IN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1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1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IN" sz="1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IN" sz="10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IN" sz="10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IN" sz="10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IN" sz="1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0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IN" sz="10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IN" sz="1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IN" sz="1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N" sz="10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1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IN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sz="1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IN" sz="1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IN" sz="1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IN" sz="1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10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IN" sz="10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1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IN" sz="1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IN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IN" sz="1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10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en-IN" sz="1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1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0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sz="10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IN" sz="1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10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IN" sz="1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1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0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sz="10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n-IN" sz="1000" b="0" dirty="0" smtClean="0"/>
              </a:p>
              <a:p>
                <a:pPr marL="171450" indent="-171450"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1000" dirty="0" smtClean="0"/>
                  <a:t>Empirically evaluate R.H.S using training observations or test observations</a:t>
                </a:r>
              </a:p>
              <a:p>
                <a:pPr algn="l">
                  <a:lnSpc>
                    <a:spcPct val="150000"/>
                  </a:lnSpc>
                </a:pPr>
                <a:r>
                  <a:rPr lang="en-IN" sz="1000" dirty="0">
                    <a:solidFill>
                      <a:srgbClr val="0070C0"/>
                    </a:solidFill>
                  </a:rPr>
                  <a:t> </a:t>
                </a:r>
                <a:r>
                  <a:rPr lang="en-IN" sz="1000" dirty="0" smtClean="0">
                    <a:solidFill>
                      <a:srgbClr val="0070C0"/>
                    </a:solidFill>
                  </a:rPr>
                  <a:t>            </a:t>
                </a:r>
              </a:p>
              <a:p>
                <a:pPr algn="l">
                  <a:lnSpc>
                    <a:spcPct val="150000"/>
                  </a:lnSpc>
                </a:pPr>
                <a:r>
                  <a:rPr lang="en-IN" sz="1100" b="1" dirty="0" smtClean="0">
                    <a:solidFill>
                      <a:srgbClr val="0070C0"/>
                    </a:solidFill>
                  </a:rPr>
                  <a:t>Case 1: Using test observations</a:t>
                </a:r>
              </a:p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1000" b="0" i="1" smtClean="0">
                          <a:latin typeface="Cambria Math" panose="02040503050406030204" pitchFamily="18" charset="0"/>
                        </a:rPr>
                        <m:t>               </m:t>
                      </m:r>
                      <m:r>
                        <a:rPr lang="en-IN" sz="10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1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IN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10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acc>
                                <m:accPr>
                                  <m:chr m:val="̂"/>
                                  <m:ctrlPr>
                                    <a:rPr lang="en-IN" sz="1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10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en-IN" sz="1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1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0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sz="10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IN" sz="1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10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IN" sz="1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1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0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sz="10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IN" sz="10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IN" sz="1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IN" sz="1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1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1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IN" sz="1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1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1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IN" sz="1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IN" sz="1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IN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sz="1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IN" sz="1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IN" sz="1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lang="en-IN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1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1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IN" sz="1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IN" sz="10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IN" sz="10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IN" sz="10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IN" sz="1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0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IN" sz="10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IN" sz="1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IN" sz="10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IN" sz="1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1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IN" sz="1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1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1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IN" sz="1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IN" sz="1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IN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sz="1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IN" sz="1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IN" sz="1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bSup>
                            <m:sSubSupPr>
                              <m:ctrlPr>
                                <a:rPr lang="en-IN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sz="1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IN" sz="1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IN" sz="1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  <m:r>
                        <a:rPr lang="en-IN" sz="1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10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IN" sz="10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1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IN" sz="1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IN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IN" sz="1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10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en-IN" sz="1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1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0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sz="10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IN" sz="1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10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IN" sz="1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1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0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sz="10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n-IN" sz="1000" dirty="0" smtClean="0"/>
              </a:p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   </m:t>
                      </m:r>
                    </m:oMath>
                  </m:oMathPara>
                </a14:m>
                <a:endParaRPr lang="en-IN" sz="1000" b="0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l">
                  <a:lnSpc>
                    <a:spcPct val="150000"/>
                  </a:lnSpc>
                </a:pPr>
                <a:endParaRPr lang="en-IN" sz="1000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l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IN" sz="1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          </m:t>
                    </m:r>
                  </m:oMath>
                </a14:m>
                <a:r>
                  <a:rPr lang="en-IN" sz="1000" dirty="0" smtClean="0">
                    <a:ea typeface="Cambria Math" panose="02040503050406030204" pitchFamily="18" charset="0"/>
                  </a:rPr>
                  <a:t>             </a:t>
                </a:r>
                <a14:m>
                  <m:oMath xmlns:m="http://schemas.openxmlformats.org/officeDocument/2006/math">
                    <m:r>
                      <a:rPr lang="en-IN" sz="1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𝑐𝑜𝑣𝑎𝑟𝑖𝑎𝑛𝑐𝑒</m:t>
                    </m:r>
                    <m:d>
                      <m:dPr>
                        <m:ctrlPr>
                          <a:rPr lang="en-IN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en-IN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IN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IN" sz="1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IN" sz="1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IN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IN" sz="1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1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IN" sz="1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1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  <m:r>
                              <a:rPr lang="en-IN" sz="1000" b="0" i="1" baseline="-250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d>
                          <m:dPr>
                            <m:ctrlPr>
                              <a:rPr lang="en-IN" sz="1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1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IN" sz="1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1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  <m:r>
                              <a:rPr lang="en-IN" sz="1000" b="0" i="1" baseline="-250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d>
                  </m:oMath>
                </a14:m>
                <a:endParaRPr lang="en-IN" sz="1000" b="0" dirty="0" smtClean="0">
                  <a:ea typeface="Cambria Math" panose="02040503050406030204" pitchFamily="18" charset="0"/>
                </a:endParaRPr>
              </a:p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1000" b="0" i="1" smtClean="0">
                          <a:latin typeface="Cambria Math" panose="02040503050406030204" pitchFamily="18" charset="0"/>
                        </a:rPr>
                        <m:t>                                                       =</m:t>
                      </m:r>
                      <m:r>
                        <a:rPr lang="en-IN" sz="10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1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IN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10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  <m:d>
                            <m:dPr>
                              <m:ctrlPr>
                                <a:rPr lang="en-IN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10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IN" sz="1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1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IN" sz="1000" b="0" i="1" baseline="-2500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d>
                      <m:r>
                        <a:rPr lang="en-IN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</m:t>
                      </m:r>
                      <m:d>
                        <m:dPr>
                          <m:ctrlPr>
                            <a:rPr lang="en-IN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000" b="0" i="1" smtClean="0">
                              <a:latin typeface="Cambria Math" panose="02040503050406030204" pitchFamily="18" charset="0"/>
                            </a:rPr>
                            <m:t>𝑖𝑓</m:t>
                          </m:r>
                          <m:r>
                            <a:rPr lang="en-IN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IN" sz="1000" b="0" i="1" baseline="-250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IN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IN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IN" sz="1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1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IN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IN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IN" sz="1000" b="0" dirty="0" smtClean="0"/>
              </a:p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1000" b="0" i="1" smtClean="0">
                          <a:latin typeface="Cambria Math" panose="02040503050406030204" pitchFamily="18" charset="0"/>
                        </a:rPr>
                        <m:t>                                                       =</m:t>
                      </m:r>
                      <m:r>
                        <a:rPr lang="en-IN" sz="10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1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000" b="0" i="1" smtClean="0">
                              <a:latin typeface="Cambria Math" panose="02040503050406030204" pitchFamily="18" charset="0"/>
                            </a:rPr>
                            <m:t>𝑋𝑌</m:t>
                          </m:r>
                        </m:e>
                      </m:d>
                      <m:r>
                        <a:rPr lang="en-IN" sz="1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N" sz="10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1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IN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IN" sz="1000" b="0" i="1" baseline="-250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IN" sz="1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10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1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000" b="0" i="1" smtClean="0">
                              <a:latin typeface="Cambria Math" panose="02040503050406030204" pitchFamily="18" charset="0"/>
                            </a:rPr>
                            <m:t>𝑋𝑌</m:t>
                          </m:r>
                        </m:e>
                      </m:d>
                      <m:r>
                        <a:rPr lang="en-IN" sz="1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N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IN" sz="1000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IN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IN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r>
                        <a:rPr lang="en-IN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r>
                        <a:rPr lang="en-IN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𝑋𝑌</m:t>
                      </m:r>
                      <m:r>
                        <a:rPr lang="en-IN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IN" sz="1000" dirty="0"/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700" y="196604"/>
                <a:ext cx="5414653" cy="294920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Left Brace 59"/>
          <p:cNvSpPr/>
          <p:nvPr/>
        </p:nvSpPr>
        <p:spPr>
          <a:xfrm rot="16200000">
            <a:off x="2271075" y="1619882"/>
            <a:ext cx="118121" cy="83820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/>
              <p:cNvSpPr txBox="1"/>
              <p:nvPr/>
            </p:nvSpPr>
            <p:spPr>
              <a:xfrm>
                <a:off x="664842" y="2046490"/>
                <a:ext cx="1066800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700" i="1" dirty="0" smtClean="0">
                          <a:latin typeface="Cambria Math" panose="02040503050406030204" pitchFamily="18" charset="0"/>
                        </a:rPr>
                        <m:t>𝑡𝑟𝑢𝑒</m:t>
                      </m:r>
                      <m:r>
                        <a:rPr lang="en-IN" sz="7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700" i="1" dirty="0" smtClean="0">
                          <a:latin typeface="Cambria Math" panose="02040503050406030204" pitchFamily="18" charset="0"/>
                        </a:rPr>
                        <m:t>𝑒𝑟𝑟𝑜𝑟</m:t>
                      </m:r>
                    </m:oMath>
                  </m:oMathPara>
                </a14:m>
                <a:endParaRPr lang="en-IN" sz="700" dirty="0"/>
              </a:p>
            </p:txBody>
          </p:sp>
        </mc:Choice>
        <mc:Fallback xmlns="">
          <p:sp>
            <p:nvSpPr>
              <p:cNvPr id="61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842" y="2046490"/>
                <a:ext cx="1066800" cy="20005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1825083" y="2057369"/>
                <a:ext cx="10668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700" b="0" i="1" dirty="0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IN" sz="700" i="1" dirty="0" smtClean="0">
                          <a:latin typeface="Cambria Math" panose="02040503050406030204" pitchFamily="18" charset="0"/>
                        </a:rPr>
                        <m:t>𝑚𝑝𝑖𝑟𝑖𝑐𝑎𝑙</m:t>
                      </m:r>
                      <m:r>
                        <a:rPr lang="en-IN" sz="7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700" i="1" dirty="0" err="1" smtClean="0">
                          <a:latin typeface="Cambria Math" panose="02040503050406030204" pitchFamily="18" charset="0"/>
                        </a:rPr>
                        <m:t>𝑒𝑠𝑡𝑖𝑚𝑎𝑡𝑖𝑜𝑛</m:t>
                      </m:r>
                      <m:r>
                        <a:rPr lang="en-IN" sz="7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700" b="0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700" b="0" i="1" dirty="0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IN" sz="7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700" i="1" dirty="0" smtClean="0">
                          <a:latin typeface="Cambria Math" panose="02040503050406030204" pitchFamily="18" charset="0"/>
                        </a:rPr>
                        <m:t>𝑒𝑟𝑟𝑜𝑟</m:t>
                      </m:r>
                    </m:oMath>
                  </m:oMathPara>
                </a14:m>
                <a:endParaRPr lang="en-IN" sz="700" dirty="0"/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5083" y="2057369"/>
                <a:ext cx="1066800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/>
              <p:cNvSpPr txBox="1"/>
              <p:nvPr/>
            </p:nvSpPr>
            <p:spPr>
              <a:xfrm>
                <a:off x="2835188" y="2075463"/>
                <a:ext cx="1066800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700" b="0" i="1" dirty="0" smtClean="0">
                          <a:latin typeface="Cambria Math" panose="02040503050406030204" pitchFamily="18" charset="0"/>
                        </a:rPr>
                        <m:t>𝑠𝑚𝑎𝑙𝑙</m:t>
                      </m:r>
                      <m:r>
                        <a:rPr lang="en-IN" sz="7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700" b="0" i="1" dirty="0" smtClean="0">
                          <a:latin typeface="Cambria Math" panose="02040503050406030204" pitchFamily="18" charset="0"/>
                        </a:rPr>
                        <m:t>𝑐𝑜𝑛𝑠𝑡𝑎𝑛𝑡</m:t>
                      </m:r>
                    </m:oMath>
                  </m:oMathPara>
                </a14:m>
                <a:endParaRPr lang="en-IN" sz="700" dirty="0"/>
              </a:p>
            </p:txBody>
          </p:sp>
        </mc:Choice>
        <mc:Fallback xmlns="">
          <p:sp>
            <p:nvSpPr>
              <p:cNvPr id="63" name="TextBox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5188" y="2075463"/>
                <a:ext cx="1066800" cy="20005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Left Brace 63"/>
          <p:cNvSpPr/>
          <p:nvPr/>
        </p:nvSpPr>
        <p:spPr>
          <a:xfrm rot="16200000">
            <a:off x="3239979" y="1756444"/>
            <a:ext cx="136149" cy="547049"/>
          </a:xfrm>
          <a:prstGeom prst="leftBrace">
            <a:avLst>
              <a:gd name="adj1" fmla="val 8333"/>
              <a:gd name="adj2" fmla="val 5107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5" name="Left Brace 64"/>
          <p:cNvSpPr/>
          <p:nvPr/>
        </p:nvSpPr>
        <p:spPr>
          <a:xfrm rot="16200000">
            <a:off x="4351303" y="1411343"/>
            <a:ext cx="152400" cy="110044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6" name="Left Brace 65"/>
          <p:cNvSpPr/>
          <p:nvPr/>
        </p:nvSpPr>
        <p:spPr>
          <a:xfrm rot="16200000">
            <a:off x="1122042" y="1458468"/>
            <a:ext cx="152400" cy="99060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/>
              <p:cNvSpPr txBox="1"/>
              <p:nvPr/>
            </p:nvSpPr>
            <p:spPr>
              <a:xfrm>
                <a:off x="3680145" y="2037767"/>
                <a:ext cx="1680853" cy="2061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700" b="0" i="1" smtClean="0">
                          <a:latin typeface="Cambria Math" panose="02040503050406030204" pitchFamily="18" charset="0"/>
                        </a:rPr>
                        <m:t>𝑐𝑜𝑣𝑎𝑟𝑖𝑎𝑛𝑐𝑒</m:t>
                      </m:r>
                      <m:r>
                        <a:rPr lang="en-IN" sz="7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sz="7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IN" sz="7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 sz="700" b="0" i="1" smtClean="0">
                          <a:latin typeface="Cambria Math" panose="02040503050406030204" pitchFamily="18" charset="0"/>
                        </a:rPr>
                        <m:t>, </m:t>
                      </m:r>
                      <m:acc>
                        <m:accPr>
                          <m:chr m:val="̂"/>
                          <m:ctrlPr>
                            <a:rPr lang="en-IN" sz="7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sz="7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n-IN" sz="7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7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7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7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IN" sz="7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N" sz="7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IN" sz="7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7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7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7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IN" sz="7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700" dirty="0"/>
              </a:p>
            </p:txBody>
          </p:sp>
        </mc:Choice>
        <mc:Fallback xmlns=""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0145" y="2037767"/>
                <a:ext cx="1680853" cy="20614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  <p:bldP spid="61" grpId="0"/>
      <p:bldP spid="62" grpId="0"/>
      <p:bldP spid="63" grpId="0"/>
      <p:bldP spid="64" grpId="0" animBg="1"/>
      <p:bldP spid="65" grpId="0" animBg="1"/>
      <p:bldP spid="66" grpId="0" animBg="1"/>
      <p:bldP spid="6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 47"/>
              <p:cNvSpPr/>
              <p:nvPr/>
            </p:nvSpPr>
            <p:spPr>
              <a:xfrm>
                <a:off x="127000" y="98425"/>
                <a:ext cx="5638800" cy="272388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IN" sz="105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kumimoji="0" lang="en-IN" sz="105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kumimoji="0" lang="en-IN" sz="105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0" lang="en-IN" sz="105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acc>
                                <m:accPr>
                                  <m:chr m:val="̂"/>
                                  <m:ctrlPr>
                                    <a:rPr kumimoji="0" lang="en-IN" sz="105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ysClr val="windowText" lastClr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kumimoji="0" lang="en-IN" sz="105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ysClr val="windowText" lastClr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kumimoji="0" lang="en-IN" sz="105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ysClr val="windowText" lastClr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0" lang="en-IN" sz="1050" b="0" i="1" u="none" strike="noStrike" kern="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ysClr val="windowText" lastClr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IN" sz="1050" b="0" i="1" u="none" strike="noStrike" kern="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ysClr val="windowText" lastClr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kumimoji="0" lang="en-IN" sz="1050" b="0" i="1" u="none" strike="noStrike" kern="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ysClr val="windowText" lastClr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kumimoji="0" lang="en-IN" sz="105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0" lang="en-IN" sz="105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kumimoji="0" lang="en-IN" sz="105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ysClr val="windowText" lastClr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0" lang="en-IN" sz="1050" b="0" i="1" u="none" strike="noStrike" kern="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ysClr val="windowText" lastClr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IN" sz="1050" b="0" i="1" u="none" strike="noStrike" kern="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ysClr val="windowText" lastClr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kumimoji="0" lang="en-IN" sz="1050" b="0" i="1" u="none" strike="noStrike" kern="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ysClr val="windowText" lastClr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kumimoji="0" lang="en-IN" sz="105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0" lang="en-IN" sz="105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kumimoji="0" lang="en-IN" sz="105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0" lang="en-IN" sz="105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0" lang="en-IN" sz="105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0" lang="en-IN" sz="105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0" lang="en-IN" sz="105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0" lang="en-IN" sz="105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0" lang="en-IN" sz="105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kumimoji="0" lang="en-IN" sz="105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kumimoji="0" lang="en-IN" sz="105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kumimoji="0" lang="en-IN" sz="105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kumimoji="0" lang="en-IN" sz="105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kumimoji="0" lang="en-IN" sz="105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kumimoji="0" lang="en-IN" sz="105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kumimoji="0" lang="en-IN" sz="105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0" lang="en-IN" sz="105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ysClr val="windowText" lastClr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0" lang="en-IN" sz="1050" b="0" i="1" u="none" strike="noStrike" kern="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ysClr val="windowText" lastClr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kumimoji="0" lang="en-IN" sz="1050" b="0" i="1" u="none" strike="noStrike" kern="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ysClr val="windowText" lastClr="00000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kumimoji="0" lang="en-IN" sz="1050" b="0" i="1" u="none" strike="noStrike" kern="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ysClr val="windowText" lastClr="00000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kumimoji="0" lang="en-IN" sz="1050" b="0" i="1" u="none" strike="noStrike" kern="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ysClr val="windowText" lastClr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kumimoji="0" lang="en-IN" sz="105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ysClr val="windowText" lastClr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kumimoji="0" lang="en-IN" sz="1050" b="0" i="1" u="none" strike="noStrike" kern="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ysClr val="windowText" lastClr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IN" sz="1050" b="0" i="1" u="none" strike="noStrike" kern="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ysClr val="windowText" lastClr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kumimoji="0" lang="en-IN" sz="1050" b="0" i="1" u="none" strike="noStrike" kern="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ysClr val="windowText" lastClr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kumimoji="0" lang="en-IN" sz="105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kumimoji="0" lang="en-IN" sz="105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kumimoji="0" lang="en-IN" sz="105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0" lang="en-IN" sz="105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0" lang="en-IN" sz="105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0" lang="en-IN" sz="105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0" lang="en-IN" sz="105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0" lang="en-IN" sz="105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kumimoji="0" lang="en-IN" sz="105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kumimoji="0" lang="en-IN" sz="105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kumimoji="0" lang="en-IN" sz="105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kumimoji="0" lang="en-IN" sz="105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kumimoji="0" lang="en-IN" sz="105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kumimoji="0" lang="en-IN" sz="105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bSup>
                            <m:sSubSupPr>
                              <m:ctrlPr>
                                <a:rPr kumimoji="0" lang="en-IN" sz="105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0" lang="en-IN" sz="105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kumimoji="0" lang="en-IN" sz="105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kumimoji="0" lang="en-IN" sz="105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  <m:r>
                        <a:rPr kumimoji="0" lang="en-IN" sz="105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0" lang="en-IN" sz="105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kumimoji="0" lang="en-IN" sz="105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kumimoji="0" lang="en-IN" sz="105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IN" sz="105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IN" sz="105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kumimoji="0" lang="en-IN" sz="105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kumimoji="0" lang="en-IN" sz="105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kumimoji="0" lang="en-IN" sz="105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ysClr val="windowText" lastClr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kumimoji="0" lang="en-IN" sz="105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ysClr val="windowText" lastClr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kumimoji="0" lang="en-IN" sz="105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ysClr val="windowText" lastClr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0" lang="en-IN" sz="1050" b="0" i="1" u="none" strike="noStrike" kern="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ysClr val="windowText" lastClr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IN" sz="1050" b="0" i="1" u="none" strike="noStrike" kern="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ysClr val="windowText" lastClr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kumimoji="0" lang="en-IN" sz="1050" b="0" i="1" u="none" strike="noStrike" kern="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ysClr val="windowText" lastClr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kumimoji="0" lang="en-IN" sz="105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0" lang="en-IN" sz="105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kumimoji="0" lang="en-IN" sz="105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ysClr val="windowText" lastClr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0" lang="en-IN" sz="1050" b="0" i="1" u="none" strike="noStrike" kern="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ysClr val="windowText" lastClr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IN" sz="1050" b="0" i="1" u="none" strike="noStrike" kern="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ysClr val="windowText" lastClr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kumimoji="0" lang="en-IN" sz="1050" b="0" i="1" u="none" strike="noStrike" kern="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ysClr val="windowText" lastClr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kumimoji="0" lang="en-IN" sz="1050" b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  <a:p>
                <a:endParaRPr lang="en-IN" sz="1050" dirty="0" smtClean="0"/>
              </a:p>
              <a:p>
                <a:endParaRPr lang="en-IN" sz="1050" dirty="0"/>
              </a:p>
              <a:p>
                <a:endParaRPr lang="en-IN" sz="1050" dirty="0" smtClean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050" dirty="0" smtClean="0"/>
                  <a:t>Test observations are unseen during model training;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kumimoji="0" lang="en-IN" sz="105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0" lang="en-IN" sz="105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d>
                      <m:dPr>
                        <m:ctrlPr>
                          <a:rPr kumimoji="0" lang="en-IN" sz="105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en-IN" sz="105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IN" sz="1050" dirty="0" smtClean="0"/>
                  <a:t> </a:t>
                </a:r>
                <a:r>
                  <a:rPr lang="en-US" sz="1050" dirty="0" smtClean="0"/>
                  <a:t>is estimated only from training data.</a:t>
                </a:r>
                <a:endParaRPr lang="en-IN" sz="1050" dirty="0" smtClean="0"/>
              </a:p>
              <a:p>
                <a:r>
                  <a:rPr lang="en-IN" sz="1050" dirty="0" smtClean="0"/>
                  <a:t> </a:t>
                </a:r>
              </a:p>
              <a:p>
                <a:pPr marL="360363">
                  <a:lnSpc>
                    <a:spcPct val="150000"/>
                  </a:lnSpc>
                </a:pPr>
                <a:r>
                  <a:rPr lang="en-IN" sz="1050" i="0" dirty="0" smtClean="0">
                    <a:latin typeface="+mj-lt"/>
                    <a:ea typeface="Cambria Math" panose="02040503050406030204" pitchFamily="18" charset="0"/>
                  </a:rPr>
                  <a:t>∴ </a:t>
                </a:r>
                <a14:m>
                  <m:oMath xmlns:m="http://schemas.openxmlformats.org/officeDocument/2006/math">
                    <m:r>
                      <a:rPr lang="en-IN" sz="105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IN" sz="105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⊥</m:t>
                    </m:r>
                  </m:oMath>
                </a14:m>
                <a:r>
                  <a:rPr kumimoji="0" lang="en-IN" sz="1050" b="0" u="none" strike="noStrike" kern="0" cap="none" spc="0" normalizeH="0" baseline="0" noProof="0" dirty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0" lang="en-IN" sz="105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kumimoji="0" lang="en-IN" sz="105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0" lang="en-IN" sz="105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  <m:d>
                          <m:dPr>
                            <m:ctrlPr>
                              <a:rPr kumimoji="0" lang="en-IN" sz="105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0" lang="en-IN" sz="105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en-IN" sz="105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0" lang="en-IN" sz="105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kumimoji="0" lang="en-IN" sz="105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0" lang="en-IN" sz="105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kumimoji="0" lang="en-IN" sz="105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0" lang="en-IN" sz="105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en-IN" sz="105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0" lang="en-IN" sz="105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kumimoji="0" lang="en-IN" sz="1050" b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  <a:p>
                <a:pPr marL="360363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105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  <m:r>
                        <a:rPr lang="en-IN" sz="105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kumimoji="0" lang="en-IN" sz="105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kumimoji="0" lang="en-IN" sz="105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IN" sz="105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IN" sz="105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kumimoji="0" lang="en-IN" sz="105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0" lang="en-IN" sz="105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.(</m:t>
                          </m:r>
                          <m:acc>
                            <m:accPr>
                              <m:chr m:val="̂"/>
                              <m:ctrlPr>
                                <a:rPr kumimoji="0" lang="en-IN" sz="105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0" lang="en-IN" sz="105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  <m:d>
                            <m:dPr>
                              <m:ctrlPr>
                                <a:rPr kumimoji="0" lang="en-IN" sz="105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0" lang="en-IN" sz="105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ysClr val="windowText" lastClr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IN" sz="105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ysClr val="windowText" lastClr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0" lang="en-IN" sz="105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ysClr val="windowText" lastClr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kumimoji="0" lang="en-IN" sz="105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0" lang="en-IN" sz="105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kumimoji="0" lang="en-IN" sz="105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0" lang="en-IN" sz="105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ysClr val="windowText" lastClr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IN" sz="105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ysClr val="windowText" lastClr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0" lang="en-IN" sz="105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ysClr val="windowText" lastClr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kumimoji="0" lang="en-IN" sz="105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kumimoji="0" lang="en-IN" sz="105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0" lang="en-IN" sz="105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kumimoji="0" lang="en-IN" sz="105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IN" sz="105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IN" sz="105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kumimoji="0" lang="en-IN" sz="105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kumimoji="0" lang="en-IN" sz="105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kumimoji="0" lang="en-IN" sz="105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kumimoji="0" lang="en-IN" sz="105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kumimoji="0" lang="en-IN" sz="105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0" lang="en-IN" sz="105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  <m:d>
                            <m:dPr>
                              <m:ctrlPr>
                                <a:rPr kumimoji="0" lang="en-IN" sz="105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0" lang="en-IN" sz="105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ysClr val="windowText" lastClr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IN" sz="105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ysClr val="windowText" lastClr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0" lang="en-IN" sz="105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ysClr val="windowText" lastClr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kumimoji="0" lang="en-IN" sz="105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0" lang="en-IN" sz="105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kumimoji="0" lang="en-IN" sz="105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0" lang="en-IN" sz="105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ysClr val="windowText" lastClr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IN" sz="105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ysClr val="windowText" lastClr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0" lang="en-IN" sz="105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ysClr val="windowText" lastClr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kumimoji="0" lang="en-IN" sz="105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0" lang="en-IN" sz="105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kumimoji="0" lang="en-IN" sz="105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kumimoji="0" lang="en-IN" sz="105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kumimoji="0" lang="en-IN" sz="105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0" lang="en-IN" sz="105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 (</m:t>
                          </m:r>
                          <m:acc>
                            <m:accPr>
                              <m:chr m:val="̂"/>
                              <m:ctrlPr>
                                <a:rPr kumimoji="0" lang="en-IN" sz="105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0" lang="en-IN" sz="105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  <m:d>
                            <m:dPr>
                              <m:ctrlPr>
                                <a:rPr kumimoji="0" lang="en-IN" sz="105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0" lang="en-IN" sz="105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ysClr val="windowText" lastClr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IN" sz="105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ysClr val="windowText" lastClr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0" lang="en-IN" sz="105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ysClr val="windowText" lastClr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kumimoji="0" lang="en-IN" sz="105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0" lang="en-IN" sz="105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kumimoji="0" lang="en-IN" sz="105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0" lang="en-IN" sz="105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ysClr val="windowText" lastClr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IN" sz="105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ysClr val="windowText" lastClr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0" lang="en-IN" sz="105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ysClr val="windowText" lastClr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kumimoji="0" lang="en-IN" sz="105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kumimoji="0" lang="en-IN" sz="105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0" lang="en-IN" sz="105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kumimoji="0" lang="en-IN" sz="1050" b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  <a:p>
                <a:pPr marL="360363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IN" sz="105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IN" sz="1050" dirty="0" smtClean="0"/>
                  <a:t>  true error = empirical test error + small constant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IN" sz="1050" dirty="0" smtClean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IN" sz="1050" dirty="0" smtClean="0"/>
                  <a:t>Hence, we should always use a validation set to estimate the error</a:t>
                </a:r>
                <a:endParaRPr lang="en-IN" sz="1050" dirty="0"/>
              </a:p>
            </p:txBody>
          </p:sp>
        </mc:Choice>
        <mc:Fallback xmlns="">
          <p:sp>
            <p:nvSpPr>
              <p:cNvPr id="48" name="Rectangle 4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000" y="98425"/>
                <a:ext cx="5638800" cy="2723887"/>
              </a:xfrm>
              <a:prstGeom prst="rect">
                <a:avLst/>
              </a:prstGeom>
              <a:blipFill>
                <a:blip r:embed="rId2"/>
                <a:stretch>
                  <a:fillRect t="-18121" b="-4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Left Brace 48"/>
          <p:cNvSpPr/>
          <p:nvPr/>
        </p:nvSpPr>
        <p:spPr>
          <a:xfrm rot="16200000">
            <a:off x="2368705" y="268098"/>
            <a:ext cx="152400" cy="83820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799941" y="708026"/>
                <a:ext cx="1066800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700" i="1" dirty="0" smtClean="0">
                          <a:latin typeface="Cambria Math" panose="02040503050406030204" pitchFamily="18" charset="0"/>
                        </a:rPr>
                        <m:t>𝑡𝑟𝑢𝑒</m:t>
                      </m:r>
                      <m:r>
                        <a:rPr lang="en-IN" sz="7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700" i="1" dirty="0" smtClean="0">
                          <a:latin typeface="Cambria Math" panose="02040503050406030204" pitchFamily="18" charset="0"/>
                        </a:rPr>
                        <m:t>𝑒𝑟𝑟𝑜𝑟</m:t>
                      </m:r>
                    </m:oMath>
                  </m:oMathPara>
                </a14:m>
                <a:endParaRPr lang="en-IN" sz="700" dirty="0"/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941" y="708026"/>
                <a:ext cx="1066800" cy="20005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1797205" y="706357"/>
                <a:ext cx="1066800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700" i="1" dirty="0" smtClean="0">
                          <a:latin typeface="Cambria Math" panose="02040503050406030204" pitchFamily="18" charset="0"/>
                        </a:rPr>
                        <m:t>𝐸𝑚𝑝𝑖𝑟𝑖𝑐𝑎𝑙</m:t>
                      </m:r>
                      <m:r>
                        <a:rPr lang="en-IN" sz="7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700" i="1" dirty="0" err="1" smtClean="0">
                          <a:latin typeface="Cambria Math" panose="02040503050406030204" pitchFamily="18" charset="0"/>
                        </a:rPr>
                        <m:t>𝑒𝑠𝑡𝑖𝑚𝑎𝑡𝑖𝑜𝑛</m:t>
                      </m:r>
                      <m:r>
                        <a:rPr lang="en-IN" sz="7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700" i="1" dirty="0" smtClean="0">
                          <a:latin typeface="Cambria Math" panose="02040503050406030204" pitchFamily="18" charset="0"/>
                        </a:rPr>
                        <m:t>𝑒𝑟𝑟𝑜𝑟</m:t>
                      </m:r>
                    </m:oMath>
                  </m:oMathPara>
                </a14:m>
                <a:endParaRPr lang="en-IN" sz="700" dirty="0"/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7205" y="706357"/>
                <a:ext cx="1066800" cy="200055"/>
              </a:xfrm>
              <a:prstGeom prst="rect">
                <a:avLst/>
              </a:prstGeom>
              <a:blipFill>
                <a:blip r:embed="rId4"/>
                <a:stretch>
                  <a:fillRect r="-1371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/>
              <p:cNvSpPr txBox="1"/>
              <p:nvPr/>
            </p:nvSpPr>
            <p:spPr>
              <a:xfrm>
                <a:off x="2926685" y="735702"/>
                <a:ext cx="1066800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700" b="0" i="1" dirty="0" smtClean="0">
                          <a:latin typeface="Cambria Math" panose="02040503050406030204" pitchFamily="18" charset="0"/>
                        </a:rPr>
                        <m:t>𝑠𝑚𝑎𝑙𝑙</m:t>
                      </m:r>
                      <m:r>
                        <a:rPr lang="en-IN" sz="7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700" b="0" i="1" dirty="0" smtClean="0">
                          <a:latin typeface="Cambria Math" panose="02040503050406030204" pitchFamily="18" charset="0"/>
                        </a:rPr>
                        <m:t>𝑐𝑜𝑛𝑠𝑡𝑎𝑛𝑡</m:t>
                      </m:r>
                    </m:oMath>
                  </m:oMathPara>
                </a14:m>
                <a:endParaRPr lang="en-IN" sz="700" dirty="0"/>
              </a:p>
            </p:txBody>
          </p:sp>
        </mc:Choice>
        <mc:Fallback xmlns=""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6685" y="735702"/>
                <a:ext cx="1066800" cy="20005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Left Brace 52"/>
          <p:cNvSpPr/>
          <p:nvPr/>
        </p:nvSpPr>
        <p:spPr>
          <a:xfrm rot="16200000">
            <a:off x="3389845" y="423748"/>
            <a:ext cx="172922" cy="547049"/>
          </a:xfrm>
          <a:prstGeom prst="leftBrace">
            <a:avLst>
              <a:gd name="adj1" fmla="val 8333"/>
              <a:gd name="adj2" fmla="val 5107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Left Brace 53"/>
          <p:cNvSpPr/>
          <p:nvPr/>
        </p:nvSpPr>
        <p:spPr>
          <a:xfrm rot="16200000">
            <a:off x="4448802" y="81602"/>
            <a:ext cx="152400" cy="110044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5" name="Left Brace 54"/>
          <p:cNvSpPr/>
          <p:nvPr/>
        </p:nvSpPr>
        <p:spPr>
          <a:xfrm rot="16200000">
            <a:off x="1279837" y="178569"/>
            <a:ext cx="152400" cy="99060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3636002" y="708807"/>
                <a:ext cx="1680853" cy="2061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700" b="0" i="1" smtClean="0">
                          <a:latin typeface="Cambria Math" panose="02040503050406030204" pitchFamily="18" charset="0"/>
                        </a:rPr>
                        <m:t>𝑐𝑜𝑣𝑎𝑟𝑖𝑎𝑛𝑐𝑒</m:t>
                      </m:r>
                      <m:r>
                        <a:rPr lang="en-IN" sz="7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sz="7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IN" sz="7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 sz="700" b="0" i="1" smtClean="0">
                          <a:latin typeface="Cambria Math" panose="02040503050406030204" pitchFamily="18" charset="0"/>
                        </a:rPr>
                        <m:t> ,</m:t>
                      </m:r>
                      <m:acc>
                        <m:accPr>
                          <m:chr m:val="̂"/>
                          <m:ctrlPr>
                            <a:rPr lang="en-IN" sz="7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sz="7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n-IN" sz="7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7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7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7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IN" sz="7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N" sz="7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IN" sz="7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7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7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7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IN" sz="7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700" dirty="0"/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6002" y="708807"/>
                <a:ext cx="1680853" cy="20614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0" name="Rectangle 39"/>
              <p:cNvSpPr/>
              <p:nvPr/>
            </p:nvSpPr>
            <p:spPr>
              <a:xfrm>
                <a:off x="127000" y="22225"/>
                <a:ext cx="5638800" cy="282173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kumimoji="0" lang="en-IN" sz="1000" b="1" u="none" strike="noStrike" kern="0" cap="none" spc="0" normalizeH="0" baseline="0" noProof="0" dirty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Case 2 Using training observations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IN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kumimoji="0" lang="en-IN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kumimoji="0" lang="en-IN" sz="10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0" lang="en-IN" sz="10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acc>
                                <m:accPr>
                                  <m:chr m:val="̂"/>
                                  <m:ctrlPr>
                                    <a:rPr kumimoji="0" lang="en-IN" sz="100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ysClr val="windowText" lastClr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kumimoji="0" lang="en-IN" sz="100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ysClr val="windowText" lastClr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kumimoji="0" lang="en-IN" sz="100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ysClr val="windowText" lastClr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0" lang="en-IN" sz="1000" b="0" i="1" u="none" strike="noStrike" kern="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ysClr val="windowText" lastClr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IN" sz="1000" b="0" i="1" u="none" strike="noStrike" kern="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ysClr val="windowText" lastClr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kumimoji="0" lang="en-IN" sz="1000" b="0" i="1" u="none" strike="noStrike" kern="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ysClr val="windowText" lastClr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kumimoji="0" lang="en-IN" sz="10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0" lang="en-IN" sz="10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kumimoji="0" lang="en-IN" sz="100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ysClr val="windowText" lastClr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0" lang="en-IN" sz="1000" b="0" i="1" u="none" strike="noStrike" kern="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ysClr val="windowText" lastClr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IN" sz="1000" b="0" i="1" u="none" strike="noStrike" kern="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ysClr val="windowText" lastClr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kumimoji="0" lang="en-IN" sz="1000" b="0" i="1" u="none" strike="noStrike" kern="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ysClr val="windowText" lastClr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kumimoji="0" lang="en-IN" sz="10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0" lang="en-IN" sz="10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kumimoji="0" lang="en-IN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0" lang="en-IN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0" lang="en-IN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0" lang="en-IN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0" lang="en-IN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0" lang="en-IN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0" lang="en-IN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kumimoji="0" lang="en-IN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kumimoji="0" lang="en-IN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kumimoji="0" lang="en-IN" sz="10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0" lang="en-IN" sz="100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ysClr val="windowText" lastClr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0" lang="en-IN" sz="1000" b="0" i="1" u="none" strike="noStrike" kern="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ysClr val="windowText" lastClr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kumimoji="0" lang="en-IN" sz="1000" b="0" i="1" u="none" strike="noStrike" kern="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ysClr val="windowText" lastClr="00000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kumimoji="0" lang="en-IN" sz="1000" b="0" i="1" u="none" strike="noStrike" kern="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ysClr val="windowText" lastClr="00000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kumimoji="0" lang="en-IN" sz="1000" b="0" i="1" u="none" strike="noStrike" kern="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ysClr val="windowText" lastClr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kumimoji="0" lang="en-IN" sz="100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ysClr val="windowText" lastClr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kumimoji="0" lang="en-IN" sz="1000" b="0" i="1" u="none" strike="noStrike" kern="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ysClr val="windowText" lastClr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IN" sz="1000" b="0" i="1" u="none" strike="noStrike" kern="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ysClr val="windowText" lastClr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kumimoji="0" lang="en-IN" sz="1000" b="0" i="1" u="none" strike="noStrike" kern="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ysClr val="windowText" lastClr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kumimoji="0" lang="en-IN" sz="10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kumimoji="0" lang="en-IN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kumimoji="0" lang="en-IN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0" lang="en-IN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0" lang="en-IN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0" lang="en-IN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0" lang="en-IN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0" lang="en-IN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kumimoji="0" lang="en-IN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kumimoji="0" lang="en-IN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Sup>
                            <m:sSubSupPr>
                              <m:ctrlPr>
                                <a:rPr kumimoji="0" lang="en-IN" sz="10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0" lang="en-IN" sz="10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kumimoji="0" lang="en-IN" sz="10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kumimoji="0" lang="en-IN" sz="10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  <m:r>
                        <a:rPr kumimoji="0" lang="en-IN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0" lang="en-IN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kumimoji="0" lang="en-IN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kumimoji="0" lang="en-IN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IN" sz="10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IN" sz="10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kumimoji="0" lang="en-IN" sz="10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kumimoji="0" lang="en-IN" sz="10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kumimoji="0" lang="en-IN" sz="100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ysClr val="windowText" lastClr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kumimoji="0" lang="en-IN" sz="100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ysClr val="windowText" lastClr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kumimoji="0" lang="en-IN" sz="100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ysClr val="windowText" lastClr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0" lang="en-IN" sz="1000" b="0" i="1" u="none" strike="noStrike" kern="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ysClr val="windowText" lastClr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IN" sz="1000" b="0" i="1" u="none" strike="noStrike" kern="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ysClr val="windowText" lastClr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kumimoji="0" lang="en-IN" sz="1000" b="0" i="1" u="none" strike="noStrike" kern="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ysClr val="windowText" lastClr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kumimoji="0" lang="en-IN" sz="10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0" lang="en-IN" sz="10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kumimoji="0" lang="en-IN" sz="100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ysClr val="windowText" lastClr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0" lang="en-IN" sz="1000" b="0" i="1" u="none" strike="noStrike" kern="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ysClr val="windowText" lastClr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IN" sz="1000" b="0" i="1" u="none" strike="noStrike" kern="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ysClr val="windowText" lastClr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kumimoji="0" lang="en-IN" sz="1000" b="0" i="1" u="none" strike="noStrike" kern="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ysClr val="windowText" lastClr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kumimoji="0" lang="en-IN" sz="1000" b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  <a:p>
                <a:endParaRPr lang="en-IN" sz="1000" dirty="0" smtClean="0"/>
              </a:p>
              <a:p>
                <a:endParaRPr lang="en-IN" sz="1000" dirty="0"/>
              </a:p>
              <a:p>
                <a:endParaRPr lang="en-IN" sz="1000" dirty="0" smtClean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IN" sz="1000" dirty="0" smtClean="0"/>
                  <a:t>Now </a:t>
                </a:r>
                <a14:m>
                  <m:oMath xmlns:m="http://schemas.openxmlformats.org/officeDocument/2006/math">
                    <m:r>
                      <a:rPr lang="en-IN" sz="1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IN" sz="1000" dirty="0" smtClean="0"/>
                  <a:t> </a:t>
                </a:r>
                <a14:m>
                  <m:oMath xmlns:m="http://schemas.openxmlformats.org/officeDocument/2006/math">
                    <m:r>
                      <a:rPr lang="en-IN" sz="1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⊥</m:t>
                    </m:r>
                  </m:oMath>
                </a14:m>
                <a:r>
                  <a:rPr lang="en-IN" sz="1000" dirty="0" smtClean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kumimoji="0" lang="en-IN" sz="10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0" lang="en-IN" sz="10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d>
                      <m:dPr>
                        <m:ctrlPr>
                          <a:rPr kumimoji="0" lang="en-IN" sz="10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en-IN" sz="10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IN" sz="1000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IN" sz="1000" dirty="0" smtClean="0">
                    <a:solidFill>
                      <a:schemeClr val="tx1"/>
                    </a:solidFill>
                  </a:rPr>
                  <a:t>because </a:t>
                </a:r>
                <a14:m>
                  <m:oMath xmlns:m="http://schemas.openxmlformats.org/officeDocument/2006/math">
                    <m:r>
                      <a:rPr lang="en-IN" sz="1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IN" sz="1000" dirty="0" smtClean="0">
                    <a:solidFill>
                      <a:schemeClr val="tx1"/>
                    </a:solidFill>
                  </a:rPr>
                  <a:t> was used for estimating the parameters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kumimoji="0" lang="en-IN" sz="10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0" lang="en-IN" sz="10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d>
                      <m:dPr>
                        <m:ctrlPr>
                          <a:rPr kumimoji="0" lang="en-IN" sz="10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en-IN" sz="10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IN" sz="1000" dirty="0" smtClean="0">
                  <a:solidFill>
                    <a:srgbClr val="FF0000"/>
                  </a:solidFill>
                </a:endParaRPr>
              </a:p>
              <a:p>
                <a:pPr marL="360363">
                  <a:lnSpc>
                    <a:spcPct val="150000"/>
                  </a:lnSpc>
                </a:pPr>
                <a:r>
                  <a:rPr lang="en-IN" sz="1000" i="0" dirty="0" smtClean="0">
                    <a:latin typeface="+mj-lt"/>
                    <a:ea typeface="Cambria Math" panose="02040503050406030204" pitchFamily="18" charset="0"/>
                  </a:rPr>
                  <a:t>∴ </a:t>
                </a:r>
                <a14:m>
                  <m:oMath xmlns:m="http://schemas.openxmlformats.org/officeDocument/2006/math">
                    <m:r>
                      <a:rPr lang="en-IN" sz="1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IN" sz="1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⊥</m:t>
                    </m:r>
                  </m:oMath>
                </a14:m>
                <a:r>
                  <a:rPr kumimoji="0" lang="en-IN" sz="1000" b="0" u="none" strike="noStrike" kern="0" cap="none" spc="0" normalizeH="0" baseline="0" noProof="0" dirty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0" lang="en-IN" sz="10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kumimoji="0" lang="en-IN" sz="10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0" lang="en-IN" sz="10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  <m:d>
                          <m:dPr>
                            <m:ctrlPr>
                              <a:rPr kumimoji="0" lang="en-IN" sz="10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0" lang="en-IN" sz="10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en-IN" sz="10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0" lang="en-IN" sz="10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kumimoji="0" lang="en-IN" sz="10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0" lang="en-IN" sz="10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kumimoji="0" lang="en-IN" sz="10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0" lang="en-IN" sz="10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en-IN" sz="10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0" lang="en-IN" sz="10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kumimoji="0" lang="en-IN" sz="1000" b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  <a:p>
                <a:pPr marL="360363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10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  <m:r>
                        <a:rPr lang="en-IN" sz="1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kumimoji="0" lang="en-IN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kumimoji="0" lang="en-IN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IN" sz="10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IN" sz="10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kumimoji="0" lang="en-IN" sz="10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0" lang="en-IN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.(</m:t>
                          </m:r>
                          <m:acc>
                            <m:accPr>
                              <m:chr m:val="̂"/>
                              <m:ctrlPr>
                                <a:rPr kumimoji="0" lang="en-IN" sz="10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0" lang="en-IN" sz="10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  <m:d>
                            <m:dPr>
                              <m:ctrlPr>
                                <a:rPr kumimoji="0" lang="en-IN" sz="10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0" lang="en-IN" sz="100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ysClr val="windowText" lastClr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IN" sz="100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ysClr val="windowText" lastClr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0" lang="en-IN" sz="100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ysClr val="windowText" lastClr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kumimoji="0" lang="en-IN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0" lang="en-IN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kumimoji="0" lang="en-IN" sz="10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0" lang="en-IN" sz="100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ysClr val="windowText" lastClr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IN" sz="100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ysClr val="windowText" lastClr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0" lang="en-IN" sz="100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ysClr val="windowText" lastClr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kumimoji="0" lang="en-IN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kumimoji="0" lang="en-IN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kumimoji="0" lang="en-IN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kumimoji="0" lang="en-IN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IN" sz="10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IN" sz="10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kumimoji="0" lang="en-IN" sz="10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kumimoji="0" lang="en-IN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kumimoji="0" lang="en-IN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kumimoji="0" lang="en-IN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kumimoji="0" lang="en-IN" sz="10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0" lang="en-IN" sz="10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  <m:d>
                            <m:dPr>
                              <m:ctrlPr>
                                <a:rPr kumimoji="0" lang="en-IN" sz="10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0" lang="en-IN" sz="100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ysClr val="windowText" lastClr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IN" sz="100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ysClr val="windowText" lastClr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0" lang="en-IN" sz="100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ysClr val="windowText" lastClr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kumimoji="0" lang="en-IN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0" lang="en-IN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kumimoji="0" lang="en-IN" sz="10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0" lang="en-IN" sz="100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ysClr val="windowText" lastClr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IN" sz="100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ysClr val="windowText" lastClr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0" lang="en-IN" sz="100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ysClr val="windowText" lastClr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kumimoji="0" lang="en-IN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kumimoji="0" lang="en-IN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kumimoji="0" lang="en-IN" sz="1000" b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  <a:p>
                <a:pPr marL="360363">
                  <a:lnSpc>
                    <a:spcPct val="150000"/>
                  </a:lnSpc>
                </a:pPr>
                <a:endParaRPr lang="en-IN" sz="1000" dirty="0" smtClean="0"/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1000" dirty="0" smtClean="0">
                    <a:latin typeface="+mn-lt"/>
                  </a:rPr>
                  <a:t>Hence, the empirical train error is smaller than the true error and does not give a true picture of the error </a:t>
                </a: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1000" dirty="0" smtClean="0">
                    <a:latin typeface="+mn-lt"/>
                  </a:rPr>
                  <a:t>how is this related to model complexity? </a:t>
                </a:r>
                <a:endParaRPr lang="en-IN" sz="1000" dirty="0">
                  <a:latin typeface="+mn-lt"/>
                </a:endParaRPr>
              </a:p>
            </p:txBody>
          </p:sp>
        </mc:Choice>
        <mc:Fallback>
          <p:sp>
            <p:nvSpPr>
              <p:cNvPr id="40" name="Rectangle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000" y="22225"/>
                <a:ext cx="5638800" cy="2821735"/>
              </a:xfrm>
              <a:prstGeom prst="rect">
                <a:avLst/>
              </a:prstGeom>
              <a:blipFill>
                <a:blip r:embed="rId2"/>
                <a:stretch>
                  <a:fillRect t="-1123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Left Brace 40"/>
          <p:cNvSpPr/>
          <p:nvPr/>
        </p:nvSpPr>
        <p:spPr>
          <a:xfrm rot="16200000">
            <a:off x="2411731" y="357123"/>
            <a:ext cx="152400" cy="83820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799941" y="708026"/>
                <a:ext cx="1066800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700" i="1" dirty="0" smtClean="0">
                          <a:latin typeface="Cambria Math" panose="02040503050406030204" pitchFamily="18" charset="0"/>
                        </a:rPr>
                        <m:t>𝑡𝑟𝑢𝑒</m:t>
                      </m:r>
                      <m:r>
                        <a:rPr lang="en-IN" sz="7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700" i="1" dirty="0" smtClean="0">
                          <a:latin typeface="Cambria Math" panose="02040503050406030204" pitchFamily="18" charset="0"/>
                        </a:rPr>
                        <m:t>𝑒𝑟𝑟𝑜𝑟</m:t>
                      </m:r>
                    </m:oMath>
                  </m:oMathPara>
                </a14:m>
                <a:endParaRPr lang="en-IN" sz="700" dirty="0"/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941" y="708026"/>
                <a:ext cx="1066800" cy="20005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1851337" y="798331"/>
                <a:ext cx="1066800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700" i="1" dirty="0" smtClean="0">
                          <a:latin typeface="Cambria Math" panose="02040503050406030204" pitchFamily="18" charset="0"/>
                        </a:rPr>
                        <m:t>𝐸𝑚𝑝𝑖𝑟𝑖𝑐𝑎𝑙</m:t>
                      </m:r>
                      <m:r>
                        <a:rPr lang="en-IN" sz="7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700" i="1" dirty="0" err="1" smtClean="0">
                          <a:latin typeface="Cambria Math" panose="02040503050406030204" pitchFamily="18" charset="0"/>
                        </a:rPr>
                        <m:t>𝑒𝑠𝑡𝑖𝑚𝑎𝑡𝑖𝑜𝑛</m:t>
                      </m:r>
                      <m:r>
                        <a:rPr lang="en-IN" sz="7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700" i="1" dirty="0" smtClean="0">
                          <a:latin typeface="Cambria Math" panose="02040503050406030204" pitchFamily="18" charset="0"/>
                        </a:rPr>
                        <m:t>𝑒𝑟𝑟𝑜𝑟</m:t>
                      </m:r>
                    </m:oMath>
                  </m:oMathPara>
                </a14:m>
                <a:endParaRPr lang="en-IN" sz="700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1337" y="798331"/>
                <a:ext cx="1066800" cy="200055"/>
              </a:xfrm>
              <a:prstGeom prst="rect">
                <a:avLst/>
              </a:prstGeom>
              <a:blipFill>
                <a:blip r:embed="rId4"/>
                <a:stretch>
                  <a:fillRect r="-1371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2907978" y="833264"/>
                <a:ext cx="1066800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700" b="0" i="1" dirty="0" smtClean="0">
                          <a:latin typeface="Cambria Math" panose="02040503050406030204" pitchFamily="18" charset="0"/>
                        </a:rPr>
                        <m:t>𝑠𝑚𝑎𝑙𝑙</m:t>
                      </m:r>
                      <m:r>
                        <a:rPr lang="en-IN" sz="7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700" b="0" i="1" dirty="0" smtClean="0">
                          <a:latin typeface="Cambria Math" panose="02040503050406030204" pitchFamily="18" charset="0"/>
                        </a:rPr>
                        <m:t>𝑐𝑜𝑛𝑠𝑡𝑎𝑛𝑡</m:t>
                      </m:r>
                    </m:oMath>
                  </m:oMathPara>
                </a14:m>
                <a:endParaRPr lang="en-IN" sz="700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7978" y="833264"/>
                <a:ext cx="1066800" cy="20005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Left Brace 44"/>
          <p:cNvSpPr/>
          <p:nvPr/>
        </p:nvSpPr>
        <p:spPr>
          <a:xfrm rot="16200000">
            <a:off x="3265847" y="486826"/>
            <a:ext cx="248837" cy="509269"/>
          </a:xfrm>
          <a:prstGeom prst="leftBrace">
            <a:avLst>
              <a:gd name="adj1" fmla="val 8333"/>
              <a:gd name="adj2" fmla="val 5107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Left Brace 45"/>
          <p:cNvSpPr/>
          <p:nvPr/>
        </p:nvSpPr>
        <p:spPr>
          <a:xfrm rot="16200000">
            <a:off x="4291051" y="61876"/>
            <a:ext cx="144395" cy="113189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Left Brace 46"/>
          <p:cNvSpPr/>
          <p:nvPr/>
        </p:nvSpPr>
        <p:spPr>
          <a:xfrm rot="16200000">
            <a:off x="1409541" y="155771"/>
            <a:ext cx="152400" cy="99060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3727039" y="717333"/>
                <a:ext cx="1680853" cy="2061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700" b="0" i="1" smtClean="0">
                          <a:latin typeface="Cambria Math" panose="02040503050406030204" pitchFamily="18" charset="0"/>
                        </a:rPr>
                        <m:t>𝑐𝑜𝑣𝑎𝑟𝑖𝑎𝑛𝑐𝑒</m:t>
                      </m:r>
                      <m:r>
                        <a:rPr lang="en-IN" sz="7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sz="7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IN" sz="7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 sz="700" b="0" i="1" smtClean="0">
                          <a:latin typeface="Cambria Math" panose="02040503050406030204" pitchFamily="18" charset="0"/>
                        </a:rPr>
                        <m:t> ,</m:t>
                      </m:r>
                      <m:acc>
                        <m:accPr>
                          <m:chr m:val="̂"/>
                          <m:ctrlPr>
                            <a:rPr lang="en-IN" sz="7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sz="7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n-IN" sz="7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7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7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7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IN" sz="7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N" sz="7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IN" sz="7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7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7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7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IN" sz="7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700" dirty="0"/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7039" y="717333"/>
                <a:ext cx="1680853" cy="20614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/>
          <p:cNvCxnSpPr/>
          <p:nvPr/>
        </p:nvCxnSpPr>
        <p:spPr>
          <a:xfrm flipH="1">
            <a:off x="799941" y="1165225"/>
            <a:ext cx="51119" cy="762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>
            <a:off x="796655" y="1419569"/>
            <a:ext cx="51119" cy="762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9896" y="1212123"/>
            <a:ext cx="426085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155" dirty="0" smtClean="0">
                <a:latin typeface="Calibri"/>
                <a:cs typeface="Calibri"/>
              </a:rPr>
              <a:t>True</a:t>
            </a:r>
            <a:r>
              <a:rPr sz="1400" b="1" spc="229" dirty="0" smtClean="0">
                <a:latin typeface="Calibri"/>
                <a:cs typeface="Calibri"/>
              </a:rPr>
              <a:t> </a:t>
            </a:r>
            <a:r>
              <a:rPr sz="1400" b="1" spc="110" dirty="0">
                <a:latin typeface="Calibri"/>
                <a:cs typeface="Calibri"/>
              </a:rPr>
              <a:t>error</a:t>
            </a:r>
            <a:r>
              <a:rPr sz="1400" b="1" spc="225" dirty="0">
                <a:latin typeface="Calibri"/>
                <a:cs typeface="Calibri"/>
              </a:rPr>
              <a:t> </a:t>
            </a:r>
            <a:r>
              <a:rPr sz="1400" b="1" spc="120" dirty="0">
                <a:latin typeface="Calibri"/>
                <a:cs typeface="Calibri"/>
              </a:rPr>
              <a:t>and</a:t>
            </a:r>
            <a:r>
              <a:rPr sz="1400" b="1" spc="229" dirty="0">
                <a:latin typeface="Calibri"/>
                <a:cs typeface="Calibri"/>
              </a:rPr>
              <a:t> </a:t>
            </a:r>
            <a:r>
              <a:rPr sz="1400" b="1" spc="130" dirty="0">
                <a:latin typeface="Calibri"/>
                <a:cs typeface="Calibri"/>
              </a:rPr>
              <a:t>Model</a:t>
            </a:r>
            <a:r>
              <a:rPr sz="1400" b="1" spc="225" dirty="0">
                <a:latin typeface="Calibri"/>
                <a:cs typeface="Calibri"/>
              </a:rPr>
              <a:t> </a:t>
            </a:r>
            <a:r>
              <a:rPr sz="1400" b="1" spc="110" dirty="0">
                <a:latin typeface="Calibri"/>
                <a:cs typeface="Calibri"/>
              </a:rPr>
              <a:t>complexity</a:t>
            </a:r>
            <a:endParaRPr sz="1400" dirty="0"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4395" y="179132"/>
            <a:ext cx="36449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Calibri"/>
                <a:cs typeface="Calibri"/>
              </a:rPr>
              <a:t>Using</a:t>
            </a:r>
            <a:r>
              <a:rPr sz="1100" spc="2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Stein’s</a:t>
            </a:r>
            <a:r>
              <a:rPr sz="1100" spc="2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Lemma</a:t>
            </a:r>
            <a:r>
              <a:rPr sz="1100" spc="2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(and</a:t>
            </a:r>
            <a:r>
              <a:rPr sz="1100" spc="2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some</a:t>
            </a:r>
            <a:r>
              <a:rPr sz="1100" spc="2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trickery)</a:t>
            </a:r>
            <a:r>
              <a:rPr sz="1100" spc="2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we</a:t>
            </a:r>
            <a:r>
              <a:rPr sz="1100" spc="2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can</a:t>
            </a:r>
            <a:r>
              <a:rPr sz="1100" spc="2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show</a:t>
            </a:r>
            <a:r>
              <a:rPr sz="1100" spc="215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that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56139" y="625542"/>
            <a:ext cx="360000" cy="372538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265"/>
              </a:spcBef>
            </a:pPr>
            <a:r>
              <a:rPr sz="1100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1</a:t>
            </a:r>
            <a:endParaRPr sz="11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i="1" spc="40" dirty="0">
                <a:latin typeface="Calibri"/>
                <a:cs typeface="Calibri"/>
              </a:rPr>
              <a:t>n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92381" y="647813"/>
            <a:ext cx="908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45" dirty="0">
                <a:latin typeface="Calibri"/>
                <a:cs typeface="Calibri"/>
              </a:rPr>
              <a:t>n</a:t>
            </a:r>
            <a:endParaRPr sz="8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75973" y="749463"/>
            <a:ext cx="2260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919" dirty="0">
                <a:latin typeface="Trebuchet MS"/>
                <a:cs typeface="Trebuchet MS"/>
              </a:rPr>
              <a:t>Σ</a:t>
            </a:r>
            <a:endParaRPr sz="1100" dirty="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06718" y="599312"/>
            <a:ext cx="825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Calibri"/>
                <a:cs typeface="Calibri"/>
              </a:rPr>
              <a:t>ˆ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30488" y="791754"/>
            <a:ext cx="8566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25120" algn="l"/>
                <a:tab pos="807085" algn="l"/>
              </a:tabLst>
            </a:pPr>
            <a:r>
              <a:rPr sz="800" i="1" spc="45" dirty="0">
                <a:latin typeface="Calibri"/>
                <a:cs typeface="Calibri"/>
              </a:rPr>
              <a:t>i</a:t>
            </a:r>
            <a:r>
              <a:rPr sz="800" i="1" dirty="0">
                <a:latin typeface="Calibri"/>
                <a:cs typeface="Calibri"/>
              </a:rPr>
              <a:t>	</a:t>
            </a:r>
            <a:r>
              <a:rPr sz="800" i="1" spc="45" dirty="0">
                <a:latin typeface="Calibri"/>
                <a:cs typeface="Calibri"/>
              </a:rPr>
              <a:t>i</a:t>
            </a:r>
            <a:r>
              <a:rPr sz="800" i="1" dirty="0">
                <a:latin typeface="Calibri"/>
                <a:cs typeface="Calibri"/>
              </a:rPr>
              <a:t>	</a:t>
            </a:r>
            <a:r>
              <a:rPr sz="800" i="1" spc="45" dirty="0">
                <a:latin typeface="Calibri"/>
                <a:cs typeface="Calibri"/>
              </a:rPr>
              <a:t>i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65883" y="733652"/>
            <a:ext cx="11817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Calibri"/>
                <a:cs typeface="Calibri"/>
              </a:rPr>
              <a:t>ε</a:t>
            </a:r>
            <a:r>
              <a:rPr sz="1100" i="1" spc="85" dirty="0">
                <a:latin typeface="Calibri"/>
                <a:cs typeface="Calibri"/>
              </a:rPr>
              <a:t> </a:t>
            </a:r>
            <a:r>
              <a:rPr sz="1100" spc="140" dirty="0">
                <a:latin typeface="Calibri"/>
                <a:cs typeface="Calibri"/>
              </a:rPr>
              <a:t>(</a:t>
            </a:r>
            <a:r>
              <a:rPr sz="1100" i="1" spc="140" dirty="0">
                <a:latin typeface="Calibri"/>
                <a:cs typeface="Calibri"/>
              </a:rPr>
              <a:t>f</a:t>
            </a:r>
            <a:r>
              <a:rPr sz="1100" i="1" spc="-130" dirty="0">
                <a:latin typeface="Calibri"/>
                <a:cs typeface="Calibri"/>
              </a:rPr>
              <a:t> </a:t>
            </a:r>
            <a:r>
              <a:rPr sz="1100" spc="114" dirty="0">
                <a:latin typeface="Calibri"/>
                <a:cs typeface="Calibri"/>
              </a:rPr>
              <a:t>(</a:t>
            </a:r>
            <a:r>
              <a:rPr sz="1100" i="1" spc="114" dirty="0">
                <a:latin typeface="Calibri"/>
                <a:cs typeface="Calibri"/>
              </a:rPr>
              <a:t>x</a:t>
            </a:r>
            <a:r>
              <a:rPr sz="1100" i="1" spc="90" dirty="0">
                <a:latin typeface="Calibri"/>
                <a:cs typeface="Calibri"/>
              </a:rPr>
              <a:t> </a:t>
            </a:r>
            <a:r>
              <a:rPr sz="1100" spc="80" dirty="0">
                <a:latin typeface="Calibri"/>
                <a:cs typeface="Calibri"/>
              </a:rPr>
              <a:t>)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254" dirty="0">
                <a:latin typeface="Lucida Sans Unicode"/>
                <a:cs typeface="Lucida Sans Unicode"/>
              </a:rPr>
              <a:t>—</a:t>
            </a:r>
            <a:r>
              <a:rPr sz="1100" spc="-100" dirty="0">
                <a:latin typeface="Lucida Sans Unicode"/>
                <a:cs typeface="Lucida Sans Unicode"/>
              </a:rPr>
              <a:t> </a:t>
            </a:r>
            <a:r>
              <a:rPr sz="1100" i="1" spc="195" dirty="0">
                <a:latin typeface="Calibri"/>
                <a:cs typeface="Calibri"/>
              </a:rPr>
              <a:t>f</a:t>
            </a:r>
            <a:r>
              <a:rPr sz="1100" i="1" spc="-135" dirty="0">
                <a:latin typeface="Calibri"/>
                <a:cs typeface="Calibri"/>
              </a:rPr>
              <a:t> </a:t>
            </a:r>
            <a:r>
              <a:rPr sz="1100" spc="114" dirty="0">
                <a:latin typeface="Calibri"/>
                <a:cs typeface="Calibri"/>
              </a:rPr>
              <a:t>(</a:t>
            </a:r>
            <a:r>
              <a:rPr sz="1100" i="1" spc="114" dirty="0">
                <a:latin typeface="Calibri"/>
                <a:cs typeface="Calibri"/>
              </a:rPr>
              <a:t>x</a:t>
            </a:r>
            <a:r>
              <a:rPr sz="1100" i="1" spc="95" dirty="0">
                <a:latin typeface="Calibri"/>
                <a:cs typeface="Calibri"/>
              </a:rPr>
              <a:t> </a:t>
            </a:r>
            <a:r>
              <a:rPr sz="1100" spc="80" dirty="0">
                <a:latin typeface="Calibri"/>
                <a:cs typeface="Calibri"/>
              </a:rPr>
              <a:t>))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spc="245" dirty="0">
                <a:latin typeface="Calibri"/>
                <a:cs typeface="Calibri"/>
              </a:rPr>
              <a:t>=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59810" y="626972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latin typeface="Calibri"/>
                <a:cs typeface="Calibri"/>
              </a:rPr>
              <a:t>2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21564" y="630955"/>
            <a:ext cx="908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45" dirty="0">
                <a:latin typeface="Calibri"/>
                <a:cs typeface="Calibri"/>
              </a:rPr>
              <a:t>n</a:t>
            </a:r>
            <a:endParaRPr sz="8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63026" y="874158"/>
            <a:ext cx="1815464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628139" algn="l"/>
              </a:tabLst>
            </a:pPr>
            <a:r>
              <a:rPr sz="800" i="1" spc="100" dirty="0">
                <a:latin typeface="Calibri"/>
                <a:cs typeface="Calibri"/>
              </a:rPr>
              <a:t>i</a:t>
            </a:r>
            <a:r>
              <a:rPr sz="800" spc="100" dirty="0">
                <a:latin typeface="Calibri"/>
                <a:cs typeface="Calibri"/>
              </a:rPr>
              <a:t>=1</a:t>
            </a:r>
            <a:r>
              <a:rPr sz="800" dirty="0">
                <a:latin typeface="Calibri"/>
                <a:cs typeface="Calibri"/>
              </a:rPr>
              <a:t>	</a:t>
            </a:r>
            <a:r>
              <a:rPr sz="800" i="1" spc="100" dirty="0">
                <a:latin typeface="Calibri"/>
                <a:cs typeface="Calibri"/>
              </a:rPr>
              <a:t>i</a:t>
            </a:r>
            <a:r>
              <a:rPr sz="800" spc="100" dirty="0">
                <a:latin typeface="Calibri"/>
                <a:cs typeface="Calibri"/>
              </a:rPr>
              <a:t>=1</a:t>
            </a:r>
            <a:endParaRPr sz="800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05479" y="723263"/>
            <a:ext cx="431800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61950" algn="l"/>
              </a:tabLst>
            </a:pPr>
            <a:r>
              <a:rPr sz="1100" spc="919" dirty="0">
                <a:latin typeface="Trebuchet MS"/>
                <a:cs typeface="Trebuchet MS"/>
              </a:rPr>
              <a:t>Σ</a:t>
            </a:r>
            <a:r>
              <a:rPr sz="1100" dirty="0">
                <a:latin typeface="Trebuchet MS"/>
                <a:cs typeface="Trebuchet MS"/>
              </a:rPr>
              <a:t>	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093641" y="698028"/>
            <a:ext cx="622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45" dirty="0">
                <a:latin typeface="Calibri"/>
                <a:cs typeface="Calibri"/>
              </a:rPr>
              <a:t>i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89235" y="635505"/>
            <a:ext cx="8401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33070" algn="l"/>
              </a:tabLst>
            </a:pPr>
            <a:r>
              <a:rPr sz="11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σ</a:t>
            </a:r>
            <a:r>
              <a:rPr sz="1100" i="1" u="sng" spc="50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	</a:t>
            </a:r>
            <a:r>
              <a:rPr sz="1100" i="1" spc="120" dirty="0">
                <a:latin typeface="Calibri"/>
                <a:cs typeface="Calibri"/>
              </a:rPr>
              <a:t>∂f</a:t>
            </a:r>
            <a:r>
              <a:rPr sz="1100" i="1" spc="-135" dirty="0">
                <a:latin typeface="Calibri"/>
                <a:cs typeface="Calibri"/>
              </a:rPr>
              <a:t> </a:t>
            </a:r>
            <a:r>
              <a:rPr sz="1100" spc="114" dirty="0">
                <a:latin typeface="Calibri"/>
                <a:cs typeface="Calibri"/>
              </a:rPr>
              <a:t>(</a:t>
            </a:r>
            <a:r>
              <a:rPr sz="1100" i="1" spc="114" dirty="0">
                <a:latin typeface="Calibri"/>
                <a:cs typeface="Calibri"/>
              </a:rPr>
              <a:t>x</a:t>
            </a:r>
            <a:r>
              <a:rPr sz="1100" i="1" spc="95" dirty="0">
                <a:latin typeface="Calibri"/>
                <a:cs typeface="Calibri"/>
              </a:rPr>
              <a:t> </a:t>
            </a:r>
            <a:r>
              <a:rPr sz="1100" spc="30" dirty="0">
                <a:latin typeface="Calibri"/>
                <a:cs typeface="Calibri"/>
              </a:rPr>
              <a:t>)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809287" y="818116"/>
            <a:ext cx="394335" cy="0"/>
          </a:xfrm>
          <a:custGeom>
            <a:avLst/>
            <a:gdLst/>
            <a:ahLst/>
            <a:cxnLst/>
            <a:rect l="l" t="t" r="r" b="b"/>
            <a:pathLst>
              <a:path w="394335">
                <a:moveTo>
                  <a:pt x="0" y="0"/>
                </a:moveTo>
                <a:lnTo>
                  <a:pt x="39387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405256" y="784071"/>
            <a:ext cx="7664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528955" algn="l"/>
              </a:tabLst>
            </a:pPr>
            <a:r>
              <a:rPr sz="1100" i="1" spc="40" dirty="0">
                <a:latin typeface="Calibri"/>
                <a:cs typeface="Calibri"/>
              </a:rPr>
              <a:t>n</a:t>
            </a:r>
            <a:r>
              <a:rPr sz="1100" i="1" dirty="0">
                <a:latin typeface="Calibri"/>
                <a:cs typeface="Calibri"/>
              </a:rPr>
              <a:t>	</a:t>
            </a:r>
            <a:r>
              <a:rPr sz="1100" i="1" spc="35" dirty="0">
                <a:latin typeface="Calibri"/>
                <a:cs typeface="Calibri"/>
              </a:rPr>
              <a:t>∂y</a:t>
            </a:r>
            <a:r>
              <a:rPr sz="1200" i="1" spc="52" baseline="-10416" dirty="0">
                <a:latin typeface="Calibri"/>
                <a:cs typeface="Calibri"/>
              </a:rPr>
              <a:t>i</a:t>
            </a:r>
            <a:endParaRPr sz="1200" baseline="-10416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18"/>
              <p:cNvSpPr txBox="1"/>
              <p:nvPr/>
            </p:nvSpPr>
            <p:spPr>
              <a:xfrm>
                <a:off x="611695" y="1189219"/>
                <a:ext cx="4839970" cy="489108"/>
              </a:xfrm>
              <a:prstGeom prst="rect">
                <a:avLst/>
              </a:prstGeom>
            </p:spPr>
            <p:txBody>
              <a:bodyPr vert="horz" wrap="square" lIns="0" tIns="11430" rIns="0" bIns="0" rtlCol="0">
                <a:spAutoFit/>
              </a:bodyPr>
              <a:lstStyle/>
              <a:p>
                <a:pPr marL="209550" indent="-171450">
                  <a:spcBef>
                    <a:spcPts val="90"/>
                  </a:spcBef>
                  <a:buFont typeface="Arial" panose="020B0604020202020204" pitchFamily="34" charset="0"/>
                  <a:buChar char="•"/>
                </a:pPr>
                <a:r>
                  <a:rPr lang="en-IN" sz="1100" dirty="0" smtClean="0">
                    <a:latin typeface="Calibri"/>
                    <a:cs typeface="Calibri"/>
                  </a:rPr>
                  <a:t>When</a:t>
                </a:r>
                <a:r>
                  <a:rPr lang="en-IN" sz="1100" spc="265" dirty="0">
                    <a:latin typeface="Calibri"/>
                    <a:cs typeface="Calibri"/>
                  </a:rPr>
                  <a:t> </a:t>
                </a:r>
                <a:r>
                  <a:rPr lang="en-IN" sz="1100" dirty="0">
                    <a:latin typeface="Calibri"/>
                    <a:cs typeface="Calibri"/>
                  </a:rPr>
                  <a:t>will</a:t>
                </a:r>
                <a:r>
                  <a:rPr lang="en-IN" sz="1100" spc="405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sz="11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11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acc>
                          <m:accPr>
                            <m:chr m:val="̂"/>
                            <m:ctrlPr>
                              <a:rPr lang="ar-AE" sz="11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  <m:r>
                          <a:rPr lang="ar-AE" sz="11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ar-AE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1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sz="11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ar-AE" sz="11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ar-AE" sz="11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ar-AE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1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ar-AE" sz="11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1100" dirty="0" smtClean="0">
                    <a:latin typeface="Calibri"/>
                    <a:cs typeface="Calibri"/>
                  </a:rPr>
                  <a:t> be</a:t>
                </a:r>
                <a:r>
                  <a:rPr lang="en-IN" sz="1100" spc="265" dirty="0" smtClean="0">
                    <a:latin typeface="Calibri"/>
                    <a:cs typeface="Calibri"/>
                  </a:rPr>
                  <a:t> </a:t>
                </a:r>
                <a:r>
                  <a:rPr lang="en-IN" sz="1100" dirty="0">
                    <a:latin typeface="Calibri"/>
                    <a:cs typeface="Calibri"/>
                  </a:rPr>
                  <a:t>high?</a:t>
                </a:r>
                <a:r>
                  <a:rPr lang="en-IN" sz="1100" spc="175" dirty="0">
                    <a:latin typeface="Calibri"/>
                    <a:cs typeface="Calibri"/>
                  </a:rPr>
                  <a:t>  </a:t>
                </a:r>
                <a:r>
                  <a:rPr lang="en-IN" sz="1100" dirty="0">
                    <a:latin typeface="Calibri"/>
                    <a:cs typeface="Calibri"/>
                  </a:rPr>
                  <a:t>When</a:t>
                </a:r>
                <a:r>
                  <a:rPr lang="en-IN" sz="1100" spc="270" dirty="0">
                    <a:latin typeface="Calibri"/>
                    <a:cs typeface="Calibri"/>
                  </a:rPr>
                  <a:t> </a:t>
                </a:r>
                <a:r>
                  <a:rPr lang="en-IN" sz="1100" dirty="0">
                    <a:latin typeface="Calibri"/>
                    <a:cs typeface="Calibri"/>
                  </a:rPr>
                  <a:t>a</a:t>
                </a:r>
                <a:r>
                  <a:rPr lang="en-IN" sz="1100" spc="265" dirty="0">
                    <a:latin typeface="Calibri"/>
                    <a:cs typeface="Calibri"/>
                  </a:rPr>
                  <a:t> </a:t>
                </a:r>
                <a:r>
                  <a:rPr lang="en-IN" sz="1100" dirty="0">
                    <a:latin typeface="Calibri"/>
                    <a:cs typeface="Calibri"/>
                  </a:rPr>
                  <a:t>small</a:t>
                </a:r>
                <a:r>
                  <a:rPr lang="en-IN" sz="1100" spc="270" dirty="0">
                    <a:latin typeface="Calibri"/>
                    <a:cs typeface="Calibri"/>
                  </a:rPr>
                  <a:t> </a:t>
                </a:r>
                <a:r>
                  <a:rPr lang="en-IN" sz="1100" dirty="0">
                    <a:latin typeface="Calibri"/>
                    <a:cs typeface="Calibri"/>
                  </a:rPr>
                  <a:t>change</a:t>
                </a:r>
                <a:r>
                  <a:rPr lang="en-IN" sz="1100" spc="265" dirty="0">
                    <a:latin typeface="Calibri"/>
                    <a:cs typeface="Calibri"/>
                  </a:rPr>
                  <a:t> </a:t>
                </a:r>
                <a:r>
                  <a:rPr lang="en-IN" sz="1100" dirty="0">
                    <a:latin typeface="Calibri"/>
                    <a:cs typeface="Calibri"/>
                  </a:rPr>
                  <a:t>in</a:t>
                </a:r>
                <a:r>
                  <a:rPr lang="en-IN" sz="1100" spc="265" dirty="0">
                    <a:latin typeface="Calibri"/>
                    <a:cs typeface="Calibri"/>
                  </a:rPr>
                  <a:t> </a:t>
                </a:r>
                <a:r>
                  <a:rPr lang="en-IN" sz="1100" dirty="0">
                    <a:latin typeface="Calibri"/>
                    <a:cs typeface="Calibri"/>
                  </a:rPr>
                  <a:t>the</a:t>
                </a:r>
                <a:r>
                  <a:rPr lang="en-IN" sz="1100" spc="265" dirty="0">
                    <a:latin typeface="Calibri"/>
                    <a:cs typeface="Calibri"/>
                  </a:rPr>
                  <a:t> </a:t>
                </a:r>
                <a:r>
                  <a:rPr lang="en-IN" sz="1100" dirty="0">
                    <a:latin typeface="Calibri"/>
                    <a:cs typeface="Calibri"/>
                  </a:rPr>
                  <a:t>observation</a:t>
                </a:r>
                <a:r>
                  <a:rPr lang="en-IN" sz="1100" spc="265" dirty="0">
                    <a:latin typeface="Calibri"/>
                    <a:cs typeface="Calibri"/>
                  </a:rPr>
                  <a:t> </a:t>
                </a:r>
                <a:r>
                  <a:rPr lang="en-IN" sz="1100" dirty="0">
                    <a:latin typeface="Calibri"/>
                    <a:cs typeface="Calibri"/>
                  </a:rPr>
                  <a:t>causes</a:t>
                </a:r>
                <a:r>
                  <a:rPr lang="en-IN" sz="1100" spc="270" dirty="0">
                    <a:latin typeface="Calibri"/>
                    <a:cs typeface="Calibri"/>
                  </a:rPr>
                  <a:t> </a:t>
                </a:r>
                <a:r>
                  <a:rPr lang="en-IN" sz="1100" spc="-50" dirty="0" smtClean="0">
                    <a:latin typeface="Calibri"/>
                    <a:cs typeface="Calibri"/>
                  </a:rPr>
                  <a:t>a </a:t>
                </a:r>
                <a:r>
                  <a:rPr lang="en-IN" sz="1100" dirty="0" smtClean="0">
                    <a:latin typeface="Calibri"/>
                    <a:cs typeface="Calibri"/>
                  </a:rPr>
                  <a:t>large</a:t>
                </a:r>
                <a:r>
                  <a:rPr lang="en-IN" sz="1100" spc="155" dirty="0" smtClean="0">
                    <a:latin typeface="Calibri"/>
                    <a:cs typeface="Calibri"/>
                  </a:rPr>
                  <a:t> </a:t>
                </a:r>
                <a:r>
                  <a:rPr lang="en-IN" sz="1100" dirty="0" smtClean="0">
                    <a:latin typeface="Calibri"/>
                    <a:cs typeface="Calibri"/>
                  </a:rPr>
                  <a:t>change</a:t>
                </a:r>
                <a:r>
                  <a:rPr lang="en-IN" sz="1100" spc="160" dirty="0" smtClean="0">
                    <a:latin typeface="Calibri"/>
                    <a:cs typeface="Calibri"/>
                  </a:rPr>
                  <a:t> </a:t>
                </a:r>
                <a:r>
                  <a:rPr lang="en-IN" sz="1100" dirty="0" smtClean="0">
                    <a:latin typeface="Calibri"/>
                    <a:cs typeface="Calibri"/>
                  </a:rPr>
                  <a:t>in</a:t>
                </a:r>
                <a:r>
                  <a:rPr lang="en-IN" sz="1100" spc="155" dirty="0" smtClean="0">
                    <a:latin typeface="Calibri"/>
                    <a:cs typeface="Calibri"/>
                  </a:rPr>
                  <a:t> </a:t>
                </a:r>
                <a:r>
                  <a:rPr lang="en-IN" sz="1100" dirty="0" smtClean="0">
                    <a:latin typeface="Calibri"/>
                    <a:cs typeface="Calibri"/>
                  </a:rPr>
                  <a:t>the</a:t>
                </a:r>
                <a:r>
                  <a:rPr lang="en-IN" sz="1100" spc="160" dirty="0" smtClean="0">
                    <a:latin typeface="Calibri"/>
                    <a:cs typeface="Calibri"/>
                  </a:rPr>
                  <a:t> </a:t>
                </a:r>
                <a:r>
                  <a:rPr lang="en-IN" sz="1100" spc="-10" dirty="0" smtClean="0">
                    <a:latin typeface="Calibri"/>
                    <a:cs typeface="Calibri"/>
                  </a:rPr>
                  <a:t>estimation</a:t>
                </a:r>
                <a14:m>
                  <m:oMath xmlns:m="http://schemas.openxmlformats.org/officeDocument/2006/math">
                    <m:r>
                      <a:rPr lang="en-IN" sz="1100" b="0" i="0" spc="-10" smtClean="0">
                        <a:latin typeface="Cambria Math" panose="02040503050406030204" pitchFamily="18" charset="0"/>
                        <a:cs typeface="Calibri"/>
                      </a:rPr>
                      <m:t>(</m:t>
                    </m:r>
                    <m:acc>
                      <m:accPr>
                        <m:chr m:val="̂"/>
                        <m:ctrlPr>
                          <a:rPr lang="ar-AE" sz="1100" i="1" spc="-1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accPr>
                      <m:e>
                        <m:r>
                          <a:rPr lang="ar-AE" sz="1100" b="0" i="1" spc="-10" smtClean="0">
                            <a:latin typeface="Cambria Math" panose="02040503050406030204" pitchFamily="18" charset="0"/>
                            <a:cs typeface="Calibri"/>
                          </a:rPr>
                          <m:t>𝑓</m:t>
                        </m:r>
                      </m:e>
                    </m:acc>
                    <m:r>
                      <a:rPr lang="en-IN" sz="1100" b="0" i="1" spc="-10" smtClean="0">
                        <a:latin typeface="Cambria Math" panose="02040503050406030204" pitchFamily="18" charset="0"/>
                        <a:cs typeface="Calibri"/>
                      </a:rPr>
                      <m:t>)</m:t>
                    </m:r>
                  </m:oMath>
                </a14:m>
                <a:endParaRPr lang="en-US" sz="1100" dirty="0" smtClean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8" name="object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695" y="1189219"/>
                <a:ext cx="4839970" cy="489108"/>
              </a:xfrm>
              <a:prstGeom prst="rect">
                <a:avLst/>
              </a:prstGeom>
              <a:blipFill>
                <a:blip r:embed="rId2"/>
                <a:stretch>
                  <a:fillRect l="-882" t="-3750" r="-378" b="-15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object 21"/>
          <p:cNvSpPr txBox="1"/>
          <p:nvPr/>
        </p:nvSpPr>
        <p:spPr>
          <a:xfrm>
            <a:off x="624395" y="1754300"/>
            <a:ext cx="5001705" cy="67056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84150" marR="5080" indent="-171450">
              <a:lnSpc>
                <a:spcPct val="102699"/>
              </a:lnSpc>
              <a:spcBef>
                <a:spcPts val="1090"/>
              </a:spcBef>
              <a:buFont typeface="Arial" panose="020B0604020202020204" pitchFamily="34" charset="0"/>
              <a:buChar char="•"/>
            </a:pPr>
            <a:r>
              <a:rPr lang="en-IN" sz="1100" dirty="0" smtClean="0">
                <a:latin typeface="Calibri"/>
                <a:cs typeface="Calibri"/>
              </a:rPr>
              <a:t>A</a:t>
            </a:r>
            <a:r>
              <a:rPr sz="1100" spc="180" dirty="0" smtClean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complex</a:t>
            </a:r>
            <a:r>
              <a:rPr sz="1100" spc="1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model</a:t>
            </a:r>
            <a:r>
              <a:rPr sz="1100" spc="18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will</a:t>
            </a:r>
            <a:r>
              <a:rPr sz="1100" spc="1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be</a:t>
            </a:r>
            <a:r>
              <a:rPr sz="1100" spc="1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more</a:t>
            </a:r>
            <a:r>
              <a:rPr sz="1100" spc="1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sensitive</a:t>
            </a:r>
            <a:r>
              <a:rPr sz="1100" spc="1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18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changes</a:t>
            </a:r>
            <a:r>
              <a:rPr sz="1100" spc="1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</a:t>
            </a:r>
            <a:r>
              <a:rPr sz="1100" spc="18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observations </a:t>
            </a:r>
            <a:r>
              <a:rPr sz="1100" dirty="0">
                <a:latin typeface="Calibri"/>
                <a:cs typeface="Calibri"/>
              </a:rPr>
              <a:t>whereas</a:t>
            </a:r>
            <a:r>
              <a:rPr sz="1100" spc="1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spc="1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simple</a:t>
            </a:r>
            <a:r>
              <a:rPr sz="1100" spc="1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model</a:t>
            </a:r>
            <a:r>
              <a:rPr sz="1100" spc="1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will</a:t>
            </a:r>
            <a:r>
              <a:rPr sz="1100" spc="1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be</a:t>
            </a:r>
            <a:r>
              <a:rPr sz="1100" spc="1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less</a:t>
            </a:r>
            <a:r>
              <a:rPr sz="1100" spc="1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sensitive</a:t>
            </a:r>
            <a:r>
              <a:rPr sz="1100" spc="1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1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changes</a:t>
            </a:r>
            <a:r>
              <a:rPr sz="1100" spc="1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</a:t>
            </a:r>
            <a:r>
              <a:rPr sz="1100" spc="15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observations</a:t>
            </a:r>
            <a:endParaRPr sz="11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25"/>
              </a:spcBef>
            </a:pPr>
            <a:r>
              <a:rPr sz="1100" dirty="0" smtClean="0">
                <a:solidFill>
                  <a:srgbClr val="0070C0"/>
                </a:solidFill>
                <a:latin typeface="Calibri"/>
                <a:cs typeface="Calibri"/>
              </a:rPr>
              <a:t>true</a:t>
            </a:r>
            <a:r>
              <a:rPr sz="1100" spc="200" dirty="0" smtClean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70C0"/>
                </a:solidFill>
                <a:latin typeface="Calibri"/>
                <a:cs typeface="Calibri"/>
              </a:rPr>
              <a:t>error</a:t>
            </a:r>
            <a:r>
              <a:rPr sz="1100" spc="20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1100" spc="295" dirty="0">
                <a:solidFill>
                  <a:srgbClr val="0070C0"/>
                </a:solidFill>
                <a:latin typeface="Calibri"/>
                <a:cs typeface="Calibri"/>
              </a:rPr>
              <a:t>=</a:t>
            </a:r>
            <a:r>
              <a:rPr sz="1100" spc="20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70C0"/>
                </a:solidFill>
                <a:latin typeface="Calibri"/>
                <a:cs typeface="Calibri"/>
              </a:rPr>
              <a:t>empirical</a:t>
            </a:r>
            <a:r>
              <a:rPr sz="1100" spc="20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70C0"/>
                </a:solidFill>
                <a:latin typeface="Calibri"/>
                <a:cs typeface="Calibri"/>
              </a:rPr>
              <a:t>train</a:t>
            </a:r>
            <a:r>
              <a:rPr sz="1100" spc="204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70C0"/>
                </a:solidFill>
                <a:latin typeface="Calibri"/>
                <a:cs typeface="Calibri"/>
              </a:rPr>
              <a:t>error</a:t>
            </a:r>
            <a:r>
              <a:rPr sz="1100" spc="20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1100" spc="295" dirty="0">
                <a:solidFill>
                  <a:srgbClr val="0070C0"/>
                </a:solidFill>
                <a:latin typeface="Calibri"/>
                <a:cs typeface="Calibri"/>
              </a:rPr>
              <a:t>+</a:t>
            </a:r>
            <a:r>
              <a:rPr sz="1100" spc="20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70C0"/>
                </a:solidFill>
                <a:latin typeface="Calibri"/>
                <a:cs typeface="Calibri"/>
              </a:rPr>
              <a:t>small</a:t>
            </a:r>
            <a:r>
              <a:rPr sz="1100" spc="20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70C0"/>
                </a:solidFill>
                <a:latin typeface="Calibri"/>
                <a:cs typeface="Calibri"/>
              </a:rPr>
              <a:t>constant</a:t>
            </a:r>
            <a:r>
              <a:rPr sz="1100" spc="204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1100" spc="295" dirty="0">
                <a:solidFill>
                  <a:srgbClr val="0070C0"/>
                </a:solidFill>
                <a:latin typeface="Calibri"/>
                <a:cs typeface="Calibri"/>
              </a:rPr>
              <a:t>+</a:t>
            </a:r>
            <a:r>
              <a:rPr sz="1100" spc="20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70C0"/>
                </a:solidFill>
                <a:latin typeface="Calibri"/>
                <a:cs typeface="Calibri"/>
              </a:rPr>
              <a:t>Ω(model</a:t>
            </a:r>
            <a:r>
              <a:rPr sz="1100" spc="20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0070C0"/>
                </a:solidFill>
                <a:latin typeface="Calibri"/>
                <a:cs typeface="Calibri"/>
              </a:rPr>
              <a:t>complexity)</a:t>
            </a:r>
            <a:endParaRPr sz="1100" dirty="0">
              <a:solidFill>
                <a:srgbClr val="0070C0"/>
              </a:solidFill>
              <a:latin typeface="Calibri"/>
              <a:cs typeface="Calibri"/>
            </a:endParaRPr>
          </a:p>
        </p:txBody>
      </p:sp>
      <p:sp>
        <p:nvSpPr>
          <p:cNvPr id="30" name="object 6"/>
          <p:cNvSpPr txBox="1"/>
          <p:nvPr/>
        </p:nvSpPr>
        <p:spPr>
          <a:xfrm>
            <a:off x="2323495" y="678407"/>
            <a:ext cx="825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Calibri"/>
                <a:cs typeface="Calibri"/>
              </a:rPr>
              <a:t>ˆ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32" name="object 15"/>
          <p:cNvSpPr/>
          <p:nvPr/>
        </p:nvSpPr>
        <p:spPr>
          <a:xfrm>
            <a:off x="1853783" y="827275"/>
            <a:ext cx="124546" cy="45719"/>
          </a:xfrm>
          <a:custGeom>
            <a:avLst/>
            <a:gdLst/>
            <a:ahLst/>
            <a:cxnLst/>
            <a:rect l="l" t="t" r="r" b="b"/>
            <a:pathLst>
              <a:path w="394335">
                <a:moveTo>
                  <a:pt x="0" y="0"/>
                </a:moveTo>
                <a:lnTo>
                  <a:pt x="39387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6412" y="993177"/>
            <a:ext cx="1514880" cy="1150683"/>
          </a:xfrm>
          <a:prstGeom prst="rect">
            <a:avLst/>
          </a:prstGeom>
        </p:spPr>
      </p:pic>
      <p:sp>
        <p:nvSpPr>
          <p:cNvPr id="12" name="object 4"/>
          <p:cNvSpPr txBox="1"/>
          <p:nvPr/>
        </p:nvSpPr>
        <p:spPr>
          <a:xfrm>
            <a:off x="3035300" y="410932"/>
            <a:ext cx="2162403" cy="523798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84150" marR="5080" indent="-171450" algn="just">
              <a:lnSpc>
                <a:spcPct val="102600"/>
              </a:lnSpc>
              <a:spcBef>
                <a:spcPts val="55"/>
              </a:spcBef>
              <a:buFont typeface="Arial" panose="020B0604020202020204" pitchFamily="34" charset="0"/>
              <a:buChar char="•"/>
            </a:pPr>
            <a:r>
              <a:rPr sz="1100" spc="65" dirty="0">
                <a:latin typeface="Calibri"/>
                <a:cs typeface="Calibri"/>
              </a:rPr>
              <a:t>Let</a:t>
            </a:r>
            <a:r>
              <a:rPr sz="1100" spc="3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us</a:t>
            </a:r>
            <a:r>
              <a:rPr sz="1100" spc="3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verify</a:t>
            </a:r>
            <a:r>
              <a:rPr sz="1100" spc="3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that</a:t>
            </a:r>
            <a:r>
              <a:rPr sz="1100" spc="3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indeed</a:t>
            </a:r>
            <a:r>
              <a:rPr sz="1100" spc="370" dirty="0">
                <a:latin typeface="Calibri"/>
                <a:cs typeface="Calibri"/>
              </a:rPr>
              <a:t> </a:t>
            </a:r>
            <a:r>
              <a:rPr sz="1100" spc="-60" dirty="0">
                <a:latin typeface="Calibri"/>
                <a:cs typeface="Calibri"/>
              </a:rPr>
              <a:t>a</a:t>
            </a:r>
            <a:r>
              <a:rPr sz="1100" dirty="0">
                <a:latin typeface="Calibri"/>
                <a:cs typeface="Calibri"/>
              </a:rPr>
              <a:t> complex model is more </a:t>
            </a:r>
            <a:r>
              <a:rPr sz="1100" spc="-10" dirty="0" smtClean="0">
                <a:latin typeface="Calibri"/>
                <a:cs typeface="Calibri"/>
              </a:rPr>
              <a:t>sens</a:t>
            </a:r>
            <a:r>
              <a:rPr sz="1100" dirty="0" smtClean="0">
                <a:latin typeface="Calibri"/>
                <a:cs typeface="Calibri"/>
              </a:rPr>
              <a:t>itive</a:t>
            </a:r>
            <a:r>
              <a:rPr sz="1100" spc="175" dirty="0" smtClean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1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minor</a:t>
            </a:r>
            <a:r>
              <a:rPr sz="1100" spc="1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changes</a:t>
            </a:r>
            <a:r>
              <a:rPr sz="1100" spc="1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</a:t>
            </a:r>
            <a:r>
              <a:rPr sz="1100" spc="180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the </a:t>
            </a:r>
            <a:r>
              <a:rPr sz="1100" spc="-20" dirty="0" smtClean="0">
                <a:latin typeface="Calibri"/>
                <a:cs typeface="Calibri"/>
              </a:rPr>
              <a:t>data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911703" y="946209"/>
            <a:ext cx="2286000" cy="6153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4150" marR="5080" lvl="0" indent="-171450" algn="just" defTabSz="914400" eaLnBrk="1" fontAlgn="auto" latinLnBrk="0" hangingPunct="1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0" cap="none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We  have  fitted  a  simple and complex model for some given data</a:t>
            </a:r>
            <a:endParaRPr kumimoji="0" lang="en-US" sz="1100" b="0" i="0" u="none" strike="noStrike" kern="0" cap="none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6412" y="993177"/>
            <a:ext cx="1514880" cy="1150683"/>
          </a:xfrm>
          <a:prstGeom prst="rect">
            <a:avLst/>
          </a:prstGeom>
        </p:spPr>
      </p:pic>
      <p:sp>
        <p:nvSpPr>
          <p:cNvPr id="13" name="object 4"/>
          <p:cNvSpPr txBox="1"/>
          <p:nvPr/>
        </p:nvSpPr>
        <p:spPr>
          <a:xfrm>
            <a:off x="3035300" y="1622425"/>
            <a:ext cx="2162403" cy="3494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84150" marR="5080" indent="-171450" algn="just">
              <a:lnSpc>
                <a:spcPct val="1026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sz="1100" dirty="0" smtClean="0">
                <a:latin typeface="Calibri"/>
                <a:cs typeface="Calibri"/>
              </a:rPr>
              <a:t>We</a:t>
            </a:r>
            <a:r>
              <a:rPr sz="1100" spc="135" dirty="0" smtClean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now</a:t>
            </a:r>
            <a:r>
              <a:rPr sz="1100" spc="1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change</a:t>
            </a:r>
            <a:r>
              <a:rPr sz="1100" spc="1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one</a:t>
            </a:r>
            <a:r>
              <a:rPr sz="1100" spc="1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14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these </a:t>
            </a:r>
            <a:r>
              <a:rPr sz="1100" dirty="0">
                <a:latin typeface="Calibri"/>
                <a:cs typeface="Calibri"/>
              </a:rPr>
              <a:t>data</a:t>
            </a:r>
            <a:r>
              <a:rPr sz="1100" spc="225" dirty="0">
                <a:latin typeface="Calibri"/>
                <a:cs typeface="Calibri"/>
              </a:rPr>
              <a:t> </a:t>
            </a:r>
            <a:r>
              <a:rPr sz="1100" spc="-10" dirty="0" smtClean="0">
                <a:latin typeface="Calibri"/>
                <a:cs typeface="Calibri"/>
              </a:rPr>
              <a:t>points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35300" y="410932"/>
            <a:ext cx="2162403" cy="523798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84150" marR="5080" indent="-171450" algn="just">
              <a:lnSpc>
                <a:spcPct val="102600"/>
              </a:lnSpc>
              <a:spcBef>
                <a:spcPts val="55"/>
              </a:spcBef>
              <a:buFont typeface="Arial" panose="020B0604020202020204" pitchFamily="34" charset="0"/>
              <a:buChar char="•"/>
            </a:pPr>
            <a:r>
              <a:rPr sz="1100" spc="65" dirty="0">
                <a:latin typeface="Calibri"/>
                <a:cs typeface="Calibri"/>
              </a:rPr>
              <a:t>Let</a:t>
            </a:r>
            <a:r>
              <a:rPr sz="1100" spc="3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us</a:t>
            </a:r>
            <a:r>
              <a:rPr sz="1100" spc="3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verify</a:t>
            </a:r>
            <a:r>
              <a:rPr sz="1100" spc="3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that</a:t>
            </a:r>
            <a:r>
              <a:rPr sz="1100" spc="3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indeed</a:t>
            </a:r>
            <a:r>
              <a:rPr sz="1100" spc="370" dirty="0">
                <a:latin typeface="Calibri"/>
                <a:cs typeface="Calibri"/>
              </a:rPr>
              <a:t> </a:t>
            </a:r>
            <a:r>
              <a:rPr sz="1100" spc="-60" dirty="0">
                <a:latin typeface="Calibri"/>
                <a:cs typeface="Calibri"/>
              </a:rPr>
              <a:t>a</a:t>
            </a:r>
            <a:r>
              <a:rPr sz="1100" dirty="0">
                <a:latin typeface="Calibri"/>
                <a:cs typeface="Calibri"/>
              </a:rPr>
              <a:t> complex model is more </a:t>
            </a:r>
            <a:r>
              <a:rPr sz="1100" spc="-10" dirty="0" smtClean="0">
                <a:latin typeface="Calibri"/>
                <a:cs typeface="Calibri"/>
              </a:rPr>
              <a:t>sens</a:t>
            </a:r>
            <a:r>
              <a:rPr sz="1100" dirty="0" smtClean="0">
                <a:latin typeface="Calibri"/>
                <a:cs typeface="Calibri"/>
              </a:rPr>
              <a:t>itive</a:t>
            </a:r>
            <a:r>
              <a:rPr sz="1100" spc="175" dirty="0" smtClean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1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minor</a:t>
            </a:r>
            <a:r>
              <a:rPr sz="1100" spc="1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changes</a:t>
            </a:r>
            <a:r>
              <a:rPr sz="1100" spc="1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</a:t>
            </a:r>
            <a:r>
              <a:rPr sz="1100" spc="180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the </a:t>
            </a:r>
            <a:r>
              <a:rPr sz="1100" spc="-20" dirty="0" smtClean="0">
                <a:latin typeface="Calibri"/>
                <a:cs typeface="Calibri"/>
              </a:rPr>
              <a:t>data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911703" y="946209"/>
            <a:ext cx="2286000" cy="6153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4150" marR="5080" lvl="0" indent="-171450" algn="just" defTabSz="914400" eaLnBrk="1" fontAlgn="auto" latinLnBrk="0" hangingPunct="1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0" cap="none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We  have  fitted  a  simple and complex model for some given data</a:t>
            </a:r>
            <a:endParaRPr kumimoji="0" lang="en-US" sz="1100" b="0" i="0" u="none" strike="noStrike" kern="0" cap="none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9300" y="1012825"/>
            <a:ext cx="1514880" cy="115068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933000" y="2032735"/>
            <a:ext cx="2561997" cy="6153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4150" marR="5080" lvl="0" indent="-171450" algn="just" defTabSz="914400" eaLnBrk="1" fontAlgn="auto" latinLnBrk="0" hangingPunct="1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0" cap="none" spc="65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US" sz="1100" b="0" i="0" u="none" strike="noStrike" kern="0" cap="none" spc="325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US" sz="11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simple</a:t>
            </a:r>
            <a:r>
              <a:rPr kumimoji="0" lang="en-US" sz="1100" b="0" i="0" u="none" strike="noStrike" kern="0" cap="none" spc="33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US" sz="11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model</a:t>
            </a:r>
            <a:r>
              <a:rPr kumimoji="0" lang="en-US" sz="1100" b="0" i="0" u="none" strike="noStrike" kern="0" cap="none" spc="325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US" sz="11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does</a:t>
            </a:r>
            <a:r>
              <a:rPr kumimoji="0" lang="en-US" sz="1100" b="0" i="0" u="none" strike="noStrike" kern="0" cap="none" spc="33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US" sz="1100" b="0" i="0" u="none" strike="noStrike" kern="0" cap="none" spc="-25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not </a:t>
            </a:r>
            <a:r>
              <a:rPr kumimoji="0" lang="en-US" sz="11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change</a:t>
            </a:r>
            <a:r>
              <a:rPr kumimoji="0" lang="en-US" sz="1100" b="0" i="0" u="none" strike="noStrike" kern="0" cap="none" spc="114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US" sz="11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much</a:t>
            </a:r>
            <a:r>
              <a:rPr kumimoji="0" lang="en-US" sz="1100" b="0" i="0" u="none" strike="noStrike" kern="0" cap="none" spc="12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US" sz="11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as</a:t>
            </a:r>
            <a:r>
              <a:rPr kumimoji="0" lang="en-US" sz="1100" b="0" i="0" u="none" strike="noStrike" kern="0" cap="none" spc="12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US" sz="11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compared</a:t>
            </a:r>
            <a:r>
              <a:rPr kumimoji="0" lang="en-US" sz="1100" b="0" i="0" u="none" strike="noStrike" kern="0" cap="none" spc="12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US" sz="1100" b="0" i="0" u="none" strike="noStrike" kern="0" cap="none" spc="-25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 </a:t>
            </a:r>
            <a:r>
              <a:rPr kumimoji="0" lang="en-US" sz="11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US" sz="1100" b="0" i="0" u="none" strike="noStrike" kern="0" cap="none" spc="175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US" sz="11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complex</a:t>
            </a:r>
            <a:r>
              <a:rPr kumimoji="0" lang="en-US" sz="1100" b="0" i="0" u="none" strike="noStrike" kern="0" cap="none" spc="18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US" sz="1100" b="0" i="0" u="none" strike="noStrike" kern="0" cap="none" spc="-2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model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7" name="object 4"/>
          <p:cNvSpPr txBox="1"/>
          <p:nvPr/>
        </p:nvSpPr>
        <p:spPr>
          <a:xfrm>
            <a:off x="3035300" y="1622425"/>
            <a:ext cx="2162403" cy="3494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84150" marR="5080" indent="-171450" algn="just">
              <a:lnSpc>
                <a:spcPct val="1026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sz="1100" dirty="0" smtClean="0">
                <a:latin typeface="Calibri"/>
                <a:cs typeface="Calibri"/>
              </a:rPr>
              <a:t>We</a:t>
            </a:r>
            <a:r>
              <a:rPr sz="1100" spc="135" dirty="0" smtClean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now</a:t>
            </a:r>
            <a:r>
              <a:rPr sz="1100" spc="1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change</a:t>
            </a:r>
            <a:r>
              <a:rPr sz="1100" spc="1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one</a:t>
            </a:r>
            <a:r>
              <a:rPr sz="1100" spc="1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14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these </a:t>
            </a:r>
            <a:r>
              <a:rPr sz="1100" dirty="0">
                <a:latin typeface="Calibri"/>
                <a:cs typeface="Calibri"/>
              </a:rPr>
              <a:t>data</a:t>
            </a:r>
            <a:r>
              <a:rPr sz="1100" spc="225" dirty="0">
                <a:latin typeface="Calibri"/>
                <a:cs typeface="Calibri"/>
              </a:rPr>
              <a:t> </a:t>
            </a:r>
            <a:r>
              <a:rPr sz="1100" spc="-10" dirty="0" smtClean="0">
                <a:latin typeface="Calibri"/>
                <a:cs typeface="Calibri"/>
              </a:rPr>
              <a:t>points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8" name="object 4"/>
          <p:cNvSpPr txBox="1"/>
          <p:nvPr/>
        </p:nvSpPr>
        <p:spPr>
          <a:xfrm>
            <a:off x="3035300" y="410932"/>
            <a:ext cx="2162403" cy="523798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84150" marR="5080" indent="-171450" algn="just">
              <a:lnSpc>
                <a:spcPct val="102600"/>
              </a:lnSpc>
              <a:spcBef>
                <a:spcPts val="55"/>
              </a:spcBef>
              <a:buFont typeface="Arial" panose="020B0604020202020204" pitchFamily="34" charset="0"/>
              <a:buChar char="•"/>
            </a:pPr>
            <a:r>
              <a:rPr sz="1100" spc="65" dirty="0">
                <a:latin typeface="Calibri"/>
                <a:cs typeface="Calibri"/>
              </a:rPr>
              <a:t>Let</a:t>
            </a:r>
            <a:r>
              <a:rPr sz="1100" spc="3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us</a:t>
            </a:r>
            <a:r>
              <a:rPr sz="1100" spc="3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verify</a:t>
            </a:r>
            <a:r>
              <a:rPr sz="1100" spc="3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that</a:t>
            </a:r>
            <a:r>
              <a:rPr sz="1100" spc="3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indeed</a:t>
            </a:r>
            <a:r>
              <a:rPr sz="1100" spc="370" dirty="0">
                <a:latin typeface="Calibri"/>
                <a:cs typeface="Calibri"/>
              </a:rPr>
              <a:t> </a:t>
            </a:r>
            <a:r>
              <a:rPr sz="1100" spc="-60" dirty="0">
                <a:latin typeface="Calibri"/>
                <a:cs typeface="Calibri"/>
              </a:rPr>
              <a:t>a</a:t>
            </a:r>
            <a:r>
              <a:rPr sz="1100" dirty="0">
                <a:latin typeface="Calibri"/>
                <a:cs typeface="Calibri"/>
              </a:rPr>
              <a:t> complex model is more </a:t>
            </a:r>
            <a:r>
              <a:rPr sz="1100" spc="-10" dirty="0" smtClean="0">
                <a:latin typeface="Calibri"/>
                <a:cs typeface="Calibri"/>
              </a:rPr>
              <a:t>sens</a:t>
            </a:r>
            <a:r>
              <a:rPr sz="1100" dirty="0" smtClean="0">
                <a:latin typeface="Calibri"/>
                <a:cs typeface="Calibri"/>
              </a:rPr>
              <a:t>itive</a:t>
            </a:r>
            <a:r>
              <a:rPr sz="1100" spc="175" dirty="0" smtClean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1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minor</a:t>
            </a:r>
            <a:r>
              <a:rPr sz="1100" spc="1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changes</a:t>
            </a:r>
            <a:r>
              <a:rPr sz="1100" spc="1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</a:t>
            </a:r>
            <a:r>
              <a:rPr sz="1100" spc="180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the </a:t>
            </a:r>
            <a:r>
              <a:rPr sz="1100" spc="-20" dirty="0" smtClean="0">
                <a:latin typeface="Calibri"/>
                <a:cs typeface="Calibri"/>
              </a:rPr>
              <a:t>data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911703" y="946209"/>
            <a:ext cx="2286000" cy="6153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4150" marR="5080" lvl="0" indent="-171450" algn="just" defTabSz="914400" eaLnBrk="1" fontAlgn="auto" latinLnBrk="0" hangingPunct="1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0" cap="none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We  have  fitted  a  simple and complex model for some given data</a:t>
            </a:r>
            <a:endParaRPr kumimoji="0" lang="en-US" sz="1100" b="0" i="0" u="none" strike="noStrike" kern="0" cap="none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759996" cy="48082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98995" y="402144"/>
            <a:ext cx="4839335" cy="3494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09550" marR="30480" indent="-171450">
              <a:lnSpc>
                <a:spcPct val="102600"/>
              </a:lnSpc>
              <a:spcBef>
                <a:spcPts val="55"/>
              </a:spcBef>
              <a:buFont typeface="Arial" panose="020B0604020202020204" pitchFamily="34" charset="0"/>
              <a:buChar char="•"/>
            </a:pPr>
            <a:r>
              <a:rPr dirty="0"/>
              <a:t>Hence</a:t>
            </a:r>
            <a:r>
              <a:rPr spc="400" dirty="0"/>
              <a:t> </a:t>
            </a:r>
            <a:r>
              <a:rPr dirty="0"/>
              <a:t>while</a:t>
            </a:r>
            <a:r>
              <a:rPr spc="400" dirty="0"/>
              <a:t> </a:t>
            </a:r>
            <a:r>
              <a:rPr dirty="0"/>
              <a:t>training,</a:t>
            </a:r>
            <a:r>
              <a:rPr spc="445" dirty="0"/>
              <a:t> </a:t>
            </a:r>
            <a:r>
              <a:rPr dirty="0"/>
              <a:t>instead</a:t>
            </a:r>
            <a:r>
              <a:rPr spc="400" dirty="0"/>
              <a:t> </a:t>
            </a:r>
            <a:r>
              <a:rPr dirty="0"/>
              <a:t>of</a:t>
            </a:r>
            <a:r>
              <a:rPr spc="400" dirty="0"/>
              <a:t> </a:t>
            </a:r>
            <a:r>
              <a:rPr dirty="0"/>
              <a:t>minimizing</a:t>
            </a:r>
            <a:r>
              <a:rPr spc="400" dirty="0"/>
              <a:t> </a:t>
            </a:r>
            <a:r>
              <a:rPr dirty="0"/>
              <a:t>the</a:t>
            </a:r>
            <a:r>
              <a:rPr spc="400" dirty="0"/>
              <a:t> </a:t>
            </a:r>
            <a:r>
              <a:rPr dirty="0"/>
              <a:t>training</a:t>
            </a:r>
            <a:r>
              <a:rPr spc="400" dirty="0"/>
              <a:t> </a:t>
            </a:r>
            <a:r>
              <a:rPr dirty="0"/>
              <a:t>error</a:t>
            </a:r>
            <a:r>
              <a:rPr spc="409" dirty="0"/>
              <a:t> </a:t>
            </a:r>
            <a:r>
              <a:rPr i="1" spc="90" dirty="0">
                <a:latin typeface="Georgia"/>
                <a:cs typeface="Georgia"/>
              </a:rPr>
              <a:t>L</a:t>
            </a:r>
            <a:r>
              <a:rPr sz="1200" i="1" spc="135" baseline="-10416" dirty="0">
                <a:latin typeface="Calibri"/>
                <a:cs typeface="Calibri"/>
              </a:rPr>
              <a:t>train</a:t>
            </a:r>
            <a:r>
              <a:rPr sz="1100" spc="90" dirty="0"/>
              <a:t>(</a:t>
            </a:r>
            <a:r>
              <a:rPr sz="1100" i="1" spc="90" dirty="0">
                <a:latin typeface="Calibri"/>
                <a:cs typeface="Calibri"/>
              </a:rPr>
              <a:t>θ</a:t>
            </a:r>
            <a:r>
              <a:rPr sz="1100" spc="90" dirty="0"/>
              <a:t>)</a:t>
            </a:r>
            <a:r>
              <a:rPr sz="1100" spc="400" dirty="0"/>
              <a:t> </a:t>
            </a:r>
            <a:r>
              <a:rPr sz="1100" spc="-25" dirty="0"/>
              <a:t>we </a:t>
            </a:r>
            <a:r>
              <a:rPr sz="1100" dirty="0"/>
              <a:t>should</a:t>
            </a:r>
            <a:r>
              <a:rPr sz="1100" spc="200" dirty="0"/>
              <a:t> </a:t>
            </a:r>
            <a:r>
              <a:rPr sz="1100" spc="-10" dirty="0"/>
              <a:t>minimize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1695" y="885480"/>
            <a:ext cx="4633406" cy="268022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24790" algn="ctr">
              <a:lnSpc>
                <a:spcPts val="1180"/>
              </a:lnSpc>
              <a:spcBef>
                <a:spcPts val="90"/>
              </a:spcBef>
            </a:pPr>
            <a:r>
              <a:rPr sz="1100" dirty="0">
                <a:latin typeface="Calibri"/>
                <a:cs typeface="Calibri"/>
              </a:rPr>
              <a:t>min</a:t>
            </a:r>
            <a:r>
              <a:rPr sz="1100" spc="375" dirty="0">
                <a:latin typeface="Calibri"/>
                <a:cs typeface="Calibri"/>
              </a:rPr>
              <a:t> </a:t>
            </a:r>
            <a:r>
              <a:rPr sz="1100" i="1" spc="90" dirty="0">
                <a:latin typeface="Georgia"/>
                <a:cs typeface="Georgia"/>
              </a:rPr>
              <a:t>L</a:t>
            </a:r>
            <a:r>
              <a:rPr sz="1200" i="1" spc="135" baseline="-10416" dirty="0">
                <a:latin typeface="Calibri"/>
                <a:cs typeface="Calibri"/>
              </a:rPr>
              <a:t>train</a:t>
            </a:r>
            <a:r>
              <a:rPr sz="1100" spc="90" dirty="0">
                <a:latin typeface="Calibri"/>
                <a:cs typeface="Calibri"/>
              </a:rPr>
              <a:t>(</a:t>
            </a:r>
            <a:r>
              <a:rPr sz="1100" i="1" spc="90" dirty="0">
                <a:latin typeface="Calibri"/>
                <a:cs typeface="Calibri"/>
              </a:rPr>
              <a:t>θ</a:t>
            </a:r>
            <a:r>
              <a:rPr sz="1100" spc="90" dirty="0">
                <a:latin typeface="Calibri"/>
                <a:cs typeface="Calibri"/>
              </a:rPr>
              <a:t>)</a:t>
            </a:r>
            <a:r>
              <a:rPr sz="1100" spc="25" dirty="0">
                <a:latin typeface="Calibri"/>
                <a:cs typeface="Calibri"/>
              </a:rPr>
              <a:t> </a:t>
            </a:r>
            <a:r>
              <a:rPr sz="1100" spc="295" dirty="0">
                <a:latin typeface="Calibri"/>
                <a:cs typeface="Calibri"/>
              </a:rPr>
              <a:t>+</a:t>
            </a:r>
            <a:r>
              <a:rPr sz="1100" spc="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Ω(</a:t>
            </a:r>
            <a:r>
              <a:rPr sz="1100" i="1" dirty="0">
                <a:latin typeface="Calibri"/>
                <a:cs typeface="Calibri"/>
              </a:rPr>
              <a:t>θ</a:t>
            </a:r>
            <a:r>
              <a:rPr sz="1100" dirty="0">
                <a:latin typeface="Calibri"/>
                <a:cs typeface="Calibri"/>
              </a:rPr>
              <a:t>)</a:t>
            </a:r>
            <a:r>
              <a:rPr sz="1100" spc="100" dirty="0">
                <a:latin typeface="Calibri"/>
                <a:cs typeface="Calibri"/>
              </a:rPr>
              <a:t> </a:t>
            </a:r>
            <a:r>
              <a:rPr sz="1100" spc="295" dirty="0">
                <a:latin typeface="Calibri"/>
                <a:cs typeface="Calibri"/>
              </a:rPr>
              <a:t>=</a:t>
            </a:r>
            <a:r>
              <a:rPr sz="1100" spc="100" dirty="0">
                <a:latin typeface="Calibri"/>
                <a:cs typeface="Calibri"/>
              </a:rPr>
              <a:t> </a:t>
            </a:r>
            <a:r>
              <a:rPr sz="1100" i="1" spc="280" dirty="0">
                <a:latin typeface="Georgia"/>
                <a:cs typeface="Georgia"/>
              </a:rPr>
              <a:t>L</a:t>
            </a:r>
            <a:r>
              <a:rPr sz="1100" i="1" spc="-30" dirty="0">
                <a:latin typeface="Georgia"/>
                <a:cs typeface="Georgia"/>
              </a:rPr>
              <a:t> </a:t>
            </a:r>
            <a:r>
              <a:rPr sz="1100" spc="-25" dirty="0">
                <a:latin typeface="Calibri"/>
                <a:cs typeface="Calibri"/>
              </a:rPr>
              <a:t>(</a:t>
            </a:r>
            <a:r>
              <a:rPr sz="1100" i="1" spc="-25" dirty="0">
                <a:latin typeface="Calibri"/>
                <a:cs typeface="Calibri"/>
              </a:rPr>
              <a:t>θ</a:t>
            </a:r>
            <a:r>
              <a:rPr sz="1100" spc="-25" dirty="0">
                <a:latin typeface="Calibri"/>
                <a:cs typeface="Calibri"/>
              </a:rPr>
              <a:t>)</a:t>
            </a:r>
            <a:endParaRPr sz="1100" dirty="0">
              <a:latin typeface="Calibri"/>
              <a:cs typeface="Calibri"/>
            </a:endParaRPr>
          </a:p>
          <a:p>
            <a:pPr marL="1478915">
              <a:lnSpc>
                <a:spcPts val="819"/>
              </a:lnSpc>
            </a:pPr>
            <a:r>
              <a:rPr sz="800" i="1" dirty="0">
                <a:latin typeface="Calibri"/>
                <a:cs typeface="Calibri"/>
              </a:rPr>
              <a:t>w.r.t</a:t>
            </a:r>
            <a:r>
              <a:rPr sz="800" i="1" spc="409" dirty="0">
                <a:latin typeface="Calibri"/>
                <a:cs typeface="Calibri"/>
              </a:rPr>
              <a:t> </a:t>
            </a:r>
            <a:r>
              <a:rPr sz="800" i="1" spc="-50" dirty="0" smtClean="0">
                <a:latin typeface="Calibri"/>
                <a:cs typeface="Calibri"/>
              </a:rPr>
              <a:t>θ</a:t>
            </a:r>
            <a:endParaRPr sz="8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4394" y="1599538"/>
            <a:ext cx="2108187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sz="1100" dirty="0">
                <a:latin typeface="Calibri"/>
                <a:cs typeface="Calibri"/>
              </a:rPr>
              <a:t>Ω(</a:t>
            </a:r>
            <a:r>
              <a:rPr sz="1100" i="1" dirty="0">
                <a:latin typeface="Calibri"/>
                <a:cs typeface="Calibri"/>
              </a:rPr>
              <a:t>θ</a:t>
            </a:r>
            <a:r>
              <a:rPr sz="1100" dirty="0">
                <a:latin typeface="Calibri"/>
                <a:cs typeface="Calibri"/>
              </a:rPr>
              <a:t>)</a:t>
            </a:r>
            <a:r>
              <a:rPr sz="1100" spc="2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acts</a:t>
            </a:r>
            <a:r>
              <a:rPr sz="1100" spc="2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as</a:t>
            </a:r>
            <a:r>
              <a:rPr sz="1100" spc="2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</a:t>
            </a:r>
            <a:r>
              <a:rPr sz="1100" spc="2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approximate</a:t>
            </a:r>
            <a:r>
              <a:rPr sz="1100" spc="22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for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26309" y="1582317"/>
            <a:ext cx="8699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5" dirty="0">
                <a:latin typeface="Calibri"/>
                <a:cs typeface="Calibri"/>
              </a:rPr>
              <a:t>σ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91409" y="1571896"/>
            <a:ext cx="723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10" dirty="0">
                <a:latin typeface="Calibri"/>
                <a:cs typeface="Calibri"/>
              </a:rPr>
              <a:t>2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839009" y="1716150"/>
            <a:ext cx="118110" cy="0"/>
          </a:xfrm>
          <a:custGeom>
            <a:avLst/>
            <a:gdLst/>
            <a:ahLst/>
            <a:cxnLst/>
            <a:rect l="l" t="t" r="r" b="b"/>
            <a:pathLst>
              <a:path w="118110">
                <a:moveTo>
                  <a:pt x="0" y="0"/>
                </a:moveTo>
                <a:lnTo>
                  <a:pt x="117805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821762" y="1684640"/>
            <a:ext cx="908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45" dirty="0">
                <a:latin typeface="Calibri"/>
                <a:cs typeface="Calibri"/>
              </a:rPr>
              <a:t>n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95930" y="1607681"/>
            <a:ext cx="1720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495" dirty="0">
                <a:latin typeface="Trebuchet MS"/>
                <a:cs typeface="Trebuchet MS"/>
              </a:rPr>
              <a:t>Σ</a:t>
            </a:r>
            <a:endParaRPr sz="1100" dirty="0">
              <a:latin typeface="Trebuchet MS"/>
              <a:cs typeface="Trebuchet M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14"/>
              <p:cNvSpPr txBox="1"/>
              <p:nvPr/>
            </p:nvSpPr>
            <p:spPr>
              <a:xfrm>
                <a:off x="3103245" y="1568613"/>
                <a:ext cx="617855" cy="243015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38100">
                  <a:lnSpc>
                    <a:spcPts val="935"/>
                  </a:lnSpc>
                  <a:spcBef>
                    <a:spcPts val="95"/>
                  </a:spcBef>
                  <a:tabLst>
                    <a:tab pos="256540" algn="l"/>
                  </a:tabLst>
                </a:pPr>
                <a:r>
                  <a:rPr lang="en-IN" sz="1200" i="1" spc="67" baseline="-3472" dirty="0" smtClean="0">
                    <a:latin typeface="Calibri"/>
                    <a:cs typeface="Calibri"/>
                  </a:rPr>
                  <a:t>n</a:t>
                </a:r>
                <a:r>
                  <a:rPr lang="en-IN" sz="1200" i="1" baseline="-3472" dirty="0">
                    <a:latin typeface="Calibri"/>
                    <a:cs typeface="Calibri"/>
                  </a:rPr>
                  <a:t>	</a:t>
                </a:r>
                <a:r>
                  <a:rPr lang="en-IN" sz="800" i="1" u="sng" spc="55" dirty="0" smtClean="0">
                    <a:uFill>
                      <a:solidFill>
                        <a:srgbClr val="000000"/>
                      </a:solidFill>
                    </a:uFill>
                    <a:latin typeface="Calibri"/>
                    <a:cs typeface="Calibri"/>
                  </a:rPr>
                  <a:t>∂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sz="800" i="1" u="sng" spc="55" smtClean="0"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accPr>
                      <m:e>
                        <m:r>
                          <a:rPr lang="ar-AE" sz="800" b="0" i="1" u="sng" spc="55" smtClean="0"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  <a:cs typeface="Calibri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IN" sz="800" i="1" u="sng" spc="55" dirty="0" smtClean="0">
                    <a:uFill>
                      <a:solidFill>
                        <a:srgbClr val="000000"/>
                      </a:solidFill>
                    </a:uFill>
                    <a:latin typeface="Calibri"/>
                    <a:cs typeface="Calibri"/>
                  </a:rPr>
                  <a:t>(x</a:t>
                </a:r>
                <a:r>
                  <a:rPr lang="en-IN" sz="900" i="1" u="sng" spc="82" baseline="-25000" dirty="0" smtClean="0">
                    <a:uFill>
                      <a:solidFill>
                        <a:srgbClr val="000000"/>
                      </a:solidFill>
                    </a:uFill>
                    <a:latin typeface="Calibri"/>
                    <a:cs typeface="Calibri"/>
                  </a:rPr>
                  <a:t>i</a:t>
                </a:r>
                <a:r>
                  <a:rPr lang="en-IN" sz="800" u="sng" spc="55" dirty="0">
                    <a:uFill>
                      <a:solidFill>
                        <a:srgbClr val="000000"/>
                      </a:solidFill>
                    </a:uFill>
                    <a:latin typeface="Calibri"/>
                    <a:cs typeface="Calibri"/>
                  </a:rPr>
                  <a:t>)</a:t>
                </a:r>
                <a:endParaRPr lang="en-IN" sz="800" dirty="0">
                  <a:latin typeface="Calibri"/>
                  <a:cs typeface="Calibri"/>
                </a:endParaRPr>
              </a:p>
              <a:p>
                <a:pPr marL="38100">
                  <a:lnSpc>
                    <a:spcPts val="935"/>
                  </a:lnSpc>
                </a:pPr>
                <a:r>
                  <a:rPr lang="en-IN" sz="1200" i="1" spc="187" baseline="3472" dirty="0">
                    <a:latin typeface="Calibri"/>
                    <a:cs typeface="Calibri"/>
                  </a:rPr>
                  <a:t>i</a:t>
                </a:r>
                <a:r>
                  <a:rPr lang="en-IN" sz="1200" spc="187" baseline="3472" dirty="0">
                    <a:latin typeface="Calibri"/>
                    <a:cs typeface="Calibri"/>
                  </a:rPr>
                  <a:t>=1</a:t>
                </a:r>
                <a:r>
                  <a:rPr lang="en-IN" sz="1200" spc="427" baseline="3472" dirty="0">
                    <a:latin typeface="Calibri"/>
                    <a:cs typeface="Calibri"/>
                  </a:rPr>
                  <a:t>  </a:t>
                </a:r>
                <a:r>
                  <a:rPr lang="en-IN" sz="800" i="1" spc="55" dirty="0">
                    <a:latin typeface="Calibri"/>
                    <a:cs typeface="Calibri"/>
                  </a:rPr>
                  <a:t>∂y</a:t>
                </a:r>
                <a:r>
                  <a:rPr lang="en-IN" sz="900" i="1" spc="82" baseline="-25000" dirty="0">
                    <a:latin typeface="Calibri"/>
                    <a:cs typeface="Calibri"/>
                  </a:rPr>
                  <a:t>i</a:t>
                </a:r>
                <a:endParaRPr sz="900" baseline="-250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4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3245" y="1568613"/>
                <a:ext cx="617855" cy="243015"/>
              </a:xfrm>
              <a:prstGeom prst="rect">
                <a:avLst/>
              </a:prstGeom>
              <a:blipFill>
                <a:blip r:embed="rId3"/>
                <a:stretch>
                  <a:fillRect l="-3960" t="-20000" b="-275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bject 16"/>
          <p:cNvSpPr txBox="1"/>
          <p:nvPr/>
        </p:nvSpPr>
        <p:spPr>
          <a:xfrm>
            <a:off x="586295" y="1910167"/>
            <a:ext cx="4864735" cy="6743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22250" indent="-171450">
              <a:lnSpc>
                <a:spcPct val="100000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sz="1100" spc="80" dirty="0">
                <a:latin typeface="Calibri"/>
                <a:cs typeface="Calibri"/>
              </a:rPr>
              <a:t>This</a:t>
            </a:r>
            <a:r>
              <a:rPr sz="1100" spc="165" dirty="0">
                <a:latin typeface="Calibri"/>
                <a:cs typeface="Calibri"/>
              </a:rPr>
              <a:t> </a:t>
            </a:r>
            <a:r>
              <a:rPr sz="1100" spc="10" dirty="0">
                <a:latin typeface="Calibri"/>
                <a:cs typeface="Calibri"/>
              </a:rPr>
              <a:t>is</a:t>
            </a:r>
            <a:r>
              <a:rPr sz="1100" spc="170" dirty="0">
                <a:latin typeface="Calibri"/>
                <a:cs typeface="Calibri"/>
              </a:rPr>
              <a:t> </a:t>
            </a:r>
            <a:r>
              <a:rPr sz="1100" spc="10" dirty="0">
                <a:latin typeface="Calibri"/>
                <a:cs typeface="Calibri"/>
              </a:rPr>
              <a:t>the</a:t>
            </a:r>
            <a:r>
              <a:rPr sz="1100" spc="170" dirty="0">
                <a:latin typeface="Calibri"/>
                <a:cs typeface="Calibri"/>
              </a:rPr>
              <a:t> </a:t>
            </a:r>
            <a:r>
              <a:rPr sz="1100" spc="10" dirty="0">
                <a:latin typeface="Calibri"/>
                <a:cs typeface="Calibri"/>
              </a:rPr>
              <a:t>basis</a:t>
            </a:r>
            <a:r>
              <a:rPr sz="1100" spc="165" dirty="0">
                <a:latin typeface="Calibri"/>
                <a:cs typeface="Calibri"/>
              </a:rPr>
              <a:t> </a:t>
            </a:r>
            <a:r>
              <a:rPr sz="1100" spc="10" dirty="0">
                <a:latin typeface="Calibri"/>
                <a:cs typeface="Calibri"/>
              </a:rPr>
              <a:t>for</a:t>
            </a:r>
            <a:r>
              <a:rPr sz="1100" spc="170" dirty="0">
                <a:latin typeface="Calibri"/>
                <a:cs typeface="Calibri"/>
              </a:rPr>
              <a:t> </a:t>
            </a:r>
            <a:r>
              <a:rPr sz="1100" spc="10" dirty="0">
                <a:latin typeface="Calibri"/>
                <a:cs typeface="Calibri"/>
              </a:rPr>
              <a:t>all</a:t>
            </a:r>
            <a:r>
              <a:rPr sz="1100" spc="170" dirty="0">
                <a:latin typeface="Calibri"/>
                <a:cs typeface="Calibri"/>
              </a:rPr>
              <a:t> </a:t>
            </a:r>
            <a:r>
              <a:rPr sz="1100" spc="10" dirty="0">
                <a:latin typeface="Calibri"/>
                <a:cs typeface="Calibri"/>
              </a:rPr>
              <a:t>regularization</a:t>
            </a:r>
            <a:r>
              <a:rPr sz="1100" spc="16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methods</a:t>
            </a:r>
            <a:endParaRPr sz="1100" dirty="0">
              <a:latin typeface="Calibri"/>
              <a:cs typeface="Calibri"/>
            </a:endParaRPr>
          </a:p>
          <a:p>
            <a:pPr marL="222250" marR="43180" indent="-171450">
              <a:lnSpc>
                <a:spcPct val="102600"/>
              </a:lnSpc>
              <a:spcBef>
                <a:spcPts val="1090"/>
              </a:spcBef>
              <a:buFont typeface="Arial" panose="020B0604020202020204" pitchFamily="34" charset="0"/>
              <a:buChar char="•"/>
            </a:pPr>
            <a:r>
              <a:rPr sz="1100" spc="10" dirty="0">
                <a:latin typeface="Calibri"/>
                <a:cs typeface="Calibri"/>
              </a:rPr>
              <a:t>We</a:t>
            </a:r>
            <a:r>
              <a:rPr sz="1100" spc="145" dirty="0">
                <a:latin typeface="Calibri"/>
                <a:cs typeface="Calibri"/>
              </a:rPr>
              <a:t> </a:t>
            </a:r>
            <a:r>
              <a:rPr sz="1100" spc="10" dirty="0">
                <a:latin typeface="Calibri"/>
                <a:cs typeface="Calibri"/>
              </a:rPr>
              <a:t>can</a:t>
            </a:r>
            <a:r>
              <a:rPr sz="1100" spc="145" dirty="0">
                <a:latin typeface="Calibri"/>
                <a:cs typeface="Calibri"/>
              </a:rPr>
              <a:t> </a:t>
            </a:r>
            <a:r>
              <a:rPr sz="1100" spc="10" dirty="0">
                <a:latin typeface="Calibri"/>
                <a:cs typeface="Calibri"/>
              </a:rPr>
              <a:t>show</a:t>
            </a:r>
            <a:r>
              <a:rPr sz="1100" spc="145" dirty="0">
                <a:latin typeface="Calibri"/>
                <a:cs typeface="Calibri"/>
              </a:rPr>
              <a:t> </a:t>
            </a:r>
            <a:r>
              <a:rPr sz="1100" spc="10" dirty="0">
                <a:latin typeface="Calibri"/>
                <a:cs typeface="Calibri"/>
              </a:rPr>
              <a:t>that</a:t>
            </a:r>
            <a:r>
              <a:rPr sz="1100" spc="145" dirty="0">
                <a:latin typeface="Calibri"/>
                <a:cs typeface="Calibri"/>
              </a:rPr>
              <a:t> </a:t>
            </a:r>
            <a:r>
              <a:rPr sz="1100" i="1" spc="10" dirty="0">
                <a:latin typeface="Calibri"/>
                <a:cs typeface="Calibri"/>
              </a:rPr>
              <a:t>l</a:t>
            </a:r>
            <a:r>
              <a:rPr sz="1200" spc="15" baseline="-10416" dirty="0">
                <a:latin typeface="Calibri"/>
                <a:cs typeface="Calibri"/>
              </a:rPr>
              <a:t>1</a:t>
            </a:r>
            <a:r>
              <a:rPr sz="1200" spc="397" baseline="-10416" dirty="0">
                <a:latin typeface="Calibri"/>
                <a:cs typeface="Calibri"/>
              </a:rPr>
              <a:t> </a:t>
            </a:r>
            <a:r>
              <a:rPr sz="1100" spc="10" dirty="0">
                <a:latin typeface="Calibri"/>
                <a:cs typeface="Calibri"/>
              </a:rPr>
              <a:t>regularization,</a:t>
            </a:r>
            <a:r>
              <a:rPr sz="1100" spc="150" dirty="0">
                <a:latin typeface="Calibri"/>
                <a:cs typeface="Calibri"/>
              </a:rPr>
              <a:t> </a:t>
            </a:r>
            <a:r>
              <a:rPr sz="1100" i="1" spc="10" dirty="0">
                <a:latin typeface="Calibri"/>
                <a:cs typeface="Calibri"/>
              </a:rPr>
              <a:t>l</a:t>
            </a:r>
            <a:r>
              <a:rPr sz="1200" spc="15" baseline="-10416" dirty="0">
                <a:latin typeface="Calibri"/>
                <a:cs typeface="Calibri"/>
              </a:rPr>
              <a:t>2</a:t>
            </a:r>
            <a:r>
              <a:rPr sz="1200" spc="397" baseline="-10416" dirty="0">
                <a:latin typeface="Calibri"/>
                <a:cs typeface="Calibri"/>
              </a:rPr>
              <a:t> </a:t>
            </a:r>
            <a:r>
              <a:rPr sz="1100" spc="10" dirty="0">
                <a:latin typeface="Calibri"/>
                <a:cs typeface="Calibri"/>
              </a:rPr>
              <a:t>regularization,</a:t>
            </a:r>
            <a:r>
              <a:rPr sz="1100" spc="160" dirty="0">
                <a:latin typeface="Calibri"/>
                <a:cs typeface="Calibri"/>
              </a:rPr>
              <a:t> </a:t>
            </a:r>
            <a:r>
              <a:rPr sz="1100" spc="10" dirty="0">
                <a:latin typeface="Calibri"/>
                <a:cs typeface="Calibri"/>
              </a:rPr>
              <a:t>early</a:t>
            </a:r>
            <a:r>
              <a:rPr sz="1100" spc="145" dirty="0">
                <a:latin typeface="Calibri"/>
                <a:cs typeface="Calibri"/>
              </a:rPr>
              <a:t> </a:t>
            </a:r>
            <a:r>
              <a:rPr sz="1100" spc="10" dirty="0">
                <a:latin typeface="Calibri"/>
                <a:cs typeface="Calibri"/>
              </a:rPr>
              <a:t>stopping</a:t>
            </a:r>
            <a:r>
              <a:rPr sz="1100" spc="145" dirty="0">
                <a:latin typeface="Calibri"/>
                <a:cs typeface="Calibri"/>
              </a:rPr>
              <a:t> </a:t>
            </a:r>
            <a:r>
              <a:rPr sz="1100" spc="10" dirty="0">
                <a:latin typeface="Calibri"/>
                <a:cs typeface="Calibri"/>
              </a:rPr>
              <a:t>and</a:t>
            </a:r>
            <a:r>
              <a:rPr sz="1100" spc="145" dirty="0">
                <a:latin typeface="Calibri"/>
                <a:cs typeface="Calibri"/>
              </a:rPr>
              <a:t> </a:t>
            </a:r>
            <a:r>
              <a:rPr sz="1100" spc="-10" dirty="0" smtClean="0">
                <a:latin typeface="Calibri"/>
                <a:cs typeface="Calibri"/>
              </a:rPr>
              <a:t>inject</a:t>
            </a:r>
            <a:r>
              <a:rPr sz="1100" dirty="0" smtClean="0">
                <a:latin typeface="Calibri"/>
                <a:cs typeface="Calibri"/>
              </a:rPr>
              <a:t>ing</a:t>
            </a:r>
            <a:r>
              <a:rPr sz="1100" spc="170" dirty="0" smtClean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noise</a:t>
            </a:r>
            <a:r>
              <a:rPr sz="1100" spc="1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</a:t>
            </a:r>
            <a:r>
              <a:rPr sz="1100" spc="1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input</a:t>
            </a:r>
            <a:r>
              <a:rPr sz="1100" spc="1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are</a:t>
            </a:r>
            <a:r>
              <a:rPr sz="1100" spc="1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all</a:t>
            </a:r>
            <a:r>
              <a:rPr sz="1100" spc="1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instances</a:t>
            </a:r>
            <a:r>
              <a:rPr sz="1100" spc="1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1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this</a:t>
            </a:r>
            <a:r>
              <a:rPr sz="1100" spc="1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form</a:t>
            </a:r>
            <a:r>
              <a:rPr sz="1100" spc="1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17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regularization.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29272" y="1063728"/>
            <a:ext cx="433482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96850" marR="0" lvl="0" indent="-171450" defTabSz="914400" eaLnBrk="1" fontAlgn="auto" latinLnBrk="0" hangingPunct="1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Where</a:t>
            </a:r>
            <a:r>
              <a:rPr kumimoji="0" lang="en-US" sz="1100" b="0" i="0" u="none" strike="noStrike" kern="0" cap="none" spc="185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US" sz="11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Ω(</a:t>
            </a:r>
            <a:r>
              <a:rPr kumimoji="0" lang="en-US" sz="1100" b="0" i="1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θ</a:t>
            </a:r>
            <a:r>
              <a:rPr kumimoji="0" lang="en-US" sz="11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)</a:t>
            </a:r>
            <a:r>
              <a:rPr kumimoji="0" lang="en-US" sz="1100" b="0" i="0" u="none" strike="noStrike" kern="0" cap="none" spc="185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US" sz="11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would</a:t>
            </a:r>
            <a:r>
              <a:rPr kumimoji="0" lang="en-US" sz="1100" b="0" i="0" u="none" strike="noStrike" kern="0" cap="none" spc="19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US" sz="11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</a:t>
            </a:r>
            <a:r>
              <a:rPr kumimoji="0" lang="en-US" sz="1100" b="0" i="0" u="none" strike="noStrike" kern="0" cap="none" spc="185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US" sz="11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high</a:t>
            </a:r>
            <a:r>
              <a:rPr kumimoji="0" lang="en-US" sz="1100" b="0" i="0" u="none" strike="noStrike" kern="0" cap="none" spc="185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US" sz="11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lang="en-US" sz="1100" b="0" i="0" u="none" strike="noStrike" kern="0" cap="none" spc="19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US" sz="11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complex</a:t>
            </a:r>
            <a:r>
              <a:rPr kumimoji="0" lang="en-US" sz="1100" b="0" i="0" u="none" strike="noStrike" kern="0" cap="none" spc="185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US" sz="11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models</a:t>
            </a:r>
            <a:r>
              <a:rPr kumimoji="0" lang="en-US" sz="1100" b="0" i="0" u="none" strike="noStrike" kern="0" cap="none" spc="19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US" sz="11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US" sz="1100" b="0" i="0" u="none" strike="noStrike" kern="0" cap="none" spc="185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US" sz="11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small</a:t>
            </a:r>
            <a:r>
              <a:rPr kumimoji="0" lang="en-US" sz="1100" b="0" i="0" u="none" strike="noStrike" kern="0" cap="none" spc="185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US" sz="11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lang="en-US" sz="1100" b="0" i="0" u="none" strike="noStrike" kern="0" cap="none" spc="19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US" sz="11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simple</a:t>
            </a:r>
            <a:r>
              <a:rPr kumimoji="0" lang="en-US" sz="1100" b="0" i="0" u="none" strike="noStrike" kern="0" cap="none" spc="185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US" sz="1100" b="0" i="0" u="none" strike="noStrike" kern="0" cap="none" spc="-1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models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8" grpId="0"/>
      <p:bldP spid="9" grpId="0"/>
      <p:bldP spid="10" grpId="0"/>
      <p:bldP spid="11" grpId="0" animBg="1"/>
      <p:bldP spid="12" grpId="0"/>
      <p:bldP spid="13" grpId="0"/>
      <p:bldP spid="1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759996" cy="48082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356187" y="249247"/>
            <a:ext cx="2171065" cy="1614805"/>
            <a:chOff x="1356187" y="249247"/>
            <a:chExt cx="2171065" cy="1614805"/>
          </a:xfrm>
        </p:grpSpPr>
        <p:sp>
          <p:nvSpPr>
            <p:cNvPr id="4" name="object 4"/>
            <p:cNvSpPr/>
            <p:nvPr/>
          </p:nvSpPr>
          <p:spPr>
            <a:xfrm>
              <a:off x="1402906" y="1833421"/>
              <a:ext cx="2115185" cy="0"/>
            </a:xfrm>
            <a:custGeom>
              <a:avLst/>
              <a:gdLst/>
              <a:ahLst/>
              <a:cxnLst/>
              <a:rect l="l" t="t" r="r" b="b"/>
              <a:pathLst>
                <a:path w="2115185">
                  <a:moveTo>
                    <a:pt x="0" y="0"/>
                  </a:moveTo>
                  <a:lnTo>
                    <a:pt x="2115040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498209" y="1807104"/>
              <a:ext cx="24765" cy="52705"/>
            </a:xfrm>
            <a:custGeom>
              <a:avLst/>
              <a:gdLst/>
              <a:ahLst/>
              <a:cxnLst/>
              <a:rect l="l" t="t" r="r" b="b"/>
              <a:pathLst>
                <a:path w="24764" h="52705">
                  <a:moveTo>
                    <a:pt x="0" y="0"/>
                  </a:moveTo>
                  <a:lnTo>
                    <a:pt x="3855" y="8044"/>
                  </a:lnTo>
                  <a:lnTo>
                    <a:pt x="11102" y="16242"/>
                  </a:lnTo>
                  <a:lnTo>
                    <a:pt x="18966" y="22898"/>
                  </a:lnTo>
                  <a:lnTo>
                    <a:pt x="24671" y="26316"/>
                  </a:lnTo>
                  <a:lnTo>
                    <a:pt x="18966" y="29734"/>
                  </a:lnTo>
                  <a:lnTo>
                    <a:pt x="11102" y="36391"/>
                  </a:lnTo>
                  <a:lnTo>
                    <a:pt x="3855" y="44589"/>
                  </a:lnTo>
                  <a:lnTo>
                    <a:pt x="0" y="52633"/>
                  </a:lnTo>
                </a:path>
              </a:pathLst>
            </a:custGeom>
            <a:ln w="80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402906" y="264714"/>
              <a:ext cx="0" cy="1569085"/>
            </a:xfrm>
            <a:custGeom>
              <a:avLst/>
              <a:gdLst/>
              <a:ahLst/>
              <a:cxnLst/>
              <a:rect l="l" t="t" r="r" b="b"/>
              <a:pathLst>
                <a:path h="1569085">
                  <a:moveTo>
                    <a:pt x="0" y="1568707"/>
                  </a:moveTo>
                  <a:lnTo>
                    <a:pt x="0" y="0"/>
                  </a:lnTo>
                </a:path>
              </a:pathLst>
            </a:custGeom>
            <a:ln w="202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364442" y="257502"/>
              <a:ext cx="77470" cy="36195"/>
            </a:xfrm>
            <a:custGeom>
              <a:avLst/>
              <a:gdLst/>
              <a:ahLst/>
              <a:cxnLst/>
              <a:rect l="l" t="t" r="r" b="b"/>
              <a:pathLst>
                <a:path w="77469" h="36195">
                  <a:moveTo>
                    <a:pt x="0" y="36059"/>
                  </a:moveTo>
                  <a:lnTo>
                    <a:pt x="11757" y="30425"/>
                  </a:lnTo>
                  <a:lnTo>
                    <a:pt x="23739" y="19832"/>
                  </a:lnTo>
                  <a:lnTo>
                    <a:pt x="33468" y="8338"/>
                  </a:lnTo>
                  <a:lnTo>
                    <a:pt x="38463" y="0"/>
                  </a:lnTo>
                  <a:lnTo>
                    <a:pt x="43459" y="8338"/>
                  </a:lnTo>
                  <a:lnTo>
                    <a:pt x="53188" y="19832"/>
                  </a:lnTo>
                  <a:lnTo>
                    <a:pt x="65170" y="30425"/>
                  </a:lnTo>
                  <a:lnTo>
                    <a:pt x="76927" y="36059"/>
                  </a:lnTo>
                </a:path>
              </a:pathLst>
            </a:custGeom>
            <a:ln w="161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229971" y="292877"/>
            <a:ext cx="164465" cy="31940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140"/>
              </a:lnSpc>
            </a:pPr>
            <a:r>
              <a:rPr sz="1100" spc="-10" dirty="0">
                <a:latin typeface="Calibri"/>
                <a:cs typeface="Calibri"/>
              </a:rPr>
              <a:t>error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469826" y="424327"/>
            <a:ext cx="1882775" cy="1414780"/>
            <a:chOff x="1469826" y="424327"/>
            <a:chExt cx="1882775" cy="1414780"/>
          </a:xfrm>
        </p:grpSpPr>
        <p:sp>
          <p:nvSpPr>
            <p:cNvPr id="10" name="object 10"/>
            <p:cNvSpPr/>
            <p:nvPr/>
          </p:nvSpPr>
          <p:spPr>
            <a:xfrm>
              <a:off x="1546905" y="429407"/>
              <a:ext cx="1800225" cy="1080135"/>
            </a:xfrm>
            <a:custGeom>
              <a:avLst/>
              <a:gdLst/>
              <a:ahLst/>
              <a:cxnLst/>
              <a:rect l="l" t="t" r="r" b="b"/>
              <a:pathLst>
                <a:path w="1800225" h="1080135">
                  <a:moveTo>
                    <a:pt x="0" y="0"/>
                  </a:moveTo>
                  <a:lnTo>
                    <a:pt x="21695" y="56832"/>
                  </a:lnTo>
                  <a:lnTo>
                    <a:pt x="43577" y="112129"/>
                  </a:lnTo>
                  <a:lnTo>
                    <a:pt x="65641" y="165890"/>
                  </a:lnTo>
                  <a:lnTo>
                    <a:pt x="87882" y="218114"/>
                  </a:lnTo>
                  <a:lnTo>
                    <a:pt x="110294" y="268803"/>
                  </a:lnTo>
                  <a:lnTo>
                    <a:pt x="132873" y="317955"/>
                  </a:lnTo>
                  <a:lnTo>
                    <a:pt x="155613" y="365572"/>
                  </a:lnTo>
                  <a:lnTo>
                    <a:pt x="178509" y="411653"/>
                  </a:lnTo>
                  <a:lnTo>
                    <a:pt x="201556" y="456197"/>
                  </a:lnTo>
                  <a:lnTo>
                    <a:pt x="224749" y="499206"/>
                  </a:lnTo>
                  <a:lnTo>
                    <a:pt x="248083" y="540678"/>
                  </a:lnTo>
                  <a:lnTo>
                    <a:pt x="271552" y="580615"/>
                  </a:lnTo>
                  <a:lnTo>
                    <a:pt x="295153" y="619015"/>
                  </a:lnTo>
                  <a:lnTo>
                    <a:pt x="318878" y="655880"/>
                  </a:lnTo>
                  <a:lnTo>
                    <a:pt x="342724" y="691208"/>
                  </a:lnTo>
                  <a:lnTo>
                    <a:pt x="366685" y="725000"/>
                  </a:lnTo>
                  <a:lnTo>
                    <a:pt x="390756" y="757257"/>
                  </a:lnTo>
                  <a:lnTo>
                    <a:pt x="414932" y="787977"/>
                  </a:lnTo>
                  <a:lnTo>
                    <a:pt x="463579" y="844810"/>
                  </a:lnTo>
                  <a:lnTo>
                    <a:pt x="512584" y="895499"/>
                  </a:lnTo>
                  <a:lnTo>
                    <a:pt x="561906" y="940043"/>
                  </a:lnTo>
                  <a:lnTo>
                    <a:pt x="611505" y="978444"/>
                  </a:lnTo>
                  <a:lnTo>
                    <a:pt x="661340" y="1010700"/>
                  </a:lnTo>
                  <a:lnTo>
                    <a:pt x="711369" y="1036812"/>
                  </a:lnTo>
                  <a:lnTo>
                    <a:pt x="761551" y="1056780"/>
                  </a:lnTo>
                  <a:lnTo>
                    <a:pt x="811846" y="1070605"/>
                  </a:lnTo>
                  <a:lnTo>
                    <a:pt x="862213" y="1078285"/>
                  </a:lnTo>
                  <a:lnTo>
                    <a:pt x="887411" y="1079821"/>
                  </a:lnTo>
                  <a:lnTo>
                    <a:pt x="912611" y="1079821"/>
                  </a:lnTo>
                  <a:lnTo>
                    <a:pt x="962998" y="1075213"/>
                  </a:lnTo>
                  <a:lnTo>
                    <a:pt x="1013335" y="1064461"/>
                  </a:lnTo>
                  <a:lnTo>
                    <a:pt x="1063579" y="1047564"/>
                  </a:lnTo>
                  <a:lnTo>
                    <a:pt x="1113690" y="1024524"/>
                  </a:lnTo>
                  <a:lnTo>
                    <a:pt x="1163626" y="995340"/>
                  </a:lnTo>
                  <a:lnTo>
                    <a:pt x="1213348" y="960011"/>
                  </a:lnTo>
                  <a:lnTo>
                    <a:pt x="1262814" y="918539"/>
                  </a:lnTo>
                  <a:lnTo>
                    <a:pt x="1311983" y="870922"/>
                  </a:lnTo>
                  <a:lnTo>
                    <a:pt x="1360814" y="817162"/>
                  </a:lnTo>
                  <a:lnTo>
                    <a:pt x="1409266" y="757257"/>
                  </a:lnTo>
                  <a:lnTo>
                    <a:pt x="1433337" y="725000"/>
                  </a:lnTo>
                  <a:lnTo>
                    <a:pt x="1457298" y="691208"/>
                  </a:lnTo>
                  <a:lnTo>
                    <a:pt x="1481144" y="655880"/>
                  </a:lnTo>
                  <a:lnTo>
                    <a:pt x="1504869" y="619015"/>
                  </a:lnTo>
                  <a:lnTo>
                    <a:pt x="1528469" y="580615"/>
                  </a:lnTo>
                  <a:lnTo>
                    <a:pt x="1551939" y="540678"/>
                  </a:lnTo>
                  <a:lnTo>
                    <a:pt x="1575273" y="499206"/>
                  </a:lnTo>
                  <a:lnTo>
                    <a:pt x="1598466" y="456197"/>
                  </a:lnTo>
                  <a:lnTo>
                    <a:pt x="1621513" y="411653"/>
                  </a:lnTo>
                  <a:lnTo>
                    <a:pt x="1644409" y="365572"/>
                  </a:lnTo>
                  <a:lnTo>
                    <a:pt x="1667149" y="317955"/>
                  </a:lnTo>
                  <a:lnTo>
                    <a:pt x="1689727" y="268803"/>
                  </a:lnTo>
                  <a:lnTo>
                    <a:pt x="1712140" y="218114"/>
                  </a:lnTo>
                  <a:lnTo>
                    <a:pt x="1734380" y="165890"/>
                  </a:lnTo>
                  <a:lnTo>
                    <a:pt x="1756444" y="112129"/>
                  </a:lnTo>
                  <a:lnTo>
                    <a:pt x="1778327" y="56832"/>
                  </a:lnTo>
                  <a:lnTo>
                    <a:pt x="1800022" y="0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474906" y="429407"/>
              <a:ext cx="1872614" cy="1404620"/>
            </a:xfrm>
            <a:custGeom>
              <a:avLst/>
              <a:gdLst/>
              <a:ahLst/>
              <a:cxnLst/>
              <a:rect l="l" t="t" r="r" b="b"/>
              <a:pathLst>
                <a:path w="1872614" h="1404620">
                  <a:moveTo>
                    <a:pt x="0" y="0"/>
                  </a:moveTo>
                  <a:lnTo>
                    <a:pt x="22221" y="73112"/>
                  </a:lnTo>
                  <a:lnTo>
                    <a:pt x="44217" y="143516"/>
                  </a:lnTo>
                  <a:lnTo>
                    <a:pt x="66018" y="211265"/>
                  </a:lnTo>
                  <a:lnTo>
                    <a:pt x="87656" y="276413"/>
                  </a:lnTo>
                  <a:lnTo>
                    <a:pt x="109160" y="339012"/>
                  </a:lnTo>
                  <a:lnTo>
                    <a:pt x="130563" y="399116"/>
                  </a:lnTo>
                  <a:lnTo>
                    <a:pt x="151894" y="456778"/>
                  </a:lnTo>
                  <a:lnTo>
                    <a:pt x="173186" y="512050"/>
                  </a:lnTo>
                  <a:lnTo>
                    <a:pt x="194469" y="564987"/>
                  </a:lnTo>
                  <a:lnTo>
                    <a:pt x="215774" y="615641"/>
                  </a:lnTo>
                  <a:lnTo>
                    <a:pt x="237133" y="664065"/>
                  </a:lnTo>
                  <a:lnTo>
                    <a:pt x="258575" y="710313"/>
                  </a:lnTo>
                  <a:lnTo>
                    <a:pt x="280133" y="754438"/>
                  </a:lnTo>
                  <a:lnTo>
                    <a:pt x="301837" y="796492"/>
                  </a:lnTo>
                  <a:lnTo>
                    <a:pt x="323717" y="836529"/>
                  </a:lnTo>
                  <a:lnTo>
                    <a:pt x="345806" y="874602"/>
                  </a:lnTo>
                  <a:lnTo>
                    <a:pt x="368135" y="910765"/>
                  </a:lnTo>
                  <a:lnTo>
                    <a:pt x="390733" y="945069"/>
                  </a:lnTo>
                  <a:lnTo>
                    <a:pt x="413632" y="977570"/>
                  </a:lnTo>
                  <a:lnTo>
                    <a:pt x="436864" y="1008319"/>
                  </a:lnTo>
                  <a:lnTo>
                    <a:pt x="484447" y="1064775"/>
                  </a:lnTo>
                  <a:lnTo>
                    <a:pt x="533731" y="1114863"/>
                  </a:lnTo>
                  <a:lnTo>
                    <a:pt x="584963" y="1159008"/>
                  </a:lnTo>
                  <a:lnTo>
                    <a:pt x="638392" y="1197636"/>
                  </a:lnTo>
                  <a:lnTo>
                    <a:pt x="694265" y="1231171"/>
                  </a:lnTo>
                  <a:lnTo>
                    <a:pt x="752830" y="1260039"/>
                  </a:lnTo>
                  <a:lnTo>
                    <a:pt x="814336" y="1284665"/>
                  </a:lnTo>
                  <a:lnTo>
                    <a:pt x="879030" y="1305473"/>
                  </a:lnTo>
                  <a:lnTo>
                    <a:pt x="947161" y="1322889"/>
                  </a:lnTo>
                  <a:lnTo>
                    <a:pt x="1018976" y="1337339"/>
                  </a:lnTo>
                  <a:lnTo>
                    <a:pt x="1094723" y="1349246"/>
                  </a:lnTo>
                  <a:lnTo>
                    <a:pt x="1134149" y="1354380"/>
                  </a:lnTo>
                  <a:lnTo>
                    <a:pt x="1174651" y="1359037"/>
                  </a:lnTo>
                  <a:lnTo>
                    <a:pt x="1216259" y="1363272"/>
                  </a:lnTo>
                  <a:lnTo>
                    <a:pt x="1259006" y="1367136"/>
                  </a:lnTo>
                  <a:lnTo>
                    <a:pt x="1302922" y="1370684"/>
                  </a:lnTo>
                  <a:lnTo>
                    <a:pt x="1348038" y="1373969"/>
                  </a:lnTo>
                  <a:lnTo>
                    <a:pt x="1394385" y="1377043"/>
                  </a:lnTo>
                  <a:lnTo>
                    <a:pt x="1441995" y="1379960"/>
                  </a:lnTo>
                  <a:lnTo>
                    <a:pt x="1490897" y="1382773"/>
                  </a:lnTo>
                  <a:lnTo>
                    <a:pt x="1541123" y="1385536"/>
                  </a:lnTo>
                  <a:lnTo>
                    <a:pt x="1592704" y="1388300"/>
                  </a:lnTo>
                  <a:lnTo>
                    <a:pt x="1645672" y="1391119"/>
                  </a:lnTo>
                  <a:lnTo>
                    <a:pt x="1700056" y="1394048"/>
                  </a:lnTo>
                  <a:lnTo>
                    <a:pt x="1755889" y="1397137"/>
                  </a:lnTo>
                  <a:lnTo>
                    <a:pt x="1813200" y="1400442"/>
                  </a:lnTo>
                  <a:lnTo>
                    <a:pt x="1872022" y="1404014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606181" y="312812"/>
            <a:ext cx="6000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60" dirty="0">
                <a:latin typeface="Calibri"/>
                <a:cs typeface="Calibri"/>
              </a:rPr>
              <a:t>High</a:t>
            </a:r>
            <a:r>
              <a:rPr sz="1100" spc="114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bias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xfrm>
            <a:off x="2974187" y="276807"/>
            <a:ext cx="857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60" dirty="0"/>
              <a:t>High</a:t>
            </a:r>
            <a:r>
              <a:rPr spc="114" dirty="0"/>
              <a:t> </a:t>
            </a:r>
            <a:r>
              <a:rPr spc="-10" dirty="0"/>
              <a:t>variance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086913" y="1032038"/>
            <a:ext cx="847993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IN" sz="1100" dirty="0" smtClean="0">
                <a:latin typeface="Calibri"/>
                <a:cs typeface="Calibri"/>
              </a:rPr>
              <a:t>Ideal trade-off</a:t>
            </a:r>
            <a:endParaRPr sz="1100" dirty="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081833" y="1288354"/>
            <a:ext cx="442595" cy="946150"/>
            <a:chOff x="2081833" y="1288354"/>
            <a:chExt cx="442595" cy="946150"/>
          </a:xfrm>
        </p:grpSpPr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26964" y="1288354"/>
              <a:ext cx="97013" cy="221273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446917" y="1509420"/>
              <a:ext cx="0" cy="318770"/>
            </a:xfrm>
            <a:custGeom>
              <a:avLst/>
              <a:gdLst/>
              <a:ahLst/>
              <a:cxnLst/>
              <a:rect l="l" t="t" r="r" b="b"/>
              <a:pathLst>
                <a:path h="318769">
                  <a:moveTo>
                    <a:pt x="0" y="0"/>
                  </a:moveTo>
                  <a:lnTo>
                    <a:pt x="0" y="318181"/>
                  </a:lnTo>
                </a:path>
              </a:pathLst>
            </a:custGeom>
            <a:ln w="506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426673" y="1812418"/>
              <a:ext cx="40640" cy="19050"/>
            </a:xfrm>
            <a:custGeom>
              <a:avLst/>
              <a:gdLst/>
              <a:ahLst/>
              <a:cxnLst/>
              <a:rect l="l" t="t" r="r" b="b"/>
              <a:pathLst>
                <a:path w="40639" h="19050">
                  <a:moveTo>
                    <a:pt x="40487" y="0"/>
                  </a:moveTo>
                  <a:lnTo>
                    <a:pt x="34300" y="2965"/>
                  </a:lnTo>
                  <a:lnTo>
                    <a:pt x="27993" y="8540"/>
                  </a:lnTo>
                  <a:lnTo>
                    <a:pt x="22873" y="14589"/>
                  </a:lnTo>
                  <a:lnTo>
                    <a:pt x="20243" y="18978"/>
                  </a:lnTo>
                  <a:lnTo>
                    <a:pt x="17614" y="14589"/>
                  </a:lnTo>
                  <a:lnTo>
                    <a:pt x="12494" y="8540"/>
                  </a:lnTo>
                  <a:lnTo>
                    <a:pt x="6187" y="2965"/>
                  </a:lnTo>
                  <a:lnTo>
                    <a:pt x="0" y="0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086913" y="1549886"/>
              <a:ext cx="338455" cy="680085"/>
            </a:xfrm>
            <a:custGeom>
              <a:avLst/>
              <a:gdLst/>
              <a:ahLst/>
              <a:cxnLst/>
              <a:rect l="l" t="t" r="r" b="b"/>
              <a:pathLst>
                <a:path w="338455" h="680085">
                  <a:moveTo>
                    <a:pt x="0" y="679542"/>
                  </a:moveTo>
                  <a:lnTo>
                    <a:pt x="337990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392455" y="1545455"/>
              <a:ext cx="47625" cy="34290"/>
            </a:xfrm>
            <a:custGeom>
              <a:avLst/>
              <a:gdLst/>
              <a:ahLst/>
              <a:cxnLst/>
              <a:rect l="l" t="t" r="r" b="b"/>
              <a:pathLst>
                <a:path w="47625" h="34290">
                  <a:moveTo>
                    <a:pt x="0" y="10401"/>
                  </a:moveTo>
                  <a:lnTo>
                    <a:pt x="8945" y="10532"/>
                  </a:lnTo>
                  <a:lnTo>
                    <a:pt x="19544" y="7685"/>
                  </a:lnTo>
                  <a:lnTo>
                    <a:pt x="29034" y="3596"/>
                  </a:lnTo>
                  <a:lnTo>
                    <a:pt x="34652" y="0"/>
                  </a:lnTo>
                  <a:lnTo>
                    <a:pt x="35173" y="6649"/>
                  </a:lnTo>
                  <a:lnTo>
                    <a:pt x="37638" y="16685"/>
                  </a:lnTo>
                  <a:lnTo>
                    <a:pt x="41763" y="26854"/>
                  </a:lnTo>
                  <a:lnTo>
                    <a:pt x="47265" y="33909"/>
                  </a:lnTo>
                </a:path>
              </a:pathLst>
            </a:custGeom>
            <a:ln w="8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354187" y="1829624"/>
            <a:ext cx="2382735" cy="898772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05156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Calibri"/>
                <a:cs typeface="Calibri"/>
              </a:rPr>
              <a:t>model</a:t>
            </a:r>
            <a:r>
              <a:rPr sz="1100" spc="15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complexity</a:t>
            </a:r>
            <a:endParaRPr sz="11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1100" dirty="0">
              <a:latin typeface="Calibri"/>
              <a:cs typeface="Calibri"/>
            </a:endParaRPr>
          </a:p>
          <a:p>
            <a:pPr marL="12700" marR="868680">
              <a:lnSpc>
                <a:spcPct val="102600"/>
              </a:lnSpc>
            </a:pPr>
            <a:r>
              <a:rPr sz="1100" dirty="0">
                <a:latin typeface="Calibri"/>
                <a:cs typeface="Calibri"/>
              </a:rPr>
              <a:t>Ω(</a:t>
            </a:r>
            <a:r>
              <a:rPr sz="1100" i="1" dirty="0">
                <a:latin typeface="Calibri"/>
                <a:cs typeface="Calibri"/>
              </a:rPr>
              <a:t>θ</a:t>
            </a:r>
            <a:r>
              <a:rPr sz="1100" dirty="0">
                <a:latin typeface="Calibri"/>
                <a:cs typeface="Calibri"/>
              </a:rPr>
              <a:t>)</a:t>
            </a:r>
            <a:r>
              <a:rPr sz="1100" spc="229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should</a:t>
            </a:r>
            <a:r>
              <a:rPr sz="1100" spc="23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ensure </a:t>
            </a:r>
            <a:r>
              <a:rPr sz="1100" dirty="0">
                <a:latin typeface="Calibri"/>
                <a:cs typeface="Calibri"/>
              </a:rPr>
              <a:t>that model has </a:t>
            </a:r>
            <a:r>
              <a:rPr sz="1100" spc="-10" dirty="0" smtClean="0">
                <a:latin typeface="Calibri"/>
                <a:cs typeface="Calibri"/>
              </a:rPr>
              <a:t>reas</a:t>
            </a:r>
            <a:r>
              <a:rPr sz="1100" dirty="0" smtClean="0">
                <a:latin typeface="Calibri"/>
                <a:cs typeface="Calibri"/>
              </a:rPr>
              <a:t>onable</a:t>
            </a:r>
            <a:r>
              <a:rPr sz="1100" spc="145" dirty="0" smtClean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complexity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361536" y="433005"/>
            <a:ext cx="127000" cy="1386205"/>
          </a:xfrm>
          <a:custGeom>
            <a:avLst/>
            <a:gdLst/>
            <a:ahLst/>
            <a:cxnLst/>
            <a:rect l="l" t="t" r="r" b="b"/>
            <a:pathLst>
              <a:path w="127000" h="1386205">
                <a:moveTo>
                  <a:pt x="0" y="1386019"/>
                </a:moveTo>
                <a:lnTo>
                  <a:pt x="25898" y="1367139"/>
                </a:lnTo>
                <a:lnTo>
                  <a:pt x="45866" y="1339362"/>
                </a:lnTo>
                <a:lnTo>
                  <a:pt x="58716" y="1303282"/>
                </a:lnTo>
                <a:lnTo>
                  <a:pt x="63263" y="1259492"/>
                </a:lnTo>
                <a:lnTo>
                  <a:pt x="63263" y="819536"/>
                </a:lnTo>
                <a:lnTo>
                  <a:pt x="67810" y="775746"/>
                </a:lnTo>
                <a:lnTo>
                  <a:pt x="80660" y="739666"/>
                </a:lnTo>
                <a:lnTo>
                  <a:pt x="100628" y="711889"/>
                </a:lnTo>
                <a:lnTo>
                  <a:pt x="126527" y="693009"/>
                </a:lnTo>
                <a:lnTo>
                  <a:pt x="100628" y="674129"/>
                </a:lnTo>
                <a:lnTo>
                  <a:pt x="80660" y="646353"/>
                </a:lnTo>
                <a:lnTo>
                  <a:pt x="67810" y="610272"/>
                </a:lnTo>
                <a:lnTo>
                  <a:pt x="63263" y="566482"/>
                </a:lnTo>
                <a:lnTo>
                  <a:pt x="63263" y="126527"/>
                </a:lnTo>
                <a:lnTo>
                  <a:pt x="58716" y="82736"/>
                </a:lnTo>
                <a:lnTo>
                  <a:pt x="45866" y="46656"/>
                </a:lnTo>
                <a:lnTo>
                  <a:pt x="25898" y="18879"/>
                </a:lnTo>
                <a:lnTo>
                  <a:pt x="0" y="0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3494798" y="1006448"/>
            <a:ext cx="8699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5" dirty="0">
                <a:latin typeface="Calibri"/>
                <a:cs typeface="Calibri"/>
              </a:rPr>
              <a:t>σ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559886" y="996027"/>
            <a:ext cx="723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10" dirty="0">
                <a:latin typeface="Calibri"/>
                <a:cs typeface="Calibri"/>
              </a:rPr>
              <a:t>2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507498" y="1140282"/>
            <a:ext cx="118110" cy="0"/>
          </a:xfrm>
          <a:custGeom>
            <a:avLst/>
            <a:gdLst/>
            <a:ahLst/>
            <a:cxnLst/>
            <a:rect l="l" t="t" r="r" b="b"/>
            <a:pathLst>
              <a:path w="118110">
                <a:moveTo>
                  <a:pt x="0" y="0"/>
                </a:moveTo>
                <a:lnTo>
                  <a:pt x="117805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521075" y="1108772"/>
            <a:ext cx="908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45" dirty="0">
                <a:latin typeface="Calibri"/>
                <a:cs typeface="Calibri"/>
              </a:rPr>
              <a:t>n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657548" y="1023780"/>
            <a:ext cx="1720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495" dirty="0">
                <a:latin typeface="Trebuchet MS"/>
                <a:cs typeface="Trebuchet MS"/>
              </a:rPr>
              <a:t>Σ</a:t>
            </a:r>
            <a:endParaRPr sz="1100" dirty="0">
              <a:latin typeface="Trebuchet MS"/>
              <a:cs typeface="Trebuchet M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object 14"/>
              <p:cNvSpPr txBox="1"/>
              <p:nvPr/>
            </p:nvSpPr>
            <p:spPr>
              <a:xfrm>
                <a:off x="3736923" y="992549"/>
                <a:ext cx="617855" cy="243015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38100">
                  <a:lnSpc>
                    <a:spcPts val="935"/>
                  </a:lnSpc>
                  <a:spcBef>
                    <a:spcPts val="95"/>
                  </a:spcBef>
                  <a:tabLst>
                    <a:tab pos="256540" algn="l"/>
                  </a:tabLst>
                </a:pPr>
                <a:r>
                  <a:rPr lang="en-IN" sz="1200" i="1" spc="67" baseline="-3472" dirty="0" smtClean="0">
                    <a:latin typeface="Calibri"/>
                    <a:cs typeface="Calibri"/>
                  </a:rPr>
                  <a:t>n</a:t>
                </a:r>
                <a:r>
                  <a:rPr lang="en-IN" sz="1200" i="1" baseline="-3472" dirty="0">
                    <a:latin typeface="Calibri"/>
                    <a:cs typeface="Calibri"/>
                  </a:rPr>
                  <a:t>	</a:t>
                </a:r>
                <a:r>
                  <a:rPr lang="en-IN" sz="800" i="1" u="sng" spc="55" dirty="0" smtClean="0">
                    <a:uFill>
                      <a:solidFill>
                        <a:srgbClr val="000000"/>
                      </a:solidFill>
                    </a:uFill>
                    <a:latin typeface="Calibri"/>
                    <a:cs typeface="Calibri"/>
                  </a:rPr>
                  <a:t>∂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sz="800" i="1" u="sng" spc="55" smtClean="0"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accPr>
                      <m:e>
                        <m:r>
                          <a:rPr lang="ar-AE" sz="800" b="0" i="1" u="sng" spc="55" smtClean="0"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  <a:cs typeface="Calibri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IN" sz="800" i="1" u="sng" spc="55" dirty="0" smtClean="0">
                    <a:uFill>
                      <a:solidFill>
                        <a:srgbClr val="000000"/>
                      </a:solidFill>
                    </a:uFill>
                    <a:latin typeface="Calibri"/>
                    <a:cs typeface="Calibri"/>
                  </a:rPr>
                  <a:t>(x</a:t>
                </a:r>
                <a:r>
                  <a:rPr lang="en-IN" sz="900" i="1" u="sng" spc="82" baseline="-9259" dirty="0" smtClean="0">
                    <a:uFill>
                      <a:solidFill>
                        <a:srgbClr val="000000"/>
                      </a:solidFill>
                    </a:uFill>
                    <a:latin typeface="Calibri"/>
                    <a:cs typeface="Calibri"/>
                  </a:rPr>
                  <a:t>i</a:t>
                </a:r>
                <a:r>
                  <a:rPr lang="en-IN" sz="800" u="sng" spc="55" dirty="0">
                    <a:uFill>
                      <a:solidFill>
                        <a:srgbClr val="000000"/>
                      </a:solidFill>
                    </a:uFill>
                    <a:latin typeface="Calibri"/>
                    <a:cs typeface="Calibri"/>
                  </a:rPr>
                  <a:t>)</a:t>
                </a:r>
                <a:endParaRPr lang="en-IN" sz="800" dirty="0">
                  <a:latin typeface="Calibri"/>
                  <a:cs typeface="Calibri"/>
                </a:endParaRPr>
              </a:p>
              <a:p>
                <a:pPr marL="38100">
                  <a:lnSpc>
                    <a:spcPts val="935"/>
                  </a:lnSpc>
                </a:pPr>
                <a:r>
                  <a:rPr lang="en-IN" sz="1200" i="1" spc="187" baseline="3472" dirty="0">
                    <a:latin typeface="Calibri"/>
                    <a:cs typeface="Calibri"/>
                  </a:rPr>
                  <a:t>i</a:t>
                </a:r>
                <a:r>
                  <a:rPr lang="en-IN" sz="1200" spc="187" baseline="3472" dirty="0">
                    <a:latin typeface="Calibri"/>
                    <a:cs typeface="Calibri"/>
                  </a:rPr>
                  <a:t>=1</a:t>
                </a:r>
                <a:r>
                  <a:rPr lang="en-IN" sz="1200" spc="427" baseline="3472" dirty="0">
                    <a:latin typeface="Calibri"/>
                    <a:cs typeface="Calibri"/>
                  </a:rPr>
                  <a:t>  </a:t>
                </a:r>
                <a:r>
                  <a:rPr lang="en-IN" sz="800" i="1" spc="55" dirty="0">
                    <a:latin typeface="Calibri"/>
                    <a:cs typeface="Calibri"/>
                  </a:rPr>
                  <a:t>∂y</a:t>
                </a:r>
                <a:r>
                  <a:rPr lang="en-IN" sz="900" i="1" spc="82" baseline="-9259" dirty="0">
                    <a:latin typeface="Calibri"/>
                    <a:cs typeface="Calibri"/>
                  </a:rPr>
                  <a:t>i</a:t>
                </a:r>
                <a:endParaRPr sz="900" baseline="-9259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35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6923" y="992549"/>
                <a:ext cx="617855" cy="243015"/>
              </a:xfrm>
              <a:prstGeom prst="rect">
                <a:avLst/>
              </a:prstGeom>
              <a:blipFill>
                <a:blip r:embed="rId5"/>
                <a:stretch>
                  <a:fillRect l="-3960" t="-22500" b="-25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759996" cy="48082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04393" y="100849"/>
            <a:ext cx="1670050" cy="6981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84150" marR="5080" indent="-171450">
              <a:lnSpc>
                <a:spcPct val="102600"/>
              </a:lnSpc>
              <a:spcBef>
                <a:spcPts val="55"/>
              </a:spcBef>
              <a:buFont typeface="Arial" panose="020B0604020202020204" pitchFamily="34" charset="0"/>
              <a:buChar char="•"/>
            </a:pPr>
            <a:r>
              <a:rPr spc="70" dirty="0"/>
              <a:t>Why</a:t>
            </a:r>
            <a:r>
              <a:rPr spc="120" dirty="0"/>
              <a:t> </a:t>
            </a:r>
            <a:r>
              <a:rPr dirty="0"/>
              <a:t>do</a:t>
            </a:r>
            <a:r>
              <a:rPr spc="120" dirty="0"/>
              <a:t> </a:t>
            </a:r>
            <a:r>
              <a:rPr dirty="0"/>
              <a:t>we</a:t>
            </a:r>
            <a:r>
              <a:rPr spc="125" dirty="0"/>
              <a:t> </a:t>
            </a:r>
            <a:r>
              <a:rPr dirty="0"/>
              <a:t>care</a:t>
            </a:r>
            <a:r>
              <a:rPr spc="120" dirty="0"/>
              <a:t> </a:t>
            </a:r>
            <a:r>
              <a:rPr dirty="0"/>
              <a:t>about</a:t>
            </a:r>
            <a:r>
              <a:rPr spc="120" dirty="0"/>
              <a:t> </a:t>
            </a:r>
            <a:r>
              <a:rPr spc="-20" dirty="0"/>
              <a:t>this </a:t>
            </a:r>
            <a:r>
              <a:rPr dirty="0"/>
              <a:t>bias</a:t>
            </a:r>
            <a:r>
              <a:rPr spc="185" dirty="0"/>
              <a:t> </a:t>
            </a:r>
            <a:r>
              <a:rPr dirty="0"/>
              <a:t>variance</a:t>
            </a:r>
            <a:r>
              <a:rPr spc="185" dirty="0"/>
              <a:t> </a:t>
            </a:r>
            <a:r>
              <a:rPr dirty="0"/>
              <a:t>tradeoff</a:t>
            </a:r>
            <a:r>
              <a:rPr spc="180" dirty="0"/>
              <a:t> </a:t>
            </a:r>
            <a:r>
              <a:rPr spc="-25" dirty="0"/>
              <a:t>and </a:t>
            </a:r>
            <a:r>
              <a:rPr dirty="0"/>
              <a:t>model</a:t>
            </a:r>
            <a:r>
              <a:rPr spc="155" dirty="0"/>
              <a:t> </a:t>
            </a:r>
            <a:r>
              <a:rPr spc="-10" dirty="0"/>
              <a:t>complexity?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760357" y="100849"/>
            <a:ext cx="2773680" cy="116649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84150" marR="5080" indent="-171450">
              <a:lnSpc>
                <a:spcPct val="102600"/>
              </a:lnSpc>
              <a:spcBef>
                <a:spcPts val="55"/>
              </a:spcBef>
              <a:buFont typeface="Arial" panose="020B0604020202020204" pitchFamily="34" charset="0"/>
              <a:buChar char="•"/>
            </a:pPr>
            <a:r>
              <a:rPr sz="1100" dirty="0">
                <a:latin typeface="Calibri"/>
                <a:cs typeface="Calibri"/>
              </a:rPr>
              <a:t>Deep</a:t>
            </a:r>
            <a:r>
              <a:rPr sz="1100" spc="150" dirty="0">
                <a:latin typeface="Calibri"/>
                <a:cs typeface="Calibri"/>
              </a:rPr>
              <a:t>  </a:t>
            </a:r>
            <a:r>
              <a:rPr sz="1100" dirty="0">
                <a:latin typeface="Calibri"/>
                <a:cs typeface="Calibri"/>
              </a:rPr>
              <a:t>Neural</a:t>
            </a:r>
            <a:r>
              <a:rPr sz="1100" spc="155" dirty="0">
                <a:latin typeface="Calibri"/>
                <a:cs typeface="Calibri"/>
              </a:rPr>
              <a:t>  </a:t>
            </a:r>
            <a:r>
              <a:rPr sz="1100" dirty="0">
                <a:latin typeface="Calibri"/>
                <a:cs typeface="Calibri"/>
              </a:rPr>
              <a:t>networks</a:t>
            </a:r>
            <a:r>
              <a:rPr sz="1100" spc="150" dirty="0">
                <a:latin typeface="Calibri"/>
                <a:cs typeface="Calibri"/>
              </a:rPr>
              <a:t>  </a:t>
            </a:r>
            <a:r>
              <a:rPr sz="1100" dirty="0">
                <a:latin typeface="Calibri"/>
                <a:cs typeface="Calibri"/>
              </a:rPr>
              <a:t>are</a:t>
            </a:r>
            <a:r>
              <a:rPr sz="1100" spc="155" dirty="0">
                <a:latin typeface="Calibri"/>
                <a:cs typeface="Calibri"/>
              </a:rPr>
              <a:t>  </a:t>
            </a:r>
            <a:r>
              <a:rPr sz="1100" dirty="0">
                <a:latin typeface="Calibri"/>
                <a:cs typeface="Calibri"/>
              </a:rPr>
              <a:t>highly</a:t>
            </a:r>
            <a:r>
              <a:rPr sz="1100" spc="150" dirty="0">
                <a:latin typeface="Calibri"/>
                <a:cs typeface="Calibri"/>
              </a:rPr>
              <a:t>  </a:t>
            </a:r>
            <a:r>
              <a:rPr sz="1100" spc="-10" dirty="0">
                <a:latin typeface="Calibri"/>
                <a:cs typeface="Calibri"/>
              </a:rPr>
              <a:t>complex models.</a:t>
            </a:r>
            <a:endParaRPr sz="1100" dirty="0">
              <a:latin typeface="Calibri"/>
              <a:cs typeface="Calibri"/>
            </a:endParaRPr>
          </a:p>
          <a:p>
            <a:pPr marL="184150" indent="-171450">
              <a:lnSpc>
                <a:spcPct val="100000"/>
              </a:lnSpc>
              <a:spcBef>
                <a:spcPts val="335"/>
              </a:spcBef>
              <a:buFont typeface="Arial" panose="020B0604020202020204" pitchFamily="34" charset="0"/>
              <a:buChar char="•"/>
            </a:pPr>
            <a:r>
              <a:rPr sz="1100" dirty="0">
                <a:latin typeface="Calibri"/>
                <a:cs typeface="Calibri"/>
              </a:rPr>
              <a:t>Many</a:t>
            </a:r>
            <a:r>
              <a:rPr sz="1100" spc="2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parameters,</a:t>
            </a:r>
            <a:r>
              <a:rPr sz="1100" spc="2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many</a:t>
            </a:r>
            <a:r>
              <a:rPr sz="1100" spc="265" dirty="0">
                <a:latin typeface="Calibri"/>
                <a:cs typeface="Calibri"/>
              </a:rPr>
              <a:t> </a:t>
            </a:r>
            <a:r>
              <a:rPr sz="1100" dirty="0" smtClean="0">
                <a:latin typeface="Calibri"/>
                <a:cs typeface="Calibri"/>
              </a:rPr>
              <a:t>non</a:t>
            </a:r>
            <a:r>
              <a:rPr sz="1100" spc="-10" dirty="0" smtClean="0">
                <a:latin typeface="Calibri"/>
                <a:cs typeface="Calibri"/>
              </a:rPr>
              <a:t>linearities</a:t>
            </a:r>
            <a:r>
              <a:rPr sz="1100" spc="-10" dirty="0">
                <a:latin typeface="Calibri"/>
                <a:cs typeface="Calibri"/>
              </a:rPr>
              <a:t>.</a:t>
            </a:r>
            <a:endParaRPr sz="1100" dirty="0">
              <a:latin typeface="Calibri"/>
              <a:cs typeface="Calibri"/>
            </a:endParaRPr>
          </a:p>
          <a:p>
            <a:pPr marL="184150" marR="5715" indent="-171450">
              <a:lnSpc>
                <a:spcPct val="1026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sz="1100" spc="85" dirty="0">
                <a:latin typeface="Calibri"/>
                <a:cs typeface="Calibri"/>
              </a:rPr>
              <a:t>It</a:t>
            </a:r>
            <a:r>
              <a:rPr sz="1100" spc="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easy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them</a:t>
            </a:r>
            <a:r>
              <a:rPr sz="1100" spc="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overfit</a:t>
            </a:r>
            <a:r>
              <a:rPr sz="1100" spc="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drive</a:t>
            </a:r>
            <a:r>
              <a:rPr sz="1100" spc="6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training </a:t>
            </a:r>
            <a:r>
              <a:rPr sz="1100" dirty="0">
                <a:latin typeface="Calibri"/>
                <a:cs typeface="Calibri"/>
              </a:rPr>
              <a:t>error</a:t>
            </a:r>
            <a:r>
              <a:rPr sz="1100" spc="1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130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0.</a:t>
            </a:r>
            <a:endParaRPr sz="1100" dirty="0">
              <a:latin typeface="Calibri"/>
              <a:cs typeface="Calibri"/>
            </a:endParaRPr>
          </a:p>
          <a:p>
            <a:pPr marL="184150" indent="-171450">
              <a:lnSpc>
                <a:spcPct val="100000"/>
              </a:lnSpc>
              <a:spcBef>
                <a:spcPts val="330"/>
              </a:spcBef>
              <a:buFont typeface="Arial" panose="020B0604020202020204" pitchFamily="34" charset="0"/>
              <a:buChar char="•"/>
            </a:pPr>
            <a:r>
              <a:rPr sz="1100" dirty="0">
                <a:latin typeface="Calibri"/>
                <a:cs typeface="Calibri"/>
              </a:rPr>
              <a:t>Hence</a:t>
            </a:r>
            <a:r>
              <a:rPr sz="1100" spc="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we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need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some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form</a:t>
            </a:r>
            <a:r>
              <a:rPr sz="1100" spc="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7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regularization.</a:t>
            </a:r>
            <a:endParaRPr sz="1100" dirty="0"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object 21"/>
          <p:cNvSpPr txBox="1"/>
          <p:nvPr/>
        </p:nvSpPr>
        <p:spPr>
          <a:xfrm>
            <a:off x="625982" y="555625"/>
            <a:ext cx="2900503" cy="1990288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400"/>
              </a:spcBef>
            </a:pPr>
            <a:r>
              <a:rPr lang="en-IN" sz="1100" dirty="0" smtClean="0">
                <a:solidFill>
                  <a:srgbClr val="3333B2"/>
                </a:solidFill>
                <a:latin typeface="Calibri"/>
                <a:cs typeface="Calibri"/>
              </a:rPr>
              <a:t>Different</a:t>
            </a:r>
            <a:r>
              <a:rPr lang="en-IN" sz="1100" spc="145" dirty="0" smtClean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lang="en-IN" sz="1100" dirty="0" smtClean="0">
                <a:solidFill>
                  <a:srgbClr val="3333B2"/>
                </a:solidFill>
                <a:latin typeface="Calibri"/>
                <a:cs typeface="Calibri"/>
              </a:rPr>
              <a:t>forms</a:t>
            </a:r>
            <a:r>
              <a:rPr lang="en-IN" sz="1100" spc="145" dirty="0" smtClean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lang="en-IN" sz="1100" dirty="0" smtClean="0">
                <a:solidFill>
                  <a:srgbClr val="3333B2"/>
                </a:solidFill>
                <a:latin typeface="Calibri"/>
                <a:cs typeface="Calibri"/>
              </a:rPr>
              <a:t>of</a:t>
            </a:r>
            <a:r>
              <a:rPr lang="en-IN" sz="1100" spc="145" dirty="0" smtClean="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lang="en-IN" sz="1100" spc="-10" dirty="0" smtClean="0">
                <a:solidFill>
                  <a:srgbClr val="3333B2"/>
                </a:solidFill>
                <a:latin typeface="Calibri"/>
                <a:cs typeface="Calibri"/>
              </a:rPr>
              <a:t>regularization</a:t>
            </a:r>
            <a:endParaRPr lang="en-IN" sz="1100" dirty="0" smtClean="0">
              <a:latin typeface="Calibri"/>
              <a:cs typeface="Calibri"/>
            </a:endParaRPr>
          </a:p>
          <a:p>
            <a:pPr marL="473710" marR="461645" indent="-171450">
              <a:lnSpc>
                <a:spcPts val="1650"/>
              </a:lnSpc>
              <a:spcBef>
                <a:spcPts val="75"/>
              </a:spcBef>
              <a:buFont typeface="Arial" panose="020B0604020202020204" pitchFamily="34" charset="0"/>
              <a:buChar char="•"/>
            </a:pPr>
            <a:r>
              <a:rPr sz="1100" i="1" dirty="0" smtClean="0">
                <a:latin typeface="Calibri"/>
                <a:cs typeface="Calibri"/>
              </a:rPr>
              <a:t>l</a:t>
            </a:r>
            <a:r>
              <a:rPr sz="1200" baseline="-10416" dirty="0" smtClean="0">
                <a:latin typeface="Calibri"/>
                <a:cs typeface="Calibri"/>
              </a:rPr>
              <a:t>2</a:t>
            </a:r>
            <a:r>
              <a:rPr sz="1200" spc="480" baseline="-10416" dirty="0" smtClean="0">
                <a:latin typeface="Calibri"/>
                <a:cs typeface="Calibri"/>
              </a:rPr>
              <a:t> </a:t>
            </a:r>
            <a:r>
              <a:rPr sz="1100" spc="-10" dirty="0" smtClean="0">
                <a:latin typeface="Calibri"/>
                <a:cs typeface="Calibri"/>
              </a:rPr>
              <a:t>regularization</a:t>
            </a:r>
            <a:endParaRPr lang="en-IN" sz="1100" spc="-10" dirty="0" smtClean="0">
              <a:latin typeface="Calibri"/>
              <a:cs typeface="Calibri"/>
            </a:endParaRPr>
          </a:p>
          <a:p>
            <a:pPr marL="473710" marR="461645" indent="-171450">
              <a:lnSpc>
                <a:spcPts val="1650"/>
              </a:lnSpc>
              <a:spcBef>
                <a:spcPts val="75"/>
              </a:spcBef>
              <a:buFont typeface="Arial" panose="020B0604020202020204" pitchFamily="34" charset="0"/>
              <a:buChar char="•"/>
            </a:pPr>
            <a:r>
              <a:rPr sz="1100" dirty="0" smtClean="0">
                <a:latin typeface="Calibri"/>
                <a:cs typeface="Calibri"/>
              </a:rPr>
              <a:t>Dataset</a:t>
            </a:r>
            <a:r>
              <a:rPr lang="en-IN" sz="1100" spc="350" dirty="0">
                <a:latin typeface="Calibri"/>
                <a:cs typeface="Calibri"/>
              </a:rPr>
              <a:t> </a:t>
            </a:r>
            <a:r>
              <a:rPr sz="1100" spc="-10" dirty="0" smtClean="0">
                <a:latin typeface="Calibri"/>
                <a:cs typeface="Calibri"/>
              </a:rPr>
              <a:t>augmentation</a:t>
            </a:r>
            <a:endParaRPr sz="1100" dirty="0">
              <a:latin typeface="Calibri"/>
              <a:cs typeface="Calibri"/>
            </a:endParaRPr>
          </a:p>
          <a:p>
            <a:pPr marL="473710" marR="43180" indent="-171450">
              <a:lnSpc>
                <a:spcPts val="1650"/>
              </a:lnSpc>
              <a:spcBef>
                <a:spcPts val="10"/>
              </a:spcBef>
              <a:buFont typeface="Arial" panose="020B0604020202020204" pitchFamily="34" charset="0"/>
              <a:buChar char="•"/>
            </a:pPr>
            <a:r>
              <a:rPr sz="1100" dirty="0">
                <a:latin typeface="Calibri"/>
                <a:cs typeface="Calibri"/>
              </a:rPr>
              <a:t>Parameter</a:t>
            </a:r>
            <a:r>
              <a:rPr sz="1100" spc="2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Sharing</a:t>
            </a:r>
            <a:r>
              <a:rPr sz="1100" spc="30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300" dirty="0">
                <a:latin typeface="Calibri"/>
                <a:cs typeface="Calibri"/>
              </a:rPr>
              <a:t> </a:t>
            </a:r>
            <a:r>
              <a:rPr sz="1100" spc="-20" dirty="0" smtClean="0">
                <a:latin typeface="Calibri"/>
                <a:cs typeface="Calibri"/>
              </a:rPr>
              <a:t>tying</a:t>
            </a:r>
            <a:endParaRPr lang="en-IN" sz="1100" spc="-20" dirty="0" smtClean="0">
              <a:latin typeface="Calibri"/>
              <a:cs typeface="Calibri"/>
            </a:endParaRPr>
          </a:p>
          <a:p>
            <a:pPr marL="473710" marR="43180" indent="-171450">
              <a:lnSpc>
                <a:spcPts val="1650"/>
              </a:lnSpc>
              <a:spcBef>
                <a:spcPts val="10"/>
              </a:spcBef>
              <a:buFont typeface="Arial" panose="020B0604020202020204" pitchFamily="34" charset="0"/>
              <a:buChar char="•"/>
            </a:pPr>
            <a:r>
              <a:rPr sz="1100" spc="-20" dirty="0" smtClean="0">
                <a:latin typeface="Calibri"/>
                <a:cs typeface="Calibri"/>
              </a:rPr>
              <a:t> </a:t>
            </a:r>
            <a:r>
              <a:rPr sz="1100" spc="55" dirty="0">
                <a:latin typeface="Calibri"/>
                <a:cs typeface="Calibri"/>
              </a:rPr>
              <a:t>Adding</a:t>
            </a:r>
            <a:r>
              <a:rPr sz="1100" spc="1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Noise</a:t>
            </a:r>
            <a:r>
              <a:rPr sz="1100" spc="1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1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14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inputs </a:t>
            </a:r>
            <a:endParaRPr lang="en-IN" sz="1100" spc="-10" dirty="0" smtClean="0">
              <a:latin typeface="Calibri"/>
              <a:cs typeface="Calibri"/>
            </a:endParaRPr>
          </a:p>
          <a:p>
            <a:pPr marL="473710" marR="43180" indent="-171450">
              <a:lnSpc>
                <a:spcPts val="1650"/>
              </a:lnSpc>
              <a:spcBef>
                <a:spcPts val="10"/>
              </a:spcBef>
              <a:buFont typeface="Arial" panose="020B0604020202020204" pitchFamily="34" charset="0"/>
              <a:buChar char="•"/>
            </a:pPr>
            <a:r>
              <a:rPr sz="1100" spc="55" dirty="0" smtClean="0">
                <a:latin typeface="Calibri"/>
                <a:cs typeface="Calibri"/>
              </a:rPr>
              <a:t>Adding</a:t>
            </a:r>
            <a:r>
              <a:rPr sz="1100" spc="135" dirty="0" smtClean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Noise</a:t>
            </a:r>
            <a:r>
              <a:rPr sz="1100" spc="1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1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14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outputs </a:t>
            </a:r>
            <a:endParaRPr lang="en-IN" sz="1100" spc="-10" dirty="0" smtClean="0">
              <a:latin typeface="Calibri"/>
              <a:cs typeface="Calibri"/>
            </a:endParaRPr>
          </a:p>
          <a:p>
            <a:pPr marL="473710" marR="43180" indent="-171450">
              <a:lnSpc>
                <a:spcPts val="1650"/>
              </a:lnSpc>
              <a:spcBef>
                <a:spcPts val="10"/>
              </a:spcBef>
              <a:buFont typeface="Arial" panose="020B0604020202020204" pitchFamily="34" charset="0"/>
              <a:buChar char="•"/>
            </a:pPr>
            <a:r>
              <a:rPr sz="1100" spc="70" dirty="0" smtClean="0">
                <a:latin typeface="Calibri"/>
                <a:cs typeface="Calibri"/>
              </a:rPr>
              <a:t>Early</a:t>
            </a:r>
            <a:r>
              <a:rPr sz="1100" spc="135" dirty="0" smtClean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stopping</a:t>
            </a:r>
            <a:endParaRPr sz="1100" dirty="0">
              <a:latin typeface="Calibri"/>
              <a:cs typeface="Calibri"/>
            </a:endParaRPr>
          </a:p>
          <a:p>
            <a:pPr marL="473710" marR="669925" indent="-171450">
              <a:lnSpc>
                <a:spcPts val="1650"/>
              </a:lnSpc>
              <a:spcBef>
                <a:spcPts val="5"/>
              </a:spcBef>
              <a:buFont typeface="Arial" panose="020B0604020202020204" pitchFamily="34" charset="0"/>
              <a:buChar char="•"/>
            </a:pPr>
            <a:r>
              <a:rPr sz="1100" dirty="0">
                <a:latin typeface="Calibri"/>
                <a:cs typeface="Calibri"/>
              </a:rPr>
              <a:t>Ensemble</a:t>
            </a:r>
            <a:r>
              <a:rPr sz="1100" spc="300" dirty="0">
                <a:latin typeface="Calibri"/>
                <a:cs typeface="Calibri"/>
              </a:rPr>
              <a:t> </a:t>
            </a:r>
            <a:r>
              <a:rPr sz="1100" spc="-10" dirty="0" smtClean="0">
                <a:latin typeface="Calibri"/>
                <a:cs typeface="Calibri"/>
              </a:rPr>
              <a:t>methods</a:t>
            </a:r>
            <a:endParaRPr lang="en-IN" sz="1100" spc="-10" dirty="0" smtClean="0">
              <a:latin typeface="Calibri"/>
              <a:cs typeface="Calibri"/>
            </a:endParaRPr>
          </a:p>
          <a:p>
            <a:pPr marL="473710" marR="669925" indent="-171450">
              <a:lnSpc>
                <a:spcPts val="1650"/>
              </a:lnSpc>
              <a:spcBef>
                <a:spcPts val="5"/>
              </a:spcBef>
              <a:buFont typeface="Arial" panose="020B0604020202020204" pitchFamily="34" charset="0"/>
              <a:buChar char="•"/>
            </a:pPr>
            <a:r>
              <a:rPr sz="1100" spc="-10" dirty="0" smtClean="0">
                <a:latin typeface="Calibri"/>
                <a:cs typeface="Calibri"/>
              </a:rPr>
              <a:t>Dropout</a:t>
            </a:r>
            <a:endParaRPr sz="11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90231880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object 21"/>
          <p:cNvSpPr txBox="1"/>
          <p:nvPr/>
        </p:nvSpPr>
        <p:spPr>
          <a:xfrm>
            <a:off x="2120900" y="1089025"/>
            <a:ext cx="2900503" cy="482183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400"/>
              </a:spcBef>
            </a:pPr>
            <a:r>
              <a:rPr lang="en-IN" sz="2800" b="1" dirty="0" smtClean="0">
                <a:solidFill>
                  <a:schemeClr val="accent6"/>
                </a:solidFill>
                <a:latin typeface="Calibri"/>
                <a:cs typeface="Calibri"/>
              </a:rPr>
              <a:t>Thank You</a:t>
            </a:r>
            <a:endParaRPr sz="2800" b="1" dirty="0">
              <a:solidFill>
                <a:schemeClr val="accent6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1906</TotalTime>
  <Words>967</Words>
  <Application>Microsoft Office PowerPoint</Application>
  <PresentationFormat>Custom</PresentationFormat>
  <Paragraphs>226</Paragraphs>
  <Slides>30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Arial</vt:lpstr>
      <vt:lpstr>Calibri</vt:lpstr>
      <vt:lpstr>Cambria Math</vt:lpstr>
      <vt:lpstr>Georgia</vt:lpstr>
      <vt:lpstr>Lucida Sans Unicode</vt:lpstr>
      <vt:lpstr>Trebuchet MS</vt:lpstr>
      <vt:lpstr>Office Theme</vt:lpstr>
      <vt:lpstr>PowerPoint Presentation</vt:lpstr>
      <vt:lpstr>Acknowledgements</vt:lpstr>
      <vt:lpstr>PowerPoint Presentation</vt:lpstr>
      <vt:lpstr>PowerPoint Presentation</vt:lpstr>
      <vt:lpstr>PowerPoint Presentation</vt:lpstr>
      <vt:lpstr>PowerPoint Presentation</vt:lpstr>
      <vt:lpstr>Let f(x) be the true model and f ̂(x) be our estimate of the model (simple or complex, in this case) then, Bias (f ̂(x))=E[f ̂(x)]-f(x)]</vt:lpstr>
      <vt:lpstr>PowerPoint Presentation</vt:lpstr>
      <vt:lpstr>PowerPoint Presentation</vt:lpstr>
      <vt:lpstr>PowerPoint Presentation</vt:lpstr>
      <vt:lpstr>PowerPoint Presentation</vt:lpstr>
      <vt:lpstr>Bias vs Variance curve</vt:lpstr>
      <vt:lpstr>PowerPoint Presentation</vt:lpstr>
      <vt:lpstr>Intuitions developed so far</vt:lpstr>
      <vt:lpstr>Further we use f ̂ to approximate f and estimate the parameters using T⊂ D such that</vt:lpstr>
      <vt:lpstr>PowerPoint Presentation</vt:lpstr>
      <vt:lpstr>Suppose we have observed the goals scored(z) in k matches as z1 = 2, z2 = 1, z3 = 0, ... zk =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Hence while training, instead of minimizing the training error Ltrain(θ) we should minimize</vt:lpstr>
      <vt:lpstr>High variance</vt:lpstr>
      <vt:lpstr>Why do we care about this bias variance tradeoff and model complexity?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 : Lecture 6 - Regularization: Bias Variance Tradeoff, l2 regularization, Early stopping, Dataset augmentation, Parameter sharing and tying, Injecting noise at input, Ensemble methods, Dropout</dc:title>
  <dc:creator>.</dc:creator>
  <cp:lastModifiedBy>Admin</cp:lastModifiedBy>
  <cp:revision>119</cp:revision>
  <dcterms:created xsi:type="dcterms:W3CDTF">2026-08-19T03:45:52Z</dcterms:created>
  <dcterms:modified xsi:type="dcterms:W3CDTF">2026-08-24T18:39:55Z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2024-02-07T00:00:00Z</vt:filetime>
  </property>
  <property fmtid="{D5CDD505-2E9C-101B-9397-08002B2CF9AE}" pid="4" name="Creator">
    <vt:lpwstr>LaTeX with Beamer class version 3.36</vt:lpwstr>
  </property>
  <property fmtid="{D5CDD505-2E9C-101B-9397-08002B2CF9AE}" pid="5" name="LastSaved">
    <vt:filetime>2026-08-19T00:00:00Z</vt:filetime>
  </property>
  <property fmtid="{D5CDD505-2E9C-101B-9397-08002B2CF9AE}" pid="6" name="PTEX.Fullbanner">
    <vt:lpwstr>This is MiKTeX-pdfTeX 2.9.5840 (1.40.16)</vt:lpwstr>
  </property>
  <property fmtid="{D5CDD505-2E9C-101B-9397-08002B2CF9AE}" pid="7" name="Producer">
    <vt:lpwstr>pdfTeX-1.40.16</vt:lpwstr>
  </property>
</Properties>
</file>